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c20c4fe368444b" /><Relationship Type="http://schemas.openxmlformats.org/officeDocument/2006/relationships/extended-properties" Target="/docProps/app.xml" Id="R31c250e1418a4e1e" /><Relationship Type="http://schemas.openxmlformats.org/officeDocument/2006/relationships/officeDocument" Target="/ppt/presentation.xml" Id="R578bc135e75b45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0b95ae24ed44ae"/>
  </p:sldMasterIdLst>
  <p:notesMasterIdLst>
    <p:notesMasterId xmlns:r="http://schemas.openxmlformats.org/officeDocument/2006/relationships" r:id="R5028df78614f40dc"/>
  </p:notesMasterIdLst>
  <p:sldIdLst>
    <p:sldId xmlns:r="http://schemas.openxmlformats.org/officeDocument/2006/relationships" id="256" r:id="R2c5ee81d706342d9"/>
  </p:sldIdLst>
  <p:sldSz cx="11630025" cy="45434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617ffa80ca4761" /><Relationship Type="http://schemas.openxmlformats.org/officeDocument/2006/relationships/slideMaster" Target="/ppt/slideMasters/slideMaster1.xml" Id="R190b95ae24ed44ae" /><Relationship Type="http://schemas.openxmlformats.org/officeDocument/2006/relationships/notesMaster" Target="/ppt/notesMasters/notesMaster1.xml" Id="R5028df78614f40dc" /><Relationship Type="http://schemas.openxmlformats.org/officeDocument/2006/relationships/presProps" Target="/ppt/presProps.xml" Id="R9cc72e8582e8411e" /><Relationship Type="http://schemas.openxmlformats.org/officeDocument/2006/relationships/tableStyles" Target="/ppt/tableStyles.xml" Id="R9c9437a6c4494c54" /><Relationship Type="http://schemas.openxmlformats.org/officeDocument/2006/relationships/slide" Target="/ppt/slides/slide1.xml" Id="R2c5ee81d706342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c433ffe0854f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812054b3094501" /><Relationship Type="http://schemas.openxmlformats.org/officeDocument/2006/relationships/notesMaster" Target="/ppt/notesMasters/notesMaster1.xml" Id="Rbedff2e81a034c6b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素材ID：AI-021</ns1:t>
            </ns1:r>
          </ns1:p>
          <ns1:p>
            <ns1:r>
              <ns1:t>论文：CoGen: Learning from Feedback with Coupled Comprehension and Generation</ns1:t>
            </ns1:r>
          </ns1:p>
          <ns1:p>
            <ns1:r>
              <ns1:t>会议：EMNLP 2024</ns1:t>
            </ns1:r>
          </ns1:p>
          <ns1:p>
            <ns1:r>
              <ns1:t>奖项：Best Paper</ns1:t>
            </ns1:r>
          </ns1:p>
          <ns1:p>
            <ns1:r>
              <ns1:t>图号：Figure 2，PDF第2页</ns1:t>
            </ns1:r>
          </ns1:p>
          <ns1:p>
            <ns1:r>
              <ns1:t>类型：研究流程</ns1:t>
            </ns1:r>
          </ns1:p>
          <ns1:p>
            <ns1:r>
              <ns1:t>借鉴点：参考游戏中人机交换说话者/理解者角色，并将两侧交互信号汇聚到重新训练闭环。</ns1:t>
            </ns1:r>
          </ns1:p>
          <ns1:p>
            <ns1:r>
              <ns1:t>论文URL：https://aclanthology.org/2024.emnlp-main.721/</ns1:t>
            </ns1:r>
          </ns1:p>
          <ns1:p>
            <ns1:r>
              <ns1:t>官方获奖URL：https://2024.emnlp.org/program/best_papers/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292a57c2504c7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004b6ba9cb4d6d" /><Relationship Type="http://schemas.openxmlformats.org/officeDocument/2006/relationships/slideLayout" Target="/ppt/slideLayouts/slideLayout1.xml" Id="Rcb6e964920e54a9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6e964920e54a9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eb67c27bfb4494" /><Relationship Type="http://schemas.openxmlformats.org/officeDocument/2006/relationships/image" Target="/ppt/media/image.png" Id="R30b0d5900d9d4157" /><Relationship Type="http://schemas.openxmlformats.org/officeDocument/2006/relationships/image" Target="/ppt/media/image2.png" Id="R52afdd0e49364bd4" /><Relationship Type="http://schemas.openxmlformats.org/officeDocument/2006/relationships/image" Target="/ppt/media/image3.png" Id="R56d27920913946bc" /><Relationship Type="http://schemas.openxmlformats.org/officeDocument/2006/relationships/image" Target="/ppt/media/image4.png" Id="R1c7486954bfb4af9" /><Relationship Type="http://schemas.openxmlformats.org/officeDocument/2006/relationships/image" Target="/ppt/media/image5.png" Id="Rac4ac95dafd34e2d" /><Relationship Type="http://schemas.openxmlformats.org/officeDocument/2006/relationships/image" Target="/ppt/media/image6.png" Id="R98838f1f6b8f4b9f" /><Relationship Type="http://schemas.openxmlformats.org/officeDocument/2006/relationships/image" Target="/ppt/media/image7.png" Id="Ra1f034c27b2547d7" /><Relationship Type="http://schemas.openxmlformats.org/officeDocument/2006/relationships/image" Target="/ppt/media/image8.png" Id="Re4a4710d617b44f6" /><Relationship Type="http://schemas.openxmlformats.org/officeDocument/2006/relationships/image" Target="/ppt/media/image9.png" Id="R9cd3504dcdfa4326" /><Relationship Type="http://schemas.openxmlformats.org/officeDocument/2006/relationships/image" Target="/ppt/media/image10.png" Id="Rb69a761889c94a73" /><Relationship Type="http://schemas.openxmlformats.org/officeDocument/2006/relationships/notesSlide" Target="/ppt/notesSlides/notesSlide1.xml" Id="R0da06b3d8dee44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A6AE87-A5F6-47F2-9BD3-70EC0D91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" y="24134"/>
            <a:ext cx="11586115" cy="4449347"/>
          </a:xfrm>
          <a:custGeom xmlns:a="http://schemas.openxmlformats.org/drawingml/2006/main">
            <a:pathLst>
              <a:path w="11586115" h="4449347">
                <a:moveTo>
                  <a:pt x="11586115" y="4449347"/>
                </a:moveTo>
                <a:lnTo>
                  <a:pt x="11586115" y="0"/>
                </a:lnTo>
                <a:lnTo>
                  <a:pt x="0" y="0"/>
                </a:lnTo>
                <a:lnTo>
                  <a:pt x="0" y="4449347"/>
                </a:lnTo>
                <a:lnTo>
                  <a:pt x="11586115" y="44493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C8597-7252-4DC8-927A-C87C5D7A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9" y="52614"/>
            <a:ext cx="8555047" cy="4175497"/>
          </a:xfrm>
          <a:custGeom xmlns:a="http://schemas.openxmlformats.org/drawingml/2006/main">
            <a:pathLst>
              <a:path w="8555047" h="4175497">
                <a:moveTo>
                  <a:pt x="0" y="0"/>
                </a:moveTo>
                <a:lnTo>
                  <a:pt x="8555047" y="0"/>
                </a:lnTo>
                <a:lnTo>
                  <a:pt x="8555047" y="4175497"/>
                </a:lnTo>
                <a:lnTo>
                  <a:pt x="0" y="417549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DDAD9-8B40-4A1D-81D3-1B4DC0F7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9" y="52614"/>
            <a:ext cx="8555048" cy="4175497"/>
          </a:xfrm>
          <a:custGeom xmlns:a="http://schemas.openxmlformats.org/drawingml/2006/main">
            <a:pathLst>
              <a:path w="8555048" h="4175497" fill="none">
                <a:moveTo>
                  <a:pt x="0" y="0"/>
                </a:moveTo>
                <a:lnTo>
                  <a:pt x="8555048" y="0"/>
                </a:lnTo>
                <a:lnTo>
                  <a:pt x="8555048" y="4175497"/>
                </a:lnTo>
                <a:lnTo>
                  <a:pt x="0" y="417549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622" cap="flat">
            <a:solidFill>
              <a:srgbClr val="000000"/>
            </a:solidFill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82FBD3-3564-4199-B12B-C960C431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06" y="148770"/>
            <a:ext cx="8555048" cy="4175497"/>
          </a:xfrm>
          <a:custGeom xmlns:a="http://schemas.openxmlformats.org/drawingml/2006/main">
            <a:pathLst>
              <a:path w="8555048" h="4175497">
                <a:moveTo>
                  <a:pt x="0" y="0"/>
                </a:moveTo>
                <a:lnTo>
                  <a:pt x="8555048" y="0"/>
                </a:lnTo>
                <a:lnTo>
                  <a:pt x="8555048" y="4175497"/>
                </a:lnTo>
                <a:lnTo>
                  <a:pt x="0" y="417549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531CE-247D-4E7F-AD18-850876C9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06" y="148770"/>
            <a:ext cx="8555048" cy="4175497"/>
          </a:xfrm>
          <a:custGeom xmlns:a="http://schemas.openxmlformats.org/drawingml/2006/main">
            <a:pathLst>
              <a:path w="8555048" h="4175497" fill="none">
                <a:moveTo>
                  <a:pt x="0" y="0"/>
                </a:moveTo>
                <a:lnTo>
                  <a:pt x="8555048" y="0"/>
                </a:lnTo>
                <a:lnTo>
                  <a:pt x="8555048" y="4175497"/>
                </a:lnTo>
                <a:lnTo>
                  <a:pt x="0" y="417549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622" cap="flat">
            <a:solidFill>
              <a:srgbClr val="000000"/>
            </a:solidFill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41988-9AFC-40C6-97E4-620A27C1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56" y="239731"/>
            <a:ext cx="8555048" cy="4171702"/>
          </a:xfrm>
          <a:custGeom xmlns:a="http://schemas.openxmlformats.org/drawingml/2006/main">
            <a:pathLst>
              <a:path w="8555048" h="4171702">
                <a:moveTo>
                  <a:pt x="0" y="0"/>
                </a:moveTo>
                <a:lnTo>
                  <a:pt x="8555048" y="0"/>
                </a:lnTo>
                <a:lnTo>
                  <a:pt x="8555048" y="4171702"/>
                </a:lnTo>
                <a:lnTo>
                  <a:pt x="0" y="417170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C02D89-AD8D-41F3-9AFE-02DC0831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756" y="239731"/>
            <a:ext cx="8555048" cy="4171702"/>
          </a:xfrm>
          <a:custGeom xmlns:a="http://schemas.openxmlformats.org/drawingml/2006/main">
            <a:pathLst>
              <a:path w="8555048" h="4171702" fill="none">
                <a:moveTo>
                  <a:pt x="0" y="0"/>
                </a:moveTo>
                <a:lnTo>
                  <a:pt x="8555048" y="0"/>
                </a:lnTo>
                <a:lnTo>
                  <a:pt x="8555048" y="4171702"/>
                </a:lnTo>
                <a:lnTo>
                  <a:pt x="0" y="4171702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622" cap="flat">
            <a:solidFill>
              <a:srgbClr val="000000"/>
            </a:solidFill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AA5BC6-73E3-44A9-9227-9EC2CFA6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7099" y="2103229"/>
            <a:ext cx="466136" cy="466136"/>
          </a:xfrm>
          <a:custGeom xmlns:a="http://schemas.openxmlformats.org/drawingml/2006/main">
            <a:pathLst>
              <a:path w="466136" h="466136">
                <a:moveTo>
                  <a:pt x="374004" y="47405"/>
                </a:moveTo>
                <a:lnTo>
                  <a:pt x="361310" y="38398"/>
                </a:lnTo>
                <a:lnTo>
                  <a:pt x="348173" y="30339"/>
                </a:lnTo>
                <a:lnTo>
                  <a:pt x="334644" y="23228"/>
                </a:lnTo>
                <a:lnTo>
                  <a:pt x="320771" y="17066"/>
                </a:lnTo>
                <a:lnTo>
                  <a:pt x="306604" y="11851"/>
                </a:lnTo>
                <a:lnTo>
                  <a:pt x="292191" y="7585"/>
                </a:lnTo>
                <a:lnTo>
                  <a:pt x="277582" y="4266"/>
                </a:lnTo>
                <a:lnTo>
                  <a:pt x="262826" y="1896"/>
                </a:lnTo>
                <a:lnTo>
                  <a:pt x="247972" y="474"/>
                </a:lnTo>
                <a:lnTo>
                  <a:pt x="233068" y="0"/>
                </a:lnTo>
                <a:lnTo>
                  <a:pt x="218164" y="474"/>
                </a:lnTo>
                <a:lnTo>
                  <a:pt x="203310" y="1896"/>
                </a:lnTo>
                <a:lnTo>
                  <a:pt x="188554" y="4266"/>
                </a:lnTo>
                <a:lnTo>
                  <a:pt x="173944" y="7585"/>
                </a:lnTo>
                <a:lnTo>
                  <a:pt x="159532" y="11851"/>
                </a:lnTo>
                <a:lnTo>
                  <a:pt x="145364" y="17066"/>
                </a:lnTo>
                <a:lnTo>
                  <a:pt x="131492" y="23228"/>
                </a:lnTo>
                <a:lnTo>
                  <a:pt x="117963" y="30339"/>
                </a:lnTo>
                <a:lnTo>
                  <a:pt x="104826" y="38398"/>
                </a:lnTo>
                <a:lnTo>
                  <a:pt x="92132" y="47405"/>
                </a:lnTo>
                <a:lnTo>
                  <a:pt x="79928" y="57360"/>
                </a:lnTo>
                <a:lnTo>
                  <a:pt x="68264" y="68263"/>
                </a:lnTo>
                <a:lnTo>
                  <a:pt x="57361" y="79927"/>
                </a:lnTo>
                <a:lnTo>
                  <a:pt x="47406" y="92130"/>
                </a:lnTo>
                <a:lnTo>
                  <a:pt x="38399" y="104825"/>
                </a:lnTo>
                <a:lnTo>
                  <a:pt x="30340" y="117962"/>
                </a:lnTo>
                <a:lnTo>
                  <a:pt x="23229" y="131491"/>
                </a:lnTo>
                <a:lnTo>
                  <a:pt x="17066" y="145364"/>
                </a:lnTo>
                <a:lnTo>
                  <a:pt x="11851" y="159531"/>
                </a:lnTo>
                <a:lnTo>
                  <a:pt x="7585" y="173944"/>
                </a:lnTo>
                <a:lnTo>
                  <a:pt x="4267" y="188553"/>
                </a:lnTo>
                <a:lnTo>
                  <a:pt x="1896" y="203309"/>
                </a:lnTo>
                <a:lnTo>
                  <a:pt x="474" y="218164"/>
                </a:lnTo>
                <a:lnTo>
                  <a:pt x="0" y="233068"/>
                </a:lnTo>
                <a:lnTo>
                  <a:pt x="474" y="247971"/>
                </a:lnTo>
                <a:lnTo>
                  <a:pt x="1896" y="262826"/>
                </a:lnTo>
                <a:lnTo>
                  <a:pt x="4267" y="277582"/>
                </a:lnTo>
                <a:lnTo>
                  <a:pt x="7585" y="292191"/>
                </a:lnTo>
                <a:lnTo>
                  <a:pt x="11851" y="306604"/>
                </a:lnTo>
                <a:lnTo>
                  <a:pt x="17066" y="320772"/>
                </a:lnTo>
                <a:lnTo>
                  <a:pt x="23229" y="334644"/>
                </a:lnTo>
                <a:lnTo>
                  <a:pt x="30340" y="348174"/>
                </a:lnTo>
                <a:lnTo>
                  <a:pt x="38399" y="361310"/>
                </a:lnTo>
                <a:lnTo>
                  <a:pt x="47406" y="374005"/>
                </a:lnTo>
                <a:lnTo>
                  <a:pt x="57361" y="386208"/>
                </a:lnTo>
                <a:lnTo>
                  <a:pt x="68264" y="397872"/>
                </a:lnTo>
                <a:lnTo>
                  <a:pt x="79928" y="408775"/>
                </a:lnTo>
                <a:lnTo>
                  <a:pt x="92132" y="418731"/>
                </a:lnTo>
                <a:lnTo>
                  <a:pt x="104826" y="427738"/>
                </a:lnTo>
                <a:lnTo>
                  <a:pt x="117963" y="435797"/>
                </a:lnTo>
                <a:lnTo>
                  <a:pt x="131492" y="442908"/>
                </a:lnTo>
                <a:lnTo>
                  <a:pt x="145364" y="449070"/>
                </a:lnTo>
                <a:lnTo>
                  <a:pt x="159532" y="454285"/>
                </a:lnTo>
                <a:lnTo>
                  <a:pt x="173944" y="458551"/>
                </a:lnTo>
                <a:lnTo>
                  <a:pt x="188554" y="461870"/>
                </a:lnTo>
                <a:lnTo>
                  <a:pt x="203310" y="464240"/>
                </a:lnTo>
                <a:lnTo>
                  <a:pt x="218164" y="465662"/>
                </a:lnTo>
                <a:lnTo>
                  <a:pt x="233068" y="466136"/>
                </a:lnTo>
                <a:lnTo>
                  <a:pt x="247972" y="465662"/>
                </a:lnTo>
                <a:lnTo>
                  <a:pt x="262826" y="464240"/>
                </a:lnTo>
                <a:lnTo>
                  <a:pt x="277582" y="461870"/>
                </a:lnTo>
                <a:lnTo>
                  <a:pt x="292191" y="458551"/>
                </a:lnTo>
                <a:lnTo>
                  <a:pt x="306604" y="454285"/>
                </a:lnTo>
                <a:lnTo>
                  <a:pt x="320771" y="449070"/>
                </a:lnTo>
                <a:lnTo>
                  <a:pt x="334644" y="442908"/>
                </a:lnTo>
                <a:lnTo>
                  <a:pt x="348173" y="435797"/>
                </a:lnTo>
                <a:lnTo>
                  <a:pt x="361310" y="427738"/>
                </a:lnTo>
                <a:lnTo>
                  <a:pt x="374004" y="418731"/>
                </a:lnTo>
                <a:lnTo>
                  <a:pt x="386208" y="408775"/>
                </a:lnTo>
                <a:lnTo>
                  <a:pt x="397872" y="397872"/>
                </a:lnTo>
                <a:lnTo>
                  <a:pt x="408775" y="386208"/>
                </a:lnTo>
                <a:lnTo>
                  <a:pt x="418730" y="374005"/>
                </a:lnTo>
                <a:lnTo>
                  <a:pt x="427737" y="361310"/>
                </a:lnTo>
                <a:lnTo>
                  <a:pt x="435796" y="348174"/>
                </a:lnTo>
                <a:lnTo>
                  <a:pt x="442907" y="334644"/>
                </a:lnTo>
                <a:lnTo>
                  <a:pt x="449070" y="320772"/>
                </a:lnTo>
                <a:lnTo>
                  <a:pt x="454284" y="306604"/>
                </a:lnTo>
                <a:lnTo>
                  <a:pt x="458551" y="292191"/>
                </a:lnTo>
                <a:lnTo>
                  <a:pt x="461869" y="277582"/>
                </a:lnTo>
                <a:lnTo>
                  <a:pt x="464240" y="262826"/>
                </a:lnTo>
                <a:lnTo>
                  <a:pt x="465662" y="247971"/>
                </a:lnTo>
                <a:lnTo>
                  <a:pt x="466136" y="233068"/>
                </a:lnTo>
                <a:lnTo>
                  <a:pt x="465662" y="218164"/>
                </a:lnTo>
                <a:lnTo>
                  <a:pt x="464240" y="203309"/>
                </a:lnTo>
                <a:lnTo>
                  <a:pt x="461869" y="188553"/>
                </a:lnTo>
                <a:lnTo>
                  <a:pt x="458551" y="173944"/>
                </a:lnTo>
                <a:lnTo>
                  <a:pt x="454284" y="159531"/>
                </a:lnTo>
                <a:lnTo>
                  <a:pt x="449070" y="145364"/>
                </a:lnTo>
                <a:lnTo>
                  <a:pt x="442907" y="131491"/>
                </a:lnTo>
                <a:lnTo>
                  <a:pt x="435796" y="117962"/>
                </a:lnTo>
                <a:lnTo>
                  <a:pt x="427737" y="104825"/>
                </a:lnTo>
                <a:lnTo>
                  <a:pt x="418730" y="92130"/>
                </a:lnTo>
                <a:lnTo>
                  <a:pt x="408775" y="79927"/>
                </a:lnTo>
                <a:lnTo>
                  <a:pt x="397872" y="68263"/>
                </a:lnTo>
                <a:lnTo>
                  <a:pt x="386208" y="57360"/>
                </a:lnTo>
                <a:lnTo>
                  <a:pt x="374004" y="47405"/>
                </a:lnTo>
                <a:close/>
              </a:path>
            </a:pathLst>
          </a:custGeom>
          <a:solidFill xmlns:a="http://schemas.openxmlformats.org/drawingml/2006/main">
            <a:srgbClr val="7CA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5615BD-3CD3-48AF-8AD3-E82BEC6B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147" y="2606353"/>
            <a:ext cx="637175" cy="318172"/>
          </a:xfrm>
          <a:custGeom xmlns:a="http://schemas.openxmlformats.org/drawingml/2006/main">
            <a:pathLst>
              <a:path w="637175" h="318172">
                <a:moveTo>
                  <a:pt x="229380" y="18657"/>
                </a:moveTo>
                <a:lnTo>
                  <a:pt x="229373" y="18661"/>
                </a:lnTo>
                <a:lnTo>
                  <a:pt x="229374" y="18661"/>
                </a:lnTo>
                <a:lnTo>
                  <a:pt x="229380" y="18657"/>
                </a:lnTo>
                <a:close/>
                <a:moveTo>
                  <a:pt x="444466" y="40026"/>
                </a:moveTo>
                <a:lnTo>
                  <a:pt x="444680" y="40200"/>
                </a:lnTo>
                <a:lnTo>
                  <a:pt x="444930" y="40388"/>
                </a:lnTo>
                <a:lnTo>
                  <a:pt x="445210" y="40588"/>
                </a:lnTo>
                <a:lnTo>
                  <a:pt x="445519" y="40798"/>
                </a:lnTo>
                <a:lnTo>
                  <a:pt x="445852" y="41018"/>
                </a:lnTo>
                <a:lnTo>
                  <a:pt x="446207" y="41246"/>
                </a:lnTo>
                <a:lnTo>
                  <a:pt x="446578" y="41481"/>
                </a:lnTo>
                <a:lnTo>
                  <a:pt x="446964" y="41722"/>
                </a:lnTo>
                <a:lnTo>
                  <a:pt x="447361" y="41966"/>
                </a:lnTo>
                <a:lnTo>
                  <a:pt x="447764" y="42214"/>
                </a:lnTo>
                <a:lnTo>
                  <a:pt x="448171" y="42463"/>
                </a:lnTo>
                <a:lnTo>
                  <a:pt x="448578" y="42713"/>
                </a:lnTo>
                <a:lnTo>
                  <a:pt x="448982" y="42962"/>
                </a:lnTo>
                <a:lnTo>
                  <a:pt x="449378" y="43208"/>
                </a:lnTo>
                <a:lnTo>
                  <a:pt x="449765" y="43451"/>
                </a:lnTo>
                <a:lnTo>
                  <a:pt x="450137" y="43688"/>
                </a:lnTo>
                <a:lnTo>
                  <a:pt x="450492" y="43920"/>
                </a:lnTo>
                <a:lnTo>
                  <a:pt x="450827" y="44144"/>
                </a:lnTo>
                <a:lnTo>
                  <a:pt x="451137" y="44359"/>
                </a:lnTo>
                <a:lnTo>
                  <a:pt x="451419" y="44564"/>
                </a:lnTo>
                <a:lnTo>
                  <a:pt x="451437" y="44470"/>
                </a:lnTo>
                <a:lnTo>
                  <a:pt x="451391" y="44345"/>
                </a:lnTo>
                <a:lnTo>
                  <a:pt x="451286" y="44192"/>
                </a:lnTo>
                <a:lnTo>
                  <a:pt x="451127" y="44014"/>
                </a:lnTo>
                <a:lnTo>
                  <a:pt x="450918" y="43813"/>
                </a:lnTo>
                <a:lnTo>
                  <a:pt x="450665" y="43592"/>
                </a:lnTo>
                <a:lnTo>
                  <a:pt x="450372" y="43355"/>
                </a:lnTo>
                <a:lnTo>
                  <a:pt x="450044" y="43104"/>
                </a:lnTo>
                <a:lnTo>
                  <a:pt x="449686" y="42841"/>
                </a:lnTo>
                <a:lnTo>
                  <a:pt x="449304" y="42571"/>
                </a:lnTo>
                <a:lnTo>
                  <a:pt x="448901" y="42294"/>
                </a:lnTo>
                <a:lnTo>
                  <a:pt x="448482" y="42015"/>
                </a:lnTo>
                <a:lnTo>
                  <a:pt x="448053" y="41737"/>
                </a:lnTo>
                <a:lnTo>
                  <a:pt x="447618" y="41461"/>
                </a:lnTo>
                <a:lnTo>
                  <a:pt x="447183" y="41191"/>
                </a:lnTo>
                <a:lnTo>
                  <a:pt x="446752" y="40929"/>
                </a:lnTo>
                <a:lnTo>
                  <a:pt x="446329" y="40680"/>
                </a:lnTo>
                <a:lnTo>
                  <a:pt x="445920" y="40444"/>
                </a:lnTo>
                <a:lnTo>
                  <a:pt x="445530" y="40226"/>
                </a:lnTo>
                <a:lnTo>
                  <a:pt x="445163" y="40027"/>
                </a:lnTo>
                <a:lnTo>
                  <a:pt x="444825" y="39851"/>
                </a:lnTo>
                <a:lnTo>
                  <a:pt x="444520" y="39701"/>
                </a:lnTo>
                <a:lnTo>
                  <a:pt x="444252" y="39580"/>
                </a:lnTo>
                <a:lnTo>
                  <a:pt x="444028" y="39489"/>
                </a:lnTo>
                <a:lnTo>
                  <a:pt x="444068" y="39597"/>
                </a:lnTo>
                <a:lnTo>
                  <a:pt x="444156" y="39723"/>
                </a:lnTo>
                <a:lnTo>
                  <a:pt x="444290" y="39867"/>
                </a:lnTo>
                <a:lnTo>
                  <a:pt x="444466" y="40026"/>
                </a:lnTo>
                <a:close/>
                <a:moveTo>
                  <a:pt x="477436" y="65888"/>
                </a:moveTo>
                <a:lnTo>
                  <a:pt x="477688" y="66135"/>
                </a:lnTo>
                <a:lnTo>
                  <a:pt x="477975" y="66401"/>
                </a:lnTo>
                <a:lnTo>
                  <a:pt x="478294" y="66684"/>
                </a:lnTo>
                <a:lnTo>
                  <a:pt x="478640" y="66983"/>
                </a:lnTo>
                <a:lnTo>
                  <a:pt x="479012" y="67295"/>
                </a:lnTo>
                <a:lnTo>
                  <a:pt x="479404" y="67619"/>
                </a:lnTo>
                <a:lnTo>
                  <a:pt x="479814" y="67953"/>
                </a:lnTo>
                <a:lnTo>
                  <a:pt x="480238" y="68295"/>
                </a:lnTo>
                <a:lnTo>
                  <a:pt x="480673" y="68642"/>
                </a:lnTo>
                <a:lnTo>
                  <a:pt x="481115" y="68994"/>
                </a:lnTo>
                <a:lnTo>
                  <a:pt x="481560" y="69348"/>
                </a:lnTo>
                <a:lnTo>
                  <a:pt x="482005" y="69703"/>
                </a:lnTo>
                <a:lnTo>
                  <a:pt x="482447" y="70056"/>
                </a:lnTo>
                <a:lnTo>
                  <a:pt x="482882" y="70406"/>
                </a:lnTo>
                <a:lnTo>
                  <a:pt x="483307" y="70751"/>
                </a:lnTo>
                <a:lnTo>
                  <a:pt x="483718" y="71088"/>
                </a:lnTo>
                <a:lnTo>
                  <a:pt x="484111" y="71417"/>
                </a:lnTo>
                <a:lnTo>
                  <a:pt x="484484" y="71735"/>
                </a:lnTo>
                <a:lnTo>
                  <a:pt x="484832" y="72041"/>
                </a:lnTo>
                <a:lnTo>
                  <a:pt x="485152" y="72332"/>
                </a:lnTo>
                <a:lnTo>
                  <a:pt x="484982" y="72117"/>
                </a:lnTo>
                <a:lnTo>
                  <a:pt x="484778" y="71878"/>
                </a:lnTo>
                <a:lnTo>
                  <a:pt x="484545" y="71615"/>
                </a:lnTo>
                <a:lnTo>
                  <a:pt x="484284" y="71333"/>
                </a:lnTo>
                <a:lnTo>
                  <a:pt x="483998" y="71032"/>
                </a:lnTo>
                <a:lnTo>
                  <a:pt x="483689" y="70716"/>
                </a:lnTo>
                <a:lnTo>
                  <a:pt x="483359" y="70387"/>
                </a:lnTo>
                <a:lnTo>
                  <a:pt x="483011" y="70048"/>
                </a:lnTo>
                <a:lnTo>
                  <a:pt x="482647" y="69700"/>
                </a:lnTo>
                <a:lnTo>
                  <a:pt x="482269" y="69346"/>
                </a:lnTo>
                <a:lnTo>
                  <a:pt x="481880" y="68989"/>
                </a:lnTo>
                <a:lnTo>
                  <a:pt x="481482" y="68630"/>
                </a:lnTo>
                <a:lnTo>
                  <a:pt x="481077" y="68273"/>
                </a:lnTo>
                <a:lnTo>
                  <a:pt x="480668" y="67920"/>
                </a:lnTo>
                <a:lnTo>
                  <a:pt x="480256" y="67573"/>
                </a:lnTo>
                <a:lnTo>
                  <a:pt x="479845" y="67235"/>
                </a:lnTo>
                <a:lnTo>
                  <a:pt x="479437" y="66908"/>
                </a:lnTo>
                <a:lnTo>
                  <a:pt x="479034" y="66594"/>
                </a:lnTo>
                <a:lnTo>
                  <a:pt x="478638" y="66296"/>
                </a:lnTo>
                <a:lnTo>
                  <a:pt x="478251" y="66016"/>
                </a:lnTo>
                <a:lnTo>
                  <a:pt x="477877" y="65757"/>
                </a:lnTo>
                <a:lnTo>
                  <a:pt x="477517" y="65521"/>
                </a:lnTo>
                <a:lnTo>
                  <a:pt x="477173" y="65310"/>
                </a:lnTo>
                <a:lnTo>
                  <a:pt x="476849" y="65128"/>
                </a:lnTo>
                <a:lnTo>
                  <a:pt x="476925" y="65280"/>
                </a:lnTo>
                <a:lnTo>
                  <a:pt x="477051" y="65458"/>
                </a:lnTo>
                <a:lnTo>
                  <a:pt x="477222" y="65661"/>
                </a:lnTo>
                <a:lnTo>
                  <a:pt x="477436" y="65888"/>
                </a:lnTo>
                <a:close/>
                <a:moveTo>
                  <a:pt x="496913" y="82377"/>
                </a:moveTo>
                <a:lnTo>
                  <a:pt x="497174" y="82683"/>
                </a:lnTo>
                <a:lnTo>
                  <a:pt x="497480" y="83019"/>
                </a:lnTo>
                <a:lnTo>
                  <a:pt x="497826" y="83379"/>
                </a:lnTo>
                <a:lnTo>
                  <a:pt x="498206" y="83761"/>
                </a:lnTo>
                <a:lnTo>
                  <a:pt x="498614" y="84161"/>
                </a:lnTo>
                <a:lnTo>
                  <a:pt x="499044" y="84576"/>
                </a:lnTo>
                <a:lnTo>
                  <a:pt x="499492" y="85002"/>
                </a:lnTo>
                <a:lnTo>
                  <a:pt x="499951" y="85435"/>
                </a:lnTo>
                <a:lnTo>
                  <a:pt x="500416" y="85872"/>
                </a:lnTo>
                <a:lnTo>
                  <a:pt x="500881" y="86309"/>
                </a:lnTo>
                <a:lnTo>
                  <a:pt x="501340" y="86743"/>
                </a:lnTo>
                <a:lnTo>
                  <a:pt x="501789" y="87170"/>
                </a:lnTo>
                <a:lnTo>
                  <a:pt x="502221" y="87587"/>
                </a:lnTo>
                <a:lnTo>
                  <a:pt x="502630" y="87990"/>
                </a:lnTo>
                <a:lnTo>
                  <a:pt x="503012" y="88376"/>
                </a:lnTo>
                <a:lnTo>
                  <a:pt x="503360" y="88740"/>
                </a:lnTo>
                <a:lnTo>
                  <a:pt x="503668" y="89080"/>
                </a:lnTo>
                <a:lnTo>
                  <a:pt x="503932" y="89392"/>
                </a:lnTo>
                <a:lnTo>
                  <a:pt x="504146" y="89672"/>
                </a:lnTo>
                <a:lnTo>
                  <a:pt x="504303" y="89917"/>
                </a:lnTo>
                <a:lnTo>
                  <a:pt x="504445" y="89935"/>
                </a:lnTo>
                <a:lnTo>
                  <a:pt x="504525" y="89904"/>
                </a:lnTo>
                <a:lnTo>
                  <a:pt x="504547" y="89826"/>
                </a:lnTo>
                <a:lnTo>
                  <a:pt x="504512" y="89703"/>
                </a:lnTo>
                <a:lnTo>
                  <a:pt x="504425" y="89539"/>
                </a:lnTo>
                <a:lnTo>
                  <a:pt x="504287" y="89334"/>
                </a:lnTo>
                <a:lnTo>
                  <a:pt x="504101" y="89092"/>
                </a:lnTo>
                <a:lnTo>
                  <a:pt x="503872" y="88815"/>
                </a:lnTo>
                <a:lnTo>
                  <a:pt x="503600" y="88505"/>
                </a:lnTo>
                <a:lnTo>
                  <a:pt x="503289" y="88165"/>
                </a:lnTo>
                <a:lnTo>
                  <a:pt x="502943" y="87796"/>
                </a:lnTo>
                <a:lnTo>
                  <a:pt x="502563" y="87402"/>
                </a:lnTo>
                <a:lnTo>
                  <a:pt x="502152" y="86985"/>
                </a:lnTo>
                <a:lnTo>
                  <a:pt x="501714" y="86546"/>
                </a:lnTo>
                <a:lnTo>
                  <a:pt x="501251" y="86088"/>
                </a:lnTo>
                <a:lnTo>
                  <a:pt x="500766" y="85614"/>
                </a:lnTo>
                <a:lnTo>
                  <a:pt x="500261" y="85126"/>
                </a:lnTo>
                <a:lnTo>
                  <a:pt x="499741" y="84626"/>
                </a:lnTo>
                <a:lnTo>
                  <a:pt x="499207" y="84116"/>
                </a:lnTo>
                <a:lnTo>
                  <a:pt x="498662" y="83600"/>
                </a:lnTo>
                <a:lnTo>
                  <a:pt x="498109" y="83078"/>
                </a:lnTo>
                <a:lnTo>
                  <a:pt x="497552" y="82554"/>
                </a:lnTo>
                <a:lnTo>
                  <a:pt x="496992" y="82030"/>
                </a:lnTo>
                <a:lnTo>
                  <a:pt x="496433" y="81509"/>
                </a:lnTo>
                <a:lnTo>
                  <a:pt x="496457" y="81665"/>
                </a:lnTo>
                <a:lnTo>
                  <a:pt x="496549" y="81864"/>
                </a:lnTo>
                <a:lnTo>
                  <a:pt x="496703" y="82102"/>
                </a:lnTo>
                <a:lnTo>
                  <a:pt x="496913" y="82377"/>
                </a:lnTo>
                <a:close/>
                <a:moveTo>
                  <a:pt x="453291" y="105061"/>
                </a:moveTo>
                <a:lnTo>
                  <a:pt x="453702" y="105392"/>
                </a:lnTo>
                <a:lnTo>
                  <a:pt x="453726" y="105411"/>
                </a:lnTo>
                <a:lnTo>
                  <a:pt x="453328" y="105088"/>
                </a:lnTo>
                <a:lnTo>
                  <a:pt x="452476" y="104397"/>
                </a:lnTo>
                <a:lnTo>
                  <a:pt x="451139" y="103309"/>
                </a:lnTo>
                <a:lnTo>
                  <a:pt x="449484" y="101985"/>
                </a:lnTo>
                <a:lnTo>
                  <a:pt x="448468" y="101196"/>
                </a:lnTo>
                <a:lnTo>
                  <a:pt x="450055" y="102464"/>
                </a:lnTo>
                <a:lnTo>
                  <a:pt x="451434" y="103569"/>
                </a:lnTo>
                <a:lnTo>
                  <a:pt x="452524" y="104444"/>
                </a:lnTo>
                <a:lnTo>
                  <a:pt x="453291" y="105061"/>
                </a:lnTo>
                <a:close/>
                <a:moveTo>
                  <a:pt x="184912" y="109681"/>
                </a:moveTo>
                <a:lnTo>
                  <a:pt x="184914" y="109679"/>
                </a:lnTo>
                <a:lnTo>
                  <a:pt x="184917" y="109677"/>
                </a:lnTo>
                <a:lnTo>
                  <a:pt x="184919" y="109675"/>
                </a:lnTo>
                <a:lnTo>
                  <a:pt x="184921" y="109673"/>
                </a:lnTo>
                <a:lnTo>
                  <a:pt x="184923" y="109671"/>
                </a:lnTo>
                <a:lnTo>
                  <a:pt x="184925" y="109669"/>
                </a:lnTo>
                <a:lnTo>
                  <a:pt x="184928" y="109667"/>
                </a:lnTo>
                <a:lnTo>
                  <a:pt x="184930" y="109666"/>
                </a:lnTo>
                <a:lnTo>
                  <a:pt x="184932" y="109664"/>
                </a:lnTo>
                <a:lnTo>
                  <a:pt x="184934" y="109662"/>
                </a:lnTo>
                <a:lnTo>
                  <a:pt x="184936" y="109660"/>
                </a:lnTo>
                <a:lnTo>
                  <a:pt x="184939" y="109658"/>
                </a:lnTo>
                <a:lnTo>
                  <a:pt x="184941" y="109656"/>
                </a:lnTo>
                <a:lnTo>
                  <a:pt x="184943" y="109654"/>
                </a:lnTo>
                <a:lnTo>
                  <a:pt x="184945" y="109652"/>
                </a:lnTo>
                <a:lnTo>
                  <a:pt x="184947" y="109650"/>
                </a:lnTo>
                <a:lnTo>
                  <a:pt x="184950" y="109648"/>
                </a:lnTo>
                <a:lnTo>
                  <a:pt x="184952" y="109647"/>
                </a:lnTo>
                <a:lnTo>
                  <a:pt x="184954" y="109645"/>
                </a:lnTo>
                <a:lnTo>
                  <a:pt x="184952" y="109647"/>
                </a:lnTo>
                <a:lnTo>
                  <a:pt x="184950" y="109648"/>
                </a:lnTo>
                <a:lnTo>
                  <a:pt x="184947" y="109650"/>
                </a:lnTo>
                <a:lnTo>
                  <a:pt x="184945" y="109652"/>
                </a:lnTo>
                <a:lnTo>
                  <a:pt x="184943" y="109654"/>
                </a:lnTo>
                <a:lnTo>
                  <a:pt x="184941" y="109656"/>
                </a:lnTo>
                <a:lnTo>
                  <a:pt x="184938" y="109658"/>
                </a:lnTo>
                <a:lnTo>
                  <a:pt x="184936" y="109660"/>
                </a:lnTo>
                <a:lnTo>
                  <a:pt x="184934" y="109662"/>
                </a:lnTo>
                <a:lnTo>
                  <a:pt x="184931" y="109664"/>
                </a:lnTo>
                <a:lnTo>
                  <a:pt x="184929" y="109666"/>
                </a:lnTo>
                <a:lnTo>
                  <a:pt x="184927" y="109667"/>
                </a:lnTo>
                <a:lnTo>
                  <a:pt x="184925" y="109669"/>
                </a:lnTo>
                <a:lnTo>
                  <a:pt x="184922" y="109671"/>
                </a:lnTo>
                <a:lnTo>
                  <a:pt x="184920" y="109673"/>
                </a:lnTo>
                <a:lnTo>
                  <a:pt x="184918" y="109675"/>
                </a:lnTo>
                <a:lnTo>
                  <a:pt x="184916" y="109677"/>
                </a:lnTo>
                <a:lnTo>
                  <a:pt x="184914" y="109679"/>
                </a:lnTo>
                <a:lnTo>
                  <a:pt x="184912" y="109681"/>
                </a:lnTo>
                <a:lnTo>
                  <a:pt x="184909" y="109683"/>
                </a:lnTo>
                <a:lnTo>
                  <a:pt x="184907" y="109685"/>
                </a:lnTo>
                <a:lnTo>
                  <a:pt x="184905" y="109687"/>
                </a:lnTo>
                <a:lnTo>
                  <a:pt x="184903" y="109689"/>
                </a:lnTo>
                <a:lnTo>
                  <a:pt x="184901" y="109691"/>
                </a:lnTo>
                <a:lnTo>
                  <a:pt x="184903" y="109689"/>
                </a:lnTo>
                <a:lnTo>
                  <a:pt x="184905" y="109687"/>
                </a:lnTo>
                <a:lnTo>
                  <a:pt x="184908" y="109685"/>
                </a:lnTo>
                <a:lnTo>
                  <a:pt x="184910" y="109683"/>
                </a:lnTo>
                <a:lnTo>
                  <a:pt x="184912" y="109681"/>
                </a:lnTo>
                <a:close/>
                <a:moveTo>
                  <a:pt x="504962" y="148958"/>
                </a:moveTo>
                <a:lnTo>
                  <a:pt x="504586" y="148387"/>
                </a:lnTo>
                <a:lnTo>
                  <a:pt x="504115" y="147717"/>
                </a:lnTo>
                <a:lnTo>
                  <a:pt x="503561" y="146964"/>
                </a:lnTo>
                <a:lnTo>
                  <a:pt x="502937" y="146145"/>
                </a:lnTo>
                <a:lnTo>
                  <a:pt x="502255" y="145276"/>
                </a:lnTo>
                <a:lnTo>
                  <a:pt x="501527" y="144373"/>
                </a:lnTo>
                <a:lnTo>
                  <a:pt x="500767" y="143451"/>
                </a:lnTo>
                <a:lnTo>
                  <a:pt x="499986" y="142529"/>
                </a:lnTo>
                <a:lnTo>
                  <a:pt x="499196" y="141620"/>
                </a:lnTo>
                <a:lnTo>
                  <a:pt x="498411" y="140742"/>
                </a:lnTo>
                <a:lnTo>
                  <a:pt x="497642" y="139911"/>
                </a:lnTo>
                <a:lnTo>
                  <a:pt x="496902" y="139143"/>
                </a:lnTo>
                <a:lnTo>
                  <a:pt x="496204" y="138454"/>
                </a:lnTo>
                <a:lnTo>
                  <a:pt x="495559" y="137861"/>
                </a:lnTo>
                <a:lnTo>
                  <a:pt x="494980" y="137379"/>
                </a:lnTo>
                <a:lnTo>
                  <a:pt x="494479" y="137024"/>
                </a:lnTo>
                <a:lnTo>
                  <a:pt x="494070" y="136813"/>
                </a:lnTo>
                <a:lnTo>
                  <a:pt x="493764" y="136762"/>
                </a:lnTo>
                <a:lnTo>
                  <a:pt x="493573" y="136888"/>
                </a:lnTo>
                <a:lnTo>
                  <a:pt x="494021" y="137406"/>
                </a:lnTo>
                <a:lnTo>
                  <a:pt x="494495" y="137951"/>
                </a:lnTo>
                <a:lnTo>
                  <a:pt x="494992" y="138519"/>
                </a:lnTo>
                <a:lnTo>
                  <a:pt x="495510" y="139107"/>
                </a:lnTo>
                <a:lnTo>
                  <a:pt x="496044" y="139712"/>
                </a:lnTo>
                <a:lnTo>
                  <a:pt x="496592" y="140330"/>
                </a:lnTo>
                <a:lnTo>
                  <a:pt x="497150" y="140957"/>
                </a:lnTo>
                <a:lnTo>
                  <a:pt x="497714" y="141591"/>
                </a:lnTo>
                <a:lnTo>
                  <a:pt x="498282" y="142227"/>
                </a:lnTo>
                <a:lnTo>
                  <a:pt x="498851" y="142863"/>
                </a:lnTo>
                <a:lnTo>
                  <a:pt x="499416" y="143495"/>
                </a:lnTo>
                <a:lnTo>
                  <a:pt x="499975" y="144119"/>
                </a:lnTo>
                <a:lnTo>
                  <a:pt x="500524" y="144732"/>
                </a:lnTo>
                <a:lnTo>
                  <a:pt x="501060" y="145331"/>
                </a:lnTo>
                <a:lnTo>
                  <a:pt x="501580" y="145912"/>
                </a:lnTo>
                <a:lnTo>
                  <a:pt x="502081" y="146471"/>
                </a:lnTo>
                <a:lnTo>
                  <a:pt x="502558" y="147006"/>
                </a:lnTo>
                <a:lnTo>
                  <a:pt x="503010" y="147513"/>
                </a:lnTo>
                <a:lnTo>
                  <a:pt x="503432" y="147988"/>
                </a:lnTo>
                <a:lnTo>
                  <a:pt x="503821" y="148428"/>
                </a:lnTo>
                <a:lnTo>
                  <a:pt x="504174" y="148830"/>
                </a:lnTo>
                <a:lnTo>
                  <a:pt x="504488" y="149189"/>
                </a:lnTo>
                <a:lnTo>
                  <a:pt x="504759" y="149504"/>
                </a:lnTo>
                <a:lnTo>
                  <a:pt x="504985" y="149769"/>
                </a:lnTo>
                <a:lnTo>
                  <a:pt x="505269" y="149934"/>
                </a:lnTo>
                <a:lnTo>
                  <a:pt x="505397" y="149919"/>
                </a:lnTo>
                <a:lnTo>
                  <a:pt x="505380" y="149740"/>
                </a:lnTo>
                <a:lnTo>
                  <a:pt x="505231" y="149415"/>
                </a:lnTo>
                <a:lnTo>
                  <a:pt x="504962" y="148958"/>
                </a:lnTo>
                <a:close/>
                <a:moveTo>
                  <a:pt x="227004" y="19832"/>
                </a:moveTo>
                <a:lnTo>
                  <a:pt x="225943" y="20360"/>
                </a:lnTo>
                <a:lnTo>
                  <a:pt x="224748" y="20957"/>
                </a:lnTo>
                <a:lnTo>
                  <a:pt x="223445" y="21611"/>
                </a:lnTo>
                <a:lnTo>
                  <a:pt x="222063" y="22308"/>
                </a:lnTo>
                <a:lnTo>
                  <a:pt x="220627" y="23037"/>
                </a:lnTo>
                <a:lnTo>
                  <a:pt x="219164" y="23785"/>
                </a:lnTo>
                <a:lnTo>
                  <a:pt x="217701" y="24540"/>
                </a:lnTo>
                <a:lnTo>
                  <a:pt x="216265" y="25289"/>
                </a:lnTo>
                <a:lnTo>
                  <a:pt x="214881" y="26019"/>
                </a:lnTo>
                <a:lnTo>
                  <a:pt x="213578" y="26718"/>
                </a:lnTo>
                <a:lnTo>
                  <a:pt x="212381" y="27374"/>
                </a:lnTo>
                <a:lnTo>
                  <a:pt x="211318" y="27974"/>
                </a:lnTo>
                <a:lnTo>
                  <a:pt x="210414" y="28506"/>
                </a:lnTo>
                <a:lnTo>
                  <a:pt x="209697" y="28957"/>
                </a:lnTo>
                <a:lnTo>
                  <a:pt x="209194" y="29315"/>
                </a:lnTo>
                <a:lnTo>
                  <a:pt x="208930" y="29567"/>
                </a:lnTo>
                <a:lnTo>
                  <a:pt x="208934" y="29701"/>
                </a:lnTo>
                <a:lnTo>
                  <a:pt x="209230" y="29704"/>
                </a:lnTo>
                <a:lnTo>
                  <a:pt x="209847" y="29564"/>
                </a:lnTo>
                <a:lnTo>
                  <a:pt x="209043" y="29931"/>
                </a:lnTo>
                <a:lnTo>
                  <a:pt x="208143" y="30368"/>
                </a:lnTo>
                <a:lnTo>
                  <a:pt x="207157" y="30870"/>
                </a:lnTo>
                <a:lnTo>
                  <a:pt x="206096" y="31430"/>
                </a:lnTo>
                <a:lnTo>
                  <a:pt x="204968" y="32042"/>
                </a:lnTo>
                <a:lnTo>
                  <a:pt x="203785" y="32699"/>
                </a:lnTo>
                <a:lnTo>
                  <a:pt x="202556" y="33396"/>
                </a:lnTo>
                <a:lnTo>
                  <a:pt x="201291" y="34126"/>
                </a:lnTo>
                <a:lnTo>
                  <a:pt x="199999" y="34883"/>
                </a:lnTo>
                <a:lnTo>
                  <a:pt x="198691" y="35660"/>
                </a:lnTo>
                <a:lnTo>
                  <a:pt x="197378" y="36452"/>
                </a:lnTo>
                <a:lnTo>
                  <a:pt x="196067" y="37252"/>
                </a:lnTo>
                <a:lnTo>
                  <a:pt x="194771" y="38054"/>
                </a:lnTo>
                <a:lnTo>
                  <a:pt x="193497" y="38852"/>
                </a:lnTo>
                <a:lnTo>
                  <a:pt x="192258" y="39640"/>
                </a:lnTo>
                <a:lnTo>
                  <a:pt x="191061" y="40410"/>
                </a:lnTo>
                <a:lnTo>
                  <a:pt x="189918" y="41157"/>
                </a:lnTo>
                <a:lnTo>
                  <a:pt x="188839" y="41876"/>
                </a:lnTo>
                <a:lnTo>
                  <a:pt x="187832" y="42558"/>
                </a:lnTo>
                <a:lnTo>
                  <a:pt x="186909" y="43199"/>
                </a:lnTo>
                <a:lnTo>
                  <a:pt x="186078" y="43792"/>
                </a:lnTo>
                <a:lnTo>
                  <a:pt x="185351" y="44331"/>
                </a:lnTo>
                <a:lnTo>
                  <a:pt x="184736" y="44809"/>
                </a:lnTo>
                <a:lnTo>
                  <a:pt x="184244" y="45220"/>
                </a:lnTo>
                <a:lnTo>
                  <a:pt x="183385" y="45963"/>
                </a:lnTo>
                <a:lnTo>
                  <a:pt x="182524" y="46702"/>
                </a:lnTo>
                <a:lnTo>
                  <a:pt x="181663" y="47439"/>
                </a:lnTo>
                <a:lnTo>
                  <a:pt x="180800" y="48172"/>
                </a:lnTo>
                <a:lnTo>
                  <a:pt x="179937" y="48903"/>
                </a:lnTo>
                <a:lnTo>
                  <a:pt x="179072" y="49631"/>
                </a:lnTo>
                <a:lnTo>
                  <a:pt x="178207" y="50357"/>
                </a:lnTo>
                <a:lnTo>
                  <a:pt x="177341" y="51081"/>
                </a:lnTo>
                <a:lnTo>
                  <a:pt x="176474" y="51803"/>
                </a:lnTo>
                <a:lnTo>
                  <a:pt x="175607" y="52522"/>
                </a:lnTo>
                <a:lnTo>
                  <a:pt x="174739" y="53240"/>
                </a:lnTo>
                <a:lnTo>
                  <a:pt x="173870" y="53957"/>
                </a:lnTo>
                <a:lnTo>
                  <a:pt x="173000" y="54672"/>
                </a:lnTo>
                <a:lnTo>
                  <a:pt x="172130" y="55385"/>
                </a:lnTo>
                <a:lnTo>
                  <a:pt x="171259" y="56098"/>
                </a:lnTo>
                <a:lnTo>
                  <a:pt x="170387" y="56809"/>
                </a:lnTo>
                <a:lnTo>
                  <a:pt x="169515" y="57520"/>
                </a:lnTo>
                <a:lnTo>
                  <a:pt x="168642" y="58231"/>
                </a:lnTo>
                <a:lnTo>
                  <a:pt x="167769" y="58940"/>
                </a:lnTo>
                <a:lnTo>
                  <a:pt x="166896" y="59650"/>
                </a:lnTo>
                <a:lnTo>
                  <a:pt x="166022" y="60359"/>
                </a:lnTo>
                <a:lnTo>
                  <a:pt x="165147" y="61069"/>
                </a:lnTo>
                <a:lnTo>
                  <a:pt x="164272" y="61778"/>
                </a:lnTo>
                <a:lnTo>
                  <a:pt x="163397" y="62488"/>
                </a:lnTo>
                <a:lnTo>
                  <a:pt x="161648" y="63914"/>
                </a:lnTo>
                <a:lnTo>
                  <a:pt x="159897" y="65344"/>
                </a:lnTo>
                <a:lnTo>
                  <a:pt x="158144" y="66780"/>
                </a:lnTo>
                <a:lnTo>
                  <a:pt x="156389" y="68223"/>
                </a:lnTo>
                <a:lnTo>
                  <a:pt x="154634" y="69675"/>
                </a:lnTo>
                <a:lnTo>
                  <a:pt x="152878" y="71137"/>
                </a:lnTo>
                <a:lnTo>
                  <a:pt x="151123" y="72610"/>
                </a:lnTo>
                <a:lnTo>
                  <a:pt x="149368" y="74096"/>
                </a:lnTo>
                <a:lnTo>
                  <a:pt x="147614" y="75596"/>
                </a:lnTo>
                <a:lnTo>
                  <a:pt x="145862" y="77111"/>
                </a:lnTo>
                <a:lnTo>
                  <a:pt x="144113" y="78643"/>
                </a:lnTo>
                <a:lnTo>
                  <a:pt x="142366" y="80193"/>
                </a:lnTo>
                <a:lnTo>
                  <a:pt x="140622" y="81762"/>
                </a:lnTo>
                <a:lnTo>
                  <a:pt x="138882" y="83352"/>
                </a:lnTo>
                <a:lnTo>
                  <a:pt x="137146" y="84964"/>
                </a:lnTo>
                <a:lnTo>
                  <a:pt x="135415" y="86599"/>
                </a:lnTo>
                <a:lnTo>
                  <a:pt x="133689" y="88259"/>
                </a:lnTo>
                <a:lnTo>
                  <a:pt x="131969" y="89945"/>
                </a:lnTo>
                <a:lnTo>
                  <a:pt x="130256" y="91658"/>
                </a:lnTo>
                <a:lnTo>
                  <a:pt x="128549" y="93401"/>
                </a:lnTo>
                <a:lnTo>
                  <a:pt x="126849" y="95173"/>
                </a:lnTo>
                <a:lnTo>
                  <a:pt x="125157" y="96977"/>
                </a:lnTo>
                <a:lnTo>
                  <a:pt x="123473" y="98814"/>
                </a:lnTo>
                <a:lnTo>
                  <a:pt x="121798" y="100684"/>
                </a:lnTo>
                <a:lnTo>
                  <a:pt x="121302" y="101201"/>
                </a:lnTo>
                <a:lnTo>
                  <a:pt x="120807" y="101718"/>
                </a:lnTo>
                <a:lnTo>
                  <a:pt x="120313" y="102235"/>
                </a:lnTo>
                <a:lnTo>
                  <a:pt x="119820" y="102753"/>
                </a:lnTo>
                <a:lnTo>
                  <a:pt x="119328" y="103270"/>
                </a:lnTo>
                <a:lnTo>
                  <a:pt x="118838" y="103788"/>
                </a:lnTo>
                <a:lnTo>
                  <a:pt x="118348" y="104305"/>
                </a:lnTo>
                <a:lnTo>
                  <a:pt x="117860" y="104824"/>
                </a:lnTo>
                <a:lnTo>
                  <a:pt x="117372" y="105342"/>
                </a:lnTo>
                <a:lnTo>
                  <a:pt x="116885" y="105861"/>
                </a:lnTo>
                <a:lnTo>
                  <a:pt x="116399" y="106380"/>
                </a:lnTo>
                <a:lnTo>
                  <a:pt x="115914" y="106900"/>
                </a:lnTo>
                <a:lnTo>
                  <a:pt x="115430" y="107421"/>
                </a:lnTo>
                <a:lnTo>
                  <a:pt x="114946" y="107942"/>
                </a:lnTo>
                <a:lnTo>
                  <a:pt x="114462" y="108464"/>
                </a:lnTo>
                <a:lnTo>
                  <a:pt x="113980" y="108986"/>
                </a:lnTo>
                <a:lnTo>
                  <a:pt x="113497" y="109509"/>
                </a:lnTo>
                <a:lnTo>
                  <a:pt x="113016" y="110033"/>
                </a:lnTo>
                <a:lnTo>
                  <a:pt x="112534" y="110558"/>
                </a:lnTo>
                <a:lnTo>
                  <a:pt x="112053" y="111084"/>
                </a:lnTo>
                <a:lnTo>
                  <a:pt x="111572" y="111611"/>
                </a:lnTo>
                <a:lnTo>
                  <a:pt x="111092" y="112139"/>
                </a:lnTo>
                <a:lnTo>
                  <a:pt x="110612" y="112668"/>
                </a:lnTo>
                <a:lnTo>
                  <a:pt x="110131" y="113198"/>
                </a:lnTo>
                <a:lnTo>
                  <a:pt x="108688" y="114805"/>
                </a:lnTo>
                <a:lnTo>
                  <a:pt x="107246" y="116423"/>
                </a:lnTo>
                <a:lnTo>
                  <a:pt x="105807" y="118051"/>
                </a:lnTo>
                <a:lnTo>
                  <a:pt x="104370" y="119691"/>
                </a:lnTo>
                <a:lnTo>
                  <a:pt x="102935" y="121340"/>
                </a:lnTo>
                <a:lnTo>
                  <a:pt x="101502" y="123001"/>
                </a:lnTo>
                <a:lnTo>
                  <a:pt x="100072" y="124673"/>
                </a:lnTo>
                <a:lnTo>
                  <a:pt x="98644" y="126355"/>
                </a:lnTo>
                <a:lnTo>
                  <a:pt x="97219" y="128048"/>
                </a:lnTo>
                <a:lnTo>
                  <a:pt x="95796" y="129752"/>
                </a:lnTo>
                <a:lnTo>
                  <a:pt x="94376" y="131467"/>
                </a:lnTo>
                <a:lnTo>
                  <a:pt x="92959" y="133193"/>
                </a:lnTo>
                <a:lnTo>
                  <a:pt x="91545" y="134930"/>
                </a:lnTo>
                <a:lnTo>
                  <a:pt x="90134" y="136678"/>
                </a:lnTo>
                <a:lnTo>
                  <a:pt x="88726" y="138438"/>
                </a:lnTo>
                <a:lnTo>
                  <a:pt x="87321" y="140208"/>
                </a:lnTo>
                <a:lnTo>
                  <a:pt x="85920" y="141990"/>
                </a:lnTo>
                <a:lnTo>
                  <a:pt x="84521" y="143783"/>
                </a:lnTo>
                <a:lnTo>
                  <a:pt x="83126" y="145587"/>
                </a:lnTo>
                <a:lnTo>
                  <a:pt x="81735" y="147402"/>
                </a:lnTo>
                <a:lnTo>
                  <a:pt x="80347" y="149229"/>
                </a:lnTo>
                <a:lnTo>
                  <a:pt x="78963" y="151067"/>
                </a:lnTo>
                <a:lnTo>
                  <a:pt x="77583" y="152917"/>
                </a:lnTo>
                <a:lnTo>
                  <a:pt x="76206" y="154778"/>
                </a:lnTo>
                <a:lnTo>
                  <a:pt x="75744" y="155396"/>
                </a:lnTo>
                <a:lnTo>
                  <a:pt x="75284" y="156014"/>
                </a:lnTo>
                <a:lnTo>
                  <a:pt x="74825" y="156632"/>
                </a:lnTo>
                <a:lnTo>
                  <a:pt x="74366" y="157249"/>
                </a:lnTo>
                <a:lnTo>
                  <a:pt x="73909" y="157866"/>
                </a:lnTo>
                <a:lnTo>
                  <a:pt x="73453" y="158483"/>
                </a:lnTo>
                <a:lnTo>
                  <a:pt x="72998" y="159100"/>
                </a:lnTo>
                <a:lnTo>
                  <a:pt x="72543" y="159716"/>
                </a:lnTo>
                <a:lnTo>
                  <a:pt x="72089" y="160333"/>
                </a:lnTo>
                <a:lnTo>
                  <a:pt x="71637" y="160950"/>
                </a:lnTo>
                <a:lnTo>
                  <a:pt x="71184" y="161568"/>
                </a:lnTo>
                <a:lnTo>
                  <a:pt x="70733" y="162185"/>
                </a:lnTo>
                <a:lnTo>
                  <a:pt x="70282" y="162803"/>
                </a:lnTo>
                <a:lnTo>
                  <a:pt x="69832" y="163422"/>
                </a:lnTo>
                <a:lnTo>
                  <a:pt x="69382" y="164040"/>
                </a:lnTo>
                <a:lnTo>
                  <a:pt x="68933" y="164660"/>
                </a:lnTo>
                <a:lnTo>
                  <a:pt x="68485" y="165279"/>
                </a:lnTo>
                <a:lnTo>
                  <a:pt x="68036" y="165900"/>
                </a:lnTo>
                <a:lnTo>
                  <a:pt x="67588" y="166521"/>
                </a:lnTo>
                <a:lnTo>
                  <a:pt x="67141" y="167143"/>
                </a:lnTo>
                <a:lnTo>
                  <a:pt x="66694" y="167766"/>
                </a:lnTo>
                <a:lnTo>
                  <a:pt x="66246" y="168389"/>
                </a:lnTo>
                <a:lnTo>
                  <a:pt x="65799" y="169014"/>
                </a:lnTo>
                <a:lnTo>
                  <a:pt x="65353" y="169640"/>
                </a:lnTo>
                <a:lnTo>
                  <a:pt x="63116" y="172831"/>
                </a:lnTo>
                <a:lnTo>
                  <a:pt x="60889" y="176055"/>
                </a:lnTo>
                <a:lnTo>
                  <a:pt x="58671" y="179311"/>
                </a:lnTo>
                <a:lnTo>
                  <a:pt x="56463" y="182601"/>
                </a:lnTo>
                <a:lnTo>
                  <a:pt x="54266" y="185923"/>
                </a:lnTo>
                <a:lnTo>
                  <a:pt x="52078" y="189278"/>
                </a:lnTo>
                <a:lnTo>
                  <a:pt x="49902" y="192666"/>
                </a:lnTo>
                <a:lnTo>
                  <a:pt x="47736" y="196087"/>
                </a:lnTo>
                <a:lnTo>
                  <a:pt x="45583" y="199540"/>
                </a:lnTo>
                <a:lnTo>
                  <a:pt x="43441" y="203026"/>
                </a:lnTo>
                <a:lnTo>
                  <a:pt x="41311" y="206545"/>
                </a:lnTo>
                <a:lnTo>
                  <a:pt x="39193" y="210096"/>
                </a:lnTo>
                <a:lnTo>
                  <a:pt x="37089" y="213680"/>
                </a:lnTo>
                <a:lnTo>
                  <a:pt x="34998" y="217296"/>
                </a:lnTo>
                <a:lnTo>
                  <a:pt x="32920" y="220945"/>
                </a:lnTo>
                <a:lnTo>
                  <a:pt x="30857" y="224626"/>
                </a:lnTo>
                <a:lnTo>
                  <a:pt x="28807" y="228340"/>
                </a:lnTo>
                <a:lnTo>
                  <a:pt x="26772" y="232087"/>
                </a:lnTo>
                <a:lnTo>
                  <a:pt x="24752" y="235866"/>
                </a:lnTo>
                <a:lnTo>
                  <a:pt x="22747" y="239677"/>
                </a:lnTo>
                <a:lnTo>
                  <a:pt x="20758" y="243521"/>
                </a:lnTo>
                <a:lnTo>
                  <a:pt x="18785" y="247397"/>
                </a:lnTo>
                <a:lnTo>
                  <a:pt x="16828" y="251305"/>
                </a:lnTo>
                <a:lnTo>
                  <a:pt x="14888" y="255246"/>
                </a:lnTo>
                <a:lnTo>
                  <a:pt x="14676" y="255836"/>
                </a:lnTo>
                <a:lnTo>
                  <a:pt x="14465" y="256424"/>
                </a:lnTo>
                <a:lnTo>
                  <a:pt x="14254" y="257012"/>
                </a:lnTo>
                <a:lnTo>
                  <a:pt x="14044" y="257599"/>
                </a:lnTo>
                <a:lnTo>
                  <a:pt x="13835" y="258185"/>
                </a:lnTo>
                <a:lnTo>
                  <a:pt x="13625" y="258771"/>
                </a:lnTo>
                <a:lnTo>
                  <a:pt x="13417" y="259356"/>
                </a:lnTo>
                <a:lnTo>
                  <a:pt x="13209" y="259940"/>
                </a:lnTo>
                <a:lnTo>
                  <a:pt x="13001" y="260524"/>
                </a:lnTo>
                <a:lnTo>
                  <a:pt x="12793" y="261107"/>
                </a:lnTo>
                <a:lnTo>
                  <a:pt x="12586" y="261690"/>
                </a:lnTo>
                <a:lnTo>
                  <a:pt x="12380" y="262272"/>
                </a:lnTo>
                <a:lnTo>
                  <a:pt x="12173" y="262854"/>
                </a:lnTo>
                <a:lnTo>
                  <a:pt x="11967" y="263436"/>
                </a:lnTo>
                <a:lnTo>
                  <a:pt x="11761" y="264018"/>
                </a:lnTo>
                <a:lnTo>
                  <a:pt x="11556" y="264600"/>
                </a:lnTo>
                <a:lnTo>
                  <a:pt x="11351" y="265181"/>
                </a:lnTo>
                <a:lnTo>
                  <a:pt x="11145" y="265763"/>
                </a:lnTo>
                <a:lnTo>
                  <a:pt x="10941" y="266345"/>
                </a:lnTo>
                <a:lnTo>
                  <a:pt x="10736" y="266926"/>
                </a:lnTo>
                <a:lnTo>
                  <a:pt x="10531" y="267508"/>
                </a:lnTo>
                <a:lnTo>
                  <a:pt x="10327" y="268090"/>
                </a:lnTo>
                <a:lnTo>
                  <a:pt x="10123" y="268673"/>
                </a:lnTo>
                <a:lnTo>
                  <a:pt x="9919" y="269256"/>
                </a:lnTo>
                <a:lnTo>
                  <a:pt x="9157" y="271625"/>
                </a:lnTo>
                <a:lnTo>
                  <a:pt x="8424" y="273989"/>
                </a:lnTo>
                <a:lnTo>
                  <a:pt x="7723" y="276344"/>
                </a:lnTo>
                <a:lnTo>
                  <a:pt x="7055" y="278683"/>
                </a:lnTo>
                <a:lnTo>
                  <a:pt x="6425" y="281000"/>
                </a:lnTo>
                <a:lnTo>
                  <a:pt x="5835" y="283289"/>
                </a:lnTo>
                <a:lnTo>
                  <a:pt x="5287" y="285545"/>
                </a:lnTo>
                <a:lnTo>
                  <a:pt x="4784" y="287762"/>
                </a:lnTo>
                <a:lnTo>
                  <a:pt x="4330" y="289934"/>
                </a:lnTo>
                <a:lnTo>
                  <a:pt x="3926" y="292056"/>
                </a:lnTo>
                <a:lnTo>
                  <a:pt x="3577" y="294120"/>
                </a:lnTo>
                <a:lnTo>
                  <a:pt x="3284" y="296123"/>
                </a:lnTo>
                <a:lnTo>
                  <a:pt x="3050" y="298057"/>
                </a:lnTo>
                <a:lnTo>
                  <a:pt x="2878" y="299916"/>
                </a:lnTo>
                <a:lnTo>
                  <a:pt x="2771" y="301697"/>
                </a:lnTo>
                <a:lnTo>
                  <a:pt x="2732" y="303391"/>
                </a:lnTo>
                <a:lnTo>
                  <a:pt x="2763" y="304994"/>
                </a:lnTo>
                <a:lnTo>
                  <a:pt x="2868" y="306499"/>
                </a:lnTo>
                <a:lnTo>
                  <a:pt x="3049" y="307902"/>
                </a:lnTo>
                <a:lnTo>
                  <a:pt x="3308" y="309195"/>
                </a:lnTo>
                <a:lnTo>
                  <a:pt x="3649" y="310374"/>
                </a:lnTo>
                <a:lnTo>
                  <a:pt x="4075" y="311432"/>
                </a:lnTo>
                <a:lnTo>
                  <a:pt x="4588" y="312364"/>
                </a:lnTo>
                <a:lnTo>
                  <a:pt x="5191" y="313163"/>
                </a:lnTo>
                <a:lnTo>
                  <a:pt x="5720" y="313759"/>
                </a:lnTo>
                <a:lnTo>
                  <a:pt x="6267" y="314296"/>
                </a:lnTo>
                <a:lnTo>
                  <a:pt x="6833" y="314773"/>
                </a:lnTo>
                <a:lnTo>
                  <a:pt x="7415" y="315193"/>
                </a:lnTo>
                <a:lnTo>
                  <a:pt x="8015" y="315556"/>
                </a:lnTo>
                <a:lnTo>
                  <a:pt x="8632" y="315862"/>
                </a:lnTo>
                <a:lnTo>
                  <a:pt x="9265" y="316113"/>
                </a:lnTo>
                <a:lnTo>
                  <a:pt x="9914" y="316310"/>
                </a:lnTo>
                <a:lnTo>
                  <a:pt x="10579" y="316453"/>
                </a:lnTo>
                <a:lnTo>
                  <a:pt x="11260" y="316544"/>
                </a:lnTo>
                <a:lnTo>
                  <a:pt x="11955" y="316583"/>
                </a:lnTo>
                <a:lnTo>
                  <a:pt x="12665" y="316571"/>
                </a:lnTo>
                <a:lnTo>
                  <a:pt x="13389" y="316508"/>
                </a:lnTo>
                <a:lnTo>
                  <a:pt x="14128" y="316397"/>
                </a:lnTo>
                <a:lnTo>
                  <a:pt x="14880" y="316237"/>
                </a:lnTo>
                <a:lnTo>
                  <a:pt x="15645" y="316030"/>
                </a:lnTo>
                <a:lnTo>
                  <a:pt x="16423" y="315776"/>
                </a:lnTo>
                <a:lnTo>
                  <a:pt x="17213" y="315477"/>
                </a:lnTo>
                <a:lnTo>
                  <a:pt x="18016" y="315132"/>
                </a:lnTo>
                <a:lnTo>
                  <a:pt x="18831" y="314744"/>
                </a:lnTo>
                <a:lnTo>
                  <a:pt x="19657" y="314312"/>
                </a:lnTo>
                <a:lnTo>
                  <a:pt x="20494" y="313839"/>
                </a:lnTo>
                <a:lnTo>
                  <a:pt x="21342" y="313324"/>
                </a:lnTo>
                <a:lnTo>
                  <a:pt x="22200" y="312768"/>
                </a:lnTo>
                <a:lnTo>
                  <a:pt x="22642" y="312444"/>
                </a:lnTo>
                <a:lnTo>
                  <a:pt x="23101" y="312052"/>
                </a:lnTo>
                <a:lnTo>
                  <a:pt x="23579" y="311597"/>
                </a:lnTo>
                <a:lnTo>
                  <a:pt x="24072" y="311082"/>
                </a:lnTo>
                <a:lnTo>
                  <a:pt x="24580" y="310513"/>
                </a:lnTo>
                <a:lnTo>
                  <a:pt x="25102" y="309895"/>
                </a:lnTo>
                <a:lnTo>
                  <a:pt x="25636" y="309232"/>
                </a:lnTo>
                <a:lnTo>
                  <a:pt x="26181" y="308530"/>
                </a:lnTo>
                <a:lnTo>
                  <a:pt x="26736" y="307792"/>
                </a:lnTo>
                <a:lnTo>
                  <a:pt x="27300" y="307024"/>
                </a:lnTo>
                <a:lnTo>
                  <a:pt x="27871" y="306231"/>
                </a:lnTo>
                <a:lnTo>
                  <a:pt x="28449" y="305417"/>
                </a:lnTo>
                <a:lnTo>
                  <a:pt x="29031" y="304587"/>
                </a:lnTo>
                <a:lnTo>
                  <a:pt x="29617" y="303746"/>
                </a:lnTo>
                <a:lnTo>
                  <a:pt x="30205" y="302898"/>
                </a:lnTo>
                <a:lnTo>
                  <a:pt x="30795" y="302049"/>
                </a:lnTo>
                <a:lnTo>
                  <a:pt x="31384" y="301203"/>
                </a:lnTo>
                <a:lnTo>
                  <a:pt x="31973" y="300365"/>
                </a:lnTo>
                <a:lnTo>
                  <a:pt x="32559" y="299539"/>
                </a:lnTo>
                <a:lnTo>
                  <a:pt x="33141" y="298731"/>
                </a:lnTo>
                <a:lnTo>
                  <a:pt x="33718" y="297945"/>
                </a:lnTo>
                <a:lnTo>
                  <a:pt x="34289" y="297187"/>
                </a:lnTo>
                <a:lnTo>
                  <a:pt x="34852" y="296459"/>
                </a:lnTo>
                <a:lnTo>
                  <a:pt x="35407" y="295769"/>
                </a:lnTo>
                <a:lnTo>
                  <a:pt x="37162" y="293637"/>
                </a:lnTo>
                <a:lnTo>
                  <a:pt x="38772" y="291653"/>
                </a:lnTo>
                <a:lnTo>
                  <a:pt x="40253" y="289795"/>
                </a:lnTo>
                <a:lnTo>
                  <a:pt x="41624" y="288042"/>
                </a:lnTo>
                <a:lnTo>
                  <a:pt x="42902" y="286373"/>
                </a:lnTo>
                <a:lnTo>
                  <a:pt x="44104" y="284765"/>
                </a:lnTo>
                <a:lnTo>
                  <a:pt x="45248" y="283198"/>
                </a:lnTo>
                <a:lnTo>
                  <a:pt x="46352" y="281648"/>
                </a:lnTo>
                <a:lnTo>
                  <a:pt x="47431" y="280096"/>
                </a:lnTo>
                <a:lnTo>
                  <a:pt x="48505" y="278519"/>
                </a:lnTo>
                <a:lnTo>
                  <a:pt x="49591" y="276896"/>
                </a:lnTo>
                <a:lnTo>
                  <a:pt x="50705" y="275205"/>
                </a:lnTo>
                <a:lnTo>
                  <a:pt x="51865" y="273424"/>
                </a:lnTo>
                <a:lnTo>
                  <a:pt x="53090" y="271533"/>
                </a:lnTo>
                <a:lnTo>
                  <a:pt x="54396" y="269508"/>
                </a:lnTo>
                <a:lnTo>
                  <a:pt x="55800" y="267330"/>
                </a:lnTo>
                <a:lnTo>
                  <a:pt x="57321" y="264975"/>
                </a:lnTo>
                <a:lnTo>
                  <a:pt x="58975" y="262423"/>
                </a:lnTo>
                <a:lnTo>
                  <a:pt x="60781" y="259652"/>
                </a:lnTo>
                <a:lnTo>
                  <a:pt x="62754" y="256640"/>
                </a:lnTo>
                <a:lnTo>
                  <a:pt x="64914" y="253365"/>
                </a:lnTo>
                <a:lnTo>
                  <a:pt x="67277" y="249807"/>
                </a:lnTo>
                <a:lnTo>
                  <a:pt x="69861" y="245944"/>
                </a:lnTo>
                <a:lnTo>
                  <a:pt x="72683" y="241753"/>
                </a:lnTo>
                <a:lnTo>
                  <a:pt x="73172" y="241026"/>
                </a:lnTo>
                <a:lnTo>
                  <a:pt x="73702" y="240236"/>
                </a:lnTo>
                <a:lnTo>
                  <a:pt x="74277" y="239378"/>
                </a:lnTo>
                <a:lnTo>
                  <a:pt x="74903" y="238447"/>
                </a:lnTo>
                <a:lnTo>
                  <a:pt x="75584" y="237437"/>
                </a:lnTo>
                <a:lnTo>
                  <a:pt x="76326" y="236343"/>
                </a:lnTo>
                <a:lnTo>
                  <a:pt x="77133" y="235160"/>
                </a:lnTo>
                <a:lnTo>
                  <a:pt x="78010" y="233882"/>
                </a:lnTo>
                <a:lnTo>
                  <a:pt x="78963" y="232505"/>
                </a:lnTo>
                <a:lnTo>
                  <a:pt x="79996" y="231022"/>
                </a:lnTo>
                <a:lnTo>
                  <a:pt x="81114" y="229428"/>
                </a:lnTo>
                <a:lnTo>
                  <a:pt x="82322" y="227718"/>
                </a:lnTo>
                <a:lnTo>
                  <a:pt x="83625" y="225887"/>
                </a:lnTo>
                <a:lnTo>
                  <a:pt x="85029" y="223930"/>
                </a:lnTo>
                <a:lnTo>
                  <a:pt x="86536" y="221840"/>
                </a:lnTo>
                <a:lnTo>
                  <a:pt x="88154" y="219613"/>
                </a:lnTo>
                <a:lnTo>
                  <a:pt x="89887" y="217244"/>
                </a:lnTo>
                <a:lnTo>
                  <a:pt x="91739" y="214726"/>
                </a:lnTo>
                <a:lnTo>
                  <a:pt x="93716" y="212056"/>
                </a:lnTo>
                <a:lnTo>
                  <a:pt x="95822" y="209226"/>
                </a:lnTo>
                <a:lnTo>
                  <a:pt x="98063" y="206233"/>
                </a:lnTo>
                <a:lnTo>
                  <a:pt x="100443" y="203070"/>
                </a:lnTo>
                <a:lnTo>
                  <a:pt x="102968" y="199733"/>
                </a:lnTo>
                <a:lnTo>
                  <a:pt x="105642" y="196216"/>
                </a:lnTo>
                <a:lnTo>
                  <a:pt x="108780" y="192095"/>
                </a:lnTo>
                <a:lnTo>
                  <a:pt x="111625" y="188345"/>
                </a:lnTo>
                <a:lnTo>
                  <a:pt x="114204" y="184935"/>
                </a:lnTo>
                <a:lnTo>
                  <a:pt x="116544" y="181834"/>
                </a:lnTo>
                <a:lnTo>
                  <a:pt x="118669" y="179012"/>
                </a:lnTo>
                <a:lnTo>
                  <a:pt x="120607" y="176438"/>
                </a:lnTo>
                <a:lnTo>
                  <a:pt x="122383" y="174082"/>
                </a:lnTo>
                <a:lnTo>
                  <a:pt x="124023" y="171913"/>
                </a:lnTo>
                <a:lnTo>
                  <a:pt x="125554" y="169901"/>
                </a:lnTo>
                <a:lnTo>
                  <a:pt x="127003" y="168015"/>
                </a:lnTo>
                <a:lnTo>
                  <a:pt x="128394" y="166224"/>
                </a:lnTo>
                <a:lnTo>
                  <a:pt x="129754" y="164498"/>
                </a:lnTo>
                <a:lnTo>
                  <a:pt x="131110" y="162807"/>
                </a:lnTo>
                <a:lnTo>
                  <a:pt x="132488" y="161120"/>
                </a:lnTo>
                <a:lnTo>
                  <a:pt x="133912" y="159406"/>
                </a:lnTo>
                <a:lnTo>
                  <a:pt x="135411" y="157634"/>
                </a:lnTo>
                <a:lnTo>
                  <a:pt x="137010" y="155775"/>
                </a:lnTo>
                <a:lnTo>
                  <a:pt x="138735" y="153798"/>
                </a:lnTo>
                <a:lnTo>
                  <a:pt x="140612" y="151671"/>
                </a:lnTo>
                <a:lnTo>
                  <a:pt x="142668" y="149366"/>
                </a:lnTo>
                <a:lnTo>
                  <a:pt x="144928" y="146850"/>
                </a:lnTo>
                <a:lnTo>
                  <a:pt x="147418" y="144094"/>
                </a:lnTo>
                <a:lnTo>
                  <a:pt x="150166" y="141066"/>
                </a:lnTo>
                <a:lnTo>
                  <a:pt x="153197" y="137737"/>
                </a:lnTo>
                <a:lnTo>
                  <a:pt x="153690" y="137381"/>
                </a:lnTo>
                <a:lnTo>
                  <a:pt x="154418" y="136802"/>
                </a:lnTo>
                <a:lnTo>
                  <a:pt x="155358" y="136021"/>
                </a:lnTo>
                <a:lnTo>
                  <a:pt x="156489" y="135058"/>
                </a:lnTo>
                <a:lnTo>
                  <a:pt x="157788" y="133934"/>
                </a:lnTo>
                <a:lnTo>
                  <a:pt x="159233" y="132671"/>
                </a:lnTo>
                <a:lnTo>
                  <a:pt x="160802" y="131288"/>
                </a:lnTo>
                <a:lnTo>
                  <a:pt x="162473" y="129806"/>
                </a:lnTo>
                <a:lnTo>
                  <a:pt x="164223" y="128247"/>
                </a:lnTo>
                <a:lnTo>
                  <a:pt x="166030" y="126631"/>
                </a:lnTo>
                <a:lnTo>
                  <a:pt x="167873" y="124978"/>
                </a:lnTo>
                <a:lnTo>
                  <a:pt x="169728" y="123310"/>
                </a:lnTo>
                <a:lnTo>
                  <a:pt x="171575" y="121647"/>
                </a:lnTo>
                <a:lnTo>
                  <a:pt x="173389" y="120009"/>
                </a:lnTo>
                <a:lnTo>
                  <a:pt x="175151" y="118418"/>
                </a:lnTo>
                <a:lnTo>
                  <a:pt x="176836" y="116895"/>
                </a:lnTo>
                <a:lnTo>
                  <a:pt x="178424" y="115460"/>
                </a:lnTo>
                <a:lnTo>
                  <a:pt x="179891" y="114133"/>
                </a:lnTo>
                <a:lnTo>
                  <a:pt x="181216" y="112936"/>
                </a:lnTo>
                <a:lnTo>
                  <a:pt x="182377" y="111889"/>
                </a:lnTo>
                <a:lnTo>
                  <a:pt x="183351" y="111013"/>
                </a:lnTo>
                <a:lnTo>
                  <a:pt x="184116" y="110329"/>
                </a:lnTo>
                <a:lnTo>
                  <a:pt x="184650" y="109857"/>
                </a:lnTo>
                <a:lnTo>
                  <a:pt x="184931" y="109618"/>
                </a:lnTo>
                <a:lnTo>
                  <a:pt x="186713" y="107692"/>
                </a:lnTo>
                <a:lnTo>
                  <a:pt x="188750" y="105694"/>
                </a:lnTo>
                <a:lnTo>
                  <a:pt x="191013" y="103636"/>
                </a:lnTo>
                <a:lnTo>
                  <a:pt x="193473" y="101532"/>
                </a:lnTo>
                <a:lnTo>
                  <a:pt x="196103" y="99394"/>
                </a:lnTo>
                <a:lnTo>
                  <a:pt x="198873" y="97236"/>
                </a:lnTo>
                <a:lnTo>
                  <a:pt x="201755" y="95071"/>
                </a:lnTo>
                <a:lnTo>
                  <a:pt x="204721" y="92912"/>
                </a:lnTo>
                <a:lnTo>
                  <a:pt x="207742" y="90772"/>
                </a:lnTo>
                <a:lnTo>
                  <a:pt x="210791" y="88664"/>
                </a:lnTo>
                <a:lnTo>
                  <a:pt x="213838" y="86601"/>
                </a:lnTo>
                <a:lnTo>
                  <a:pt x="216855" y="84596"/>
                </a:lnTo>
                <a:lnTo>
                  <a:pt x="219814" y="82663"/>
                </a:lnTo>
                <a:lnTo>
                  <a:pt x="222686" y="80814"/>
                </a:lnTo>
                <a:lnTo>
                  <a:pt x="225443" y="79062"/>
                </a:lnTo>
                <a:lnTo>
                  <a:pt x="228057" y="77421"/>
                </a:lnTo>
                <a:lnTo>
                  <a:pt x="230498" y="75904"/>
                </a:lnTo>
                <a:lnTo>
                  <a:pt x="232739" y="74523"/>
                </a:lnTo>
                <a:lnTo>
                  <a:pt x="234752" y="73292"/>
                </a:lnTo>
                <a:lnTo>
                  <a:pt x="236507" y="72225"/>
                </a:lnTo>
                <a:lnTo>
                  <a:pt x="237976" y="71333"/>
                </a:lnTo>
                <a:lnTo>
                  <a:pt x="239132" y="70630"/>
                </a:lnTo>
                <a:lnTo>
                  <a:pt x="239945" y="70129"/>
                </a:lnTo>
                <a:lnTo>
                  <a:pt x="240387" y="69844"/>
                </a:lnTo>
                <a:lnTo>
                  <a:pt x="240673" y="69664"/>
                </a:lnTo>
                <a:lnTo>
                  <a:pt x="241105" y="69419"/>
                </a:lnTo>
                <a:lnTo>
                  <a:pt x="241674" y="69112"/>
                </a:lnTo>
                <a:lnTo>
                  <a:pt x="242372" y="68747"/>
                </a:lnTo>
                <a:lnTo>
                  <a:pt x="243192" y="68328"/>
                </a:lnTo>
                <a:lnTo>
                  <a:pt x="244126" y="67859"/>
                </a:lnTo>
                <a:lnTo>
                  <a:pt x="245168" y="67345"/>
                </a:lnTo>
                <a:lnTo>
                  <a:pt x="246308" y="66789"/>
                </a:lnTo>
                <a:lnTo>
                  <a:pt x="247541" y="66195"/>
                </a:lnTo>
                <a:lnTo>
                  <a:pt x="248857" y="65567"/>
                </a:lnTo>
                <a:lnTo>
                  <a:pt x="250250" y="64910"/>
                </a:lnTo>
                <a:lnTo>
                  <a:pt x="251712" y="64226"/>
                </a:lnTo>
                <a:lnTo>
                  <a:pt x="253235" y="63521"/>
                </a:lnTo>
                <a:lnTo>
                  <a:pt x="254813" y="62799"/>
                </a:lnTo>
                <a:lnTo>
                  <a:pt x="256436" y="62062"/>
                </a:lnTo>
                <a:lnTo>
                  <a:pt x="258099" y="61316"/>
                </a:lnTo>
                <a:lnTo>
                  <a:pt x="259792" y="60564"/>
                </a:lnTo>
                <a:lnTo>
                  <a:pt x="261509" y="59810"/>
                </a:lnTo>
                <a:lnTo>
                  <a:pt x="263242" y="59059"/>
                </a:lnTo>
                <a:lnTo>
                  <a:pt x="264984" y="58314"/>
                </a:lnTo>
                <a:lnTo>
                  <a:pt x="266726" y="57579"/>
                </a:lnTo>
                <a:lnTo>
                  <a:pt x="268462" y="56859"/>
                </a:lnTo>
                <a:lnTo>
                  <a:pt x="270184" y="56157"/>
                </a:lnTo>
                <a:lnTo>
                  <a:pt x="271884" y="55477"/>
                </a:lnTo>
                <a:lnTo>
                  <a:pt x="273007" y="55145"/>
                </a:lnTo>
                <a:lnTo>
                  <a:pt x="274147" y="54814"/>
                </a:lnTo>
                <a:lnTo>
                  <a:pt x="275303" y="54483"/>
                </a:lnTo>
                <a:lnTo>
                  <a:pt x="276476" y="54154"/>
                </a:lnTo>
                <a:lnTo>
                  <a:pt x="277668" y="53827"/>
                </a:lnTo>
                <a:lnTo>
                  <a:pt x="278880" y="53502"/>
                </a:lnTo>
                <a:lnTo>
                  <a:pt x="280111" y="53179"/>
                </a:lnTo>
                <a:lnTo>
                  <a:pt x="281365" y="52860"/>
                </a:lnTo>
                <a:lnTo>
                  <a:pt x="282640" y="52545"/>
                </a:lnTo>
                <a:lnTo>
                  <a:pt x="283938" y="52234"/>
                </a:lnTo>
                <a:lnTo>
                  <a:pt x="285261" y="51928"/>
                </a:lnTo>
                <a:lnTo>
                  <a:pt x="286609" y="51627"/>
                </a:lnTo>
                <a:lnTo>
                  <a:pt x="287983" y="51331"/>
                </a:lnTo>
                <a:lnTo>
                  <a:pt x="289383" y="51042"/>
                </a:lnTo>
                <a:lnTo>
                  <a:pt x="290812" y="50760"/>
                </a:lnTo>
                <a:lnTo>
                  <a:pt x="292269" y="50485"/>
                </a:lnTo>
                <a:lnTo>
                  <a:pt x="293756" y="50217"/>
                </a:lnTo>
                <a:lnTo>
                  <a:pt x="295274" y="49958"/>
                </a:lnTo>
                <a:lnTo>
                  <a:pt x="296823" y="49707"/>
                </a:lnTo>
                <a:lnTo>
                  <a:pt x="298405" y="49465"/>
                </a:lnTo>
                <a:lnTo>
                  <a:pt x="300020" y="49233"/>
                </a:lnTo>
                <a:lnTo>
                  <a:pt x="301670" y="49011"/>
                </a:lnTo>
                <a:lnTo>
                  <a:pt x="303355" y="48800"/>
                </a:lnTo>
                <a:lnTo>
                  <a:pt x="305076" y="48600"/>
                </a:lnTo>
                <a:lnTo>
                  <a:pt x="303976" y="48829"/>
                </a:lnTo>
                <a:lnTo>
                  <a:pt x="303227" y="49003"/>
                </a:lnTo>
                <a:lnTo>
                  <a:pt x="302811" y="49128"/>
                </a:lnTo>
                <a:lnTo>
                  <a:pt x="302714" y="49209"/>
                </a:lnTo>
                <a:lnTo>
                  <a:pt x="302918" y="49251"/>
                </a:lnTo>
                <a:lnTo>
                  <a:pt x="303407" y="49261"/>
                </a:lnTo>
                <a:lnTo>
                  <a:pt x="304165" y="49243"/>
                </a:lnTo>
                <a:lnTo>
                  <a:pt x="305175" y="49203"/>
                </a:lnTo>
                <a:lnTo>
                  <a:pt x="306421" y="49147"/>
                </a:lnTo>
                <a:lnTo>
                  <a:pt x="307886" y="49080"/>
                </a:lnTo>
                <a:lnTo>
                  <a:pt x="309554" y="49007"/>
                </a:lnTo>
                <a:lnTo>
                  <a:pt x="311410" y="48935"/>
                </a:lnTo>
                <a:lnTo>
                  <a:pt x="313435" y="48868"/>
                </a:lnTo>
                <a:lnTo>
                  <a:pt x="315615" y="48811"/>
                </a:lnTo>
                <a:lnTo>
                  <a:pt x="317932" y="48772"/>
                </a:lnTo>
                <a:lnTo>
                  <a:pt x="320370" y="48754"/>
                </a:lnTo>
                <a:lnTo>
                  <a:pt x="322913" y="48764"/>
                </a:lnTo>
                <a:lnTo>
                  <a:pt x="325544" y="48807"/>
                </a:lnTo>
                <a:lnTo>
                  <a:pt x="328248" y="48888"/>
                </a:lnTo>
                <a:lnTo>
                  <a:pt x="331007" y="49013"/>
                </a:lnTo>
                <a:lnTo>
                  <a:pt x="333805" y="49188"/>
                </a:lnTo>
                <a:lnTo>
                  <a:pt x="336627" y="49417"/>
                </a:lnTo>
                <a:lnTo>
                  <a:pt x="339454" y="49707"/>
                </a:lnTo>
                <a:lnTo>
                  <a:pt x="342272" y="50063"/>
                </a:lnTo>
                <a:lnTo>
                  <a:pt x="343256" y="50153"/>
                </a:lnTo>
                <a:lnTo>
                  <a:pt x="343927" y="50213"/>
                </a:lnTo>
                <a:lnTo>
                  <a:pt x="344309" y="50245"/>
                </a:lnTo>
                <a:lnTo>
                  <a:pt x="344426" y="50251"/>
                </a:lnTo>
                <a:lnTo>
                  <a:pt x="344303" y="50233"/>
                </a:lnTo>
                <a:lnTo>
                  <a:pt x="343962" y="50194"/>
                </a:lnTo>
                <a:lnTo>
                  <a:pt x="343429" y="50135"/>
                </a:lnTo>
                <a:lnTo>
                  <a:pt x="342726" y="50058"/>
                </a:lnTo>
                <a:lnTo>
                  <a:pt x="341878" y="49966"/>
                </a:lnTo>
                <a:lnTo>
                  <a:pt x="340909" y="49862"/>
                </a:lnTo>
                <a:lnTo>
                  <a:pt x="339843" y="49746"/>
                </a:lnTo>
                <a:lnTo>
                  <a:pt x="338703" y="49621"/>
                </a:lnTo>
                <a:lnTo>
                  <a:pt x="337514" y="49490"/>
                </a:lnTo>
                <a:lnTo>
                  <a:pt x="336299" y="49354"/>
                </a:lnTo>
                <a:lnTo>
                  <a:pt x="335082" y="49215"/>
                </a:lnTo>
                <a:lnTo>
                  <a:pt x="333887" y="49076"/>
                </a:lnTo>
                <a:lnTo>
                  <a:pt x="332739" y="48939"/>
                </a:lnTo>
                <a:lnTo>
                  <a:pt x="331661" y="48806"/>
                </a:lnTo>
                <a:lnTo>
                  <a:pt x="330676" y="48680"/>
                </a:lnTo>
                <a:lnTo>
                  <a:pt x="329810" y="48561"/>
                </a:lnTo>
                <a:lnTo>
                  <a:pt x="329085" y="48453"/>
                </a:lnTo>
                <a:lnTo>
                  <a:pt x="328526" y="48357"/>
                </a:lnTo>
                <a:lnTo>
                  <a:pt x="328157" y="48276"/>
                </a:lnTo>
                <a:lnTo>
                  <a:pt x="328001" y="48212"/>
                </a:lnTo>
                <a:lnTo>
                  <a:pt x="328641" y="48197"/>
                </a:lnTo>
                <a:lnTo>
                  <a:pt x="329330" y="48194"/>
                </a:lnTo>
                <a:lnTo>
                  <a:pt x="330062" y="48202"/>
                </a:lnTo>
                <a:lnTo>
                  <a:pt x="330837" y="48221"/>
                </a:lnTo>
                <a:lnTo>
                  <a:pt x="331650" y="48251"/>
                </a:lnTo>
                <a:lnTo>
                  <a:pt x="332499" y="48292"/>
                </a:lnTo>
                <a:lnTo>
                  <a:pt x="333380" y="48342"/>
                </a:lnTo>
                <a:lnTo>
                  <a:pt x="334291" y="48402"/>
                </a:lnTo>
                <a:lnTo>
                  <a:pt x="335228" y="48471"/>
                </a:lnTo>
                <a:lnTo>
                  <a:pt x="336189" y="48549"/>
                </a:lnTo>
                <a:lnTo>
                  <a:pt x="337171" y="48635"/>
                </a:lnTo>
                <a:lnTo>
                  <a:pt x="338170" y="48729"/>
                </a:lnTo>
                <a:lnTo>
                  <a:pt x="339183" y="48832"/>
                </a:lnTo>
                <a:lnTo>
                  <a:pt x="340207" y="48941"/>
                </a:lnTo>
                <a:lnTo>
                  <a:pt x="341240" y="49058"/>
                </a:lnTo>
                <a:lnTo>
                  <a:pt x="342279" y="49181"/>
                </a:lnTo>
                <a:lnTo>
                  <a:pt x="343319" y="49311"/>
                </a:lnTo>
                <a:lnTo>
                  <a:pt x="344359" y="49447"/>
                </a:lnTo>
                <a:lnTo>
                  <a:pt x="345395" y="49588"/>
                </a:lnTo>
                <a:lnTo>
                  <a:pt x="346424" y="49734"/>
                </a:lnTo>
                <a:lnTo>
                  <a:pt x="347444" y="49885"/>
                </a:lnTo>
                <a:lnTo>
                  <a:pt x="348450" y="50041"/>
                </a:lnTo>
                <a:lnTo>
                  <a:pt x="349441" y="50201"/>
                </a:lnTo>
                <a:lnTo>
                  <a:pt x="350413" y="50365"/>
                </a:lnTo>
                <a:lnTo>
                  <a:pt x="351782" y="50629"/>
                </a:lnTo>
                <a:lnTo>
                  <a:pt x="353157" y="50910"/>
                </a:lnTo>
                <a:lnTo>
                  <a:pt x="354534" y="51206"/>
                </a:lnTo>
                <a:lnTo>
                  <a:pt x="355911" y="51515"/>
                </a:lnTo>
                <a:lnTo>
                  <a:pt x="357285" y="51836"/>
                </a:lnTo>
                <a:lnTo>
                  <a:pt x="358654" y="52168"/>
                </a:lnTo>
                <a:lnTo>
                  <a:pt x="360015" y="52510"/>
                </a:lnTo>
                <a:lnTo>
                  <a:pt x="361366" y="52860"/>
                </a:lnTo>
                <a:lnTo>
                  <a:pt x="362703" y="53217"/>
                </a:lnTo>
                <a:lnTo>
                  <a:pt x="364025" y="53580"/>
                </a:lnTo>
                <a:lnTo>
                  <a:pt x="365328" y="53947"/>
                </a:lnTo>
                <a:lnTo>
                  <a:pt x="366610" y="54318"/>
                </a:lnTo>
                <a:lnTo>
                  <a:pt x="367868" y="54691"/>
                </a:lnTo>
                <a:lnTo>
                  <a:pt x="369100" y="55065"/>
                </a:lnTo>
                <a:lnTo>
                  <a:pt x="370302" y="55438"/>
                </a:lnTo>
                <a:lnTo>
                  <a:pt x="371474" y="55809"/>
                </a:lnTo>
                <a:lnTo>
                  <a:pt x="372611" y="56177"/>
                </a:lnTo>
                <a:lnTo>
                  <a:pt x="373711" y="56541"/>
                </a:lnTo>
                <a:lnTo>
                  <a:pt x="374772" y="56899"/>
                </a:lnTo>
                <a:lnTo>
                  <a:pt x="375790" y="57251"/>
                </a:lnTo>
                <a:lnTo>
                  <a:pt x="376764" y="57594"/>
                </a:lnTo>
                <a:lnTo>
                  <a:pt x="377690" y="57928"/>
                </a:lnTo>
                <a:lnTo>
                  <a:pt x="378567" y="58251"/>
                </a:lnTo>
                <a:lnTo>
                  <a:pt x="379390" y="58562"/>
                </a:lnTo>
                <a:lnTo>
                  <a:pt x="379786" y="58706"/>
                </a:lnTo>
                <a:lnTo>
                  <a:pt x="379985" y="58760"/>
                </a:lnTo>
                <a:lnTo>
                  <a:pt x="380012" y="58734"/>
                </a:lnTo>
                <a:lnTo>
                  <a:pt x="379895" y="58640"/>
                </a:lnTo>
                <a:lnTo>
                  <a:pt x="379658" y="58491"/>
                </a:lnTo>
                <a:lnTo>
                  <a:pt x="379329" y="58298"/>
                </a:lnTo>
                <a:lnTo>
                  <a:pt x="378933" y="58073"/>
                </a:lnTo>
                <a:lnTo>
                  <a:pt x="378496" y="57829"/>
                </a:lnTo>
                <a:lnTo>
                  <a:pt x="378045" y="57576"/>
                </a:lnTo>
                <a:lnTo>
                  <a:pt x="377605" y="57327"/>
                </a:lnTo>
                <a:lnTo>
                  <a:pt x="377203" y="57093"/>
                </a:lnTo>
                <a:lnTo>
                  <a:pt x="376865" y="56887"/>
                </a:lnTo>
                <a:lnTo>
                  <a:pt x="376616" y="56720"/>
                </a:lnTo>
                <a:lnTo>
                  <a:pt x="376484" y="56605"/>
                </a:lnTo>
                <a:lnTo>
                  <a:pt x="376493" y="56553"/>
                </a:lnTo>
                <a:lnTo>
                  <a:pt x="376671" y="56575"/>
                </a:lnTo>
                <a:lnTo>
                  <a:pt x="377043" y="56685"/>
                </a:lnTo>
                <a:lnTo>
                  <a:pt x="377636" y="56893"/>
                </a:lnTo>
                <a:lnTo>
                  <a:pt x="378475" y="57212"/>
                </a:lnTo>
                <a:lnTo>
                  <a:pt x="379586" y="57654"/>
                </a:lnTo>
                <a:lnTo>
                  <a:pt x="380996" y="58229"/>
                </a:lnTo>
                <a:lnTo>
                  <a:pt x="382731" y="58951"/>
                </a:lnTo>
                <a:lnTo>
                  <a:pt x="384817" y="59831"/>
                </a:lnTo>
                <a:lnTo>
                  <a:pt x="387279" y="60882"/>
                </a:lnTo>
                <a:lnTo>
                  <a:pt x="389703" y="61930"/>
                </a:lnTo>
                <a:lnTo>
                  <a:pt x="391679" y="62807"/>
                </a:lnTo>
                <a:lnTo>
                  <a:pt x="393245" y="63526"/>
                </a:lnTo>
                <a:lnTo>
                  <a:pt x="394439" y="64104"/>
                </a:lnTo>
                <a:lnTo>
                  <a:pt x="395297" y="64555"/>
                </a:lnTo>
                <a:lnTo>
                  <a:pt x="395858" y="64893"/>
                </a:lnTo>
                <a:lnTo>
                  <a:pt x="396158" y="65133"/>
                </a:lnTo>
                <a:lnTo>
                  <a:pt x="396235" y="65290"/>
                </a:lnTo>
                <a:lnTo>
                  <a:pt x="396127" y="65379"/>
                </a:lnTo>
                <a:lnTo>
                  <a:pt x="395870" y="65414"/>
                </a:lnTo>
                <a:lnTo>
                  <a:pt x="395503" y="65411"/>
                </a:lnTo>
                <a:lnTo>
                  <a:pt x="395062" y="65384"/>
                </a:lnTo>
                <a:lnTo>
                  <a:pt x="394585" y="65347"/>
                </a:lnTo>
                <a:lnTo>
                  <a:pt x="394110" y="65316"/>
                </a:lnTo>
                <a:lnTo>
                  <a:pt x="393673" y="65305"/>
                </a:lnTo>
                <a:lnTo>
                  <a:pt x="393313" y="65330"/>
                </a:lnTo>
                <a:lnTo>
                  <a:pt x="393067" y="65404"/>
                </a:lnTo>
                <a:lnTo>
                  <a:pt x="392971" y="65542"/>
                </a:lnTo>
                <a:lnTo>
                  <a:pt x="393064" y="65760"/>
                </a:lnTo>
                <a:lnTo>
                  <a:pt x="393383" y="66073"/>
                </a:lnTo>
                <a:lnTo>
                  <a:pt x="393966" y="66493"/>
                </a:lnTo>
                <a:lnTo>
                  <a:pt x="394849" y="67038"/>
                </a:lnTo>
                <a:lnTo>
                  <a:pt x="396070" y="67721"/>
                </a:lnTo>
                <a:lnTo>
                  <a:pt x="397666" y="68557"/>
                </a:lnTo>
                <a:lnTo>
                  <a:pt x="399518" y="69521"/>
                </a:lnTo>
                <a:lnTo>
                  <a:pt x="401485" y="70580"/>
                </a:lnTo>
                <a:lnTo>
                  <a:pt x="403557" y="71727"/>
                </a:lnTo>
                <a:lnTo>
                  <a:pt x="405721" y="72955"/>
                </a:lnTo>
                <a:lnTo>
                  <a:pt x="407966" y="74255"/>
                </a:lnTo>
                <a:lnTo>
                  <a:pt x="410282" y="75622"/>
                </a:lnTo>
                <a:lnTo>
                  <a:pt x="412656" y="77048"/>
                </a:lnTo>
                <a:lnTo>
                  <a:pt x="415079" y="78525"/>
                </a:lnTo>
                <a:lnTo>
                  <a:pt x="417537" y="80047"/>
                </a:lnTo>
                <a:lnTo>
                  <a:pt x="420021" y="81606"/>
                </a:lnTo>
                <a:lnTo>
                  <a:pt x="422519" y="83196"/>
                </a:lnTo>
                <a:lnTo>
                  <a:pt x="425020" y="84808"/>
                </a:lnTo>
                <a:lnTo>
                  <a:pt x="427512" y="86435"/>
                </a:lnTo>
                <a:lnTo>
                  <a:pt x="429984" y="88071"/>
                </a:lnTo>
                <a:lnTo>
                  <a:pt x="432425" y="89709"/>
                </a:lnTo>
                <a:lnTo>
                  <a:pt x="434824" y="91340"/>
                </a:lnTo>
                <a:lnTo>
                  <a:pt x="437169" y="92958"/>
                </a:lnTo>
                <a:lnTo>
                  <a:pt x="439450" y="94556"/>
                </a:lnTo>
                <a:lnTo>
                  <a:pt x="441654" y="96126"/>
                </a:lnTo>
                <a:lnTo>
                  <a:pt x="443771" y="97661"/>
                </a:lnTo>
                <a:lnTo>
                  <a:pt x="445789" y="99154"/>
                </a:lnTo>
                <a:lnTo>
                  <a:pt x="447697" y="100598"/>
                </a:lnTo>
                <a:lnTo>
                  <a:pt x="448468" y="101196"/>
                </a:lnTo>
                <a:lnTo>
                  <a:pt x="448417" y="101156"/>
                </a:lnTo>
                <a:lnTo>
                  <a:pt x="446555" y="99674"/>
                </a:lnTo>
                <a:lnTo>
                  <a:pt x="444501" y="98044"/>
                </a:lnTo>
                <a:lnTo>
                  <a:pt x="442288" y="96295"/>
                </a:lnTo>
                <a:lnTo>
                  <a:pt x="439947" y="94455"/>
                </a:lnTo>
                <a:lnTo>
                  <a:pt x="437513" y="92550"/>
                </a:lnTo>
                <a:lnTo>
                  <a:pt x="435018" y="90609"/>
                </a:lnTo>
                <a:lnTo>
                  <a:pt x="432494" y="88659"/>
                </a:lnTo>
                <a:lnTo>
                  <a:pt x="429974" y="86729"/>
                </a:lnTo>
                <a:lnTo>
                  <a:pt x="427490" y="84845"/>
                </a:lnTo>
                <a:lnTo>
                  <a:pt x="425077" y="83035"/>
                </a:lnTo>
                <a:lnTo>
                  <a:pt x="422765" y="81328"/>
                </a:lnTo>
                <a:lnTo>
                  <a:pt x="420588" y="79751"/>
                </a:lnTo>
                <a:lnTo>
                  <a:pt x="418579" y="78331"/>
                </a:lnTo>
                <a:lnTo>
                  <a:pt x="416770" y="77096"/>
                </a:lnTo>
                <a:lnTo>
                  <a:pt x="415194" y="76074"/>
                </a:lnTo>
                <a:lnTo>
                  <a:pt x="413856" y="75226"/>
                </a:lnTo>
                <a:lnTo>
                  <a:pt x="412725" y="74485"/>
                </a:lnTo>
                <a:lnTo>
                  <a:pt x="411797" y="73854"/>
                </a:lnTo>
                <a:lnTo>
                  <a:pt x="411070" y="73332"/>
                </a:lnTo>
                <a:lnTo>
                  <a:pt x="410540" y="72921"/>
                </a:lnTo>
                <a:lnTo>
                  <a:pt x="410205" y="72621"/>
                </a:lnTo>
                <a:lnTo>
                  <a:pt x="410062" y="72433"/>
                </a:lnTo>
                <a:lnTo>
                  <a:pt x="410108" y="72359"/>
                </a:lnTo>
                <a:lnTo>
                  <a:pt x="410339" y="72398"/>
                </a:lnTo>
                <a:lnTo>
                  <a:pt x="410754" y="72552"/>
                </a:lnTo>
                <a:lnTo>
                  <a:pt x="411348" y="72822"/>
                </a:lnTo>
                <a:lnTo>
                  <a:pt x="412120" y="73208"/>
                </a:lnTo>
                <a:lnTo>
                  <a:pt x="413065" y="73712"/>
                </a:lnTo>
                <a:lnTo>
                  <a:pt x="414182" y="74333"/>
                </a:lnTo>
                <a:lnTo>
                  <a:pt x="415467" y="75074"/>
                </a:lnTo>
                <a:lnTo>
                  <a:pt x="416917" y="75934"/>
                </a:lnTo>
                <a:lnTo>
                  <a:pt x="418530" y="76915"/>
                </a:lnTo>
                <a:lnTo>
                  <a:pt x="420302" y="78017"/>
                </a:lnTo>
                <a:lnTo>
                  <a:pt x="422230" y="79241"/>
                </a:lnTo>
                <a:lnTo>
                  <a:pt x="424312" y="80589"/>
                </a:lnTo>
                <a:lnTo>
                  <a:pt x="426544" y="82060"/>
                </a:lnTo>
                <a:lnTo>
                  <a:pt x="428924" y="83656"/>
                </a:lnTo>
                <a:lnTo>
                  <a:pt x="431448" y="85378"/>
                </a:lnTo>
                <a:lnTo>
                  <a:pt x="434115" y="87226"/>
                </a:lnTo>
                <a:lnTo>
                  <a:pt x="436549" y="88919"/>
                </a:lnTo>
                <a:lnTo>
                  <a:pt x="438403" y="90191"/>
                </a:lnTo>
                <a:lnTo>
                  <a:pt x="439302" y="90796"/>
                </a:lnTo>
                <a:lnTo>
                  <a:pt x="442402" y="93260"/>
                </a:lnTo>
                <a:lnTo>
                  <a:pt x="446675" y="96741"/>
                </a:lnTo>
                <a:lnTo>
                  <a:pt x="451045" y="100386"/>
                </a:lnTo>
                <a:lnTo>
                  <a:pt x="455498" y="104187"/>
                </a:lnTo>
                <a:lnTo>
                  <a:pt x="460022" y="108137"/>
                </a:lnTo>
                <a:lnTo>
                  <a:pt x="464604" y="112226"/>
                </a:lnTo>
                <a:lnTo>
                  <a:pt x="469231" y="116448"/>
                </a:lnTo>
                <a:lnTo>
                  <a:pt x="473890" y="120795"/>
                </a:lnTo>
                <a:lnTo>
                  <a:pt x="478569" y="125258"/>
                </a:lnTo>
                <a:lnTo>
                  <a:pt x="483255" y="129830"/>
                </a:lnTo>
                <a:lnTo>
                  <a:pt x="487935" y="134503"/>
                </a:lnTo>
                <a:lnTo>
                  <a:pt x="492595" y="139270"/>
                </a:lnTo>
                <a:lnTo>
                  <a:pt x="497225" y="144121"/>
                </a:lnTo>
                <a:lnTo>
                  <a:pt x="501809" y="149050"/>
                </a:lnTo>
                <a:lnTo>
                  <a:pt x="506336" y="154049"/>
                </a:lnTo>
                <a:lnTo>
                  <a:pt x="510793" y="159109"/>
                </a:lnTo>
                <a:lnTo>
                  <a:pt x="515167" y="164223"/>
                </a:lnTo>
                <a:lnTo>
                  <a:pt x="519446" y="169383"/>
                </a:lnTo>
                <a:lnTo>
                  <a:pt x="523615" y="174581"/>
                </a:lnTo>
                <a:lnTo>
                  <a:pt x="520901" y="170987"/>
                </a:lnTo>
                <a:lnTo>
                  <a:pt x="517993" y="167278"/>
                </a:lnTo>
                <a:lnTo>
                  <a:pt x="514908" y="163467"/>
                </a:lnTo>
                <a:lnTo>
                  <a:pt x="511658" y="159568"/>
                </a:lnTo>
                <a:lnTo>
                  <a:pt x="508257" y="155595"/>
                </a:lnTo>
                <a:lnTo>
                  <a:pt x="504719" y="151564"/>
                </a:lnTo>
                <a:lnTo>
                  <a:pt x="501058" y="147486"/>
                </a:lnTo>
                <a:lnTo>
                  <a:pt x="497289" y="143378"/>
                </a:lnTo>
                <a:lnTo>
                  <a:pt x="493423" y="139252"/>
                </a:lnTo>
                <a:lnTo>
                  <a:pt x="489477" y="135123"/>
                </a:lnTo>
                <a:lnTo>
                  <a:pt x="485463" y="131006"/>
                </a:lnTo>
                <a:lnTo>
                  <a:pt x="481395" y="126913"/>
                </a:lnTo>
                <a:lnTo>
                  <a:pt x="477287" y="122859"/>
                </a:lnTo>
                <a:lnTo>
                  <a:pt x="473154" y="118859"/>
                </a:lnTo>
                <a:lnTo>
                  <a:pt x="469008" y="114926"/>
                </a:lnTo>
                <a:lnTo>
                  <a:pt x="464865" y="111074"/>
                </a:lnTo>
                <a:lnTo>
                  <a:pt x="460737" y="107318"/>
                </a:lnTo>
                <a:lnTo>
                  <a:pt x="456638" y="103671"/>
                </a:lnTo>
                <a:lnTo>
                  <a:pt x="452583" y="100148"/>
                </a:lnTo>
                <a:lnTo>
                  <a:pt x="448585" y="96763"/>
                </a:lnTo>
                <a:lnTo>
                  <a:pt x="444658" y="93530"/>
                </a:lnTo>
                <a:lnTo>
                  <a:pt x="440816" y="90462"/>
                </a:lnTo>
                <a:lnTo>
                  <a:pt x="437073" y="87575"/>
                </a:lnTo>
                <a:lnTo>
                  <a:pt x="433443" y="84882"/>
                </a:lnTo>
                <a:lnTo>
                  <a:pt x="434302" y="85392"/>
                </a:lnTo>
                <a:lnTo>
                  <a:pt x="435290" y="86032"/>
                </a:lnTo>
                <a:lnTo>
                  <a:pt x="436394" y="86789"/>
                </a:lnTo>
                <a:lnTo>
                  <a:pt x="437603" y="87653"/>
                </a:lnTo>
                <a:lnTo>
                  <a:pt x="438906" y="88612"/>
                </a:lnTo>
                <a:lnTo>
                  <a:pt x="440291" y="89656"/>
                </a:lnTo>
                <a:lnTo>
                  <a:pt x="441746" y="90774"/>
                </a:lnTo>
                <a:lnTo>
                  <a:pt x="443261" y="91954"/>
                </a:lnTo>
                <a:lnTo>
                  <a:pt x="444823" y="93186"/>
                </a:lnTo>
                <a:lnTo>
                  <a:pt x="446421" y="94459"/>
                </a:lnTo>
                <a:lnTo>
                  <a:pt x="448043" y="95760"/>
                </a:lnTo>
                <a:lnTo>
                  <a:pt x="449678" y="97080"/>
                </a:lnTo>
                <a:lnTo>
                  <a:pt x="451315" y="98408"/>
                </a:lnTo>
                <a:lnTo>
                  <a:pt x="452941" y="99732"/>
                </a:lnTo>
                <a:lnTo>
                  <a:pt x="454546" y="101041"/>
                </a:lnTo>
                <a:lnTo>
                  <a:pt x="456118" y="102325"/>
                </a:lnTo>
                <a:lnTo>
                  <a:pt x="457644" y="103571"/>
                </a:lnTo>
                <a:lnTo>
                  <a:pt x="459115" y="104770"/>
                </a:lnTo>
                <a:lnTo>
                  <a:pt x="460518" y="105911"/>
                </a:lnTo>
                <a:lnTo>
                  <a:pt x="461841" y="106981"/>
                </a:lnTo>
                <a:lnTo>
                  <a:pt x="463073" y="107970"/>
                </a:lnTo>
                <a:lnTo>
                  <a:pt x="464203" y="108868"/>
                </a:lnTo>
                <a:lnTo>
                  <a:pt x="465219" y="109662"/>
                </a:lnTo>
                <a:lnTo>
                  <a:pt x="466110" y="110343"/>
                </a:lnTo>
                <a:lnTo>
                  <a:pt x="466027" y="110213"/>
                </a:lnTo>
                <a:lnTo>
                  <a:pt x="465898" y="110048"/>
                </a:lnTo>
                <a:lnTo>
                  <a:pt x="465725" y="109852"/>
                </a:lnTo>
                <a:lnTo>
                  <a:pt x="465511" y="109625"/>
                </a:lnTo>
                <a:lnTo>
                  <a:pt x="465260" y="109371"/>
                </a:lnTo>
                <a:lnTo>
                  <a:pt x="464974" y="109091"/>
                </a:lnTo>
                <a:lnTo>
                  <a:pt x="464655" y="108788"/>
                </a:lnTo>
                <a:lnTo>
                  <a:pt x="464307" y="108463"/>
                </a:lnTo>
                <a:lnTo>
                  <a:pt x="463933" y="108119"/>
                </a:lnTo>
                <a:lnTo>
                  <a:pt x="463534" y="107758"/>
                </a:lnTo>
                <a:lnTo>
                  <a:pt x="463114" y="107382"/>
                </a:lnTo>
                <a:lnTo>
                  <a:pt x="462676" y="106993"/>
                </a:lnTo>
                <a:lnTo>
                  <a:pt x="462223" y="106593"/>
                </a:lnTo>
                <a:lnTo>
                  <a:pt x="461756" y="106185"/>
                </a:lnTo>
                <a:lnTo>
                  <a:pt x="461280" y="105770"/>
                </a:lnTo>
                <a:lnTo>
                  <a:pt x="460796" y="105351"/>
                </a:lnTo>
                <a:lnTo>
                  <a:pt x="460308" y="104929"/>
                </a:lnTo>
                <a:lnTo>
                  <a:pt x="459818" y="104508"/>
                </a:lnTo>
                <a:lnTo>
                  <a:pt x="459330" y="104089"/>
                </a:lnTo>
                <a:lnTo>
                  <a:pt x="458845" y="103673"/>
                </a:lnTo>
                <a:lnTo>
                  <a:pt x="458367" y="103265"/>
                </a:lnTo>
                <a:lnTo>
                  <a:pt x="457899" y="102864"/>
                </a:lnTo>
                <a:lnTo>
                  <a:pt x="457442" y="102474"/>
                </a:lnTo>
                <a:lnTo>
                  <a:pt x="457001" y="102097"/>
                </a:lnTo>
                <a:lnTo>
                  <a:pt x="457757" y="102599"/>
                </a:lnTo>
                <a:lnTo>
                  <a:pt x="458633" y="103231"/>
                </a:lnTo>
                <a:lnTo>
                  <a:pt x="459621" y="103988"/>
                </a:lnTo>
                <a:lnTo>
                  <a:pt x="460712" y="104860"/>
                </a:lnTo>
                <a:lnTo>
                  <a:pt x="461901" y="105841"/>
                </a:lnTo>
                <a:lnTo>
                  <a:pt x="463178" y="106923"/>
                </a:lnTo>
                <a:lnTo>
                  <a:pt x="464536" y="108099"/>
                </a:lnTo>
                <a:lnTo>
                  <a:pt x="465967" y="109359"/>
                </a:lnTo>
                <a:lnTo>
                  <a:pt x="467464" y="110698"/>
                </a:lnTo>
                <a:lnTo>
                  <a:pt x="469018" y="112107"/>
                </a:lnTo>
                <a:lnTo>
                  <a:pt x="470623" y="113579"/>
                </a:lnTo>
                <a:lnTo>
                  <a:pt x="472269" y="115105"/>
                </a:lnTo>
                <a:lnTo>
                  <a:pt x="473950" y="116679"/>
                </a:lnTo>
                <a:lnTo>
                  <a:pt x="475658" y="118293"/>
                </a:lnTo>
                <a:lnTo>
                  <a:pt x="477384" y="119938"/>
                </a:lnTo>
                <a:lnTo>
                  <a:pt x="479122" y="121608"/>
                </a:lnTo>
                <a:lnTo>
                  <a:pt x="480863" y="123294"/>
                </a:lnTo>
                <a:lnTo>
                  <a:pt x="482599" y="124990"/>
                </a:lnTo>
                <a:lnTo>
                  <a:pt x="484323" y="126687"/>
                </a:lnTo>
                <a:lnTo>
                  <a:pt x="486028" y="128378"/>
                </a:lnTo>
                <a:lnTo>
                  <a:pt x="487705" y="130054"/>
                </a:lnTo>
                <a:lnTo>
                  <a:pt x="489346" y="131709"/>
                </a:lnTo>
                <a:lnTo>
                  <a:pt x="490944" y="133335"/>
                </a:lnTo>
                <a:lnTo>
                  <a:pt x="492491" y="134925"/>
                </a:lnTo>
                <a:lnTo>
                  <a:pt x="490049" y="132138"/>
                </a:lnTo>
                <a:lnTo>
                  <a:pt x="487527" y="129359"/>
                </a:lnTo>
                <a:lnTo>
                  <a:pt x="484930" y="126590"/>
                </a:lnTo>
                <a:lnTo>
                  <a:pt x="482263" y="123832"/>
                </a:lnTo>
                <a:lnTo>
                  <a:pt x="479532" y="121088"/>
                </a:lnTo>
                <a:lnTo>
                  <a:pt x="476740" y="118361"/>
                </a:lnTo>
                <a:lnTo>
                  <a:pt x="473893" y="115653"/>
                </a:lnTo>
                <a:lnTo>
                  <a:pt x="470995" y="112966"/>
                </a:lnTo>
                <a:lnTo>
                  <a:pt x="468051" y="110302"/>
                </a:lnTo>
                <a:lnTo>
                  <a:pt x="465066" y="107664"/>
                </a:lnTo>
                <a:lnTo>
                  <a:pt x="462044" y="105054"/>
                </a:lnTo>
                <a:lnTo>
                  <a:pt x="458991" y="102474"/>
                </a:lnTo>
                <a:lnTo>
                  <a:pt x="455911" y="99927"/>
                </a:lnTo>
                <a:lnTo>
                  <a:pt x="452810" y="97415"/>
                </a:lnTo>
                <a:lnTo>
                  <a:pt x="449691" y="94941"/>
                </a:lnTo>
                <a:lnTo>
                  <a:pt x="446559" y="92506"/>
                </a:lnTo>
                <a:lnTo>
                  <a:pt x="443420" y="90114"/>
                </a:lnTo>
                <a:lnTo>
                  <a:pt x="440279" y="87765"/>
                </a:lnTo>
                <a:lnTo>
                  <a:pt x="437139" y="85464"/>
                </a:lnTo>
                <a:lnTo>
                  <a:pt x="434006" y="83211"/>
                </a:lnTo>
                <a:lnTo>
                  <a:pt x="430884" y="81010"/>
                </a:lnTo>
                <a:lnTo>
                  <a:pt x="427779" y="78863"/>
                </a:lnTo>
                <a:lnTo>
                  <a:pt x="424695" y="76771"/>
                </a:lnTo>
                <a:lnTo>
                  <a:pt x="421636" y="74738"/>
                </a:lnTo>
                <a:lnTo>
                  <a:pt x="421860" y="74867"/>
                </a:lnTo>
                <a:lnTo>
                  <a:pt x="422082" y="74996"/>
                </a:lnTo>
                <a:lnTo>
                  <a:pt x="422305" y="75125"/>
                </a:lnTo>
                <a:lnTo>
                  <a:pt x="422526" y="75255"/>
                </a:lnTo>
                <a:lnTo>
                  <a:pt x="422748" y="75384"/>
                </a:lnTo>
                <a:lnTo>
                  <a:pt x="422969" y="75513"/>
                </a:lnTo>
                <a:lnTo>
                  <a:pt x="423189" y="75642"/>
                </a:lnTo>
                <a:lnTo>
                  <a:pt x="423410" y="75772"/>
                </a:lnTo>
                <a:lnTo>
                  <a:pt x="423630" y="75901"/>
                </a:lnTo>
                <a:lnTo>
                  <a:pt x="423849" y="76031"/>
                </a:lnTo>
                <a:lnTo>
                  <a:pt x="424069" y="76160"/>
                </a:lnTo>
                <a:lnTo>
                  <a:pt x="424288" y="76290"/>
                </a:lnTo>
                <a:lnTo>
                  <a:pt x="424507" y="76420"/>
                </a:lnTo>
                <a:lnTo>
                  <a:pt x="424725" y="76550"/>
                </a:lnTo>
                <a:lnTo>
                  <a:pt x="424944" y="76681"/>
                </a:lnTo>
                <a:lnTo>
                  <a:pt x="425162" y="76811"/>
                </a:lnTo>
                <a:lnTo>
                  <a:pt x="425380" y="76942"/>
                </a:lnTo>
                <a:lnTo>
                  <a:pt x="425598" y="77072"/>
                </a:lnTo>
                <a:lnTo>
                  <a:pt x="425816" y="77203"/>
                </a:lnTo>
                <a:lnTo>
                  <a:pt x="426034" y="77335"/>
                </a:lnTo>
                <a:lnTo>
                  <a:pt x="426252" y="77466"/>
                </a:lnTo>
                <a:lnTo>
                  <a:pt x="426470" y="77598"/>
                </a:lnTo>
                <a:lnTo>
                  <a:pt x="426688" y="77730"/>
                </a:lnTo>
                <a:lnTo>
                  <a:pt x="426906" y="77862"/>
                </a:lnTo>
                <a:lnTo>
                  <a:pt x="427667" y="78326"/>
                </a:lnTo>
                <a:lnTo>
                  <a:pt x="428344" y="78735"/>
                </a:lnTo>
                <a:lnTo>
                  <a:pt x="428939" y="79092"/>
                </a:lnTo>
                <a:lnTo>
                  <a:pt x="429453" y="79397"/>
                </a:lnTo>
                <a:lnTo>
                  <a:pt x="429889" y="79651"/>
                </a:lnTo>
                <a:lnTo>
                  <a:pt x="430248" y="79857"/>
                </a:lnTo>
                <a:lnTo>
                  <a:pt x="430532" y="80015"/>
                </a:lnTo>
                <a:lnTo>
                  <a:pt x="430743" y="80126"/>
                </a:lnTo>
                <a:lnTo>
                  <a:pt x="430883" y="80192"/>
                </a:lnTo>
                <a:lnTo>
                  <a:pt x="430953" y="80214"/>
                </a:lnTo>
                <a:lnTo>
                  <a:pt x="430956" y="80193"/>
                </a:lnTo>
                <a:lnTo>
                  <a:pt x="430893" y="80130"/>
                </a:lnTo>
                <a:lnTo>
                  <a:pt x="430766" y="80026"/>
                </a:lnTo>
                <a:lnTo>
                  <a:pt x="430578" y="79883"/>
                </a:lnTo>
                <a:lnTo>
                  <a:pt x="430329" y="79702"/>
                </a:lnTo>
                <a:lnTo>
                  <a:pt x="430022" y="79485"/>
                </a:lnTo>
                <a:lnTo>
                  <a:pt x="429658" y="79231"/>
                </a:lnTo>
                <a:lnTo>
                  <a:pt x="429240" y="78943"/>
                </a:lnTo>
                <a:lnTo>
                  <a:pt x="428769" y="78622"/>
                </a:lnTo>
                <a:lnTo>
                  <a:pt x="428247" y="78268"/>
                </a:lnTo>
                <a:lnTo>
                  <a:pt x="427676" y="77884"/>
                </a:lnTo>
                <a:lnTo>
                  <a:pt x="427057" y="77471"/>
                </a:lnTo>
                <a:lnTo>
                  <a:pt x="426393" y="77029"/>
                </a:lnTo>
                <a:lnTo>
                  <a:pt x="425686" y="76559"/>
                </a:lnTo>
                <a:lnTo>
                  <a:pt x="428865" y="78565"/>
                </a:lnTo>
                <a:lnTo>
                  <a:pt x="432188" y="80793"/>
                </a:lnTo>
                <a:lnTo>
                  <a:pt x="435640" y="83228"/>
                </a:lnTo>
                <a:lnTo>
                  <a:pt x="439206" y="85855"/>
                </a:lnTo>
                <a:lnTo>
                  <a:pt x="442874" y="88656"/>
                </a:lnTo>
                <a:lnTo>
                  <a:pt x="446629" y="91618"/>
                </a:lnTo>
                <a:lnTo>
                  <a:pt x="450457" y="94723"/>
                </a:lnTo>
                <a:lnTo>
                  <a:pt x="454344" y="97956"/>
                </a:lnTo>
                <a:lnTo>
                  <a:pt x="458276" y="101301"/>
                </a:lnTo>
                <a:lnTo>
                  <a:pt x="462240" y="104743"/>
                </a:lnTo>
                <a:lnTo>
                  <a:pt x="466221" y="108266"/>
                </a:lnTo>
                <a:lnTo>
                  <a:pt x="470205" y="111854"/>
                </a:lnTo>
                <a:lnTo>
                  <a:pt x="474179" y="115492"/>
                </a:lnTo>
                <a:lnTo>
                  <a:pt x="478128" y="119163"/>
                </a:lnTo>
                <a:lnTo>
                  <a:pt x="482039" y="122852"/>
                </a:lnTo>
                <a:lnTo>
                  <a:pt x="485897" y="126542"/>
                </a:lnTo>
                <a:lnTo>
                  <a:pt x="489689" y="130220"/>
                </a:lnTo>
                <a:lnTo>
                  <a:pt x="493401" y="133867"/>
                </a:lnTo>
                <a:lnTo>
                  <a:pt x="497018" y="137470"/>
                </a:lnTo>
                <a:lnTo>
                  <a:pt x="500527" y="141011"/>
                </a:lnTo>
                <a:lnTo>
                  <a:pt x="503913" y="144476"/>
                </a:lnTo>
                <a:lnTo>
                  <a:pt x="507164" y="147849"/>
                </a:lnTo>
                <a:lnTo>
                  <a:pt x="510264" y="151113"/>
                </a:lnTo>
                <a:lnTo>
                  <a:pt x="513200" y="154254"/>
                </a:lnTo>
                <a:lnTo>
                  <a:pt x="512848" y="153725"/>
                </a:lnTo>
                <a:lnTo>
                  <a:pt x="512204" y="152899"/>
                </a:lnTo>
                <a:lnTo>
                  <a:pt x="511301" y="151810"/>
                </a:lnTo>
                <a:lnTo>
                  <a:pt x="510174" y="150494"/>
                </a:lnTo>
                <a:lnTo>
                  <a:pt x="508856" y="148984"/>
                </a:lnTo>
                <a:lnTo>
                  <a:pt x="507382" y="147316"/>
                </a:lnTo>
                <a:lnTo>
                  <a:pt x="505786" y="145524"/>
                </a:lnTo>
                <a:lnTo>
                  <a:pt x="504100" y="143644"/>
                </a:lnTo>
                <a:lnTo>
                  <a:pt x="502360" y="141710"/>
                </a:lnTo>
                <a:lnTo>
                  <a:pt x="500599" y="139757"/>
                </a:lnTo>
                <a:lnTo>
                  <a:pt x="498851" y="137819"/>
                </a:lnTo>
                <a:lnTo>
                  <a:pt x="497151" y="135932"/>
                </a:lnTo>
                <a:lnTo>
                  <a:pt x="495531" y="134130"/>
                </a:lnTo>
                <a:lnTo>
                  <a:pt x="494026" y="132448"/>
                </a:lnTo>
                <a:lnTo>
                  <a:pt x="492671" y="130921"/>
                </a:lnTo>
                <a:lnTo>
                  <a:pt x="491498" y="129584"/>
                </a:lnTo>
                <a:lnTo>
                  <a:pt x="490542" y="128471"/>
                </a:lnTo>
                <a:lnTo>
                  <a:pt x="489836" y="127617"/>
                </a:lnTo>
                <a:lnTo>
                  <a:pt x="489416" y="127057"/>
                </a:lnTo>
                <a:lnTo>
                  <a:pt x="489313" y="126826"/>
                </a:lnTo>
                <a:lnTo>
                  <a:pt x="489564" y="126959"/>
                </a:lnTo>
                <a:lnTo>
                  <a:pt x="490201" y="127489"/>
                </a:lnTo>
                <a:lnTo>
                  <a:pt x="491258" y="128453"/>
                </a:lnTo>
                <a:lnTo>
                  <a:pt x="492770" y="129885"/>
                </a:lnTo>
                <a:lnTo>
                  <a:pt x="492367" y="129432"/>
                </a:lnTo>
                <a:lnTo>
                  <a:pt x="491957" y="128972"/>
                </a:lnTo>
                <a:lnTo>
                  <a:pt x="491539" y="128506"/>
                </a:lnTo>
                <a:lnTo>
                  <a:pt x="491113" y="128035"/>
                </a:lnTo>
                <a:lnTo>
                  <a:pt x="490680" y="127558"/>
                </a:lnTo>
                <a:lnTo>
                  <a:pt x="490239" y="127075"/>
                </a:lnTo>
                <a:lnTo>
                  <a:pt x="489790" y="126587"/>
                </a:lnTo>
                <a:lnTo>
                  <a:pt x="489334" y="126095"/>
                </a:lnTo>
                <a:lnTo>
                  <a:pt x="488871" y="125597"/>
                </a:lnTo>
                <a:lnTo>
                  <a:pt x="488401" y="125094"/>
                </a:lnTo>
                <a:lnTo>
                  <a:pt x="487924" y="124586"/>
                </a:lnTo>
                <a:lnTo>
                  <a:pt x="487439" y="124074"/>
                </a:lnTo>
                <a:lnTo>
                  <a:pt x="486948" y="123558"/>
                </a:lnTo>
                <a:lnTo>
                  <a:pt x="486450" y="123037"/>
                </a:lnTo>
                <a:lnTo>
                  <a:pt x="485946" y="122513"/>
                </a:lnTo>
                <a:lnTo>
                  <a:pt x="485435" y="121984"/>
                </a:lnTo>
                <a:lnTo>
                  <a:pt x="484917" y="121452"/>
                </a:lnTo>
                <a:lnTo>
                  <a:pt x="484394" y="120916"/>
                </a:lnTo>
                <a:lnTo>
                  <a:pt x="483864" y="120377"/>
                </a:lnTo>
                <a:lnTo>
                  <a:pt x="483327" y="119834"/>
                </a:lnTo>
                <a:lnTo>
                  <a:pt x="482785" y="119288"/>
                </a:lnTo>
                <a:lnTo>
                  <a:pt x="482237" y="118739"/>
                </a:lnTo>
                <a:lnTo>
                  <a:pt x="481683" y="118188"/>
                </a:lnTo>
                <a:lnTo>
                  <a:pt x="481123" y="117634"/>
                </a:lnTo>
                <a:lnTo>
                  <a:pt x="481324" y="117779"/>
                </a:lnTo>
                <a:lnTo>
                  <a:pt x="481524" y="117925"/>
                </a:lnTo>
                <a:lnTo>
                  <a:pt x="481724" y="118070"/>
                </a:lnTo>
                <a:lnTo>
                  <a:pt x="481924" y="118216"/>
                </a:lnTo>
                <a:lnTo>
                  <a:pt x="482123" y="118361"/>
                </a:lnTo>
                <a:lnTo>
                  <a:pt x="482321" y="118506"/>
                </a:lnTo>
                <a:lnTo>
                  <a:pt x="482520" y="118652"/>
                </a:lnTo>
                <a:lnTo>
                  <a:pt x="482718" y="118797"/>
                </a:lnTo>
                <a:lnTo>
                  <a:pt x="482916" y="118942"/>
                </a:lnTo>
                <a:lnTo>
                  <a:pt x="483113" y="119087"/>
                </a:lnTo>
                <a:lnTo>
                  <a:pt x="483311" y="119232"/>
                </a:lnTo>
                <a:lnTo>
                  <a:pt x="483508" y="119377"/>
                </a:lnTo>
                <a:lnTo>
                  <a:pt x="483705" y="119522"/>
                </a:lnTo>
                <a:lnTo>
                  <a:pt x="483901" y="119668"/>
                </a:lnTo>
                <a:lnTo>
                  <a:pt x="484098" y="119813"/>
                </a:lnTo>
                <a:lnTo>
                  <a:pt x="484294" y="119958"/>
                </a:lnTo>
                <a:lnTo>
                  <a:pt x="484490" y="120104"/>
                </a:lnTo>
                <a:lnTo>
                  <a:pt x="484686" y="120249"/>
                </a:lnTo>
                <a:lnTo>
                  <a:pt x="484882" y="120395"/>
                </a:lnTo>
                <a:lnTo>
                  <a:pt x="485078" y="120540"/>
                </a:lnTo>
                <a:lnTo>
                  <a:pt x="485274" y="120686"/>
                </a:lnTo>
                <a:lnTo>
                  <a:pt x="485470" y="120832"/>
                </a:lnTo>
                <a:lnTo>
                  <a:pt x="485666" y="120978"/>
                </a:lnTo>
                <a:lnTo>
                  <a:pt x="485862" y="121125"/>
                </a:lnTo>
                <a:lnTo>
                  <a:pt x="486027" y="121263"/>
                </a:lnTo>
                <a:lnTo>
                  <a:pt x="486190" y="121401"/>
                </a:lnTo>
                <a:lnTo>
                  <a:pt x="486352" y="121538"/>
                </a:lnTo>
                <a:lnTo>
                  <a:pt x="486512" y="121674"/>
                </a:lnTo>
                <a:lnTo>
                  <a:pt x="486669" y="121809"/>
                </a:lnTo>
                <a:lnTo>
                  <a:pt x="486825" y="121942"/>
                </a:lnTo>
                <a:lnTo>
                  <a:pt x="486979" y="122075"/>
                </a:lnTo>
                <a:lnTo>
                  <a:pt x="487131" y="122206"/>
                </a:lnTo>
                <a:lnTo>
                  <a:pt x="487280" y="122336"/>
                </a:lnTo>
                <a:lnTo>
                  <a:pt x="487427" y="122464"/>
                </a:lnTo>
                <a:lnTo>
                  <a:pt x="487571" y="122591"/>
                </a:lnTo>
                <a:lnTo>
                  <a:pt x="487713" y="122716"/>
                </a:lnTo>
                <a:lnTo>
                  <a:pt x="487851" y="122840"/>
                </a:lnTo>
                <a:lnTo>
                  <a:pt x="487987" y="122962"/>
                </a:lnTo>
                <a:lnTo>
                  <a:pt x="488120" y="123082"/>
                </a:lnTo>
                <a:lnTo>
                  <a:pt x="488249" y="123200"/>
                </a:lnTo>
                <a:lnTo>
                  <a:pt x="488376" y="123316"/>
                </a:lnTo>
                <a:lnTo>
                  <a:pt x="488498" y="123430"/>
                </a:lnTo>
                <a:lnTo>
                  <a:pt x="488618" y="123541"/>
                </a:lnTo>
                <a:lnTo>
                  <a:pt x="488733" y="123651"/>
                </a:lnTo>
                <a:lnTo>
                  <a:pt x="488845" y="123758"/>
                </a:lnTo>
                <a:lnTo>
                  <a:pt x="488953" y="123863"/>
                </a:lnTo>
                <a:lnTo>
                  <a:pt x="489057" y="123965"/>
                </a:lnTo>
                <a:lnTo>
                  <a:pt x="489157" y="124064"/>
                </a:lnTo>
                <a:lnTo>
                  <a:pt x="491482" y="126541"/>
                </a:lnTo>
                <a:lnTo>
                  <a:pt x="493787" y="129071"/>
                </a:lnTo>
                <a:lnTo>
                  <a:pt x="496074" y="131654"/>
                </a:lnTo>
                <a:lnTo>
                  <a:pt x="498346" y="134286"/>
                </a:lnTo>
                <a:lnTo>
                  <a:pt x="500606" y="136967"/>
                </a:lnTo>
                <a:lnTo>
                  <a:pt x="502854" y="139692"/>
                </a:lnTo>
                <a:lnTo>
                  <a:pt x="505095" y="142461"/>
                </a:lnTo>
                <a:lnTo>
                  <a:pt x="507329" y="145271"/>
                </a:lnTo>
                <a:lnTo>
                  <a:pt x="509560" y="148120"/>
                </a:lnTo>
                <a:lnTo>
                  <a:pt x="511790" y="151006"/>
                </a:lnTo>
                <a:lnTo>
                  <a:pt x="514021" y="153926"/>
                </a:lnTo>
                <a:lnTo>
                  <a:pt x="516255" y="156878"/>
                </a:lnTo>
                <a:lnTo>
                  <a:pt x="518494" y="159860"/>
                </a:lnTo>
                <a:lnTo>
                  <a:pt x="520742" y="162870"/>
                </a:lnTo>
                <a:lnTo>
                  <a:pt x="523000" y="165905"/>
                </a:lnTo>
                <a:lnTo>
                  <a:pt x="525270" y="168964"/>
                </a:lnTo>
                <a:lnTo>
                  <a:pt x="527556" y="172044"/>
                </a:lnTo>
                <a:lnTo>
                  <a:pt x="529858" y="175143"/>
                </a:lnTo>
                <a:lnTo>
                  <a:pt x="532180" y="178258"/>
                </a:lnTo>
                <a:lnTo>
                  <a:pt x="534524" y="181388"/>
                </a:lnTo>
                <a:lnTo>
                  <a:pt x="536893" y="184529"/>
                </a:lnTo>
                <a:lnTo>
                  <a:pt x="539287" y="187681"/>
                </a:lnTo>
                <a:lnTo>
                  <a:pt x="541711" y="190841"/>
                </a:lnTo>
                <a:lnTo>
                  <a:pt x="544166" y="194006"/>
                </a:lnTo>
                <a:lnTo>
                  <a:pt x="545308" y="195660"/>
                </a:lnTo>
                <a:lnTo>
                  <a:pt x="546487" y="197366"/>
                </a:lnTo>
                <a:lnTo>
                  <a:pt x="547697" y="199114"/>
                </a:lnTo>
                <a:lnTo>
                  <a:pt x="548931" y="200895"/>
                </a:lnTo>
                <a:lnTo>
                  <a:pt x="550182" y="202700"/>
                </a:lnTo>
                <a:lnTo>
                  <a:pt x="551446" y="204518"/>
                </a:lnTo>
                <a:lnTo>
                  <a:pt x="552715" y="206340"/>
                </a:lnTo>
                <a:lnTo>
                  <a:pt x="553984" y="208157"/>
                </a:lnTo>
                <a:lnTo>
                  <a:pt x="555247" y="209958"/>
                </a:lnTo>
                <a:lnTo>
                  <a:pt x="556496" y="211734"/>
                </a:lnTo>
                <a:lnTo>
                  <a:pt x="557727" y="213475"/>
                </a:lnTo>
                <a:lnTo>
                  <a:pt x="558932" y="215172"/>
                </a:lnTo>
                <a:lnTo>
                  <a:pt x="560107" y="216815"/>
                </a:lnTo>
                <a:lnTo>
                  <a:pt x="561243" y="218394"/>
                </a:lnTo>
                <a:lnTo>
                  <a:pt x="562336" y="219900"/>
                </a:lnTo>
                <a:lnTo>
                  <a:pt x="563379" y="221323"/>
                </a:lnTo>
                <a:lnTo>
                  <a:pt x="564367" y="222653"/>
                </a:lnTo>
                <a:lnTo>
                  <a:pt x="565292" y="223881"/>
                </a:lnTo>
                <a:lnTo>
                  <a:pt x="566148" y="224997"/>
                </a:lnTo>
                <a:lnTo>
                  <a:pt x="566930" y="225992"/>
                </a:lnTo>
                <a:lnTo>
                  <a:pt x="567632" y="226855"/>
                </a:lnTo>
                <a:lnTo>
                  <a:pt x="568247" y="227577"/>
                </a:lnTo>
                <a:lnTo>
                  <a:pt x="568768" y="228149"/>
                </a:lnTo>
                <a:lnTo>
                  <a:pt x="569191" y="228560"/>
                </a:lnTo>
                <a:lnTo>
                  <a:pt x="568633" y="227664"/>
                </a:lnTo>
                <a:lnTo>
                  <a:pt x="568080" y="226779"/>
                </a:lnTo>
                <a:lnTo>
                  <a:pt x="567529" y="225904"/>
                </a:lnTo>
                <a:lnTo>
                  <a:pt x="566982" y="225037"/>
                </a:lnTo>
                <a:lnTo>
                  <a:pt x="566437" y="224179"/>
                </a:lnTo>
                <a:lnTo>
                  <a:pt x="565894" y="223330"/>
                </a:lnTo>
                <a:lnTo>
                  <a:pt x="565353" y="222488"/>
                </a:lnTo>
                <a:lnTo>
                  <a:pt x="564815" y="221653"/>
                </a:lnTo>
                <a:lnTo>
                  <a:pt x="564278" y="220826"/>
                </a:lnTo>
                <a:lnTo>
                  <a:pt x="563742" y="220004"/>
                </a:lnTo>
                <a:lnTo>
                  <a:pt x="563207" y="219188"/>
                </a:lnTo>
                <a:lnTo>
                  <a:pt x="562673" y="218377"/>
                </a:lnTo>
                <a:lnTo>
                  <a:pt x="562139" y="217571"/>
                </a:lnTo>
                <a:lnTo>
                  <a:pt x="561605" y="216769"/>
                </a:lnTo>
                <a:lnTo>
                  <a:pt x="561072" y="215971"/>
                </a:lnTo>
                <a:lnTo>
                  <a:pt x="560537" y="215176"/>
                </a:lnTo>
                <a:lnTo>
                  <a:pt x="560003" y="214384"/>
                </a:lnTo>
                <a:lnTo>
                  <a:pt x="559467" y="213594"/>
                </a:lnTo>
                <a:lnTo>
                  <a:pt x="558930" y="212806"/>
                </a:lnTo>
                <a:lnTo>
                  <a:pt x="558391" y="212019"/>
                </a:lnTo>
                <a:lnTo>
                  <a:pt x="557851" y="211233"/>
                </a:lnTo>
                <a:lnTo>
                  <a:pt x="557308" y="210447"/>
                </a:lnTo>
                <a:lnTo>
                  <a:pt x="556763" y="209661"/>
                </a:lnTo>
                <a:lnTo>
                  <a:pt x="556216" y="208874"/>
                </a:lnTo>
                <a:lnTo>
                  <a:pt x="556312" y="208988"/>
                </a:lnTo>
                <a:lnTo>
                  <a:pt x="556407" y="209102"/>
                </a:lnTo>
                <a:lnTo>
                  <a:pt x="556503" y="209216"/>
                </a:lnTo>
                <a:lnTo>
                  <a:pt x="556598" y="209330"/>
                </a:lnTo>
                <a:lnTo>
                  <a:pt x="556693" y="209443"/>
                </a:lnTo>
                <a:lnTo>
                  <a:pt x="556788" y="209556"/>
                </a:lnTo>
                <a:lnTo>
                  <a:pt x="556883" y="209669"/>
                </a:lnTo>
                <a:lnTo>
                  <a:pt x="556977" y="209782"/>
                </a:lnTo>
                <a:lnTo>
                  <a:pt x="557072" y="209895"/>
                </a:lnTo>
                <a:lnTo>
                  <a:pt x="557166" y="210007"/>
                </a:lnTo>
                <a:lnTo>
                  <a:pt x="557260" y="210119"/>
                </a:lnTo>
                <a:lnTo>
                  <a:pt x="557354" y="210232"/>
                </a:lnTo>
                <a:lnTo>
                  <a:pt x="557448" y="210344"/>
                </a:lnTo>
                <a:lnTo>
                  <a:pt x="557541" y="210456"/>
                </a:lnTo>
                <a:lnTo>
                  <a:pt x="557635" y="210568"/>
                </a:lnTo>
                <a:lnTo>
                  <a:pt x="557729" y="210680"/>
                </a:lnTo>
                <a:lnTo>
                  <a:pt x="557822" y="210792"/>
                </a:lnTo>
                <a:lnTo>
                  <a:pt x="557916" y="210904"/>
                </a:lnTo>
                <a:lnTo>
                  <a:pt x="558009" y="211016"/>
                </a:lnTo>
                <a:lnTo>
                  <a:pt x="558102" y="211128"/>
                </a:lnTo>
                <a:lnTo>
                  <a:pt x="558196" y="211240"/>
                </a:lnTo>
                <a:lnTo>
                  <a:pt x="558289" y="211352"/>
                </a:lnTo>
                <a:lnTo>
                  <a:pt x="558382" y="211463"/>
                </a:lnTo>
                <a:lnTo>
                  <a:pt x="558476" y="211576"/>
                </a:lnTo>
                <a:lnTo>
                  <a:pt x="559131" y="212513"/>
                </a:lnTo>
                <a:lnTo>
                  <a:pt x="559793" y="213463"/>
                </a:lnTo>
                <a:lnTo>
                  <a:pt x="560462" y="214423"/>
                </a:lnTo>
                <a:lnTo>
                  <a:pt x="561138" y="215394"/>
                </a:lnTo>
                <a:lnTo>
                  <a:pt x="561818" y="216375"/>
                </a:lnTo>
                <a:lnTo>
                  <a:pt x="562504" y="217364"/>
                </a:lnTo>
                <a:lnTo>
                  <a:pt x="563194" y="218362"/>
                </a:lnTo>
                <a:lnTo>
                  <a:pt x="563888" y="219367"/>
                </a:lnTo>
                <a:lnTo>
                  <a:pt x="564585" y="220379"/>
                </a:lnTo>
                <a:lnTo>
                  <a:pt x="565285" y="221397"/>
                </a:lnTo>
                <a:lnTo>
                  <a:pt x="565987" y="222421"/>
                </a:lnTo>
                <a:lnTo>
                  <a:pt x="566691" y="223449"/>
                </a:lnTo>
                <a:lnTo>
                  <a:pt x="567395" y="224481"/>
                </a:lnTo>
                <a:lnTo>
                  <a:pt x="568101" y="225516"/>
                </a:lnTo>
                <a:lnTo>
                  <a:pt x="568806" y="226554"/>
                </a:lnTo>
                <a:lnTo>
                  <a:pt x="569511" y="227594"/>
                </a:lnTo>
                <a:lnTo>
                  <a:pt x="570215" y="228634"/>
                </a:lnTo>
                <a:lnTo>
                  <a:pt x="570917" y="229675"/>
                </a:lnTo>
                <a:lnTo>
                  <a:pt x="571617" y="230716"/>
                </a:lnTo>
                <a:lnTo>
                  <a:pt x="572314" y="231756"/>
                </a:lnTo>
                <a:lnTo>
                  <a:pt x="573007" y="232793"/>
                </a:lnTo>
                <a:lnTo>
                  <a:pt x="573697" y="233829"/>
                </a:lnTo>
                <a:lnTo>
                  <a:pt x="574383" y="234861"/>
                </a:lnTo>
                <a:lnTo>
                  <a:pt x="575063" y="235889"/>
                </a:lnTo>
                <a:lnTo>
                  <a:pt x="575305" y="236454"/>
                </a:lnTo>
                <a:lnTo>
                  <a:pt x="575599" y="237079"/>
                </a:lnTo>
                <a:lnTo>
                  <a:pt x="575941" y="237760"/>
                </a:lnTo>
                <a:lnTo>
                  <a:pt x="576327" y="238492"/>
                </a:lnTo>
                <a:lnTo>
                  <a:pt x="576753" y="239269"/>
                </a:lnTo>
                <a:lnTo>
                  <a:pt x="577213" y="240088"/>
                </a:lnTo>
                <a:lnTo>
                  <a:pt x="577706" y="240943"/>
                </a:lnTo>
                <a:lnTo>
                  <a:pt x="578225" y="241829"/>
                </a:lnTo>
                <a:lnTo>
                  <a:pt x="578767" y="242743"/>
                </a:lnTo>
                <a:lnTo>
                  <a:pt x="579327" y="243679"/>
                </a:lnTo>
                <a:lnTo>
                  <a:pt x="579902" y="244633"/>
                </a:lnTo>
                <a:lnTo>
                  <a:pt x="580488" y="245599"/>
                </a:lnTo>
                <a:lnTo>
                  <a:pt x="581079" y="246574"/>
                </a:lnTo>
                <a:lnTo>
                  <a:pt x="581672" y="247552"/>
                </a:lnTo>
                <a:lnTo>
                  <a:pt x="582263" y="248529"/>
                </a:lnTo>
                <a:lnTo>
                  <a:pt x="582847" y="249500"/>
                </a:lnTo>
                <a:lnTo>
                  <a:pt x="583421" y="250459"/>
                </a:lnTo>
                <a:lnTo>
                  <a:pt x="583980" y="251404"/>
                </a:lnTo>
                <a:lnTo>
                  <a:pt x="584519" y="252328"/>
                </a:lnTo>
                <a:lnTo>
                  <a:pt x="585035" y="253227"/>
                </a:lnTo>
                <a:lnTo>
                  <a:pt x="585524" y="254097"/>
                </a:lnTo>
                <a:lnTo>
                  <a:pt x="585981" y="254932"/>
                </a:lnTo>
                <a:lnTo>
                  <a:pt x="586402" y="255729"/>
                </a:lnTo>
                <a:lnTo>
                  <a:pt x="586783" y="256481"/>
                </a:lnTo>
                <a:lnTo>
                  <a:pt x="586939" y="256568"/>
                </a:lnTo>
                <a:lnTo>
                  <a:pt x="587020" y="256549"/>
                </a:lnTo>
                <a:lnTo>
                  <a:pt x="587035" y="256435"/>
                </a:lnTo>
                <a:lnTo>
                  <a:pt x="586990" y="256237"/>
                </a:lnTo>
                <a:lnTo>
                  <a:pt x="586893" y="255966"/>
                </a:lnTo>
                <a:lnTo>
                  <a:pt x="586751" y="255632"/>
                </a:lnTo>
                <a:lnTo>
                  <a:pt x="586571" y="255247"/>
                </a:lnTo>
                <a:lnTo>
                  <a:pt x="586361" y="254820"/>
                </a:lnTo>
                <a:lnTo>
                  <a:pt x="586127" y="254364"/>
                </a:lnTo>
                <a:lnTo>
                  <a:pt x="585877" y="253889"/>
                </a:lnTo>
                <a:lnTo>
                  <a:pt x="585618" y="253405"/>
                </a:lnTo>
                <a:lnTo>
                  <a:pt x="585358" y="252924"/>
                </a:lnTo>
                <a:lnTo>
                  <a:pt x="585103" y="252456"/>
                </a:lnTo>
                <a:lnTo>
                  <a:pt x="584861" y="252012"/>
                </a:lnTo>
                <a:lnTo>
                  <a:pt x="584639" y="251603"/>
                </a:lnTo>
                <a:lnTo>
                  <a:pt x="584445" y="251239"/>
                </a:lnTo>
                <a:lnTo>
                  <a:pt x="584285" y="250932"/>
                </a:lnTo>
                <a:lnTo>
                  <a:pt x="584167" y="250692"/>
                </a:lnTo>
                <a:lnTo>
                  <a:pt x="584098" y="250531"/>
                </a:lnTo>
                <a:lnTo>
                  <a:pt x="584086" y="250458"/>
                </a:lnTo>
                <a:lnTo>
                  <a:pt x="584137" y="250485"/>
                </a:lnTo>
                <a:lnTo>
                  <a:pt x="584259" y="250622"/>
                </a:lnTo>
                <a:lnTo>
                  <a:pt x="584458" y="250881"/>
                </a:lnTo>
                <a:lnTo>
                  <a:pt x="584744" y="251272"/>
                </a:lnTo>
                <a:lnTo>
                  <a:pt x="584654" y="251044"/>
                </a:lnTo>
                <a:lnTo>
                  <a:pt x="584542" y="250792"/>
                </a:lnTo>
                <a:lnTo>
                  <a:pt x="584411" y="250516"/>
                </a:lnTo>
                <a:lnTo>
                  <a:pt x="584260" y="250217"/>
                </a:lnTo>
                <a:lnTo>
                  <a:pt x="584090" y="249898"/>
                </a:lnTo>
                <a:lnTo>
                  <a:pt x="583903" y="249559"/>
                </a:lnTo>
                <a:lnTo>
                  <a:pt x="583700" y="249201"/>
                </a:lnTo>
                <a:lnTo>
                  <a:pt x="583481" y="248825"/>
                </a:lnTo>
                <a:lnTo>
                  <a:pt x="583248" y="248433"/>
                </a:lnTo>
                <a:lnTo>
                  <a:pt x="583001" y="248026"/>
                </a:lnTo>
                <a:lnTo>
                  <a:pt x="582742" y="247605"/>
                </a:lnTo>
                <a:lnTo>
                  <a:pt x="582471" y="247171"/>
                </a:lnTo>
                <a:lnTo>
                  <a:pt x="582190" y="246725"/>
                </a:lnTo>
                <a:lnTo>
                  <a:pt x="581899" y="246269"/>
                </a:lnTo>
                <a:lnTo>
                  <a:pt x="581599" y="245804"/>
                </a:lnTo>
                <a:lnTo>
                  <a:pt x="581292" y="245331"/>
                </a:lnTo>
                <a:lnTo>
                  <a:pt x="580978" y="244851"/>
                </a:lnTo>
                <a:lnTo>
                  <a:pt x="580659" y="244365"/>
                </a:lnTo>
                <a:lnTo>
                  <a:pt x="580335" y="243875"/>
                </a:lnTo>
                <a:lnTo>
                  <a:pt x="580007" y="243381"/>
                </a:lnTo>
                <a:lnTo>
                  <a:pt x="579676" y="242886"/>
                </a:lnTo>
                <a:lnTo>
                  <a:pt x="579344" y="242389"/>
                </a:lnTo>
                <a:lnTo>
                  <a:pt x="579011" y="241893"/>
                </a:lnTo>
                <a:lnTo>
                  <a:pt x="578678" y="241398"/>
                </a:lnTo>
                <a:lnTo>
                  <a:pt x="578305" y="240737"/>
                </a:lnTo>
                <a:lnTo>
                  <a:pt x="577911" y="240042"/>
                </a:lnTo>
                <a:lnTo>
                  <a:pt x="577495" y="239316"/>
                </a:lnTo>
                <a:lnTo>
                  <a:pt x="577059" y="238560"/>
                </a:lnTo>
                <a:lnTo>
                  <a:pt x="576604" y="237774"/>
                </a:lnTo>
                <a:lnTo>
                  <a:pt x="576129" y="236960"/>
                </a:lnTo>
                <a:lnTo>
                  <a:pt x="575636" y="236121"/>
                </a:lnTo>
                <a:lnTo>
                  <a:pt x="575125" y="235256"/>
                </a:lnTo>
                <a:lnTo>
                  <a:pt x="574597" y="234367"/>
                </a:lnTo>
                <a:lnTo>
                  <a:pt x="574052" y="233457"/>
                </a:lnTo>
                <a:lnTo>
                  <a:pt x="573492" y="232525"/>
                </a:lnTo>
                <a:lnTo>
                  <a:pt x="572917" y="231574"/>
                </a:lnTo>
                <a:lnTo>
                  <a:pt x="572327" y="230604"/>
                </a:lnTo>
                <a:lnTo>
                  <a:pt x="571723" y="229617"/>
                </a:lnTo>
                <a:lnTo>
                  <a:pt x="571107" y="228615"/>
                </a:lnTo>
                <a:lnTo>
                  <a:pt x="570477" y="227599"/>
                </a:lnTo>
                <a:lnTo>
                  <a:pt x="569836" y="226570"/>
                </a:lnTo>
                <a:lnTo>
                  <a:pt x="569184" y="225529"/>
                </a:lnTo>
                <a:lnTo>
                  <a:pt x="568522" y="224479"/>
                </a:lnTo>
                <a:lnTo>
                  <a:pt x="567849" y="223419"/>
                </a:lnTo>
                <a:lnTo>
                  <a:pt x="567168" y="222352"/>
                </a:lnTo>
                <a:lnTo>
                  <a:pt x="566478" y="221279"/>
                </a:lnTo>
                <a:lnTo>
                  <a:pt x="565780" y="220201"/>
                </a:lnTo>
                <a:lnTo>
                  <a:pt x="565075" y="219119"/>
                </a:lnTo>
                <a:lnTo>
                  <a:pt x="565462" y="219560"/>
                </a:lnTo>
                <a:lnTo>
                  <a:pt x="565849" y="220001"/>
                </a:lnTo>
                <a:lnTo>
                  <a:pt x="566236" y="220441"/>
                </a:lnTo>
                <a:lnTo>
                  <a:pt x="566621" y="220881"/>
                </a:lnTo>
                <a:lnTo>
                  <a:pt x="567006" y="221321"/>
                </a:lnTo>
                <a:lnTo>
                  <a:pt x="567390" y="221760"/>
                </a:lnTo>
                <a:lnTo>
                  <a:pt x="567773" y="222200"/>
                </a:lnTo>
                <a:lnTo>
                  <a:pt x="568156" y="222639"/>
                </a:lnTo>
                <a:lnTo>
                  <a:pt x="568538" y="223079"/>
                </a:lnTo>
                <a:lnTo>
                  <a:pt x="568920" y="223518"/>
                </a:lnTo>
                <a:lnTo>
                  <a:pt x="569301" y="223958"/>
                </a:lnTo>
                <a:lnTo>
                  <a:pt x="569681" y="224397"/>
                </a:lnTo>
                <a:lnTo>
                  <a:pt x="570062" y="224837"/>
                </a:lnTo>
                <a:lnTo>
                  <a:pt x="570442" y="225277"/>
                </a:lnTo>
                <a:lnTo>
                  <a:pt x="570821" y="225718"/>
                </a:lnTo>
                <a:lnTo>
                  <a:pt x="571200" y="226158"/>
                </a:lnTo>
                <a:lnTo>
                  <a:pt x="571579" y="226599"/>
                </a:lnTo>
                <a:lnTo>
                  <a:pt x="571958" y="227040"/>
                </a:lnTo>
                <a:lnTo>
                  <a:pt x="572337" y="227482"/>
                </a:lnTo>
                <a:lnTo>
                  <a:pt x="572715" y="227924"/>
                </a:lnTo>
                <a:lnTo>
                  <a:pt x="573094" y="228367"/>
                </a:lnTo>
                <a:lnTo>
                  <a:pt x="573472" y="228810"/>
                </a:lnTo>
                <a:lnTo>
                  <a:pt x="573850" y="229254"/>
                </a:lnTo>
                <a:lnTo>
                  <a:pt x="574228" y="229698"/>
                </a:lnTo>
                <a:lnTo>
                  <a:pt x="575104" y="231049"/>
                </a:lnTo>
                <a:lnTo>
                  <a:pt x="575999" y="232430"/>
                </a:lnTo>
                <a:lnTo>
                  <a:pt x="576911" y="233839"/>
                </a:lnTo>
                <a:lnTo>
                  <a:pt x="577838" y="235273"/>
                </a:lnTo>
                <a:lnTo>
                  <a:pt x="578781" y="236731"/>
                </a:lnTo>
                <a:lnTo>
                  <a:pt x="579736" y="238210"/>
                </a:lnTo>
                <a:lnTo>
                  <a:pt x="580703" y="239708"/>
                </a:lnTo>
                <a:lnTo>
                  <a:pt x="581680" y="241223"/>
                </a:lnTo>
                <a:lnTo>
                  <a:pt x="582666" y="242752"/>
                </a:lnTo>
                <a:lnTo>
                  <a:pt x="583659" y="244294"/>
                </a:lnTo>
                <a:lnTo>
                  <a:pt x="584658" y="245846"/>
                </a:lnTo>
                <a:lnTo>
                  <a:pt x="585662" y="247406"/>
                </a:lnTo>
                <a:lnTo>
                  <a:pt x="586668" y="248972"/>
                </a:lnTo>
                <a:lnTo>
                  <a:pt x="587676" y="250542"/>
                </a:lnTo>
                <a:lnTo>
                  <a:pt x="588684" y="252114"/>
                </a:lnTo>
                <a:lnTo>
                  <a:pt x="589691" y="253684"/>
                </a:lnTo>
                <a:lnTo>
                  <a:pt x="590695" y="255252"/>
                </a:lnTo>
                <a:lnTo>
                  <a:pt x="591695" y="256814"/>
                </a:lnTo>
                <a:lnTo>
                  <a:pt x="592689" y="258369"/>
                </a:lnTo>
                <a:lnTo>
                  <a:pt x="593676" y="259915"/>
                </a:lnTo>
                <a:lnTo>
                  <a:pt x="594655" y="261449"/>
                </a:lnTo>
                <a:lnTo>
                  <a:pt x="595623" y="262970"/>
                </a:lnTo>
                <a:lnTo>
                  <a:pt x="596581" y="264474"/>
                </a:lnTo>
                <a:lnTo>
                  <a:pt x="597525" y="265960"/>
                </a:lnTo>
                <a:lnTo>
                  <a:pt x="597088" y="265161"/>
                </a:lnTo>
                <a:lnTo>
                  <a:pt x="596692" y="264424"/>
                </a:lnTo>
                <a:lnTo>
                  <a:pt x="596334" y="263745"/>
                </a:lnTo>
                <a:lnTo>
                  <a:pt x="596009" y="263116"/>
                </a:lnTo>
                <a:lnTo>
                  <a:pt x="595713" y="262533"/>
                </a:lnTo>
                <a:lnTo>
                  <a:pt x="595444" y="261990"/>
                </a:lnTo>
                <a:lnTo>
                  <a:pt x="595197" y="261481"/>
                </a:lnTo>
                <a:lnTo>
                  <a:pt x="594969" y="261002"/>
                </a:lnTo>
                <a:lnTo>
                  <a:pt x="594756" y="260545"/>
                </a:lnTo>
                <a:lnTo>
                  <a:pt x="594554" y="260106"/>
                </a:lnTo>
                <a:lnTo>
                  <a:pt x="594359" y="259679"/>
                </a:lnTo>
                <a:lnTo>
                  <a:pt x="594168" y="259259"/>
                </a:lnTo>
                <a:lnTo>
                  <a:pt x="593977" y="258839"/>
                </a:lnTo>
                <a:lnTo>
                  <a:pt x="593783" y="258415"/>
                </a:lnTo>
                <a:lnTo>
                  <a:pt x="593580" y="257980"/>
                </a:lnTo>
                <a:lnTo>
                  <a:pt x="593367" y="257530"/>
                </a:lnTo>
                <a:lnTo>
                  <a:pt x="593139" y="257058"/>
                </a:lnTo>
                <a:lnTo>
                  <a:pt x="592891" y="256559"/>
                </a:lnTo>
                <a:lnTo>
                  <a:pt x="592622" y="256028"/>
                </a:lnTo>
                <a:lnTo>
                  <a:pt x="592326" y="255458"/>
                </a:lnTo>
                <a:lnTo>
                  <a:pt x="592001" y="254845"/>
                </a:lnTo>
                <a:lnTo>
                  <a:pt x="591642" y="254182"/>
                </a:lnTo>
                <a:lnTo>
                  <a:pt x="591245" y="253465"/>
                </a:lnTo>
                <a:lnTo>
                  <a:pt x="590808" y="252686"/>
                </a:lnTo>
                <a:lnTo>
                  <a:pt x="590392" y="252012"/>
                </a:lnTo>
                <a:lnTo>
                  <a:pt x="589981" y="251348"/>
                </a:lnTo>
                <a:lnTo>
                  <a:pt x="589574" y="250693"/>
                </a:lnTo>
                <a:lnTo>
                  <a:pt x="589172" y="250048"/>
                </a:lnTo>
                <a:lnTo>
                  <a:pt x="588774" y="249412"/>
                </a:lnTo>
                <a:lnTo>
                  <a:pt x="588381" y="248785"/>
                </a:lnTo>
                <a:lnTo>
                  <a:pt x="587993" y="248168"/>
                </a:lnTo>
                <a:lnTo>
                  <a:pt x="587609" y="247559"/>
                </a:lnTo>
                <a:lnTo>
                  <a:pt x="587229" y="246959"/>
                </a:lnTo>
                <a:lnTo>
                  <a:pt x="586854" y="246369"/>
                </a:lnTo>
                <a:lnTo>
                  <a:pt x="586483" y="245787"/>
                </a:lnTo>
                <a:lnTo>
                  <a:pt x="586117" y="245213"/>
                </a:lnTo>
                <a:lnTo>
                  <a:pt x="585755" y="244648"/>
                </a:lnTo>
                <a:lnTo>
                  <a:pt x="585397" y="244091"/>
                </a:lnTo>
                <a:lnTo>
                  <a:pt x="585043" y="243543"/>
                </a:lnTo>
                <a:lnTo>
                  <a:pt x="584693" y="243003"/>
                </a:lnTo>
                <a:lnTo>
                  <a:pt x="584348" y="242470"/>
                </a:lnTo>
                <a:lnTo>
                  <a:pt x="584006" y="241946"/>
                </a:lnTo>
                <a:lnTo>
                  <a:pt x="583669" y="241429"/>
                </a:lnTo>
                <a:lnTo>
                  <a:pt x="583336" y="240920"/>
                </a:lnTo>
                <a:lnTo>
                  <a:pt x="583007" y="240419"/>
                </a:lnTo>
                <a:lnTo>
                  <a:pt x="582681" y="239925"/>
                </a:lnTo>
                <a:lnTo>
                  <a:pt x="582360" y="239438"/>
                </a:lnTo>
                <a:lnTo>
                  <a:pt x="582042" y="238958"/>
                </a:lnTo>
                <a:lnTo>
                  <a:pt x="582221" y="239163"/>
                </a:lnTo>
                <a:lnTo>
                  <a:pt x="582399" y="239367"/>
                </a:lnTo>
                <a:lnTo>
                  <a:pt x="582576" y="239571"/>
                </a:lnTo>
                <a:lnTo>
                  <a:pt x="582753" y="239775"/>
                </a:lnTo>
                <a:lnTo>
                  <a:pt x="582930" y="239978"/>
                </a:lnTo>
                <a:lnTo>
                  <a:pt x="583107" y="240181"/>
                </a:lnTo>
                <a:lnTo>
                  <a:pt x="583283" y="240384"/>
                </a:lnTo>
                <a:lnTo>
                  <a:pt x="583459" y="240587"/>
                </a:lnTo>
                <a:lnTo>
                  <a:pt x="583635" y="240790"/>
                </a:lnTo>
                <a:lnTo>
                  <a:pt x="583810" y="240992"/>
                </a:lnTo>
                <a:lnTo>
                  <a:pt x="583985" y="241194"/>
                </a:lnTo>
                <a:lnTo>
                  <a:pt x="584160" y="241396"/>
                </a:lnTo>
                <a:lnTo>
                  <a:pt x="584335" y="241598"/>
                </a:lnTo>
                <a:lnTo>
                  <a:pt x="584510" y="241800"/>
                </a:lnTo>
                <a:lnTo>
                  <a:pt x="584684" y="242002"/>
                </a:lnTo>
                <a:lnTo>
                  <a:pt x="584858" y="242204"/>
                </a:lnTo>
                <a:lnTo>
                  <a:pt x="585032" y="242406"/>
                </a:lnTo>
                <a:lnTo>
                  <a:pt x="585206" y="242608"/>
                </a:lnTo>
                <a:lnTo>
                  <a:pt x="585380" y="242809"/>
                </a:lnTo>
                <a:lnTo>
                  <a:pt x="585554" y="243011"/>
                </a:lnTo>
                <a:lnTo>
                  <a:pt x="585728" y="243213"/>
                </a:lnTo>
                <a:lnTo>
                  <a:pt x="585901" y="243415"/>
                </a:lnTo>
                <a:lnTo>
                  <a:pt x="586075" y="243617"/>
                </a:lnTo>
                <a:lnTo>
                  <a:pt x="586248" y="243819"/>
                </a:lnTo>
                <a:lnTo>
                  <a:pt x="587153" y="245241"/>
                </a:lnTo>
                <a:lnTo>
                  <a:pt x="588073" y="246687"/>
                </a:lnTo>
                <a:lnTo>
                  <a:pt x="589002" y="248146"/>
                </a:lnTo>
                <a:lnTo>
                  <a:pt x="589934" y="249609"/>
                </a:lnTo>
                <a:lnTo>
                  <a:pt x="590861" y="251064"/>
                </a:lnTo>
                <a:lnTo>
                  <a:pt x="591776" y="252500"/>
                </a:lnTo>
                <a:lnTo>
                  <a:pt x="592674" y="253906"/>
                </a:lnTo>
                <a:lnTo>
                  <a:pt x="593546" y="255270"/>
                </a:lnTo>
                <a:lnTo>
                  <a:pt x="594386" y="256583"/>
                </a:lnTo>
                <a:lnTo>
                  <a:pt x="595188" y="257832"/>
                </a:lnTo>
                <a:lnTo>
                  <a:pt x="595944" y="259008"/>
                </a:lnTo>
                <a:lnTo>
                  <a:pt x="596648" y="260099"/>
                </a:lnTo>
                <a:lnTo>
                  <a:pt x="597292" y="261093"/>
                </a:lnTo>
                <a:lnTo>
                  <a:pt x="597870" y="261981"/>
                </a:lnTo>
                <a:lnTo>
                  <a:pt x="598375" y="262750"/>
                </a:lnTo>
                <a:lnTo>
                  <a:pt x="598801" y="263391"/>
                </a:lnTo>
                <a:lnTo>
                  <a:pt x="599140" y="263891"/>
                </a:lnTo>
                <a:lnTo>
                  <a:pt x="599385" y="264241"/>
                </a:lnTo>
                <a:lnTo>
                  <a:pt x="599530" y="264429"/>
                </a:lnTo>
                <a:lnTo>
                  <a:pt x="599568" y="264444"/>
                </a:lnTo>
                <a:lnTo>
                  <a:pt x="599492" y="264274"/>
                </a:lnTo>
                <a:lnTo>
                  <a:pt x="599295" y="263910"/>
                </a:lnTo>
                <a:lnTo>
                  <a:pt x="598971" y="263340"/>
                </a:lnTo>
                <a:lnTo>
                  <a:pt x="598512" y="262553"/>
                </a:lnTo>
                <a:lnTo>
                  <a:pt x="598005" y="261699"/>
                </a:lnTo>
                <a:lnTo>
                  <a:pt x="597495" y="260838"/>
                </a:lnTo>
                <a:lnTo>
                  <a:pt x="596983" y="259975"/>
                </a:lnTo>
                <a:lnTo>
                  <a:pt x="596472" y="259113"/>
                </a:lnTo>
                <a:lnTo>
                  <a:pt x="595963" y="258256"/>
                </a:lnTo>
                <a:lnTo>
                  <a:pt x="595459" y="257407"/>
                </a:lnTo>
                <a:lnTo>
                  <a:pt x="594963" y="256571"/>
                </a:lnTo>
                <a:lnTo>
                  <a:pt x="594477" y="255751"/>
                </a:lnTo>
                <a:lnTo>
                  <a:pt x="594002" y="254950"/>
                </a:lnTo>
                <a:lnTo>
                  <a:pt x="593541" y="254173"/>
                </a:lnTo>
                <a:lnTo>
                  <a:pt x="593097" y="253422"/>
                </a:lnTo>
                <a:lnTo>
                  <a:pt x="592672" y="252702"/>
                </a:lnTo>
                <a:lnTo>
                  <a:pt x="592267" y="252016"/>
                </a:lnTo>
                <a:lnTo>
                  <a:pt x="591885" y="251368"/>
                </a:lnTo>
                <a:lnTo>
                  <a:pt x="591529" y="250762"/>
                </a:lnTo>
                <a:lnTo>
                  <a:pt x="591200" y="250200"/>
                </a:lnTo>
                <a:lnTo>
                  <a:pt x="590902" y="249688"/>
                </a:lnTo>
                <a:lnTo>
                  <a:pt x="590635" y="249228"/>
                </a:lnTo>
                <a:lnTo>
                  <a:pt x="590403" y="248825"/>
                </a:lnTo>
                <a:lnTo>
                  <a:pt x="590207" y="248481"/>
                </a:lnTo>
                <a:lnTo>
                  <a:pt x="590050" y="248200"/>
                </a:lnTo>
                <a:lnTo>
                  <a:pt x="589935" y="247987"/>
                </a:lnTo>
                <a:lnTo>
                  <a:pt x="589863" y="247845"/>
                </a:lnTo>
                <a:lnTo>
                  <a:pt x="589836" y="247777"/>
                </a:lnTo>
                <a:lnTo>
                  <a:pt x="589933" y="247865"/>
                </a:lnTo>
                <a:lnTo>
                  <a:pt x="590029" y="247952"/>
                </a:lnTo>
                <a:lnTo>
                  <a:pt x="590126" y="248039"/>
                </a:lnTo>
                <a:lnTo>
                  <a:pt x="590222" y="248126"/>
                </a:lnTo>
                <a:lnTo>
                  <a:pt x="590318" y="248213"/>
                </a:lnTo>
                <a:lnTo>
                  <a:pt x="590414" y="248299"/>
                </a:lnTo>
                <a:lnTo>
                  <a:pt x="590509" y="248386"/>
                </a:lnTo>
                <a:lnTo>
                  <a:pt x="590605" y="248472"/>
                </a:lnTo>
                <a:lnTo>
                  <a:pt x="590700" y="248558"/>
                </a:lnTo>
                <a:lnTo>
                  <a:pt x="590795" y="248645"/>
                </a:lnTo>
                <a:lnTo>
                  <a:pt x="590890" y="248731"/>
                </a:lnTo>
                <a:lnTo>
                  <a:pt x="590985" y="248817"/>
                </a:lnTo>
                <a:lnTo>
                  <a:pt x="591080" y="248903"/>
                </a:lnTo>
                <a:lnTo>
                  <a:pt x="591174" y="248989"/>
                </a:lnTo>
                <a:lnTo>
                  <a:pt x="591269" y="249074"/>
                </a:lnTo>
                <a:lnTo>
                  <a:pt x="591363" y="249160"/>
                </a:lnTo>
                <a:lnTo>
                  <a:pt x="591458" y="249246"/>
                </a:lnTo>
                <a:lnTo>
                  <a:pt x="591552" y="249332"/>
                </a:lnTo>
                <a:lnTo>
                  <a:pt x="591647" y="249417"/>
                </a:lnTo>
                <a:lnTo>
                  <a:pt x="591741" y="249503"/>
                </a:lnTo>
                <a:lnTo>
                  <a:pt x="591835" y="249588"/>
                </a:lnTo>
                <a:lnTo>
                  <a:pt x="591929" y="249674"/>
                </a:lnTo>
                <a:lnTo>
                  <a:pt x="592023" y="249760"/>
                </a:lnTo>
                <a:lnTo>
                  <a:pt x="592118" y="249845"/>
                </a:lnTo>
                <a:lnTo>
                  <a:pt x="592899" y="251086"/>
                </a:lnTo>
                <a:lnTo>
                  <a:pt x="593699" y="252354"/>
                </a:lnTo>
                <a:lnTo>
                  <a:pt x="594515" y="253648"/>
                </a:lnTo>
                <a:lnTo>
                  <a:pt x="595346" y="254963"/>
                </a:lnTo>
                <a:lnTo>
                  <a:pt x="596191" y="256298"/>
                </a:lnTo>
                <a:lnTo>
                  <a:pt x="597046" y="257651"/>
                </a:lnTo>
                <a:lnTo>
                  <a:pt x="597910" y="259018"/>
                </a:lnTo>
                <a:lnTo>
                  <a:pt x="598782" y="260397"/>
                </a:lnTo>
                <a:lnTo>
                  <a:pt x="599660" y="261785"/>
                </a:lnTo>
                <a:lnTo>
                  <a:pt x="600541" y="263180"/>
                </a:lnTo>
                <a:lnTo>
                  <a:pt x="601423" y="264579"/>
                </a:lnTo>
                <a:lnTo>
                  <a:pt x="602306" y="265979"/>
                </a:lnTo>
                <a:lnTo>
                  <a:pt x="603187" y="267378"/>
                </a:lnTo>
                <a:lnTo>
                  <a:pt x="604063" y="268773"/>
                </a:lnTo>
                <a:lnTo>
                  <a:pt x="604934" y="270162"/>
                </a:lnTo>
                <a:lnTo>
                  <a:pt x="605798" y="271542"/>
                </a:lnTo>
                <a:lnTo>
                  <a:pt x="606652" y="272910"/>
                </a:lnTo>
                <a:lnTo>
                  <a:pt x="607494" y="274264"/>
                </a:lnTo>
                <a:lnTo>
                  <a:pt x="608324" y="275601"/>
                </a:lnTo>
                <a:lnTo>
                  <a:pt x="609138" y="276919"/>
                </a:lnTo>
                <a:lnTo>
                  <a:pt x="609936" y="278214"/>
                </a:lnTo>
                <a:lnTo>
                  <a:pt x="610714" y="279485"/>
                </a:lnTo>
                <a:lnTo>
                  <a:pt x="611473" y="280729"/>
                </a:lnTo>
                <a:lnTo>
                  <a:pt x="612208" y="281942"/>
                </a:lnTo>
                <a:lnTo>
                  <a:pt x="612212" y="281874"/>
                </a:lnTo>
                <a:lnTo>
                  <a:pt x="612197" y="281784"/>
                </a:lnTo>
                <a:lnTo>
                  <a:pt x="612165" y="281672"/>
                </a:lnTo>
                <a:lnTo>
                  <a:pt x="612117" y="281541"/>
                </a:lnTo>
                <a:lnTo>
                  <a:pt x="612054" y="281391"/>
                </a:lnTo>
                <a:lnTo>
                  <a:pt x="611978" y="281224"/>
                </a:lnTo>
                <a:lnTo>
                  <a:pt x="611888" y="281041"/>
                </a:lnTo>
                <a:lnTo>
                  <a:pt x="611787" y="280844"/>
                </a:lnTo>
                <a:lnTo>
                  <a:pt x="611676" y="280634"/>
                </a:lnTo>
                <a:lnTo>
                  <a:pt x="611554" y="280412"/>
                </a:lnTo>
                <a:lnTo>
                  <a:pt x="611425" y="280180"/>
                </a:lnTo>
                <a:lnTo>
                  <a:pt x="611288" y="279939"/>
                </a:lnTo>
                <a:lnTo>
                  <a:pt x="611144" y="279690"/>
                </a:lnTo>
                <a:lnTo>
                  <a:pt x="610995" y="279435"/>
                </a:lnTo>
                <a:lnTo>
                  <a:pt x="610843" y="279175"/>
                </a:lnTo>
                <a:lnTo>
                  <a:pt x="610687" y="278911"/>
                </a:lnTo>
                <a:lnTo>
                  <a:pt x="610529" y="278645"/>
                </a:lnTo>
                <a:lnTo>
                  <a:pt x="610370" y="278378"/>
                </a:lnTo>
                <a:lnTo>
                  <a:pt x="610211" y="278111"/>
                </a:lnTo>
                <a:lnTo>
                  <a:pt x="610054" y="277846"/>
                </a:lnTo>
                <a:lnTo>
                  <a:pt x="609899" y="277584"/>
                </a:lnTo>
                <a:lnTo>
                  <a:pt x="609747" y="277326"/>
                </a:lnTo>
                <a:lnTo>
                  <a:pt x="609600" y="277075"/>
                </a:lnTo>
                <a:lnTo>
                  <a:pt x="609458" y="276830"/>
                </a:lnTo>
                <a:lnTo>
                  <a:pt x="609493" y="276823"/>
                </a:lnTo>
                <a:lnTo>
                  <a:pt x="609537" y="276837"/>
                </a:lnTo>
                <a:lnTo>
                  <a:pt x="609589" y="276872"/>
                </a:lnTo>
                <a:lnTo>
                  <a:pt x="609649" y="276926"/>
                </a:lnTo>
                <a:lnTo>
                  <a:pt x="609716" y="276997"/>
                </a:lnTo>
                <a:lnTo>
                  <a:pt x="609790" y="277085"/>
                </a:lnTo>
                <a:lnTo>
                  <a:pt x="609870" y="277188"/>
                </a:lnTo>
                <a:lnTo>
                  <a:pt x="609956" y="277306"/>
                </a:lnTo>
                <a:lnTo>
                  <a:pt x="610047" y="277435"/>
                </a:lnTo>
                <a:lnTo>
                  <a:pt x="610143" y="277576"/>
                </a:lnTo>
                <a:lnTo>
                  <a:pt x="610243" y="277727"/>
                </a:lnTo>
                <a:lnTo>
                  <a:pt x="610347" y="277887"/>
                </a:lnTo>
                <a:lnTo>
                  <a:pt x="610454" y="278055"/>
                </a:lnTo>
                <a:lnTo>
                  <a:pt x="610564" y="278229"/>
                </a:lnTo>
                <a:lnTo>
                  <a:pt x="610675" y="278408"/>
                </a:lnTo>
                <a:lnTo>
                  <a:pt x="610789" y="278590"/>
                </a:lnTo>
                <a:lnTo>
                  <a:pt x="610904" y="278776"/>
                </a:lnTo>
                <a:lnTo>
                  <a:pt x="611019" y="278962"/>
                </a:lnTo>
                <a:lnTo>
                  <a:pt x="611134" y="279148"/>
                </a:lnTo>
                <a:lnTo>
                  <a:pt x="611250" y="279334"/>
                </a:lnTo>
                <a:lnTo>
                  <a:pt x="611364" y="279516"/>
                </a:lnTo>
                <a:lnTo>
                  <a:pt x="611477" y="279695"/>
                </a:lnTo>
                <a:lnTo>
                  <a:pt x="611588" y="279869"/>
                </a:lnTo>
                <a:lnTo>
                  <a:pt x="611696" y="280036"/>
                </a:lnTo>
                <a:lnTo>
                  <a:pt x="611639" y="279811"/>
                </a:lnTo>
                <a:lnTo>
                  <a:pt x="611533" y="279524"/>
                </a:lnTo>
                <a:lnTo>
                  <a:pt x="611381" y="279178"/>
                </a:lnTo>
                <a:lnTo>
                  <a:pt x="611187" y="278780"/>
                </a:lnTo>
                <a:lnTo>
                  <a:pt x="610955" y="278333"/>
                </a:lnTo>
                <a:lnTo>
                  <a:pt x="610688" y="277842"/>
                </a:lnTo>
                <a:lnTo>
                  <a:pt x="610389" y="277312"/>
                </a:lnTo>
                <a:lnTo>
                  <a:pt x="610063" y="276747"/>
                </a:lnTo>
                <a:lnTo>
                  <a:pt x="609712" y="276151"/>
                </a:lnTo>
                <a:lnTo>
                  <a:pt x="609341" y="275529"/>
                </a:lnTo>
                <a:lnTo>
                  <a:pt x="608952" y="274885"/>
                </a:lnTo>
                <a:lnTo>
                  <a:pt x="608549" y="274225"/>
                </a:lnTo>
                <a:lnTo>
                  <a:pt x="608136" y="273553"/>
                </a:lnTo>
                <a:lnTo>
                  <a:pt x="607717" y="272872"/>
                </a:lnTo>
                <a:lnTo>
                  <a:pt x="607294" y="272189"/>
                </a:lnTo>
                <a:lnTo>
                  <a:pt x="606872" y="271507"/>
                </a:lnTo>
                <a:lnTo>
                  <a:pt x="606454" y="270830"/>
                </a:lnTo>
                <a:lnTo>
                  <a:pt x="606043" y="270164"/>
                </a:lnTo>
                <a:lnTo>
                  <a:pt x="605643" y="269513"/>
                </a:lnTo>
                <a:lnTo>
                  <a:pt x="605258" y="268881"/>
                </a:lnTo>
                <a:lnTo>
                  <a:pt x="604890" y="268273"/>
                </a:lnTo>
                <a:lnTo>
                  <a:pt x="604544" y="267694"/>
                </a:lnTo>
                <a:lnTo>
                  <a:pt x="604223" y="267148"/>
                </a:lnTo>
                <a:lnTo>
                  <a:pt x="603931" y="266640"/>
                </a:lnTo>
                <a:lnTo>
                  <a:pt x="603760" y="266618"/>
                </a:lnTo>
                <a:lnTo>
                  <a:pt x="603548" y="266503"/>
                </a:lnTo>
                <a:lnTo>
                  <a:pt x="603297" y="266298"/>
                </a:lnTo>
                <a:lnTo>
                  <a:pt x="603009" y="266010"/>
                </a:lnTo>
                <a:lnTo>
                  <a:pt x="602686" y="265642"/>
                </a:lnTo>
                <a:lnTo>
                  <a:pt x="602331" y="265200"/>
                </a:lnTo>
                <a:lnTo>
                  <a:pt x="601945" y="264688"/>
                </a:lnTo>
                <a:lnTo>
                  <a:pt x="601530" y="264112"/>
                </a:lnTo>
                <a:lnTo>
                  <a:pt x="601089" y="263476"/>
                </a:lnTo>
                <a:lnTo>
                  <a:pt x="600623" y="262786"/>
                </a:lnTo>
                <a:lnTo>
                  <a:pt x="600135" y="262045"/>
                </a:lnTo>
                <a:lnTo>
                  <a:pt x="599627" y="261260"/>
                </a:lnTo>
                <a:lnTo>
                  <a:pt x="599101" y="260435"/>
                </a:lnTo>
                <a:lnTo>
                  <a:pt x="598558" y="259574"/>
                </a:lnTo>
                <a:lnTo>
                  <a:pt x="598001" y="258683"/>
                </a:lnTo>
                <a:lnTo>
                  <a:pt x="597433" y="257766"/>
                </a:lnTo>
                <a:lnTo>
                  <a:pt x="596854" y="256829"/>
                </a:lnTo>
                <a:lnTo>
                  <a:pt x="596268" y="255876"/>
                </a:lnTo>
                <a:lnTo>
                  <a:pt x="595676" y="254913"/>
                </a:lnTo>
                <a:lnTo>
                  <a:pt x="595080" y="253944"/>
                </a:lnTo>
                <a:lnTo>
                  <a:pt x="594483" y="252973"/>
                </a:lnTo>
                <a:lnTo>
                  <a:pt x="593886" y="252007"/>
                </a:lnTo>
                <a:lnTo>
                  <a:pt x="593292" y="251049"/>
                </a:lnTo>
                <a:lnTo>
                  <a:pt x="592702" y="250105"/>
                </a:lnTo>
                <a:lnTo>
                  <a:pt x="592790" y="250103"/>
                </a:lnTo>
                <a:lnTo>
                  <a:pt x="592878" y="250101"/>
                </a:lnTo>
                <a:lnTo>
                  <a:pt x="592965" y="250099"/>
                </a:lnTo>
                <a:lnTo>
                  <a:pt x="593052" y="250097"/>
                </a:lnTo>
                <a:lnTo>
                  <a:pt x="593139" y="250095"/>
                </a:lnTo>
                <a:lnTo>
                  <a:pt x="593226" y="250093"/>
                </a:lnTo>
                <a:lnTo>
                  <a:pt x="593313" y="250091"/>
                </a:lnTo>
                <a:lnTo>
                  <a:pt x="593399" y="250089"/>
                </a:lnTo>
                <a:lnTo>
                  <a:pt x="593486" y="250087"/>
                </a:lnTo>
                <a:lnTo>
                  <a:pt x="593572" y="250085"/>
                </a:lnTo>
                <a:lnTo>
                  <a:pt x="593658" y="250083"/>
                </a:lnTo>
                <a:lnTo>
                  <a:pt x="593744" y="250081"/>
                </a:lnTo>
                <a:lnTo>
                  <a:pt x="593830" y="250079"/>
                </a:lnTo>
                <a:lnTo>
                  <a:pt x="593916" y="250077"/>
                </a:lnTo>
                <a:lnTo>
                  <a:pt x="594001" y="250075"/>
                </a:lnTo>
                <a:lnTo>
                  <a:pt x="594087" y="250074"/>
                </a:lnTo>
                <a:lnTo>
                  <a:pt x="594173" y="250072"/>
                </a:lnTo>
                <a:lnTo>
                  <a:pt x="594258" y="250070"/>
                </a:lnTo>
                <a:lnTo>
                  <a:pt x="594343" y="250068"/>
                </a:lnTo>
                <a:lnTo>
                  <a:pt x="594429" y="250066"/>
                </a:lnTo>
                <a:lnTo>
                  <a:pt x="594514" y="250064"/>
                </a:lnTo>
                <a:lnTo>
                  <a:pt x="594600" y="250062"/>
                </a:lnTo>
                <a:lnTo>
                  <a:pt x="594685" y="250060"/>
                </a:lnTo>
                <a:lnTo>
                  <a:pt x="594770" y="250059"/>
                </a:lnTo>
                <a:lnTo>
                  <a:pt x="595446" y="251156"/>
                </a:lnTo>
                <a:lnTo>
                  <a:pt x="596141" y="252287"/>
                </a:lnTo>
                <a:lnTo>
                  <a:pt x="596852" y="253448"/>
                </a:lnTo>
                <a:lnTo>
                  <a:pt x="597576" y="254634"/>
                </a:lnTo>
                <a:lnTo>
                  <a:pt x="598312" y="255841"/>
                </a:lnTo>
                <a:lnTo>
                  <a:pt x="599055" y="257064"/>
                </a:lnTo>
                <a:lnTo>
                  <a:pt x="599804" y="258298"/>
                </a:lnTo>
                <a:lnTo>
                  <a:pt x="600556" y="259541"/>
                </a:lnTo>
                <a:lnTo>
                  <a:pt x="601308" y="260785"/>
                </a:lnTo>
                <a:lnTo>
                  <a:pt x="602058" y="262029"/>
                </a:lnTo>
                <a:lnTo>
                  <a:pt x="602803" y="263266"/>
                </a:lnTo>
                <a:lnTo>
                  <a:pt x="603540" y="264493"/>
                </a:lnTo>
                <a:lnTo>
                  <a:pt x="604267" y="265705"/>
                </a:lnTo>
                <a:lnTo>
                  <a:pt x="604982" y="266898"/>
                </a:lnTo>
                <a:lnTo>
                  <a:pt x="605680" y="268067"/>
                </a:lnTo>
                <a:lnTo>
                  <a:pt x="606361" y="269208"/>
                </a:lnTo>
                <a:lnTo>
                  <a:pt x="607021" y="270316"/>
                </a:lnTo>
                <a:lnTo>
                  <a:pt x="607657" y="271387"/>
                </a:lnTo>
                <a:lnTo>
                  <a:pt x="608268" y="272417"/>
                </a:lnTo>
                <a:lnTo>
                  <a:pt x="608849" y="273400"/>
                </a:lnTo>
                <a:lnTo>
                  <a:pt x="609400" y="274333"/>
                </a:lnTo>
                <a:lnTo>
                  <a:pt x="609916" y="275211"/>
                </a:lnTo>
                <a:lnTo>
                  <a:pt x="610396" y="276030"/>
                </a:lnTo>
                <a:lnTo>
                  <a:pt x="610837" y="276785"/>
                </a:lnTo>
                <a:lnTo>
                  <a:pt x="611546" y="277989"/>
                </a:lnTo>
                <a:lnTo>
                  <a:pt x="612061" y="278860"/>
                </a:lnTo>
                <a:lnTo>
                  <a:pt x="612396" y="279423"/>
                </a:lnTo>
                <a:lnTo>
                  <a:pt x="612565" y="279704"/>
                </a:lnTo>
                <a:lnTo>
                  <a:pt x="612584" y="279727"/>
                </a:lnTo>
                <a:lnTo>
                  <a:pt x="612468" y="279517"/>
                </a:lnTo>
                <a:lnTo>
                  <a:pt x="612231" y="279100"/>
                </a:lnTo>
                <a:lnTo>
                  <a:pt x="611887" y="278501"/>
                </a:lnTo>
                <a:lnTo>
                  <a:pt x="611453" y="277745"/>
                </a:lnTo>
                <a:lnTo>
                  <a:pt x="610943" y="276857"/>
                </a:lnTo>
                <a:lnTo>
                  <a:pt x="610371" y="275861"/>
                </a:lnTo>
                <a:lnTo>
                  <a:pt x="609753" y="274784"/>
                </a:lnTo>
                <a:lnTo>
                  <a:pt x="609103" y="273650"/>
                </a:lnTo>
                <a:lnTo>
                  <a:pt x="608436" y="272485"/>
                </a:lnTo>
                <a:lnTo>
                  <a:pt x="607767" y="271313"/>
                </a:lnTo>
                <a:lnTo>
                  <a:pt x="607111" y="270159"/>
                </a:lnTo>
                <a:lnTo>
                  <a:pt x="606482" y="269049"/>
                </a:lnTo>
                <a:lnTo>
                  <a:pt x="605896" y="268008"/>
                </a:lnTo>
                <a:lnTo>
                  <a:pt x="605368" y="267060"/>
                </a:lnTo>
                <a:lnTo>
                  <a:pt x="604911" y="266232"/>
                </a:lnTo>
                <a:lnTo>
                  <a:pt x="604542" y="265548"/>
                </a:lnTo>
                <a:lnTo>
                  <a:pt x="604274" y="265032"/>
                </a:lnTo>
                <a:lnTo>
                  <a:pt x="604123" y="264711"/>
                </a:lnTo>
                <a:lnTo>
                  <a:pt x="604104" y="264610"/>
                </a:lnTo>
                <a:lnTo>
                  <a:pt x="604305" y="264886"/>
                </a:lnTo>
                <a:lnTo>
                  <a:pt x="604786" y="265648"/>
                </a:lnTo>
                <a:lnTo>
                  <a:pt x="605520" y="266851"/>
                </a:lnTo>
                <a:lnTo>
                  <a:pt x="606479" y="268445"/>
                </a:lnTo>
                <a:lnTo>
                  <a:pt x="607637" y="270383"/>
                </a:lnTo>
                <a:lnTo>
                  <a:pt x="608966" y="272618"/>
                </a:lnTo>
                <a:lnTo>
                  <a:pt x="610439" y="275102"/>
                </a:lnTo>
                <a:lnTo>
                  <a:pt x="612029" y="277788"/>
                </a:lnTo>
                <a:lnTo>
                  <a:pt x="613709" y="280627"/>
                </a:lnTo>
                <a:lnTo>
                  <a:pt x="615451" y="283573"/>
                </a:lnTo>
                <a:lnTo>
                  <a:pt x="617228" y="286577"/>
                </a:lnTo>
                <a:lnTo>
                  <a:pt x="619014" y="289592"/>
                </a:lnTo>
                <a:lnTo>
                  <a:pt x="620780" y="292571"/>
                </a:lnTo>
                <a:lnTo>
                  <a:pt x="622499" y="295466"/>
                </a:lnTo>
                <a:lnTo>
                  <a:pt x="624145" y="298230"/>
                </a:lnTo>
                <a:lnTo>
                  <a:pt x="625690" y="300814"/>
                </a:lnTo>
                <a:lnTo>
                  <a:pt x="627107" y="303171"/>
                </a:lnTo>
                <a:lnTo>
                  <a:pt x="628368" y="305253"/>
                </a:lnTo>
                <a:lnTo>
                  <a:pt x="629447" y="307014"/>
                </a:lnTo>
                <a:lnTo>
                  <a:pt x="630317" y="308405"/>
                </a:lnTo>
                <a:lnTo>
                  <a:pt x="630949" y="309379"/>
                </a:lnTo>
                <a:lnTo>
                  <a:pt x="631317" y="309888"/>
                </a:lnTo>
                <a:lnTo>
                  <a:pt x="631394" y="309885"/>
                </a:lnTo>
                <a:lnTo>
                  <a:pt x="631152" y="309322"/>
                </a:lnTo>
                <a:lnTo>
                  <a:pt x="630645" y="308320"/>
                </a:lnTo>
                <a:lnTo>
                  <a:pt x="629881" y="306898"/>
                </a:lnTo>
                <a:lnTo>
                  <a:pt x="628879" y="305090"/>
                </a:lnTo>
                <a:lnTo>
                  <a:pt x="627658" y="302929"/>
                </a:lnTo>
                <a:lnTo>
                  <a:pt x="626240" y="300450"/>
                </a:lnTo>
                <a:lnTo>
                  <a:pt x="624645" y="297687"/>
                </a:lnTo>
                <a:lnTo>
                  <a:pt x="622891" y="294673"/>
                </a:lnTo>
                <a:lnTo>
                  <a:pt x="621001" y="291443"/>
                </a:lnTo>
                <a:lnTo>
                  <a:pt x="618992" y="288030"/>
                </a:lnTo>
                <a:lnTo>
                  <a:pt x="616886" y="284469"/>
                </a:lnTo>
                <a:lnTo>
                  <a:pt x="614703" y="280794"/>
                </a:lnTo>
                <a:lnTo>
                  <a:pt x="612462" y="277038"/>
                </a:lnTo>
                <a:lnTo>
                  <a:pt x="610184" y="273236"/>
                </a:lnTo>
                <a:lnTo>
                  <a:pt x="607889" y="269421"/>
                </a:lnTo>
                <a:lnTo>
                  <a:pt x="605597" y="265627"/>
                </a:lnTo>
                <a:lnTo>
                  <a:pt x="603327" y="261890"/>
                </a:lnTo>
                <a:lnTo>
                  <a:pt x="601101" y="258241"/>
                </a:lnTo>
                <a:lnTo>
                  <a:pt x="598937" y="254716"/>
                </a:lnTo>
                <a:lnTo>
                  <a:pt x="596856" y="251348"/>
                </a:lnTo>
                <a:lnTo>
                  <a:pt x="594878" y="248172"/>
                </a:lnTo>
                <a:lnTo>
                  <a:pt x="593024" y="245221"/>
                </a:lnTo>
                <a:lnTo>
                  <a:pt x="591313" y="242529"/>
                </a:lnTo>
                <a:lnTo>
                  <a:pt x="589765" y="240131"/>
                </a:lnTo>
                <a:lnTo>
                  <a:pt x="588400" y="238060"/>
                </a:lnTo>
                <a:lnTo>
                  <a:pt x="588006" y="237365"/>
                </a:lnTo>
                <a:lnTo>
                  <a:pt x="587615" y="236673"/>
                </a:lnTo>
                <a:lnTo>
                  <a:pt x="587224" y="235984"/>
                </a:lnTo>
                <a:lnTo>
                  <a:pt x="586834" y="235298"/>
                </a:lnTo>
                <a:lnTo>
                  <a:pt x="586445" y="234615"/>
                </a:lnTo>
                <a:lnTo>
                  <a:pt x="586056" y="233935"/>
                </a:lnTo>
                <a:lnTo>
                  <a:pt x="585668" y="233257"/>
                </a:lnTo>
                <a:lnTo>
                  <a:pt x="585278" y="232580"/>
                </a:lnTo>
                <a:lnTo>
                  <a:pt x="584889" y="231906"/>
                </a:lnTo>
                <a:lnTo>
                  <a:pt x="584499" y="231233"/>
                </a:lnTo>
                <a:lnTo>
                  <a:pt x="584107" y="230562"/>
                </a:lnTo>
                <a:lnTo>
                  <a:pt x="583714" y="229891"/>
                </a:lnTo>
                <a:lnTo>
                  <a:pt x="583320" y="229222"/>
                </a:lnTo>
                <a:lnTo>
                  <a:pt x="582923" y="228553"/>
                </a:lnTo>
                <a:lnTo>
                  <a:pt x="582524" y="227884"/>
                </a:lnTo>
                <a:lnTo>
                  <a:pt x="582123" y="227216"/>
                </a:lnTo>
                <a:lnTo>
                  <a:pt x="581719" y="226548"/>
                </a:lnTo>
                <a:lnTo>
                  <a:pt x="581311" y="225879"/>
                </a:lnTo>
                <a:lnTo>
                  <a:pt x="580901" y="225210"/>
                </a:lnTo>
                <a:lnTo>
                  <a:pt x="580486" y="224540"/>
                </a:lnTo>
                <a:lnTo>
                  <a:pt x="580068" y="223869"/>
                </a:lnTo>
                <a:lnTo>
                  <a:pt x="579645" y="223197"/>
                </a:lnTo>
                <a:lnTo>
                  <a:pt x="579218" y="222523"/>
                </a:lnTo>
                <a:lnTo>
                  <a:pt x="578786" y="221847"/>
                </a:lnTo>
                <a:lnTo>
                  <a:pt x="577837" y="220391"/>
                </a:lnTo>
                <a:lnTo>
                  <a:pt x="576886" y="218958"/>
                </a:lnTo>
                <a:lnTo>
                  <a:pt x="575935" y="217548"/>
                </a:lnTo>
                <a:lnTo>
                  <a:pt x="574985" y="216160"/>
                </a:lnTo>
                <a:lnTo>
                  <a:pt x="574037" y="214794"/>
                </a:lnTo>
                <a:lnTo>
                  <a:pt x="573093" y="213448"/>
                </a:lnTo>
                <a:lnTo>
                  <a:pt x="572155" y="212122"/>
                </a:lnTo>
                <a:lnTo>
                  <a:pt x="571222" y="210814"/>
                </a:lnTo>
                <a:lnTo>
                  <a:pt x="570298" y="209524"/>
                </a:lnTo>
                <a:lnTo>
                  <a:pt x="569382" y="208252"/>
                </a:lnTo>
                <a:lnTo>
                  <a:pt x="568477" y="206995"/>
                </a:lnTo>
                <a:lnTo>
                  <a:pt x="567584" y="205754"/>
                </a:lnTo>
                <a:lnTo>
                  <a:pt x="566704" y="204527"/>
                </a:lnTo>
                <a:lnTo>
                  <a:pt x="565839" y="203313"/>
                </a:lnTo>
                <a:lnTo>
                  <a:pt x="564990" y="202113"/>
                </a:lnTo>
                <a:lnTo>
                  <a:pt x="564157" y="200924"/>
                </a:lnTo>
                <a:lnTo>
                  <a:pt x="563344" y="199746"/>
                </a:lnTo>
                <a:lnTo>
                  <a:pt x="562551" y="198579"/>
                </a:lnTo>
                <a:lnTo>
                  <a:pt x="561778" y="197421"/>
                </a:lnTo>
                <a:lnTo>
                  <a:pt x="561029" y="196271"/>
                </a:lnTo>
                <a:lnTo>
                  <a:pt x="560304" y="195128"/>
                </a:lnTo>
                <a:lnTo>
                  <a:pt x="559604" y="193993"/>
                </a:lnTo>
                <a:lnTo>
                  <a:pt x="558931" y="192863"/>
                </a:lnTo>
                <a:lnTo>
                  <a:pt x="558286" y="191738"/>
                </a:lnTo>
                <a:lnTo>
                  <a:pt x="559819" y="193917"/>
                </a:lnTo>
                <a:lnTo>
                  <a:pt x="561368" y="196111"/>
                </a:lnTo>
                <a:lnTo>
                  <a:pt x="562931" y="198319"/>
                </a:lnTo>
                <a:lnTo>
                  <a:pt x="564505" y="200539"/>
                </a:lnTo>
                <a:lnTo>
                  <a:pt x="566088" y="202771"/>
                </a:lnTo>
                <a:lnTo>
                  <a:pt x="567679" y="205013"/>
                </a:lnTo>
                <a:lnTo>
                  <a:pt x="569275" y="207264"/>
                </a:lnTo>
                <a:lnTo>
                  <a:pt x="570875" y="209523"/>
                </a:lnTo>
                <a:lnTo>
                  <a:pt x="572476" y="211789"/>
                </a:lnTo>
                <a:lnTo>
                  <a:pt x="574078" y="214060"/>
                </a:lnTo>
                <a:lnTo>
                  <a:pt x="575677" y="216336"/>
                </a:lnTo>
                <a:lnTo>
                  <a:pt x="577271" y="218615"/>
                </a:lnTo>
                <a:lnTo>
                  <a:pt x="578860" y="220895"/>
                </a:lnTo>
                <a:lnTo>
                  <a:pt x="580441" y="223176"/>
                </a:lnTo>
                <a:lnTo>
                  <a:pt x="582011" y="225457"/>
                </a:lnTo>
                <a:lnTo>
                  <a:pt x="583569" y="227736"/>
                </a:lnTo>
                <a:lnTo>
                  <a:pt x="585114" y="230012"/>
                </a:lnTo>
                <a:lnTo>
                  <a:pt x="586642" y="232285"/>
                </a:lnTo>
                <a:lnTo>
                  <a:pt x="588153" y="234552"/>
                </a:lnTo>
                <a:lnTo>
                  <a:pt x="589643" y="236812"/>
                </a:lnTo>
                <a:lnTo>
                  <a:pt x="591112" y="239065"/>
                </a:lnTo>
                <a:lnTo>
                  <a:pt x="592558" y="241309"/>
                </a:lnTo>
                <a:lnTo>
                  <a:pt x="593977" y="243543"/>
                </a:lnTo>
                <a:lnTo>
                  <a:pt x="595369" y="245766"/>
                </a:lnTo>
                <a:lnTo>
                  <a:pt x="595353" y="245696"/>
                </a:lnTo>
                <a:lnTo>
                  <a:pt x="595337" y="245626"/>
                </a:lnTo>
                <a:lnTo>
                  <a:pt x="595321" y="245556"/>
                </a:lnTo>
                <a:lnTo>
                  <a:pt x="595305" y="245486"/>
                </a:lnTo>
                <a:lnTo>
                  <a:pt x="595289" y="245417"/>
                </a:lnTo>
                <a:lnTo>
                  <a:pt x="595273" y="245347"/>
                </a:lnTo>
                <a:lnTo>
                  <a:pt x="595257" y="245278"/>
                </a:lnTo>
                <a:lnTo>
                  <a:pt x="595241" y="245209"/>
                </a:lnTo>
                <a:lnTo>
                  <a:pt x="595226" y="245140"/>
                </a:lnTo>
                <a:lnTo>
                  <a:pt x="595210" y="245071"/>
                </a:lnTo>
                <a:lnTo>
                  <a:pt x="595194" y="245002"/>
                </a:lnTo>
                <a:lnTo>
                  <a:pt x="595178" y="244934"/>
                </a:lnTo>
                <a:lnTo>
                  <a:pt x="595163" y="244865"/>
                </a:lnTo>
                <a:lnTo>
                  <a:pt x="595147" y="244797"/>
                </a:lnTo>
                <a:lnTo>
                  <a:pt x="595131" y="244728"/>
                </a:lnTo>
                <a:lnTo>
                  <a:pt x="595116" y="244660"/>
                </a:lnTo>
                <a:lnTo>
                  <a:pt x="595100" y="244592"/>
                </a:lnTo>
                <a:lnTo>
                  <a:pt x="595084" y="244523"/>
                </a:lnTo>
                <a:lnTo>
                  <a:pt x="595069" y="244455"/>
                </a:lnTo>
                <a:lnTo>
                  <a:pt x="595053" y="244387"/>
                </a:lnTo>
                <a:lnTo>
                  <a:pt x="595037" y="244319"/>
                </a:lnTo>
                <a:lnTo>
                  <a:pt x="595022" y="244251"/>
                </a:lnTo>
                <a:lnTo>
                  <a:pt x="595006" y="244182"/>
                </a:lnTo>
                <a:lnTo>
                  <a:pt x="594990" y="244114"/>
                </a:lnTo>
                <a:lnTo>
                  <a:pt x="596108" y="245914"/>
                </a:lnTo>
                <a:lnTo>
                  <a:pt x="597265" y="247784"/>
                </a:lnTo>
                <a:lnTo>
                  <a:pt x="598455" y="249714"/>
                </a:lnTo>
                <a:lnTo>
                  <a:pt x="599672" y="251695"/>
                </a:lnTo>
                <a:lnTo>
                  <a:pt x="600910" y="253717"/>
                </a:lnTo>
                <a:lnTo>
                  <a:pt x="602164" y="255767"/>
                </a:lnTo>
                <a:lnTo>
                  <a:pt x="603427" y="257838"/>
                </a:lnTo>
                <a:lnTo>
                  <a:pt x="604694" y="259917"/>
                </a:lnTo>
                <a:lnTo>
                  <a:pt x="605958" y="261995"/>
                </a:lnTo>
                <a:lnTo>
                  <a:pt x="607214" y="264062"/>
                </a:lnTo>
                <a:lnTo>
                  <a:pt x="608455" y="266108"/>
                </a:lnTo>
                <a:lnTo>
                  <a:pt x="609676" y="268121"/>
                </a:lnTo>
                <a:lnTo>
                  <a:pt x="610871" y="270092"/>
                </a:lnTo>
                <a:lnTo>
                  <a:pt x="612034" y="272011"/>
                </a:lnTo>
                <a:lnTo>
                  <a:pt x="613158" y="273866"/>
                </a:lnTo>
                <a:lnTo>
                  <a:pt x="614239" y="275649"/>
                </a:lnTo>
                <a:lnTo>
                  <a:pt x="615269" y="277348"/>
                </a:lnTo>
                <a:lnTo>
                  <a:pt x="616244" y="278954"/>
                </a:lnTo>
                <a:lnTo>
                  <a:pt x="617156" y="280455"/>
                </a:lnTo>
                <a:lnTo>
                  <a:pt x="618001" y="281842"/>
                </a:lnTo>
                <a:lnTo>
                  <a:pt x="618772" y="283105"/>
                </a:lnTo>
                <a:lnTo>
                  <a:pt x="619464" y="284233"/>
                </a:lnTo>
                <a:lnTo>
                  <a:pt x="620069" y="285216"/>
                </a:lnTo>
                <a:lnTo>
                  <a:pt x="620584" y="286043"/>
                </a:lnTo>
                <a:lnTo>
                  <a:pt x="619648" y="284315"/>
                </a:lnTo>
                <a:lnTo>
                  <a:pt x="618674" y="282535"/>
                </a:lnTo>
                <a:lnTo>
                  <a:pt x="617665" y="280708"/>
                </a:lnTo>
                <a:lnTo>
                  <a:pt x="616624" y="278839"/>
                </a:lnTo>
                <a:lnTo>
                  <a:pt x="615554" y="276935"/>
                </a:lnTo>
                <a:lnTo>
                  <a:pt x="614459" y="275000"/>
                </a:lnTo>
                <a:lnTo>
                  <a:pt x="613342" y="273041"/>
                </a:lnTo>
                <a:lnTo>
                  <a:pt x="612207" y="271064"/>
                </a:lnTo>
                <a:lnTo>
                  <a:pt x="611057" y="269073"/>
                </a:lnTo>
                <a:lnTo>
                  <a:pt x="609895" y="267074"/>
                </a:lnTo>
                <a:lnTo>
                  <a:pt x="608725" y="265073"/>
                </a:lnTo>
                <a:lnTo>
                  <a:pt x="607550" y="263076"/>
                </a:lnTo>
                <a:lnTo>
                  <a:pt x="606373" y="261088"/>
                </a:lnTo>
                <a:lnTo>
                  <a:pt x="605198" y="259114"/>
                </a:lnTo>
                <a:lnTo>
                  <a:pt x="604028" y="257161"/>
                </a:lnTo>
                <a:lnTo>
                  <a:pt x="602866" y="255234"/>
                </a:lnTo>
                <a:lnTo>
                  <a:pt x="601716" y="253338"/>
                </a:lnTo>
                <a:lnTo>
                  <a:pt x="600582" y="251479"/>
                </a:lnTo>
                <a:lnTo>
                  <a:pt x="599465" y="249663"/>
                </a:lnTo>
                <a:lnTo>
                  <a:pt x="598371" y="247895"/>
                </a:lnTo>
                <a:lnTo>
                  <a:pt x="597302" y="246181"/>
                </a:lnTo>
                <a:lnTo>
                  <a:pt x="596261" y="244526"/>
                </a:lnTo>
                <a:lnTo>
                  <a:pt x="595252" y="242937"/>
                </a:lnTo>
                <a:lnTo>
                  <a:pt x="594279" y="241418"/>
                </a:lnTo>
                <a:lnTo>
                  <a:pt x="594291" y="241400"/>
                </a:lnTo>
                <a:lnTo>
                  <a:pt x="594302" y="241382"/>
                </a:lnTo>
                <a:lnTo>
                  <a:pt x="594314" y="241364"/>
                </a:lnTo>
                <a:lnTo>
                  <a:pt x="594325" y="241346"/>
                </a:lnTo>
                <a:lnTo>
                  <a:pt x="594337" y="241328"/>
                </a:lnTo>
                <a:lnTo>
                  <a:pt x="594348" y="241310"/>
                </a:lnTo>
                <a:lnTo>
                  <a:pt x="594360" y="241292"/>
                </a:lnTo>
                <a:lnTo>
                  <a:pt x="594371" y="241274"/>
                </a:lnTo>
                <a:lnTo>
                  <a:pt x="594383" y="241257"/>
                </a:lnTo>
                <a:lnTo>
                  <a:pt x="594394" y="241239"/>
                </a:lnTo>
                <a:lnTo>
                  <a:pt x="594405" y="241221"/>
                </a:lnTo>
                <a:lnTo>
                  <a:pt x="594417" y="241203"/>
                </a:lnTo>
                <a:lnTo>
                  <a:pt x="594428" y="241186"/>
                </a:lnTo>
                <a:lnTo>
                  <a:pt x="594439" y="241168"/>
                </a:lnTo>
                <a:lnTo>
                  <a:pt x="594451" y="241150"/>
                </a:lnTo>
                <a:lnTo>
                  <a:pt x="594462" y="241133"/>
                </a:lnTo>
                <a:lnTo>
                  <a:pt x="594473" y="241115"/>
                </a:lnTo>
                <a:lnTo>
                  <a:pt x="594485" y="241097"/>
                </a:lnTo>
                <a:lnTo>
                  <a:pt x="594496" y="241080"/>
                </a:lnTo>
                <a:lnTo>
                  <a:pt x="594507" y="241062"/>
                </a:lnTo>
                <a:lnTo>
                  <a:pt x="594518" y="241044"/>
                </a:lnTo>
                <a:lnTo>
                  <a:pt x="594530" y="241027"/>
                </a:lnTo>
                <a:lnTo>
                  <a:pt x="594541" y="241009"/>
                </a:lnTo>
                <a:lnTo>
                  <a:pt x="594552" y="240991"/>
                </a:lnTo>
                <a:lnTo>
                  <a:pt x="595108" y="241932"/>
                </a:lnTo>
                <a:lnTo>
                  <a:pt x="595668" y="242877"/>
                </a:lnTo>
                <a:lnTo>
                  <a:pt x="596231" y="243824"/>
                </a:lnTo>
                <a:lnTo>
                  <a:pt x="596795" y="244770"/>
                </a:lnTo>
                <a:lnTo>
                  <a:pt x="597360" y="245712"/>
                </a:lnTo>
                <a:lnTo>
                  <a:pt x="597923" y="246646"/>
                </a:lnTo>
                <a:lnTo>
                  <a:pt x="598484" y="247570"/>
                </a:lnTo>
                <a:lnTo>
                  <a:pt x="599042" y="248480"/>
                </a:lnTo>
                <a:lnTo>
                  <a:pt x="599593" y="249373"/>
                </a:lnTo>
                <a:lnTo>
                  <a:pt x="600139" y="250247"/>
                </a:lnTo>
                <a:lnTo>
                  <a:pt x="600676" y="251097"/>
                </a:lnTo>
                <a:lnTo>
                  <a:pt x="601204" y="251921"/>
                </a:lnTo>
                <a:lnTo>
                  <a:pt x="601721" y="252716"/>
                </a:lnTo>
                <a:lnTo>
                  <a:pt x="602226" y="253479"/>
                </a:lnTo>
                <a:lnTo>
                  <a:pt x="602718" y="254207"/>
                </a:lnTo>
                <a:lnTo>
                  <a:pt x="603194" y="254895"/>
                </a:lnTo>
                <a:lnTo>
                  <a:pt x="603655" y="255542"/>
                </a:lnTo>
                <a:lnTo>
                  <a:pt x="604098" y="256144"/>
                </a:lnTo>
                <a:lnTo>
                  <a:pt x="604522" y="256698"/>
                </a:lnTo>
                <a:lnTo>
                  <a:pt x="604926" y="257201"/>
                </a:lnTo>
                <a:lnTo>
                  <a:pt x="605308" y="257650"/>
                </a:lnTo>
                <a:lnTo>
                  <a:pt x="605667" y="258042"/>
                </a:lnTo>
                <a:lnTo>
                  <a:pt x="606002" y="258373"/>
                </a:lnTo>
                <a:lnTo>
                  <a:pt x="606311" y="258641"/>
                </a:lnTo>
                <a:lnTo>
                  <a:pt x="605619" y="257541"/>
                </a:lnTo>
                <a:lnTo>
                  <a:pt x="604954" y="256482"/>
                </a:lnTo>
                <a:lnTo>
                  <a:pt x="604315" y="255461"/>
                </a:lnTo>
                <a:lnTo>
                  <a:pt x="603701" y="254478"/>
                </a:lnTo>
                <a:lnTo>
                  <a:pt x="603110" y="253530"/>
                </a:lnTo>
                <a:lnTo>
                  <a:pt x="602542" y="252616"/>
                </a:lnTo>
                <a:lnTo>
                  <a:pt x="601994" y="251734"/>
                </a:lnTo>
                <a:lnTo>
                  <a:pt x="601467" y="250883"/>
                </a:lnTo>
                <a:lnTo>
                  <a:pt x="600958" y="250061"/>
                </a:lnTo>
                <a:lnTo>
                  <a:pt x="600467" y="249266"/>
                </a:lnTo>
                <a:lnTo>
                  <a:pt x="599992" y="248496"/>
                </a:lnTo>
                <a:lnTo>
                  <a:pt x="599533" y="247751"/>
                </a:lnTo>
                <a:lnTo>
                  <a:pt x="599087" y="247029"/>
                </a:lnTo>
                <a:lnTo>
                  <a:pt x="598655" y="246327"/>
                </a:lnTo>
                <a:lnTo>
                  <a:pt x="598234" y="245644"/>
                </a:lnTo>
                <a:lnTo>
                  <a:pt x="597823" y="244979"/>
                </a:lnTo>
                <a:lnTo>
                  <a:pt x="597422" y="244329"/>
                </a:lnTo>
                <a:lnTo>
                  <a:pt x="597029" y="243694"/>
                </a:lnTo>
                <a:lnTo>
                  <a:pt x="596643" y="243072"/>
                </a:lnTo>
                <a:lnTo>
                  <a:pt x="596263" y="242460"/>
                </a:lnTo>
                <a:lnTo>
                  <a:pt x="595888" y="241858"/>
                </a:lnTo>
                <a:lnTo>
                  <a:pt x="595516" y="241264"/>
                </a:lnTo>
                <a:lnTo>
                  <a:pt x="595146" y="240675"/>
                </a:lnTo>
                <a:lnTo>
                  <a:pt x="594777" y="240092"/>
                </a:lnTo>
                <a:lnTo>
                  <a:pt x="594892" y="240186"/>
                </a:lnTo>
                <a:lnTo>
                  <a:pt x="595005" y="240273"/>
                </a:lnTo>
                <a:lnTo>
                  <a:pt x="595116" y="240350"/>
                </a:lnTo>
                <a:lnTo>
                  <a:pt x="595224" y="240420"/>
                </a:lnTo>
                <a:lnTo>
                  <a:pt x="595329" y="240480"/>
                </a:lnTo>
                <a:lnTo>
                  <a:pt x="595431" y="240531"/>
                </a:lnTo>
                <a:lnTo>
                  <a:pt x="595529" y="240572"/>
                </a:lnTo>
                <a:lnTo>
                  <a:pt x="595622" y="240604"/>
                </a:lnTo>
                <a:lnTo>
                  <a:pt x="595712" y="240626"/>
                </a:lnTo>
                <a:lnTo>
                  <a:pt x="595796" y="240638"/>
                </a:lnTo>
                <a:lnTo>
                  <a:pt x="595876" y="240640"/>
                </a:lnTo>
                <a:lnTo>
                  <a:pt x="595950" y="240631"/>
                </a:lnTo>
                <a:lnTo>
                  <a:pt x="596018" y="240612"/>
                </a:lnTo>
                <a:lnTo>
                  <a:pt x="596080" y="240581"/>
                </a:lnTo>
                <a:lnTo>
                  <a:pt x="596136" y="240540"/>
                </a:lnTo>
                <a:lnTo>
                  <a:pt x="596185" y="240487"/>
                </a:lnTo>
                <a:lnTo>
                  <a:pt x="596227" y="240422"/>
                </a:lnTo>
                <a:lnTo>
                  <a:pt x="596261" y="240345"/>
                </a:lnTo>
                <a:lnTo>
                  <a:pt x="596287" y="240257"/>
                </a:lnTo>
                <a:lnTo>
                  <a:pt x="596306" y="240156"/>
                </a:lnTo>
                <a:lnTo>
                  <a:pt x="596315" y="240042"/>
                </a:lnTo>
                <a:lnTo>
                  <a:pt x="596316" y="239916"/>
                </a:lnTo>
                <a:lnTo>
                  <a:pt x="596308" y="239777"/>
                </a:lnTo>
                <a:lnTo>
                  <a:pt x="596290" y="239625"/>
                </a:lnTo>
                <a:lnTo>
                  <a:pt x="597168" y="240993"/>
                </a:lnTo>
                <a:lnTo>
                  <a:pt x="598043" y="242361"/>
                </a:lnTo>
                <a:lnTo>
                  <a:pt x="598916" y="243731"/>
                </a:lnTo>
                <a:lnTo>
                  <a:pt x="599788" y="245102"/>
                </a:lnTo>
                <a:lnTo>
                  <a:pt x="600658" y="246475"/>
                </a:lnTo>
                <a:lnTo>
                  <a:pt x="601526" y="247849"/>
                </a:lnTo>
                <a:lnTo>
                  <a:pt x="602392" y="249225"/>
                </a:lnTo>
                <a:lnTo>
                  <a:pt x="603257" y="250602"/>
                </a:lnTo>
                <a:lnTo>
                  <a:pt x="604120" y="251982"/>
                </a:lnTo>
                <a:lnTo>
                  <a:pt x="604983" y="253364"/>
                </a:lnTo>
                <a:lnTo>
                  <a:pt x="605844" y="254747"/>
                </a:lnTo>
                <a:lnTo>
                  <a:pt x="606703" y="256134"/>
                </a:lnTo>
                <a:lnTo>
                  <a:pt x="607562" y="257522"/>
                </a:lnTo>
                <a:lnTo>
                  <a:pt x="608420" y="258914"/>
                </a:lnTo>
                <a:lnTo>
                  <a:pt x="609277" y="260308"/>
                </a:lnTo>
                <a:lnTo>
                  <a:pt x="610133" y="261705"/>
                </a:lnTo>
                <a:lnTo>
                  <a:pt x="610988" y="263105"/>
                </a:lnTo>
                <a:lnTo>
                  <a:pt x="611843" y="264508"/>
                </a:lnTo>
                <a:lnTo>
                  <a:pt x="612697" y="265914"/>
                </a:lnTo>
                <a:lnTo>
                  <a:pt x="613551" y="267324"/>
                </a:lnTo>
                <a:lnTo>
                  <a:pt x="614405" y="268737"/>
                </a:lnTo>
                <a:lnTo>
                  <a:pt x="615258" y="270154"/>
                </a:lnTo>
                <a:lnTo>
                  <a:pt x="616111" y="271574"/>
                </a:lnTo>
                <a:lnTo>
                  <a:pt x="616964" y="272999"/>
                </a:lnTo>
                <a:lnTo>
                  <a:pt x="616919" y="273021"/>
                </a:lnTo>
                <a:lnTo>
                  <a:pt x="616846" y="272986"/>
                </a:lnTo>
                <a:lnTo>
                  <a:pt x="616750" y="272900"/>
                </a:lnTo>
                <a:lnTo>
                  <a:pt x="616630" y="272766"/>
                </a:lnTo>
                <a:lnTo>
                  <a:pt x="616489" y="272587"/>
                </a:lnTo>
                <a:lnTo>
                  <a:pt x="616329" y="272369"/>
                </a:lnTo>
                <a:lnTo>
                  <a:pt x="616153" y="272114"/>
                </a:lnTo>
                <a:lnTo>
                  <a:pt x="615961" y="271827"/>
                </a:lnTo>
                <a:lnTo>
                  <a:pt x="615756" y="271512"/>
                </a:lnTo>
                <a:lnTo>
                  <a:pt x="615540" y="271173"/>
                </a:lnTo>
                <a:lnTo>
                  <a:pt x="615314" y="270814"/>
                </a:lnTo>
                <a:lnTo>
                  <a:pt x="615081" y="270439"/>
                </a:lnTo>
                <a:lnTo>
                  <a:pt x="614843" y="270051"/>
                </a:lnTo>
                <a:lnTo>
                  <a:pt x="614601" y="269655"/>
                </a:lnTo>
                <a:lnTo>
                  <a:pt x="614358" y="269255"/>
                </a:lnTo>
                <a:lnTo>
                  <a:pt x="614115" y="268855"/>
                </a:lnTo>
                <a:lnTo>
                  <a:pt x="613874" y="268458"/>
                </a:lnTo>
                <a:lnTo>
                  <a:pt x="613638" y="268069"/>
                </a:lnTo>
                <a:lnTo>
                  <a:pt x="613408" y="267692"/>
                </a:lnTo>
                <a:lnTo>
                  <a:pt x="613185" y="267330"/>
                </a:lnTo>
                <a:lnTo>
                  <a:pt x="612973" y="266989"/>
                </a:lnTo>
                <a:lnTo>
                  <a:pt x="612773" y="266670"/>
                </a:lnTo>
                <a:lnTo>
                  <a:pt x="612587" y="266380"/>
                </a:lnTo>
                <a:lnTo>
                  <a:pt x="612416" y="266121"/>
                </a:lnTo>
                <a:lnTo>
                  <a:pt x="612696" y="266692"/>
                </a:lnTo>
                <a:lnTo>
                  <a:pt x="612956" y="267213"/>
                </a:lnTo>
                <a:lnTo>
                  <a:pt x="613202" y="267694"/>
                </a:lnTo>
                <a:lnTo>
                  <a:pt x="613440" y="268147"/>
                </a:lnTo>
                <a:lnTo>
                  <a:pt x="613676" y="268584"/>
                </a:lnTo>
                <a:lnTo>
                  <a:pt x="613916" y="269016"/>
                </a:lnTo>
                <a:lnTo>
                  <a:pt x="614165" y="269454"/>
                </a:lnTo>
                <a:lnTo>
                  <a:pt x="614429" y="269911"/>
                </a:lnTo>
                <a:lnTo>
                  <a:pt x="614714" y="270397"/>
                </a:lnTo>
                <a:lnTo>
                  <a:pt x="615026" y="270923"/>
                </a:lnTo>
                <a:lnTo>
                  <a:pt x="615371" y="271503"/>
                </a:lnTo>
                <a:lnTo>
                  <a:pt x="615753" y="272146"/>
                </a:lnTo>
                <a:lnTo>
                  <a:pt x="616180" y="272865"/>
                </a:lnTo>
                <a:lnTo>
                  <a:pt x="616656" y="273670"/>
                </a:lnTo>
                <a:lnTo>
                  <a:pt x="617189" y="274574"/>
                </a:lnTo>
                <a:lnTo>
                  <a:pt x="617782" y="275587"/>
                </a:lnTo>
                <a:lnTo>
                  <a:pt x="618443" y="276722"/>
                </a:lnTo>
                <a:lnTo>
                  <a:pt x="619176" y="277990"/>
                </a:lnTo>
                <a:lnTo>
                  <a:pt x="619989" y="279401"/>
                </a:lnTo>
                <a:lnTo>
                  <a:pt x="620886" y="280968"/>
                </a:lnTo>
                <a:lnTo>
                  <a:pt x="621873" y="282703"/>
                </a:lnTo>
                <a:lnTo>
                  <a:pt x="622956" y="284616"/>
                </a:lnTo>
                <a:lnTo>
                  <a:pt x="624140" y="286719"/>
                </a:lnTo>
                <a:lnTo>
                  <a:pt x="625433" y="289023"/>
                </a:lnTo>
                <a:lnTo>
                  <a:pt x="625413" y="288832"/>
                </a:lnTo>
                <a:lnTo>
                  <a:pt x="625340" y="288571"/>
                </a:lnTo>
                <a:lnTo>
                  <a:pt x="625218" y="288244"/>
                </a:lnTo>
                <a:lnTo>
                  <a:pt x="625051" y="287857"/>
                </a:lnTo>
                <a:lnTo>
                  <a:pt x="624843" y="287416"/>
                </a:lnTo>
                <a:lnTo>
                  <a:pt x="624598" y="286925"/>
                </a:lnTo>
                <a:lnTo>
                  <a:pt x="624321" y="286390"/>
                </a:lnTo>
                <a:lnTo>
                  <a:pt x="624017" y="285816"/>
                </a:lnTo>
                <a:lnTo>
                  <a:pt x="623688" y="285209"/>
                </a:lnTo>
                <a:lnTo>
                  <a:pt x="623340" y="284574"/>
                </a:lnTo>
                <a:lnTo>
                  <a:pt x="622976" y="283916"/>
                </a:lnTo>
                <a:lnTo>
                  <a:pt x="622601" y="283241"/>
                </a:lnTo>
                <a:lnTo>
                  <a:pt x="622220" y="282553"/>
                </a:lnTo>
                <a:lnTo>
                  <a:pt x="621836" y="281858"/>
                </a:lnTo>
                <a:lnTo>
                  <a:pt x="621453" y="281162"/>
                </a:lnTo>
                <a:lnTo>
                  <a:pt x="621076" y="280470"/>
                </a:lnTo>
                <a:lnTo>
                  <a:pt x="620709" y="279786"/>
                </a:lnTo>
                <a:lnTo>
                  <a:pt x="620357" y="279117"/>
                </a:lnTo>
                <a:lnTo>
                  <a:pt x="620023" y="278468"/>
                </a:lnTo>
                <a:lnTo>
                  <a:pt x="619712" y="277844"/>
                </a:lnTo>
                <a:lnTo>
                  <a:pt x="619427" y="277250"/>
                </a:lnTo>
                <a:lnTo>
                  <a:pt x="619174" y="276692"/>
                </a:lnTo>
                <a:lnTo>
                  <a:pt x="618957" y="276174"/>
                </a:lnTo>
                <a:lnTo>
                  <a:pt x="618779" y="275703"/>
                </a:lnTo>
                <a:lnTo>
                  <a:pt x="619202" y="276260"/>
                </a:lnTo>
                <a:lnTo>
                  <a:pt x="619689" y="276944"/>
                </a:lnTo>
                <a:lnTo>
                  <a:pt x="620236" y="277745"/>
                </a:lnTo>
                <a:lnTo>
                  <a:pt x="620836" y="278650"/>
                </a:lnTo>
                <a:lnTo>
                  <a:pt x="621482" y="279650"/>
                </a:lnTo>
                <a:lnTo>
                  <a:pt x="622169" y="280732"/>
                </a:lnTo>
                <a:lnTo>
                  <a:pt x="622889" y="281885"/>
                </a:lnTo>
                <a:lnTo>
                  <a:pt x="623638" y="283098"/>
                </a:lnTo>
                <a:lnTo>
                  <a:pt x="624408" y="284359"/>
                </a:lnTo>
                <a:lnTo>
                  <a:pt x="625195" y="285657"/>
                </a:lnTo>
                <a:lnTo>
                  <a:pt x="625990" y="286980"/>
                </a:lnTo>
                <a:lnTo>
                  <a:pt x="626789" y="288318"/>
                </a:lnTo>
                <a:lnTo>
                  <a:pt x="627584" y="289659"/>
                </a:lnTo>
                <a:lnTo>
                  <a:pt x="628370" y="290991"/>
                </a:lnTo>
                <a:lnTo>
                  <a:pt x="629141" y="292304"/>
                </a:lnTo>
                <a:lnTo>
                  <a:pt x="629891" y="293585"/>
                </a:lnTo>
                <a:lnTo>
                  <a:pt x="630612" y="294824"/>
                </a:lnTo>
                <a:lnTo>
                  <a:pt x="631300" y="296010"/>
                </a:lnTo>
                <a:lnTo>
                  <a:pt x="631947" y="297129"/>
                </a:lnTo>
                <a:lnTo>
                  <a:pt x="632548" y="298173"/>
                </a:lnTo>
                <a:lnTo>
                  <a:pt x="633096" y="299128"/>
                </a:lnTo>
                <a:lnTo>
                  <a:pt x="633586" y="299984"/>
                </a:lnTo>
                <a:lnTo>
                  <a:pt x="634010" y="300730"/>
                </a:lnTo>
                <a:lnTo>
                  <a:pt x="634363" y="301353"/>
                </a:lnTo>
                <a:lnTo>
                  <a:pt x="634450" y="301267"/>
                </a:lnTo>
                <a:lnTo>
                  <a:pt x="634429" y="301012"/>
                </a:lnTo>
                <a:lnTo>
                  <a:pt x="634307" y="300601"/>
                </a:lnTo>
                <a:lnTo>
                  <a:pt x="634092" y="300048"/>
                </a:lnTo>
                <a:lnTo>
                  <a:pt x="633794" y="299364"/>
                </a:lnTo>
                <a:lnTo>
                  <a:pt x="633420" y="298564"/>
                </a:lnTo>
                <a:lnTo>
                  <a:pt x="632978" y="297660"/>
                </a:lnTo>
                <a:lnTo>
                  <a:pt x="632476" y="296664"/>
                </a:lnTo>
                <a:lnTo>
                  <a:pt x="631923" y="295590"/>
                </a:lnTo>
                <a:lnTo>
                  <a:pt x="631326" y="294450"/>
                </a:lnTo>
                <a:lnTo>
                  <a:pt x="630694" y="293258"/>
                </a:lnTo>
                <a:lnTo>
                  <a:pt x="630036" y="292027"/>
                </a:lnTo>
                <a:lnTo>
                  <a:pt x="629358" y="290768"/>
                </a:lnTo>
                <a:lnTo>
                  <a:pt x="628669" y="289496"/>
                </a:lnTo>
                <a:lnTo>
                  <a:pt x="627978" y="288223"/>
                </a:lnTo>
                <a:lnTo>
                  <a:pt x="627293" y="286962"/>
                </a:lnTo>
                <a:lnTo>
                  <a:pt x="626621" y="285726"/>
                </a:lnTo>
                <a:lnTo>
                  <a:pt x="625972" y="284527"/>
                </a:lnTo>
                <a:lnTo>
                  <a:pt x="625352" y="283379"/>
                </a:lnTo>
                <a:lnTo>
                  <a:pt x="624770" y="282295"/>
                </a:lnTo>
                <a:lnTo>
                  <a:pt x="624235" y="281287"/>
                </a:lnTo>
                <a:lnTo>
                  <a:pt x="623754" y="280369"/>
                </a:lnTo>
                <a:lnTo>
                  <a:pt x="623336" y="279552"/>
                </a:lnTo>
                <a:lnTo>
                  <a:pt x="622988" y="278851"/>
                </a:lnTo>
                <a:lnTo>
                  <a:pt x="622920" y="278718"/>
                </a:lnTo>
                <a:lnTo>
                  <a:pt x="622858" y="278596"/>
                </a:lnTo>
                <a:lnTo>
                  <a:pt x="622804" y="278487"/>
                </a:lnTo>
                <a:lnTo>
                  <a:pt x="622758" y="278393"/>
                </a:lnTo>
                <a:lnTo>
                  <a:pt x="622722" y="278315"/>
                </a:lnTo>
                <a:lnTo>
                  <a:pt x="622696" y="278255"/>
                </a:lnTo>
                <a:lnTo>
                  <a:pt x="622682" y="278213"/>
                </a:lnTo>
                <a:lnTo>
                  <a:pt x="622679" y="278192"/>
                </a:lnTo>
                <a:lnTo>
                  <a:pt x="622690" y="278193"/>
                </a:lnTo>
                <a:lnTo>
                  <a:pt x="622715" y="278218"/>
                </a:lnTo>
                <a:lnTo>
                  <a:pt x="622755" y="278267"/>
                </a:lnTo>
                <a:lnTo>
                  <a:pt x="622811" y="278342"/>
                </a:lnTo>
                <a:lnTo>
                  <a:pt x="622883" y="278446"/>
                </a:lnTo>
                <a:lnTo>
                  <a:pt x="622974" y="278579"/>
                </a:lnTo>
                <a:lnTo>
                  <a:pt x="623084" y="278742"/>
                </a:lnTo>
                <a:lnTo>
                  <a:pt x="623213" y="278938"/>
                </a:lnTo>
                <a:lnTo>
                  <a:pt x="623363" y="279167"/>
                </a:lnTo>
                <a:lnTo>
                  <a:pt x="623534" y="279432"/>
                </a:lnTo>
                <a:lnTo>
                  <a:pt x="623729" y="279733"/>
                </a:lnTo>
                <a:lnTo>
                  <a:pt x="623946" y="280073"/>
                </a:lnTo>
                <a:lnTo>
                  <a:pt x="624189" y="280452"/>
                </a:lnTo>
                <a:lnTo>
                  <a:pt x="624456" y="280872"/>
                </a:lnTo>
                <a:lnTo>
                  <a:pt x="624750" y="281334"/>
                </a:lnTo>
                <a:lnTo>
                  <a:pt x="625071" y="281841"/>
                </a:lnTo>
                <a:lnTo>
                  <a:pt x="625655" y="282771"/>
                </a:lnTo>
                <a:lnTo>
                  <a:pt x="626170" y="283584"/>
                </a:lnTo>
                <a:lnTo>
                  <a:pt x="626618" y="284286"/>
                </a:lnTo>
                <a:lnTo>
                  <a:pt x="627000" y="284878"/>
                </a:lnTo>
                <a:lnTo>
                  <a:pt x="627319" y="285365"/>
                </a:lnTo>
                <a:lnTo>
                  <a:pt x="627577" y="285749"/>
                </a:lnTo>
                <a:lnTo>
                  <a:pt x="627776" y="286035"/>
                </a:lnTo>
                <a:lnTo>
                  <a:pt x="627917" y="286225"/>
                </a:lnTo>
                <a:lnTo>
                  <a:pt x="628002" y="286323"/>
                </a:lnTo>
                <a:lnTo>
                  <a:pt x="628035" y="286332"/>
                </a:lnTo>
                <a:lnTo>
                  <a:pt x="628016" y="286256"/>
                </a:lnTo>
                <a:lnTo>
                  <a:pt x="627948" y="286098"/>
                </a:lnTo>
                <a:lnTo>
                  <a:pt x="627832" y="285861"/>
                </a:lnTo>
                <a:lnTo>
                  <a:pt x="627671" y="285549"/>
                </a:lnTo>
                <a:lnTo>
                  <a:pt x="627467" y="285165"/>
                </a:lnTo>
                <a:lnTo>
                  <a:pt x="627221" y="284713"/>
                </a:lnTo>
                <a:lnTo>
                  <a:pt x="626936" y="284196"/>
                </a:lnTo>
                <a:lnTo>
                  <a:pt x="626614" y="283618"/>
                </a:lnTo>
                <a:lnTo>
                  <a:pt x="626256" y="282981"/>
                </a:lnTo>
                <a:lnTo>
                  <a:pt x="625865" y="282289"/>
                </a:lnTo>
                <a:lnTo>
                  <a:pt x="625442" y="281546"/>
                </a:lnTo>
                <a:lnTo>
                  <a:pt x="624991" y="280754"/>
                </a:lnTo>
                <a:lnTo>
                  <a:pt x="624511" y="279918"/>
                </a:lnTo>
                <a:lnTo>
                  <a:pt x="624006" y="279041"/>
                </a:lnTo>
                <a:lnTo>
                  <a:pt x="623766" y="278579"/>
                </a:lnTo>
                <a:lnTo>
                  <a:pt x="623527" y="278119"/>
                </a:lnTo>
                <a:lnTo>
                  <a:pt x="623288" y="277660"/>
                </a:lnTo>
                <a:lnTo>
                  <a:pt x="623049" y="277203"/>
                </a:lnTo>
                <a:lnTo>
                  <a:pt x="622811" y="276747"/>
                </a:lnTo>
                <a:lnTo>
                  <a:pt x="622574" y="276292"/>
                </a:lnTo>
                <a:lnTo>
                  <a:pt x="622336" y="275838"/>
                </a:lnTo>
                <a:lnTo>
                  <a:pt x="622100" y="275385"/>
                </a:lnTo>
                <a:lnTo>
                  <a:pt x="621863" y="274934"/>
                </a:lnTo>
                <a:lnTo>
                  <a:pt x="621627" y="274483"/>
                </a:lnTo>
                <a:lnTo>
                  <a:pt x="621391" y="274034"/>
                </a:lnTo>
                <a:lnTo>
                  <a:pt x="621156" y="273585"/>
                </a:lnTo>
                <a:lnTo>
                  <a:pt x="620921" y="273138"/>
                </a:lnTo>
                <a:lnTo>
                  <a:pt x="620686" y="272691"/>
                </a:lnTo>
                <a:lnTo>
                  <a:pt x="620451" y="272245"/>
                </a:lnTo>
                <a:lnTo>
                  <a:pt x="620217" y="271800"/>
                </a:lnTo>
                <a:lnTo>
                  <a:pt x="619983" y="271356"/>
                </a:lnTo>
                <a:lnTo>
                  <a:pt x="619748" y="270912"/>
                </a:lnTo>
                <a:lnTo>
                  <a:pt x="619514" y="270469"/>
                </a:lnTo>
                <a:lnTo>
                  <a:pt x="619281" y="270026"/>
                </a:lnTo>
                <a:lnTo>
                  <a:pt x="619047" y="269584"/>
                </a:lnTo>
                <a:lnTo>
                  <a:pt x="618813" y="269143"/>
                </a:lnTo>
                <a:lnTo>
                  <a:pt x="618579" y="268702"/>
                </a:lnTo>
                <a:lnTo>
                  <a:pt x="618346" y="268261"/>
                </a:lnTo>
                <a:lnTo>
                  <a:pt x="618814" y="268958"/>
                </a:lnTo>
                <a:lnTo>
                  <a:pt x="619344" y="269775"/>
                </a:lnTo>
                <a:lnTo>
                  <a:pt x="619929" y="270704"/>
                </a:lnTo>
                <a:lnTo>
                  <a:pt x="620565" y="271736"/>
                </a:lnTo>
                <a:lnTo>
                  <a:pt x="621249" y="272860"/>
                </a:lnTo>
                <a:lnTo>
                  <a:pt x="621974" y="274068"/>
                </a:lnTo>
                <a:lnTo>
                  <a:pt x="622738" y="275351"/>
                </a:lnTo>
                <a:lnTo>
                  <a:pt x="623535" y="276700"/>
                </a:lnTo>
                <a:lnTo>
                  <a:pt x="624361" y="278106"/>
                </a:lnTo>
                <a:lnTo>
                  <a:pt x="625212" y="279558"/>
                </a:lnTo>
                <a:lnTo>
                  <a:pt x="626082" y="281050"/>
                </a:lnTo>
                <a:lnTo>
                  <a:pt x="626968" y="282570"/>
                </a:lnTo>
                <a:lnTo>
                  <a:pt x="627865" y="284110"/>
                </a:lnTo>
                <a:lnTo>
                  <a:pt x="628769" y="285662"/>
                </a:lnTo>
                <a:lnTo>
                  <a:pt x="629674" y="287215"/>
                </a:lnTo>
                <a:lnTo>
                  <a:pt x="630577" y="288761"/>
                </a:lnTo>
                <a:lnTo>
                  <a:pt x="631473" y="290290"/>
                </a:lnTo>
                <a:lnTo>
                  <a:pt x="632358" y="291793"/>
                </a:lnTo>
                <a:lnTo>
                  <a:pt x="633227" y="293262"/>
                </a:lnTo>
                <a:lnTo>
                  <a:pt x="634075" y="294687"/>
                </a:lnTo>
                <a:lnTo>
                  <a:pt x="634899" y="296059"/>
                </a:lnTo>
                <a:lnTo>
                  <a:pt x="635693" y="297369"/>
                </a:lnTo>
                <a:lnTo>
                  <a:pt x="636453" y="298607"/>
                </a:lnTo>
                <a:lnTo>
                  <a:pt x="637175" y="299765"/>
                </a:lnTo>
                <a:lnTo>
                  <a:pt x="636662" y="298698"/>
                </a:lnTo>
                <a:lnTo>
                  <a:pt x="636100" y="297568"/>
                </a:lnTo>
                <a:lnTo>
                  <a:pt x="635493" y="296381"/>
                </a:lnTo>
                <a:lnTo>
                  <a:pt x="634844" y="295140"/>
                </a:lnTo>
                <a:lnTo>
                  <a:pt x="634157" y="293851"/>
                </a:lnTo>
                <a:lnTo>
                  <a:pt x="633436" y="292517"/>
                </a:lnTo>
                <a:lnTo>
                  <a:pt x="632682" y="291145"/>
                </a:lnTo>
                <a:lnTo>
                  <a:pt x="631901" y="289738"/>
                </a:lnTo>
                <a:lnTo>
                  <a:pt x="631095" y="288302"/>
                </a:lnTo>
                <a:lnTo>
                  <a:pt x="630269" y="286840"/>
                </a:lnTo>
                <a:lnTo>
                  <a:pt x="629424" y="285358"/>
                </a:lnTo>
                <a:lnTo>
                  <a:pt x="628566" y="283861"/>
                </a:lnTo>
                <a:lnTo>
                  <a:pt x="627697" y="282353"/>
                </a:lnTo>
                <a:lnTo>
                  <a:pt x="626820" y="280838"/>
                </a:lnTo>
                <a:lnTo>
                  <a:pt x="625940" y="279323"/>
                </a:lnTo>
                <a:lnTo>
                  <a:pt x="625060" y="277810"/>
                </a:lnTo>
                <a:lnTo>
                  <a:pt x="624183" y="276305"/>
                </a:lnTo>
                <a:lnTo>
                  <a:pt x="623312" y="274813"/>
                </a:lnTo>
                <a:lnTo>
                  <a:pt x="622452" y="273339"/>
                </a:lnTo>
                <a:lnTo>
                  <a:pt x="621605" y="271886"/>
                </a:lnTo>
                <a:lnTo>
                  <a:pt x="620775" y="270460"/>
                </a:lnTo>
                <a:lnTo>
                  <a:pt x="619966" y="269066"/>
                </a:lnTo>
                <a:lnTo>
                  <a:pt x="619180" y="267708"/>
                </a:lnTo>
                <a:lnTo>
                  <a:pt x="618422" y="266391"/>
                </a:lnTo>
                <a:lnTo>
                  <a:pt x="618447" y="266330"/>
                </a:lnTo>
                <a:lnTo>
                  <a:pt x="618505" y="266345"/>
                </a:lnTo>
                <a:lnTo>
                  <a:pt x="618594" y="266428"/>
                </a:lnTo>
                <a:lnTo>
                  <a:pt x="618711" y="266572"/>
                </a:lnTo>
                <a:lnTo>
                  <a:pt x="618851" y="266768"/>
                </a:lnTo>
                <a:lnTo>
                  <a:pt x="619011" y="267009"/>
                </a:lnTo>
                <a:lnTo>
                  <a:pt x="619189" y="267287"/>
                </a:lnTo>
                <a:lnTo>
                  <a:pt x="619379" y="267595"/>
                </a:lnTo>
                <a:lnTo>
                  <a:pt x="619580" y="267924"/>
                </a:lnTo>
                <a:lnTo>
                  <a:pt x="619786" y="268268"/>
                </a:lnTo>
                <a:lnTo>
                  <a:pt x="619996" y="268617"/>
                </a:lnTo>
                <a:lnTo>
                  <a:pt x="620205" y="268965"/>
                </a:lnTo>
                <a:lnTo>
                  <a:pt x="620411" y="269304"/>
                </a:lnTo>
                <a:lnTo>
                  <a:pt x="620609" y="269626"/>
                </a:lnTo>
                <a:lnTo>
                  <a:pt x="620795" y="269923"/>
                </a:lnTo>
                <a:lnTo>
                  <a:pt x="620968" y="270188"/>
                </a:lnTo>
                <a:lnTo>
                  <a:pt x="621123" y="270413"/>
                </a:lnTo>
                <a:lnTo>
                  <a:pt x="621256" y="270589"/>
                </a:lnTo>
                <a:lnTo>
                  <a:pt x="621365" y="270711"/>
                </a:lnTo>
                <a:lnTo>
                  <a:pt x="621445" y="270768"/>
                </a:lnTo>
                <a:lnTo>
                  <a:pt x="621494" y="270755"/>
                </a:lnTo>
                <a:lnTo>
                  <a:pt x="621507" y="270663"/>
                </a:lnTo>
                <a:lnTo>
                  <a:pt x="621482" y="270484"/>
                </a:lnTo>
                <a:lnTo>
                  <a:pt x="621415" y="270211"/>
                </a:lnTo>
                <a:lnTo>
                  <a:pt x="620620" y="268838"/>
                </a:lnTo>
                <a:lnTo>
                  <a:pt x="619824" y="267467"/>
                </a:lnTo>
                <a:lnTo>
                  <a:pt x="619027" y="266100"/>
                </a:lnTo>
                <a:lnTo>
                  <a:pt x="618229" y="264735"/>
                </a:lnTo>
                <a:lnTo>
                  <a:pt x="617431" y="263374"/>
                </a:lnTo>
                <a:lnTo>
                  <a:pt x="616633" y="262016"/>
                </a:lnTo>
                <a:lnTo>
                  <a:pt x="615835" y="260663"/>
                </a:lnTo>
                <a:lnTo>
                  <a:pt x="615037" y="259314"/>
                </a:lnTo>
                <a:lnTo>
                  <a:pt x="614241" y="257970"/>
                </a:lnTo>
                <a:lnTo>
                  <a:pt x="613445" y="256631"/>
                </a:lnTo>
                <a:lnTo>
                  <a:pt x="612651" y="255298"/>
                </a:lnTo>
                <a:lnTo>
                  <a:pt x="611859" y="253971"/>
                </a:lnTo>
                <a:lnTo>
                  <a:pt x="611069" y="252649"/>
                </a:lnTo>
                <a:lnTo>
                  <a:pt x="610282" y="251335"/>
                </a:lnTo>
                <a:lnTo>
                  <a:pt x="609497" y="250027"/>
                </a:lnTo>
                <a:lnTo>
                  <a:pt x="608715" y="248727"/>
                </a:lnTo>
                <a:lnTo>
                  <a:pt x="607936" y="247434"/>
                </a:lnTo>
                <a:lnTo>
                  <a:pt x="607161" y="246149"/>
                </a:lnTo>
                <a:lnTo>
                  <a:pt x="606389" y="244873"/>
                </a:lnTo>
                <a:lnTo>
                  <a:pt x="605622" y="243605"/>
                </a:lnTo>
                <a:lnTo>
                  <a:pt x="604859" y="242346"/>
                </a:lnTo>
                <a:lnTo>
                  <a:pt x="604101" y="241096"/>
                </a:lnTo>
                <a:lnTo>
                  <a:pt x="603349" y="239857"/>
                </a:lnTo>
                <a:lnTo>
                  <a:pt x="602601" y="238627"/>
                </a:lnTo>
                <a:lnTo>
                  <a:pt x="602800" y="238829"/>
                </a:lnTo>
                <a:lnTo>
                  <a:pt x="603016" y="239070"/>
                </a:lnTo>
                <a:lnTo>
                  <a:pt x="603250" y="239349"/>
                </a:lnTo>
                <a:lnTo>
                  <a:pt x="603499" y="239662"/>
                </a:lnTo>
                <a:lnTo>
                  <a:pt x="603763" y="240007"/>
                </a:lnTo>
                <a:lnTo>
                  <a:pt x="604039" y="240381"/>
                </a:lnTo>
                <a:lnTo>
                  <a:pt x="604328" y="240781"/>
                </a:lnTo>
                <a:lnTo>
                  <a:pt x="604627" y="241204"/>
                </a:lnTo>
                <a:lnTo>
                  <a:pt x="604936" y="241649"/>
                </a:lnTo>
                <a:lnTo>
                  <a:pt x="605253" y="242112"/>
                </a:lnTo>
                <a:lnTo>
                  <a:pt x="605577" y="242590"/>
                </a:lnTo>
                <a:lnTo>
                  <a:pt x="605906" y="243081"/>
                </a:lnTo>
                <a:lnTo>
                  <a:pt x="606240" y="243583"/>
                </a:lnTo>
                <a:lnTo>
                  <a:pt x="606577" y="244092"/>
                </a:lnTo>
                <a:lnTo>
                  <a:pt x="606917" y="244605"/>
                </a:lnTo>
                <a:lnTo>
                  <a:pt x="607257" y="245121"/>
                </a:lnTo>
                <a:lnTo>
                  <a:pt x="607596" y="245636"/>
                </a:lnTo>
                <a:lnTo>
                  <a:pt x="607934" y="246148"/>
                </a:lnTo>
                <a:lnTo>
                  <a:pt x="608269" y="246655"/>
                </a:lnTo>
                <a:lnTo>
                  <a:pt x="608599" y="247152"/>
                </a:lnTo>
                <a:lnTo>
                  <a:pt x="608925" y="247638"/>
                </a:lnTo>
                <a:lnTo>
                  <a:pt x="609243" y="248110"/>
                </a:lnTo>
                <a:lnTo>
                  <a:pt x="609554" y="248566"/>
                </a:lnTo>
                <a:lnTo>
                  <a:pt x="609855" y="249002"/>
                </a:lnTo>
                <a:lnTo>
                  <a:pt x="609770" y="248793"/>
                </a:lnTo>
                <a:lnTo>
                  <a:pt x="609663" y="248559"/>
                </a:lnTo>
                <a:lnTo>
                  <a:pt x="609536" y="248300"/>
                </a:lnTo>
                <a:lnTo>
                  <a:pt x="609392" y="248018"/>
                </a:lnTo>
                <a:lnTo>
                  <a:pt x="609230" y="247717"/>
                </a:lnTo>
                <a:lnTo>
                  <a:pt x="609054" y="247396"/>
                </a:lnTo>
                <a:lnTo>
                  <a:pt x="608864" y="247060"/>
                </a:lnTo>
                <a:lnTo>
                  <a:pt x="608662" y="246709"/>
                </a:lnTo>
                <a:lnTo>
                  <a:pt x="608451" y="246345"/>
                </a:lnTo>
                <a:lnTo>
                  <a:pt x="608230" y="245970"/>
                </a:lnTo>
                <a:lnTo>
                  <a:pt x="608003" y="245587"/>
                </a:lnTo>
                <a:lnTo>
                  <a:pt x="607770" y="245198"/>
                </a:lnTo>
                <a:lnTo>
                  <a:pt x="607534" y="244803"/>
                </a:lnTo>
                <a:lnTo>
                  <a:pt x="607295" y="244405"/>
                </a:lnTo>
                <a:lnTo>
                  <a:pt x="607056" y="244007"/>
                </a:lnTo>
                <a:lnTo>
                  <a:pt x="606818" y="243610"/>
                </a:lnTo>
                <a:lnTo>
                  <a:pt x="606582" y="243215"/>
                </a:lnTo>
                <a:lnTo>
                  <a:pt x="606351" y="242826"/>
                </a:lnTo>
                <a:lnTo>
                  <a:pt x="606125" y="242444"/>
                </a:lnTo>
                <a:lnTo>
                  <a:pt x="605907" y="242070"/>
                </a:lnTo>
                <a:lnTo>
                  <a:pt x="605698" y="241707"/>
                </a:lnTo>
                <a:lnTo>
                  <a:pt x="605499" y="241357"/>
                </a:lnTo>
                <a:lnTo>
                  <a:pt x="605313" y="241022"/>
                </a:lnTo>
                <a:lnTo>
                  <a:pt x="605141" y="240703"/>
                </a:lnTo>
                <a:lnTo>
                  <a:pt x="605732" y="241557"/>
                </a:lnTo>
                <a:lnTo>
                  <a:pt x="606334" y="242437"/>
                </a:lnTo>
                <a:lnTo>
                  <a:pt x="606946" y="243339"/>
                </a:lnTo>
                <a:lnTo>
                  <a:pt x="607566" y="244263"/>
                </a:lnTo>
                <a:lnTo>
                  <a:pt x="608194" y="245206"/>
                </a:lnTo>
                <a:lnTo>
                  <a:pt x="608829" y="246164"/>
                </a:lnTo>
                <a:lnTo>
                  <a:pt x="609469" y="247137"/>
                </a:lnTo>
                <a:lnTo>
                  <a:pt x="610113" y="248120"/>
                </a:lnTo>
                <a:lnTo>
                  <a:pt x="610760" y="249113"/>
                </a:lnTo>
                <a:lnTo>
                  <a:pt x="611409" y="250111"/>
                </a:lnTo>
                <a:lnTo>
                  <a:pt x="612060" y="251114"/>
                </a:lnTo>
                <a:lnTo>
                  <a:pt x="612710" y="252119"/>
                </a:lnTo>
                <a:lnTo>
                  <a:pt x="613359" y="253123"/>
                </a:lnTo>
                <a:lnTo>
                  <a:pt x="614006" y="254123"/>
                </a:lnTo>
                <a:lnTo>
                  <a:pt x="614649" y="255118"/>
                </a:lnTo>
                <a:lnTo>
                  <a:pt x="615288" y="256105"/>
                </a:lnTo>
                <a:lnTo>
                  <a:pt x="615922" y="257081"/>
                </a:lnTo>
                <a:lnTo>
                  <a:pt x="616549" y="258044"/>
                </a:lnTo>
                <a:lnTo>
                  <a:pt x="617168" y="258992"/>
                </a:lnTo>
                <a:lnTo>
                  <a:pt x="617778" y="259923"/>
                </a:lnTo>
                <a:lnTo>
                  <a:pt x="618379" y="260833"/>
                </a:lnTo>
                <a:lnTo>
                  <a:pt x="618968" y="261720"/>
                </a:lnTo>
                <a:lnTo>
                  <a:pt x="619546" y="262583"/>
                </a:lnTo>
                <a:lnTo>
                  <a:pt x="620110" y="263418"/>
                </a:lnTo>
                <a:lnTo>
                  <a:pt x="619823" y="262845"/>
                </a:lnTo>
                <a:lnTo>
                  <a:pt x="619549" y="262304"/>
                </a:lnTo>
                <a:lnTo>
                  <a:pt x="619290" y="261795"/>
                </a:lnTo>
                <a:lnTo>
                  <a:pt x="619046" y="261319"/>
                </a:lnTo>
                <a:lnTo>
                  <a:pt x="618820" y="260878"/>
                </a:lnTo>
                <a:lnTo>
                  <a:pt x="618611" y="260472"/>
                </a:lnTo>
                <a:lnTo>
                  <a:pt x="618421" y="260102"/>
                </a:lnTo>
                <a:lnTo>
                  <a:pt x="618252" y="259769"/>
                </a:lnTo>
                <a:lnTo>
                  <a:pt x="618105" y="259474"/>
                </a:lnTo>
                <a:lnTo>
                  <a:pt x="617981" y="259217"/>
                </a:lnTo>
                <a:lnTo>
                  <a:pt x="617880" y="258999"/>
                </a:lnTo>
                <a:lnTo>
                  <a:pt x="617805" y="258821"/>
                </a:lnTo>
                <a:lnTo>
                  <a:pt x="617757" y="258684"/>
                </a:lnTo>
                <a:lnTo>
                  <a:pt x="617736" y="258589"/>
                </a:lnTo>
                <a:lnTo>
                  <a:pt x="617744" y="258537"/>
                </a:lnTo>
                <a:lnTo>
                  <a:pt x="617782" y="258528"/>
                </a:lnTo>
                <a:lnTo>
                  <a:pt x="617852" y="258563"/>
                </a:lnTo>
                <a:lnTo>
                  <a:pt x="617954" y="258644"/>
                </a:lnTo>
                <a:lnTo>
                  <a:pt x="618090" y="258770"/>
                </a:lnTo>
                <a:lnTo>
                  <a:pt x="618260" y="258943"/>
                </a:lnTo>
                <a:lnTo>
                  <a:pt x="618467" y="259164"/>
                </a:lnTo>
                <a:lnTo>
                  <a:pt x="618712" y="259433"/>
                </a:lnTo>
                <a:lnTo>
                  <a:pt x="618994" y="259752"/>
                </a:lnTo>
                <a:lnTo>
                  <a:pt x="619317" y="260120"/>
                </a:lnTo>
                <a:lnTo>
                  <a:pt x="617628" y="257457"/>
                </a:lnTo>
                <a:lnTo>
                  <a:pt x="615939" y="254774"/>
                </a:lnTo>
                <a:lnTo>
                  <a:pt x="614248" y="252075"/>
                </a:lnTo>
                <a:lnTo>
                  <a:pt x="612556" y="249361"/>
                </a:lnTo>
                <a:lnTo>
                  <a:pt x="610865" y="246637"/>
                </a:lnTo>
                <a:lnTo>
                  <a:pt x="609174" y="243905"/>
                </a:lnTo>
                <a:lnTo>
                  <a:pt x="607483" y="241169"/>
                </a:lnTo>
                <a:lnTo>
                  <a:pt x="605793" y="238431"/>
                </a:lnTo>
                <a:lnTo>
                  <a:pt x="604104" y="235694"/>
                </a:lnTo>
                <a:lnTo>
                  <a:pt x="602417" y="232962"/>
                </a:lnTo>
                <a:lnTo>
                  <a:pt x="600733" y="230236"/>
                </a:lnTo>
                <a:lnTo>
                  <a:pt x="599050" y="227522"/>
                </a:lnTo>
                <a:lnTo>
                  <a:pt x="597370" y="224821"/>
                </a:lnTo>
                <a:lnTo>
                  <a:pt x="595694" y="222136"/>
                </a:lnTo>
                <a:lnTo>
                  <a:pt x="594021" y="219470"/>
                </a:lnTo>
                <a:lnTo>
                  <a:pt x="592351" y="216828"/>
                </a:lnTo>
                <a:lnTo>
                  <a:pt x="590686" y="214210"/>
                </a:lnTo>
                <a:lnTo>
                  <a:pt x="589026" y="211621"/>
                </a:lnTo>
                <a:lnTo>
                  <a:pt x="587370" y="209064"/>
                </a:lnTo>
                <a:lnTo>
                  <a:pt x="585720" y="206541"/>
                </a:lnTo>
                <a:lnTo>
                  <a:pt x="584075" y="204055"/>
                </a:lnTo>
                <a:lnTo>
                  <a:pt x="582437" y="201610"/>
                </a:lnTo>
                <a:lnTo>
                  <a:pt x="580805" y="199209"/>
                </a:lnTo>
                <a:lnTo>
                  <a:pt x="579179" y="196854"/>
                </a:lnTo>
                <a:lnTo>
                  <a:pt x="579064" y="196617"/>
                </a:lnTo>
                <a:lnTo>
                  <a:pt x="578948" y="196381"/>
                </a:lnTo>
                <a:lnTo>
                  <a:pt x="578833" y="196145"/>
                </a:lnTo>
                <a:lnTo>
                  <a:pt x="578718" y="195910"/>
                </a:lnTo>
                <a:lnTo>
                  <a:pt x="578603" y="195676"/>
                </a:lnTo>
                <a:lnTo>
                  <a:pt x="578489" y="195442"/>
                </a:lnTo>
                <a:lnTo>
                  <a:pt x="578375" y="195209"/>
                </a:lnTo>
                <a:lnTo>
                  <a:pt x="578261" y="194976"/>
                </a:lnTo>
                <a:lnTo>
                  <a:pt x="578147" y="194743"/>
                </a:lnTo>
                <a:lnTo>
                  <a:pt x="578033" y="194512"/>
                </a:lnTo>
                <a:lnTo>
                  <a:pt x="577920" y="194280"/>
                </a:lnTo>
                <a:lnTo>
                  <a:pt x="577806" y="194049"/>
                </a:lnTo>
                <a:lnTo>
                  <a:pt x="577693" y="193818"/>
                </a:lnTo>
                <a:lnTo>
                  <a:pt x="577580" y="193588"/>
                </a:lnTo>
                <a:lnTo>
                  <a:pt x="577467" y="193358"/>
                </a:lnTo>
                <a:lnTo>
                  <a:pt x="577354" y="193128"/>
                </a:lnTo>
                <a:lnTo>
                  <a:pt x="577241" y="192899"/>
                </a:lnTo>
                <a:lnTo>
                  <a:pt x="577128" y="192670"/>
                </a:lnTo>
                <a:lnTo>
                  <a:pt x="577016" y="192441"/>
                </a:lnTo>
                <a:lnTo>
                  <a:pt x="576903" y="192213"/>
                </a:lnTo>
                <a:lnTo>
                  <a:pt x="576791" y="191984"/>
                </a:lnTo>
                <a:lnTo>
                  <a:pt x="576678" y="191756"/>
                </a:lnTo>
                <a:lnTo>
                  <a:pt x="576566" y="191528"/>
                </a:lnTo>
                <a:lnTo>
                  <a:pt x="576453" y="191300"/>
                </a:lnTo>
                <a:lnTo>
                  <a:pt x="577849" y="193257"/>
                </a:lnTo>
                <a:lnTo>
                  <a:pt x="579236" y="195212"/>
                </a:lnTo>
                <a:lnTo>
                  <a:pt x="580610" y="197158"/>
                </a:lnTo>
                <a:lnTo>
                  <a:pt x="581966" y="199087"/>
                </a:lnTo>
                <a:lnTo>
                  <a:pt x="583301" y="200993"/>
                </a:lnTo>
                <a:lnTo>
                  <a:pt x="584610" y="202869"/>
                </a:lnTo>
                <a:lnTo>
                  <a:pt x="585889" y="204709"/>
                </a:lnTo>
                <a:lnTo>
                  <a:pt x="587133" y="206504"/>
                </a:lnTo>
                <a:lnTo>
                  <a:pt x="588340" y="208250"/>
                </a:lnTo>
                <a:lnTo>
                  <a:pt x="589504" y="209938"/>
                </a:lnTo>
                <a:lnTo>
                  <a:pt x="590622" y="211561"/>
                </a:lnTo>
                <a:lnTo>
                  <a:pt x="591689" y="213114"/>
                </a:lnTo>
                <a:lnTo>
                  <a:pt x="592702" y="214589"/>
                </a:lnTo>
                <a:lnTo>
                  <a:pt x="593655" y="215979"/>
                </a:lnTo>
                <a:lnTo>
                  <a:pt x="594545" y="217277"/>
                </a:lnTo>
                <a:lnTo>
                  <a:pt x="595368" y="218477"/>
                </a:lnTo>
                <a:lnTo>
                  <a:pt x="596119" y="219572"/>
                </a:lnTo>
                <a:lnTo>
                  <a:pt x="596795" y="220555"/>
                </a:lnTo>
                <a:lnTo>
                  <a:pt x="597392" y="221418"/>
                </a:lnTo>
                <a:lnTo>
                  <a:pt x="597904" y="222156"/>
                </a:lnTo>
                <a:lnTo>
                  <a:pt x="598328" y="222761"/>
                </a:lnTo>
                <a:lnTo>
                  <a:pt x="598660" y="223227"/>
                </a:lnTo>
                <a:lnTo>
                  <a:pt x="598896" y="223546"/>
                </a:lnTo>
                <a:lnTo>
                  <a:pt x="599032" y="223712"/>
                </a:lnTo>
                <a:lnTo>
                  <a:pt x="599070" y="223717"/>
                </a:lnTo>
                <a:lnTo>
                  <a:pt x="598964" y="223509"/>
                </a:lnTo>
                <a:lnTo>
                  <a:pt x="598721" y="223099"/>
                </a:lnTo>
                <a:lnTo>
                  <a:pt x="598348" y="222498"/>
                </a:lnTo>
                <a:lnTo>
                  <a:pt x="597852" y="221718"/>
                </a:lnTo>
                <a:lnTo>
                  <a:pt x="597241" y="220771"/>
                </a:lnTo>
                <a:lnTo>
                  <a:pt x="596522" y="219666"/>
                </a:lnTo>
                <a:lnTo>
                  <a:pt x="595702" y="218417"/>
                </a:lnTo>
                <a:lnTo>
                  <a:pt x="594788" y="217033"/>
                </a:lnTo>
                <a:lnTo>
                  <a:pt x="593787" y="215527"/>
                </a:lnTo>
                <a:lnTo>
                  <a:pt x="592707" y="213909"/>
                </a:lnTo>
                <a:lnTo>
                  <a:pt x="591555" y="212191"/>
                </a:lnTo>
                <a:lnTo>
                  <a:pt x="590338" y="210384"/>
                </a:lnTo>
                <a:lnTo>
                  <a:pt x="589064" y="208500"/>
                </a:lnTo>
                <a:lnTo>
                  <a:pt x="587739" y="206549"/>
                </a:lnTo>
                <a:lnTo>
                  <a:pt x="586371" y="204544"/>
                </a:lnTo>
                <a:lnTo>
                  <a:pt x="584967" y="202495"/>
                </a:lnTo>
                <a:lnTo>
                  <a:pt x="583534" y="200413"/>
                </a:lnTo>
                <a:lnTo>
                  <a:pt x="582079" y="198311"/>
                </a:lnTo>
                <a:lnTo>
                  <a:pt x="580611" y="196199"/>
                </a:lnTo>
                <a:lnTo>
                  <a:pt x="579135" y="194088"/>
                </a:lnTo>
                <a:lnTo>
                  <a:pt x="577659" y="191990"/>
                </a:lnTo>
                <a:lnTo>
                  <a:pt x="576190" y="189917"/>
                </a:lnTo>
                <a:lnTo>
                  <a:pt x="574737" y="187879"/>
                </a:lnTo>
                <a:lnTo>
                  <a:pt x="574685" y="187776"/>
                </a:lnTo>
                <a:lnTo>
                  <a:pt x="574633" y="187674"/>
                </a:lnTo>
                <a:lnTo>
                  <a:pt x="574582" y="187571"/>
                </a:lnTo>
                <a:lnTo>
                  <a:pt x="574530" y="187469"/>
                </a:lnTo>
                <a:lnTo>
                  <a:pt x="574479" y="187368"/>
                </a:lnTo>
                <a:lnTo>
                  <a:pt x="574427" y="187266"/>
                </a:lnTo>
                <a:lnTo>
                  <a:pt x="574376" y="187165"/>
                </a:lnTo>
                <a:lnTo>
                  <a:pt x="574325" y="187064"/>
                </a:lnTo>
                <a:lnTo>
                  <a:pt x="574274" y="186963"/>
                </a:lnTo>
                <a:lnTo>
                  <a:pt x="574223" y="186862"/>
                </a:lnTo>
                <a:lnTo>
                  <a:pt x="574172" y="186761"/>
                </a:lnTo>
                <a:lnTo>
                  <a:pt x="574121" y="186661"/>
                </a:lnTo>
                <a:lnTo>
                  <a:pt x="574070" y="186560"/>
                </a:lnTo>
                <a:lnTo>
                  <a:pt x="574020" y="186460"/>
                </a:lnTo>
                <a:lnTo>
                  <a:pt x="573969" y="186360"/>
                </a:lnTo>
                <a:lnTo>
                  <a:pt x="573918" y="186260"/>
                </a:lnTo>
                <a:lnTo>
                  <a:pt x="573868" y="186160"/>
                </a:lnTo>
                <a:lnTo>
                  <a:pt x="573817" y="186060"/>
                </a:lnTo>
                <a:lnTo>
                  <a:pt x="573766" y="185961"/>
                </a:lnTo>
                <a:lnTo>
                  <a:pt x="573716" y="185861"/>
                </a:lnTo>
                <a:lnTo>
                  <a:pt x="573665" y="185761"/>
                </a:lnTo>
                <a:lnTo>
                  <a:pt x="573615" y="185662"/>
                </a:lnTo>
                <a:lnTo>
                  <a:pt x="573564" y="185562"/>
                </a:lnTo>
                <a:lnTo>
                  <a:pt x="573513" y="185463"/>
                </a:lnTo>
                <a:lnTo>
                  <a:pt x="573782" y="185817"/>
                </a:lnTo>
                <a:lnTo>
                  <a:pt x="574050" y="186172"/>
                </a:lnTo>
                <a:lnTo>
                  <a:pt x="574318" y="186526"/>
                </a:lnTo>
                <a:lnTo>
                  <a:pt x="574585" y="186879"/>
                </a:lnTo>
                <a:lnTo>
                  <a:pt x="574851" y="187233"/>
                </a:lnTo>
                <a:lnTo>
                  <a:pt x="575117" y="187586"/>
                </a:lnTo>
                <a:lnTo>
                  <a:pt x="575382" y="187938"/>
                </a:lnTo>
                <a:lnTo>
                  <a:pt x="575647" y="188291"/>
                </a:lnTo>
                <a:lnTo>
                  <a:pt x="575912" y="188643"/>
                </a:lnTo>
                <a:lnTo>
                  <a:pt x="576176" y="188995"/>
                </a:lnTo>
                <a:lnTo>
                  <a:pt x="576439" y="189347"/>
                </a:lnTo>
                <a:lnTo>
                  <a:pt x="576703" y="189698"/>
                </a:lnTo>
                <a:lnTo>
                  <a:pt x="576966" y="190050"/>
                </a:lnTo>
                <a:lnTo>
                  <a:pt x="577228" y="190402"/>
                </a:lnTo>
                <a:lnTo>
                  <a:pt x="577491" y="190753"/>
                </a:lnTo>
                <a:lnTo>
                  <a:pt x="577753" y="191105"/>
                </a:lnTo>
                <a:lnTo>
                  <a:pt x="578015" y="191456"/>
                </a:lnTo>
                <a:lnTo>
                  <a:pt x="578276" y="191808"/>
                </a:lnTo>
                <a:lnTo>
                  <a:pt x="578538" y="192160"/>
                </a:lnTo>
                <a:lnTo>
                  <a:pt x="578799" y="192512"/>
                </a:lnTo>
                <a:lnTo>
                  <a:pt x="579061" y="192865"/>
                </a:lnTo>
                <a:lnTo>
                  <a:pt x="579322" y="193217"/>
                </a:lnTo>
                <a:lnTo>
                  <a:pt x="579583" y="193570"/>
                </a:lnTo>
                <a:lnTo>
                  <a:pt x="579844" y="193923"/>
                </a:lnTo>
                <a:lnTo>
                  <a:pt x="579586" y="193519"/>
                </a:lnTo>
                <a:lnTo>
                  <a:pt x="579311" y="193078"/>
                </a:lnTo>
                <a:lnTo>
                  <a:pt x="579012" y="192589"/>
                </a:lnTo>
                <a:lnTo>
                  <a:pt x="578677" y="192042"/>
                </a:lnTo>
                <a:lnTo>
                  <a:pt x="578296" y="191425"/>
                </a:lnTo>
                <a:lnTo>
                  <a:pt x="577861" y="190728"/>
                </a:lnTo>
                <a:lnTo>
                  <a:pt x="577360" y="189939"/>
                </a:lnTo>
                <a:lnTo>
                  <a:pt x="576784" y="189047"/>
                </a:lnTo>
                <a:lnTo>
                  <a:pt x="576123" y="188042"/>
                </a:lnTo>
                <a:lnTo>
                  <a:pt x="575367" y="186912"/>
                </a:lnTo>
                <a:lnTo>
                  <a:pt x="574507" y="185648"/>
                </a:lnTo>
                <a:lnTo>
                  <a:pt x="573531" y="184237"/>
                </a:lnTo>
                <a:lnTo>
                  <a:pt x="572431" y="182668"/>
                </a:lnTo>
                <a:lnTo>
                  <a:pt x="571197" y="180932"/>
                </a:lnTo>
                <a:lnTo>
                  <a:pt x="569818" y="179016"/>
                </a:lnTo>
                <a:lnTo>
                  <a:pt x="568284" y="176910"/>
                </a:lnTo>
                <a:lnTo>
                  <a:pt x="566587" y="174604"/>
                </a:lnTo>
                <a:lnTo>
                  <a:pt x="564715" y="172085"/>
                </a:lnTo>
                <a:lnTo>
                  <a:pt x="562658" y="169343"/>
                </a:lnTo>
                <a:lnTo>
                  <a:pt x="560408" y="166368"/>
                </a:lnTo>
                <a:lnTo>
                  <a:pt x="557954" y="163147"/>
                </a:lnTo>
                <a:lnTo>
                  <a:pt x="555286" y="159671"/>
                </a:lnTo>
                <a:lnTo>
                  <a:pt x="552394" y="155928"/>
                </a:lnTo>
                <a:lnTo>
                  <a:pt x="549268" y="151907"/>
                </a:lnTo>
                <a:lnTo>
                  <a:pt x="550071" y="152821"/>
                </a:lnTo>
                <a:lnTo>
                  <a:pt x="550926" y="153822"/>
                </a:lnTo>
                <a:lnTo>
                  <a:pt x="551827" y="154903"/>
                </a:lnTo>
                <a:lnTo>
                  <a:pt x="552770" y="156053"/>
                </a:lnTo>
                <a:lnTo>
                  <a:pt x="553747" y="157264"/>
                </a:lnTo>
                <a:lnTo>
                  <a:pt x="554753" y="158524"/>
                </a:lnTo>
                <a:lnTo>
                  <a:pt x="555782" y="159826"/>
                </a:lnTo>
                <a:lnTo>
                  <a:pt x="556829" y="161158"/>
                </a:lnTo>
                <a:lnTo>
                  <a:pt x="557886" y="162513"/>
                </a:lnTo>
                <a:lnTo>
                  <a:pt x="558948" y="163880"/>
                </a:lnTo>
                <a:lnTo>
                  <a:pt x="560010" y="165249"/>
                </a:lnTo>
                <a:lnTo>
                  <a:pt x="561065" y="166612"/>
                </a:lnTo>
                <a:lnTo>
                  <a:pt x="562108" y="167959"/>
                </a:lnTo>
                <a:lnTo>
                  <a:pt x="563132" y="169279"/>
                </a:lnTo>
                <a:lnTo>
                  <a:pt x="564131" y="170565"/>
                </a:lnTo>
                <a:lnTo>
                  <a:pt x="565100" y="171805"/>
                </a:lnTo>
                <a:lnTo>
                  <a:pt x="566033" y="172991"/>
                </a:lnTo>
                <a:lnTo>
                  <a:pt x="566923" y="174113"/>
                </a:lnTo>
                <a:lnTo>
                  <a:pt x="567766" y="175162"/>
                </a:lnTo>
                <a:lnTo>
                  <a:pt x="568554" y="176128"/>
                </a:lnTo>
                <a:lnTo>
                  <a:pt x="569282" y="177001"/>
                </a:lnTo>
                <a:lnTo>
                  <a:pt x="569944" y="177772"/>
                </a:lnTo>
                <a:lnTo>
                  <a:pt x="570535" y="178432"/>
                </a:lnTo>
                <a:lnTo>
                  <a:pt x="571047" y="178970"/>
                </a:lnTo>
                <a:lnTo>
                  <a:pt x="569582" y="176850"/>
                </a:lnTo>
                <a:lnTo>
                  <a:pt x="568086" y="174720"/>
                </a:lnTo>
                <a:lnTo>
                  <a:pt x="566561" y="172579"/>
                </a:lnTo>
                <a:lnTo>
                  <a:pt x="565007" y="170428"/>
                </a:lnTo>
                <a:lnTo>
                  <a:pt x="563425" y="168267"/>
                </a:lnTo>
                <a:lnTo>
                  <a:pt x="561815" y="166096"/>
                </a:lnTo>
                <a:lnTo>
                  <a:pt x="560177" y="163916"/>
                </a:lnTo>
                <a:lnTo>
                  <a:pt x="558514" y="161727"/>
                </a:lnTo>
                <a:lnTo>
                  <a:pt x="556824" y="159529"/>
                </a:lnTo>
                <a:lnTo>
                  <a:pt x="555109" y="157323"/>
                </a:lnTo>
                <a:lnTo>
                  <a:pt x="553369" y="155108"/>
                </a:lnTo>
                <a:lnTo>
                  <a:pt x="551605" y="152886"/>
                </a:lnTo>
                <a:lnTo>
                  <a:pt x="549817" y="150656"/>
                </a:lnTo>
                <a:lnTo>
                  <a:pt x="548006" y="148418"/>
                </a:lnTo>
                <a:lnTo>
                  <a:pt x="546174" y="146173"/>
                </a:lnTo>
                <a:lnTo>
                  <a:pt x="544319" y="143921"/>
                </a:lnTo>
                <a:lnTo>
                  <a:pt x="542443" y="141663"/>
                </a:lnTo>
                <a:lnTo>
                  <a:pt x="540547" y="139399"/>
                </a:lnTo>
                <a:lnTo>
                  <a:pt x="538631" y="137128"/>
                </a:lnTo>
                <a:lnTo>
                  <a:pt x="536695" y="134852"/>
                </a:lnTo>
                <a:lnTo>
                  <a:pt x="534741" y="132570"/>
                </a:lnTo>
                <a:lnTo>
                  <a:pt x="532768" y="130283"/>
                </a:lnTo>
                <a:lnTo>
                  <a:pt x="530778" y="127991"/>
                </a:lnTo>
                <a:lnTo>
                  <a:pt x="528771" y="125694"/>
                </a:lnTo>
                <a:lnTo>
                  <a:pt x="529721" y="126630"/>
                </a:lnTo>
                <a:lnTo>
                  <a:pt x="530743" y="127673"/>
                </a:lnTo>
                <a:lnTo>
                  <a:pt x="531834" y="128818"/>
                </a:lnTo>
                <a:lnTo>
                  <a:pt x="532990" y="130062"/>
                </a:lnTo>
                <a:lnTo>
                  <a:pt x="534208" y="131399"/>
                </a:lnTo>
                <a:lnTo>
                  <a:pt x="535484" y="132825"/>
                </a:lnTo>
                <a:lnTo>
                  <a:pt x="536815" y="134335"/>
                </a:lnTo>
                <a:lnTo>
                  <a:pt x="538198" y="135925"/>
                </a:lnTo>
                <a:lnTo>
                  <a:pt x="539629" y="137589"/>
                </a:lnTo>
                <a:lnTo>
                  <a:pt x="541104" y="139323"/>
                </a:lnTo>
                <a:lnTo>
                  <a:pt x="542620" y="141122"/>
                </a:lnTo>
                <a:lnTo>
                  <a:pt x="544174" y="142982"/>
                </a:lnTo>
                <a:lnTo>
                  <a:pt x="545762" y="144898"/>
                </a:lnTo>
                <a:lnTo>
                  <a:pt x="547380" y="146865"/>
                </a:lnTo>
                <a:lnTo>
                  <a:pt x="549026" y="148879"/>
                </a:lnTo>
                <a:lnTo>
                  <a:pt x="550696" y="150935"/>
                </a:lnTo>
                <a:lnTo>
                  <a:pt x="552386" y="153029"/>
                </a:lnTo>
                <a:lnTo>
                  <a:pt x="554093" y="155154"/>
                </a:lnTo>
                <a:lnTo>
                  <a:pt x="555813" y="157308"/>
                </a:lnTo>
                <a:lnTo>
                  <a:pt x="557543" y="159485"/>
                </a:lnTo>
                <a:lnTo>
                  <a:pt x="559279" y="161680"/>
                </a:lnTo>
                <a:lnTo>
                  <a:pt x="561019" y="163890"/>
                </a:lnTo>
                <a:lnTo>
                  <a:pt x="562758" y="166108"/>
                </a:lnTo>
                <a:lnTo>
                  <a:pt x="564493" y="168332"/>
                </a:lnTo>
                <a:lnTo>
                  <a:pt x="564361" y="168063"/>
                </a:lnTo>
                <a:lnTo>
                  <a:pt x="564134" y="167685"/>
                </a:lnTo>
                <a:lnTo>
                  <a:pt x="563823" y="167211"/>
                </a:lnTo>
                <a:lnTo>
                  <a:pt x="563439" y="166652"/>
                </a:lnTo>
                <a:lnTo>
                  <a:pt x="562993" y="166021"/>
                </a:lnTo>
                <a:lnTo>
                  <a:pt x="562495" y="165331"/>
                </a:lnTo>
                <a:lnTo>
                  <a:pt x="561955" y="164592"/>
                </a:lnTo>
                <a:lnTo>
                  <a:pt x="561384" y="163819"/>
                </a:lnTo>
                <a:lnTo>
                  <a:pt x="560793" y="163022"/>
                </a:lnTo>
                <a:lnTo>
                  <a:pt x="560192" y="162214"/>
                </a:lnTo>
                <a:lnTo>
                  <a:pt x="559592" y="161409"/>
                </a:lnTo>
                <a:lnTo>
                  <a:pt x="559003" y="160617"/>
                </a:lnTo>
                <a:lnTo>
                  <a:pt x="558435" y="159851"/>
                </a:lnTo>
                <a:lnTo>
                  <a:pt x="557901" y="159123"/>
                </a:lnTo>
                <a:lnTo>
                  <a:pt x="557409" y="158447"/>
                </a:lnTo>
                <a:lnTo>
                  <a:pt x="556971" y="157833"/>
                </a:lnTo>
                <a:lnTo>
                  <a:pt x="556597" y="157294"/>
                </a:lnTo>
                <a:lnTo>
                  <a:pt x="556297" y="156843"/>
                </a:lnTo>
                <a:lnTo>
                  <a:pt x="556083" y="156492"/>
                </a:lnTo>
                <a:lnTo>
                  <a:pt x="555964" y="156253"/>
                </a:lnTo>
                <a:lnTo>
                  <a:pt x="555952" y="156139"/>
                </a:lnTo>
                <a:lnTo>
                  <a:pt x="556057" y="156161"/>
                </a:lnTo>
                <a:lnTo>
                  <a:pt x="556289" y="156332"/>
                </a:lnTo>
                <a:lnTo>
                  <a:pt x="556659" y="156665"/>
                </a:lnTo>
                <a:lnTo>
                  <a:pt x="556756" y="156778"/>
                </a:lnTo>
                <a:lnTo>
                  <a:pt x="556852" y="156890"/>
                </a:lnTo>
                <a:lnTo>
                  <a:pt x="556948" y="157003"/>
                </a:lnTo>
                <a:lnTo>
                  <a:pt x="557044" y="157115"/>
                </a:lnTo>
                <a:lnTo>
                  <a:pt x="557140" y="157227"/>
                </a:lnTo>
                <a:lnTo>
                  <a:pt x="557235" y="157338"/>
                </a:lnTo>
                <a:lnTo>
                  <a:pt x="557331" y="157450"/>
                </a:lnTo>
                <a:lnTo>
                  <a:pt x="557426" y="157561"/>
                </a:lnTo>
                <a:lnTo>
                  <a:pt x="557521" y="157673"/>
                </a:lnTo>
                <a:lnTo>
                  <a:pt x="557616" y="157784"/>
                </a:lnTo>
                <a:lnTo>
                  <a:pt x="557711" y="157895"/>
                </a:lnTo>
                <a:lnTo>
                  <a:pt x="557805" y="158005"/>
                </a:lnTo>
                <a:lnTo>
                  <a:pt x="557900" y="158116"/>
                </a:lnTo>
                <a:lnTo>
                  <a:pt x="557994" y="158227"/>
                </a:lnTo>
                <a:lnTo>
                  <a:pt x="558089" y="158338"/>
                </a:lnTo>
                <a:lnTo>
                  <a:pt x="558183" y="158448"/>
                </a:lnTo>
                <a:lnTo>
                  <a:pt x="558277" y="158559"/>
                </a:lnTo>
                <a:lnTo>
                  <a:pt x="558371" y="158669"/>
                </a:lnTo>
                <a:lnTo>
                  <a:pt x="558466" y="158779"/>
                </a:lnTo>
                <a:lnTo>
                  <a:pt x="558560" y="158890"/>
                </a:lnTo>
                <a:lnTo>
                  <a:pt x="558654" y="159000"/>
                </a:lnTo>
                <a:lnTo>
                  <a:pt x="558748" y="159110"/>
                </a:lnTo>
                <a:lnTo>
                  <a:pt x="558842" y="159221"/>
                </a:lnTo>
                <a:lnTo>
                  <a:pt x="558935" y="159331"/>
                </a:lnTo>
                <a:lnTo>
                  <a:pt x="560040" y="160830"/>
                </a:lnTo>
                <a:lnTo>
                  <a:pt x="561116" y="162322"/>
                </a:lnTo>
                <a:lnTo>
                  <a:pt x="562168" y="163809"/>
                </a:lnTo>
                <a:lnTo>
                  <a:pt x="563201" y="165296"/>
                </a:lnTo>
                <a:lnTo>
                  <a:pt x="564220" y="166786"/>
                </a:lnTo>
                <a:lnTo>
                  <a:pt x="565231" y="168282"/>
                </a:lnTo>
                <a:lnTo>
                  <a:pt x="566236" y="169788"/>
                </a:lnTo>
                <a:lnTo>
                  <a:pt x="567243" y="171308"/>
                </a:lnTo>
                <a:lnTo>
                  <a:pt x="568255" y="172845"/>
                </a:lnTo>
                <a:lnTo>
                  <a:pt x="569278" y="174403"/>
                </a:lnTo>
                <a:lnTo>
                  <a:pt x="570317" y="175985"/>
                </a:lnTo>
                <a:lnTo>
                  <a:pt x="571375" y="177594"/>
                </a:lnTo>
                <a:lnTo>
                  <a:pt x="572459" y="179234"/>
                </a:lnTo>
                <a:lnTo>
                  <a:pt x="573573" y="180909"/>
                </a:lnTo>
                <a:lnTo>
                  <a:pt x="574723" y="182622"/>
                </a:lnTo>
                <a:lnTo>
                  <a:pt x="575912" y="184377"/>
                </a:lnTo>
                <a:lnTo>
                  <a:pt x="577146" y="186177"/>
                </a:lnTo>
                <a:lnTo>
                  <a:pt x="578431" y="188026"/>
                </a:lnTo>
                <a:lnTo>
                  <a:pt x="579770" y="189927"/>
                </a:lnTo>
                <a:lnTo>
                  <a:pt x="581168" y="191883"/>
                </a:lnTo>
                <a:lnTo>
                  <a:pt x="582632" y="193899"/>
                </a:lnTo>
                <a:lnTo>
                  <a:pt x="584164" y="195978"/>
                </a:lnTo>
                <a:lnTo>
                  <a:pt x="585772" y="198122"/>
                </a:lnTo>
                <a:lnTo>
                  <a:pt x="587458" y="200337"/>
                </a:lnTo>
                <a:lnTo>
                  <a:pt x="587348" y="200155"/>
                </a:lnTo>
                <a:lnTo>
                  <a:pt x="587243" y="199979"/>
                </a:lnTo>
                <a:lnTo>
                  <a:pt x="587143" y="199810"/>
                </a:lnTo>
                <a:lnTo>
                  <a:pt x="587048" y="199648"/>
                </a:lnTo>
                <a:lnTo>
                  <a:pt x="586958" y="199492"/>
                </a:lnTo>
                <a:lnTo>
                  <a:pt x="586873" y="199343"/>
                </a:lnTo>
                <a:lnTo>
                  <a:pt x="586793" y="199201"/>
                </a:lnTo>
                <a:lnTo>
                  <a:pt x="586718" y="199066"/>
                </a:lnTo>
                <a:lnTo>
                  <a:pt x="586648" y="198937"/>
                </a:lnTo>
                <a:lnTo>
                  <a:pt x="586582" y="198814"/>
                </a:lnTo>
                <a:lnTo>
                  <a:pt x="586521" y="198698"/>
                </a:lnTo>
                <a:lnTo>
                  <a:pt x="586465" y="198589"/>
                </a:lnTo>
                <a:lnTo>
                  <a:pt x="586414" y="198486"/>
                </a:lnTo>
                <a:lnTo>
                  <a:pt x="586367" y="198390"/>
                </a:lnTo>
                <a:lnTo>
                  <a:pt x="586325" y="198300"/>
                </a:lnTo>
                <a:lnTo>
                  <a:pt x="586288" y="198216"/>
                </a:lnTo>
                <a:lnTo>
                  <a:pt x="586255" y="198138"/>
                </a:lnTo>
                <a:lnTo>
                  <a:pt x="586226" y="198067"/>
                </a:lnTo>
                <a:lnTo>
                  <a:pt x="586202" y="198002"/>
                </a:lnTo>
                <a:lnTo>
                  <a:pt x="586183" y="197944"/>
                </a:lnTo>
                <a:lnTo>
                  <a:pt x="586168" y="197891"/>
                </a:lnTo>
                <a:lnTo>
                  <a:pt x="586157" y="197845"/>
                </a:lnTo>
                <a:lnTo>
                  <a:pt x="586150" y="197805"/>
                </a:lnTo>
                <a:lnTo>
                  <a:pt x="586148" y="197771"/>
                </a:lnTo>
                <a:lnTo>
                  <a:pt x="586841" y="198822"/>
                </a:lnTo>
                <a:lnTo>
                  <a:pt x="587535" y="199871"/>
                </a:lnTo>
                <a:lnTo>
                  <a:pt x="588233" y="200920"/>
                </a:lnTo>
                <a:lnTo>
                  <a:pt x="588936" y="201971"/>
                </a:lnTo>
                <a:lnTo>
                  <a:pt x="589645" y="203026"/>
                </a:lnTo>
                <a:lnTo>
                  <a:pt x="590360" y="204088"/>
                </a:lnTo>
                <a:lnTo>
                  <a:pt x="591084" y="205158"/>
                </a:lnTo>
                <a:lnTo>
                  <a:pt x="591816" y="206240"/>
                </a:lnTo>
                <a:lnTo>
                  <a:pt x="592560" y="207334"/>
                </a:lnTo>
                <a:lnTo>
                  <a:pt x="593315" y="208444"/>
                </a:lnTo>
                <a:lnTo>
                  <a:pt x="594082" y="209571"/>
                </a:lnTo>
                <a:lnTo>
                  <a:pt x="594864" y="210718"/>
                </a:lnTo>
                <a:lnTo>
                  <a:pt x="595661" y="211887"/>
                </a:lnTo>
                <a:lnTo>
                  <a:pt x="596473" y="213079"/>
                </a:lnTo>
                <a:lnTo>
                  <a:pt x="597304" y="214298"/>
                </a:lnTo>
                <a:lnTo>
                  <a:pt x="598153" y="215545"/>
                </a:lnTo>
                <a:lnTo>
                  <a:pt x="599022" y="216823"/>
                </a:lnTo>
                <a:lnTo>
                  <a:pt x="599911" y="218133"/>
                </a:lnTo>
                <a:lnTo>
                  <a:pt x="600823" y="219479"/>
                </a:lnTo>
                <a:lnTo>
                  <a:pt x="601758" y="220861"/>
                </a:lnTo>
                <a:lnTo>
                  <a:pt x="602718" y="222283"/>
                </a:lnTo>
                <a:lnTo>
                  <a:pt x="603703" y="223746"/>
                </a:lnTo>
                <a:lnTo>
                  <a:pt x="604714" y="225252"/>
                </a:lnTo>
                <a:lnTo>
                  <a:pt x="605754" y="226805"/>
                </a:lnTo>
                <a:lnTo>
                  <a:pt x="605181" y="225889"/>
                </a:lnTo>
                <a:lnTo>
                  <a:pt x="604611" y="224976"/>
                </a:lnTo>
                <a:lnTo>
                  <a:pt x="604044" y="224067"/>
                </a:lnTo>
                <a:lnTo>
                  <a:pt x="603480" y="223164"/>
                </a:lnTo>
                <a:lnTo>
                  <a:pt x="602922" y="222268"/>
                </a:lnTo>
                <a:lnTo>
                  <a:pt x="602370" y="221381"/>
                </a:lnTo>
                <a:lnTo>
                  <a:pt x="601824" y="220505"/>
                </a:lnTo>
                <a:lnTo>
                  <a:pt x="601286" y="219640"/>
                </a:lnTo>
                <a:lnTo>
                  <a:pt x="600757" y="218789"/>
                </a:lnTo>
                <a:lnTo>
                  <a:pt x="600236" y="217953"/>
                </a:lnTo>
                <a:lnTo>
                  <a:pt x="599726" y="217133"/>
                </a:lnTo>
                <a:lnTo>
                  <a:pt x="599227" y="216332"/>
                </a:lnTo>
                <a:lnTo>
                  <a:pt x="598740" y="215549"/>
                </a:lnTo>
                <a:lnTo>
                  <a:pt x="598266" y="214789"/>
                </a:lnTo>
                <a:lnTo>
                  <a:pt x="597805" y="214050"/>
                </a:lnTo>
                <a:lnTo>
                  <a:pt x="597359" y="213336"/>
                </a:lnTo>
                <a:lnTo>
                  <a:pt x="596928" y="212647"/>
                </a:lnTo>
                <a:lnTo>
                  <a:pt x="596514" y="211986"/>
                </a:lnTo>
                <a:lnTo>
                  <a:pt x="596117" y="211353"/>
                </a:lnTo>
                <a:lnTo>
                  <a:pt x="595738" y="210750"/>
                </a:lnTo>
                <a:lnTo>
                  <a:pt x="595377" y="210180"/>
                </a:lnTo>
                <a:lnTo>
                  <a:pt x="595037" y="209642"/>
                </a:lnTo>
                <a:lnTo>
                  <a:pt x="594717" y="209139"/>
                </a:lnTo>
                <a:lnTo>
                  <a:pt x="594419" y="208673"/>
                </a:lnTo>
                <a:lnTo>
                  <a:pt x="593955" y="207797"/>
                </a:lnTo>
                <a:lnTo>
                  <a:pt x="593452" y="206892"/>
                </a:lnTo>
                <a:lnTo>
                  <a:pt x="592912" y="205961"/>
                </a:lnTo>
                <a:lnTo>
                  <a:pt x="592338" y="205005"/>
                </a:lnTo>
                <a:lnTo>
                  <a:pt x="591733" y="204029"/>
                </a:lnTo>
                <a:lnTo>
                  <a:pt x="591099" y="203035"/>
                </a:lnTo>
                <a:lnTo>
                  <a:pt x="590441" y="202025"/>
                </a:lnTo>
                <a:lnTo>
                  <a:pt x="589760" y="201003"/>
                </a:lnTo>
                <a:lnTo>
                  <a:pt x="589059" y="199972"/>
                </a:lnTo>
                <a:lnTo>
                  <a:pt x="588341" y="198934"/>
                </a:lnTo>
                <a:lnTo>
                  <a:pt x="587609" y="197893"/>
                </a:lnTo>
                <a:lnTo>
                  <a:pt x="586866" y="196851"/>
                </a:lnTo>
                <a:lnTo>
                  <a:pt x="586114" y="195811"/>
                </a:lnTo>
                <a:lnTo>
                  <a:pt x="585357" y="194775"/>
                </a:lnTo>
                <a:lnTo>
                  <a:pt x="584597" y="193748"/>
                </a:lnTo>
                <a:lnTo>
                  <a:pt x="583838" y="192731"/>
                </a:lnTo>
                <a:lnTo>
                  <a:pt x="583081" y="191728"/>
                </a:lnTo>
                <a:lnTo>
                  <a:pt x="582330" y="190741"/>
                </a:lnTo>
                <a:lnTo>
                  <a:pt x="581587" y="189774"/>
                </a:lnTo>
                <a:lnTo>
                  <a:pt x="580856" y="188829"/>
                </a:lnTo>
                <a:lnTo>
                  <a:pt x="580139" y="187909"/>
                </a:lnTo>
                <a:lnTo>
                  <a:pt x="579440" y="187017"/>
                </a:lnTo>
                <a:lnTo>
                  <a:pt x="578760" y="186155"/>
                </a:lnTo>
                <a:lnTo>
                  <a:pt x="578103" y="185328"/>
                </a:lnTo>
                <a:lnTo>
                  <a:pt x="578358" y="185626"/>
                </a:lnTo>
                <a:lnTo>
                  <a:pt x="578606" y="185912"/>
                </a:lnTo>
                <a:lnTo>
                  <a:pt x="578849" y="186187"/>
                </a:lnTo>
                <a:lnTo>
                  <a:pt x="579086" y="186453"/>
                </a:lnTo>
                <a:lnTo>
                  <a:pt x="579319" y="186711"/>
                </a:lnTo>
                <a:lnTo>
                  <a:pt x="579549" y="186962"/>
                </a:lnTo>
                <a:lnTo>
                  <a:pt x="579775" y="187209"/>
                </a:lnTo>
                <a:lnTo>
                  <a:pt x="580000" y="187451"/>
                </a:lnTo>
                <a:lnTo>
                  <a:pt x="580223" y="187692"/>
                </a:lnTo>
                <a:lnTo>
                  <a:pt x="580445" y="187932"/>
                </a:lnTo>
                <a:lnTo>
                  <a:pt x="580668" y="188172"/>
                </a:lnTo>
                <a:lnTo>
                  <a:pt x="580891" y="188415"/>
                </a:lnTo>
                <a:lnTo>
                  <a:pt x="581116" y="188662"/>
                </a:lnTo>
                <a:lnTo>
                  <a:pt x="581343" y="188914"/>
                </a:lnTo>
                <a:lnTo>
                  <a:pt x="581573" y="189172"/>
                </a:lnTo>
                <a:lnTo>
                  <a:pt x="581807" y="189439"/>
                </a:lnTo>
                <a:lnTo>
                  <a:pt x="582045" y="189715"/>
                </a:lnTo>
                <a:lnTo>
                  <a:pt x="582288" y="190002"/>
                </a:lnTo>
                <a:lnTo>
                  <a:pt x="582538" y="190302"/>
                </a:lnTo>
                <a:lnTo>
                  <a:pt x="582794" y="190615"/>
                </a:lnTo>
                <a:lnTo>
                  <a:pt x="583058" y="190944"/>
                </a:lnTo>
                <a:lnTo>
                  <a:pt x="583329" y="191290"/>
                </a:lnTo>
                <a:lnTo>
                  <a:pt x="583610" y="191654"/>
                </a:lnTo>
                <a:lnTo>
                  <a:pt x="583900" y="192038"/>
                </a:lnTo>
                <a:lnTo>
                  <a:pt x="582421" y="189682"/>
                </a:lnTo>
                <a:lnTo>
                  <a:pt x="580883" y="187311"/>
                </a:lnTo>
                <a:lnTo>
                  <a:pt x="579289" y="184926"/>
                </a:lnTo>
                <a:lnTo>
                  <a:pt x="577643" y="182528"/>
                </a:lnTo>
                <a:lnTo>
                  <a:pt x="575949" y="180119"/>
                </a:lnTo>
                <a:lnTo>
                  <a:pt x="574210" y="177700"/>
                </a:lnTo>
                <a:lnTo>
                  <a:pt x="572429" y="175273"/>
                </a:lnTo>
                <a:lnTo>
                  <a:pt x="570609" y="172838"/>
                </a:lnTo>
                <a:lnTo>
                  <a:pt x="568755" y="170398"/>
                </a:lnTo>
                <a:lnTo>
                  <a:pt x="566869" y="167954"/>
                </a:lnTo>
                <a:lnTo>
                  <a:pt x="564955" y="165507"/>
                </a:lnTo>
                <a:lnTo>
                  <a:pt x="563017" y="163059"/>
                </a:lnTo>
                <a:lnTo>
                  <a:pt x="561057" y="160610"/>
                </a:lnTo>
                <a:lnTo>
                  <a:pt x="559080" y="158163"/>
                </a:lnTo>
                <a:lnTo>
                  <a:pt x="557088" y="155719"/>
                </a:lnTo>
                <a:lnTo>
                  <a:pt x="555085" y="153279"/>
                </a:lnTo>
                <a:lnTo>
                  <a:pt x="553075" y="150844"/>
                </a:lnTo>
                <a:lnTo>
                  <a:pt x="551061" y="148416"/>
                </a:lnTo>
                <a:lnTo>
                  <a:pt x="549046" y="145997"/>
                </a:lnTo>
                <a:lnTo>
                  <a:pt x="547034" y="143587"/>
                </a:lnTo>
                <a:lnTo>
                  <a:pt x="545029" y="141188"/>
                </a:lnTo>
                <a:lnTo>
                  <a:pt x="543033" y="138802"/>
                </a:lnTo>
                <a:lnTo>
                  <a:pt x="541050" y="136430"/>
                </a:lnTo>
                <a:lnTo>
                  <a:pt x="539083" y="134073"/>
                </a:lnTo>
                <a:lnTo>
                  <a:pt x="540125" y="135244"/>
                </a:lnTo>
                <a:lnTo>
                  <a:pt x="541159" y="136419"/>
                </a:lnTo>
                <a:lnTo>
                  <a:pt x="542188" y="137597"/>
                </a:lnTo>
                <a:lnTo>
                  <a:pt x="543211" y="138777"/>
                </a:lnTo>
                <a:lnTo>
                  <a:pt x="544227" y="139959"/>
                </a:lnTo>
                <a:lnTo>
                  <a:pt x="545239" y="141143"/>
                </a:lnTo>
                <a:lnTo>
                  <a:pt x="546244" y="142329"/>
                </a:lnTo>
                <a:lnTo>
                  <a:pt x="547245" y="143515"/>
                </a:lnTo>
                <a:lnTo>
                  <a:pt x="548241" y="144702"/>
                </a:lnTo>
                <a:lnTo>
                  <a:pt x="549232" y="145889"/>
                </a:lnTo>
                <a:lnTo>
                  <a:pt x="550218" y="147076"/>
                </a:lnTo>
                <a:lnTo>
                  <a:pt x="551200" y="148262"/>
                </a:lnTo>
                <a:lnTo>
                  <a:pt x="552178" y="149447"/>
                </a:lnTo>
                <a:lnTo>
                  <a:pt x="553152" y="150631"/>
                </a:lnTo>
                <a:lnTo>
                  <a:pt x="554123" y="151812"/>
                </a:lnTo>
                <a:lnTo>
                  <a:pt x="555090" y="152992"/>
                </a:lnTo>
                <a:lnTo>
                  <a:pt x="556054" y="154169"/>
                </a:lnTo>
                <a:lnTo>
                  <a:pt x="557014" y="155343"/>
                </a:lnTo>
                <a:lnTo>
                  <a:pt x="557972" y="156513"/>
                </a:lnTo>
                <a:lnTo>
                  <a:pt x="558928" y="157680"/>
                </a:lnTo>
                <a:lnTo>
                  <a:pt x="559881" y="158843"/>
                </a:lnTo>
                <a:lnTo>
                  <a:pt x="560832" y="160000"/>
                </a:lnTo>
                <a:lnTo>
                  <a:pt x="561781" y="161153"/>
                </a:lnTo>
                <a:lnTo>
                  <a:pt x="562728" y="162301"/>
                </a:lnTo>
                <a:lnTo>
                  <a:pt x="562172" y="161471"/>
                </a:lnTo>
                <a:lnTo>
                  <a:pt x="561531" y="160555"/>
                </a:lnTo>
                <a:lnTo>
                  <a:pt x="560812" y="159562"/>
                </a:lnTo>
                <a:lnTo>
                  <a:pt x="560023" y="158499"/>
                </a:lnTo>
                <a:lnTo>
                  <a:pt x="559171" y="157373"/>
                </a:lnTo>
                <a:lnTo>
                  <a:pt x="558263" y="156193"/>
                </a:lnTo>
                <a:lnTo>
                  <a:pt x="557307" y="154965"/>
                </a:lnTo>
                <a:lnTo>
                  <a:pt x="556310" y="153698"/>
                </a:lnTo>
                <a:lnTo>
                  <a:pt x="555280" y="152399"/>
                </a:lnTo>
                <a:lnTo>
                  <a:pt x="554223" y="151076"/>
                </a:lnTo>
                <a:lnTo>
                  <a:pt x="553147" y="149737"/>
                </a:lnTo>
                <a:lnTo>
                  <a:pt x="552060" y="148388"/>
                </a:lnTo>
                <a:lnTo>
                  <a:pt x="550968" y="147039"/>
                </a:lnTo>
                <a:lnTo>
                  <a:pt x="549879" y="145696"/>
                </a:lnTo>
                <a:lnTo>
                  <a:pt x="548801" y="144366"/>
                </a:lnTo>
                <a:lnTo>
                  <a:pt x="547740" y="143059"/>
                </a:lnTo>
                <a:lnTo>
                  <a:pt x="546704" y="141780"/>
                </a:lnTo>
                <a:lnTo>
                  <a:pt x="545701" y="140539"/>
                </a:lnTo>
                <a:lnTo>
                  <a:pt x="544737" y="139343"/>
                </a:lnTo>
                <a:lnTo>
                  <a:pt x="543820" y="138198"/>
                </a:lnTo>
                <a:lnTo>
                  <a:pt x="542958" y="137114"/>
                </a:lnTo>
                <a:lnTo>
                  <a:pt x="542157" y="136097"/>
                </a:lnTo>
                <a:lnTo>
                  <a:pt x="541425" y="135155"/>
                </a:lnTo>
                <a:lnTo>
                  <a:pt x="540770" y="134296"/>
                </a:lnTo>
                <a:lnTo>
                  <a:pt x="541171" y="134722"/>
                </a:lnTo>
                <a:lnTo>
                  <a:pt x="541605" y="135195"/>
                </a:lnTo>
                <a:lnTo>
                  <a:pt x="542069" y="135709"/>
                </a:lnTo>
                <a:lnTo>
                  <a:pt x="542561" y="136263"/>
                </a:lnTo>
                <a:lnTo>
                  <a:pt x="543077" y="136852"/>
                </a:lnTo>
                <a:lnTo>
                  <a:pt x="543615" y="137472"/>
                </a:lnTo>
                <a:lnTo>
                  <a:pt x="544172" y="138120"/>
                </a:lnTo>
                <a:lnTo>
                  <a:pt x="544746" y="138792"/>
                </a:lnTo>
                <a:lnTo>
                  <a:pt x="545334" y="139485"/>
                </a:lnTo>
                <a:lnTo>
                  <a:pt x="545932" y="140194"/>
                </a:lnTo>
                <a:lnTo>
                  <a:pt x="546539" y="140916"/>
                </a:lnTo>
                <a:lnTo>
                  <a:pt x="547152" y="141648"/>
                </a:lnTo>
                <a:lnTo>
                  <a:pt x="547767" y="142385"/>
                </a:lnTo>
                <a:lnTo>
                  <a:pt x="548383" y="143124"/>
                </a:lnTo>
                <a:lnTo>
                  <a:pt x="548996" y="143861"/>
                </a:lnTo>
                <a:lnTo>
                  <a:pt x="549604" y="144593"/>
                </a:lnTo>
                <a:lnTo>
                  <a:pt x="550204" y="145315"/>
                </a:lnTo>
                <a:lnTo>
                  <a:pt x="550793" y="146025"/>
                </a:lnTo>
                <a:lnTo>
                  <a:pt x="551369" y="146718"/>
                </a:lnTo>
                <a:lnTo>
                  <a:pt x="551929" y="147390"/>
                </a:lnTo>
                <a:lnTo>
                  <a:pt x="552471" y="148039"/>
                </a:lnTo>
                <a:lnTo>
                  <a:pt x="552990" y="148660"/>
                </a:lnTo>
                <a:lnTo>
                  <a:pt x="553486" y="149250"/>
                </a:lnTo>
                <a:lnTo>
                  <a:pt x="553955" y="149804"/>
                </a:lnTo>
                <a:lnTo>
                  <a:pt x="553826" y="149617"/>
                </a:lnTo>
                <a:lnTo>
                  <a:pt x="553692" y="149424"/>
                </a:lnTo>
                <a:lnTo>
                  <a:pt x="553553" y="149227"/>
                </a:lnTo>
                <a:lnTo>
                  <a:pt x="553410" y="149026"/>
                </a:lnTo>
                <a:lnTo>
                  <a:pt x="553264" y="148822"/>
                </a:lnTo>
                <a:lnTo>
                  <a:pt x="553115" y="148615"/>
                </a:lnTo>
                <a:lnTo>
                  <a:pt x="552964" y="148408"/>
                </a:lnTo>
                <a:lnTo>
                  <a:pt x="552812" y="148199"/>
                </a:lnTo>
                <a:lnTo>
                  <a:pt x="552660" y="147991"/>
                </a:lnTo>
                <a:lnTo>
                  <a:pt x="552507" y="147784"/>
                </a:lnTo>
                <a:lnTo>
                  <a:pt x="552355" y="147578"/>
                </a:lnTo>
                <a:lnTo>
                  <a:pt x="552205" y="147375"/>
                </a:lnTo>
                <a:lnTo>
                  <a:pt x="552057" y="147175"/>
                </a:lnTo>
                <a:lnTo>
                  <a:pt x="551912" y="146980"/>
                </a:lnTo>
                <a:lnTo>
                  <a:pt x="551770" y="146789"/>
                </a:lnTo>
                <a:lnTo>
                  <a:pt x="551632" y="146604"/>
                </a:lnTo>
                <a:lnTo>
                  <a:pt x="551500" y="146426"/>
                </a:lnTo>
                <a:lnTo>
                  <a:pt x="551373" y="146255"/>
                </a:lnTo>
                <a:lnTo>
                  <a:pt x="551252" y="146091"/>
                </a:lnTo>
                <a:lnTo>
                  <a:pt x="551138" y="145937"/>
                </a:lnTo>
                <a:lnTo>
                  <a:pt x="551032" y="145793"/>
                </a:lnTo>
                <a:lnTo>
                  <a:pt x="550934" y="145658"/>
                </a:lnTo>
                <a:lnTo>
                  <a:pt x="550846" y="145536"/>
                </a:lnTo>
                <a:lnTo>
                  <a:pt x="550767" y="145425"/>
                </a:lnTo>
                <a:lnTo>
                  <a:pt x="550661" y="145281"/>
                </a:lnTo>
                <a:lnTo>
                  <a:pt x="550550" y="145132"/>
                </a:lnTo>
                <a:lnTo>
                  <a:pt x="550435" y="144978"/>
                </a:lnTo>
                <a:lnTo>
                  <a:pt x="550315" y="144818"/>
                </a:lnTo>
                <a:lnTo>
                  <a:pt x="550191" y="144652"/>
                </a:lnTo>
                <a:lnTo>
                  <a:pt x="550062" y="144482"/>
                </a:lnTo>
                <a:lnTo>
                  <a:pt x="549930" y="144306"/>
                </a:lnTo>
                <a:lnTo>
                  <a:pt x="549793" y="144126"/>
                </a:lnTo>
                <a:lnTo>
                  <a:pt x="549653" y="143941"/>
                </a:lnTo>
                <a:lnTo>
                  <a:pt x="549508" y="143752"/>
                </a:lnTo>
                <a:lnTo>
                  <a:pt x="549360" y="143558"/>
                </a:lnTo>
                <a:lnTo>
                  <a:pt x="549209" y="143361"/>
                </a:lnTo>
                <a:lnTo>
                  <a:pt x="549054" y="143159"/>
                </a:lnTo>
                <a:lnTo>
                  <a:pt x="548896" y="142954"/>
                </a:lnTo>
                <a:lnTo>
                  <a:pt x="548735" y="142744"/>
                </a:lnTo>
                <a:lnTo>
                  <a:pt x="548571" y="142532"/>
                </a:lnTo>
                <a:lnTo>
                  <a:pt x="548404" y="142316"/>
                </a:lnTo>
                <a:lnTo>
                  <a:pt x="548235" y="142097"/>
                </a:lnTo>
                <a:lnTo>
                  <a:pt x="548062" y="141875"/>
                </a:lnTo>
                <a:lnTo>
                  <a:pt x="547887" y="141650"/>
                </a:lnTo>
                <a:lnTo>
                  <a:pt x="547710" y="141422"/>
                </a:lnTo>
                <a:lnTo>
                  <a:pt x="547531" y="141192"/>
                </a:lnTo>
                <a:lnTo>
                  <a:pt x="547349" y="140960"/>
                </a:lnTo>
                <a:lnTo>
                  <a:pt x="547165" y="140725"/>
                </a:lnTo>
                <a:lnTo>
                  <a:pt x="547455" y="141039"/>
                </a:lnTo>
                <a:lnTo>
                  <a:pt x="547741" y="141349"/>
                </a:lnTo>
                <a:lnTo>
                  <a:pt x="548021" y="141653"/>
                </a:lnTo>
                <a:lnTo>
                  <a:pt x="548291" y="141945"/>
                </a:lnTo>
                <a:lnTo>
                  <a:pt x="548547" y="142223"/>
                </a:lnTo>
                <a:lnTo>
                  <a:pt x="548787" y="142480"/>
                </a:lnTo>
                <a:lnTo>
                  <a:pt x="549006" y="142714"/>
                </a:lnTo>
                <a:lnTo>
                  <a:pt x="549201" y="142919"/>
                </a:lnTo>
                <a:lnTo>
                  <a:pt x="549368" y="143093"/>
                </a:lnTo>
                <a:lnTo>
                  <a:pt x="549504" y="143229"/>
                </a:lnTo>
                <a:lnTo>
                  <a:pt x="549606" y="143325"/>
                </a:lnTo>
                <a:lnTo>
                  <a:pt x="549669" y="143376"/>
                </a:lnTo>
                <a:lnTo>
                  <a:pt x="549691" y="143378"/>
                </a:lnTo>
                <a:lnTo>
                  <a:pt x="549668" y="143325"/>
                </a:lnTo>
                <a:lnTo>
                  <a:pt x="549596" y="143215"/>
                </a:lnTo>
                <a:lnTo>
                  <a:pt x="549471" y="143043"/>
                </a:lnTo>
                <a:lnTo>
                  <a:pt x="549291" y="142805"/>
                </a:lnTo>
                <a:lnTo>
                  <a:pt x="549052" y="142496"/>
                </a:lnTo>
                <a:lnTo>
                  <a:pt x="548749" y="142113"/>
                </a:lnTo>
                <a:lnTo>
                  <a:pt x="548380" y="141650"/>
                </a:lnTo>
                <a:lnTo>
                  <a:pt x="547942" y="141104"/>
                </a:lnTo>
                <a:lnTo>
                  <a:pt x="547430" y="140471"/>
                </a:lnTo>
                <a:lnTo>
                  <a:pt x="546840" y="139745"/>
                </a:lnTo>
                <a:lnTo>
                  <a:pt x="546171" y="138924"/>
                </a:lnTo>
                <a:lnTo>
                  <a:pt x="545071" y="137592"/>
                </a:lnTo>
                <a:lnTo>
                  <a:pt x="544002" y="136303"/>
                </a:lnTo>
                <a:lnTo>
                  <a:pt x="542962" y="135055"/>
                </a:lnTo>
                <a:lnTo>
                  <a:pt x="541949" y="133845"/>
                </a:lnTo>
                <a:lnTo>
                  <a:pt x="540962" y="132670"/>
                </a:lnTo>
                <a:lnTo>
                  <a:pt x="539996" y="131527"/>
                </a:lnTo>
                <a:lnTo>
                  <a:pt x="539052" y="130413"/>
                </a:lnTo>
                <a:lnTo>
                  <a:pt x="538125" y="129326"/>
                </a:lnTo>
                <a:lnTo>
                  <a:pt x="537216" y="128263"/>
                </a:lnTo>
                <a:lnTo>
                  <a:pt x="536320" y="127221"/>
                </a:lnTo>
                <a:lnTo>
                  <a:pt x="535436" y="126198"/>
                </a:lnTo>
                <a:lnTo>
                  <a:pt x="534562" y="125190"/>
                </a:lnTo>
                <a:lnTo>
                  <a:pt x="533696" y="124194"/>
                </a:lnTo>
                <a:lnTo>
                  <a:pt x="532836" y="123209"/>
                </a:lnTo>
                <a:lnTo>
                  <a:pt x="531979" y="122231"/>
                </a:lnTo>
                <a:lnTo>
                  <a:pt x="531124" y="121257"/>
                </a:lnTo>
                <a:lnTo>
                  <a:pt x="530268" y="120285"/>
                </a:lnTo>
                <a:lnTo>
                  <a:pt x="529409" y="119312"/>
                </a:lnTo>
                <a:lnTo>
                  <a:pt x="528545" y="118335"/>
                </a:lnTo>
                <a:lnTo>
                  <a:pt x="527674" y="117351"/>
                </a:lnTo>
                <a:lnTo>
                  <a:pt x="526793" y="116357"/>
                </a:lnTo>
                <a:lnTo>
                  <a:pt x="525902" y="115352"/>
                </a:lnTo>
                <a:lnTo>
                  <a:pt x="524996" y="114331"/>
                </a:lnTo>
                <a:lnTo>
                  <a:pt x="524075" y="113293"/>
                </a:lnTo>
                <a:lnTo>
                  <a:pt x="524455" y="113669"/>
                </a:lnTo>
                <a:lnTo>
                  <a:pt x="524862" y="114078"/>
                </a:lnTo>
                <a:lnTo>
                  <a:pt x="525290" y="114512"/>
                </a:lnTo>
                <a:lnTo>
                  <a:pt x="525730" y="114963"/>
                </a:lnTo>
                <a:lnTo>
                  <a:pt x="526176" y="115422"/>
                </a:lnTo>
                <a:lnTo>
                  <a:pt x="526622" y="115883"/>
                </a:lnTo>
                <a:lnTo>
                  <a:pt x="527061" y="116338"/>
                </a:lnTo>
                <a:lnTo>
                  <a:pt x="527485" y="116778"/>
                </a:lnTo>
                <a:lnTo>
                  <a:pt x="527888" y="117197"/>
                </a:lnTo>
                <a:lnTo>
                  <a:pt x="528263" y="117586"/>
                </a:lnTo>
                <a:lnTo>
                  <a:pt x="528602" y="117938"/>
                </a:lnTo>
                <a:lnTo>
                  <a:pt x="528900" y="118245"/>
                </a:lnTo>
                <a:lnTo>
                  <a:pt x="529149" y="118499"/>
                </a:lnTo>
                <a:lnTo>
                  <a:pt x="529343" y="118693"/>
                </a:lnTo>
                <a:lnTo>
                  <a:pt x="529474" y="118819"/>
                </a:lnTo>
                <a:lnTo>
                  <a:pt x="529536" y="118868"/>
                </a:lnTo>
                <a:lnTo>
                  <a:pt x="529521" y="118835"/>
                </a:lnTo>
                <a:lnTo>
                  <a:pt x="529423" y="118709"/>
                </a:lnTo>
                <a:lnTo>
                  <a:pt x="529235" y="118485"/>
                </a:lnTo>
                <a:lnTo>
                  <a:pt x="528951" y="118154"/>
                </a:lnTo>
                <a:lnTo>
                  <a:pt x="528562" y="117708"/>
                </a:lnTo>
                <a:lnTo>
                  <a:pt x="528063" y="117141"/>
                </a:lnTo>
                <a:lnTo>
                  <a:pt x="527446" y="116443"/>
                </a:lnTo>
                <a:lnTo>
                  <a:pt x="526705" y="115607"/>
                </a:lnTo>
                <a:lnTo>
                  <a:pt x="525835" y="114630"/>
                </a:lnTo>
                <a:lnTo>
                  <a:pt x="524819" y="113509"/>
                </a:lnTo>
                <a:lnTo>
                  <a:pt x="523665" y="112253"/>
                </a:lnTo>
                <a:lnTo>
                  <a:pt x="522381" y="110871"/>
                </a:lnTo>
                <a:lnTo>
                  <a:pt x="520973" y="109372"/>
                </a:lnTo>
                <a:lnTo>
                  <a:pt x="519449" y="107765"/>
                </a:lnTo>
                <a:lnTo>
                  <a:pt x="517817" y="106058"/>
                </a:lnTo>
                <a:lnTo>
                  <a:pt x="516084" y="104262"/>
                </a:lnTo>
                <a:lnTo>
                  <a:pt x="514257" y="102385"/>
                </a:lnTo>
                <a:lnTo>
                  <a:pt x="512343" y="100435"/>
                </a:lnTo>
                <a:lnTo>
                  <a:pt x="510351" y="98422"/>
                </a:lnTo>
                <a:lnTo>
                  <a:pt x="508287" y="96356"/>
                </a:lnTo>
                <a:lnTo>
                  <a:pt x="506159" y="94244"/>
                </a:lnTo>
                <a:lnTo>
                  <a:pt x="503974" y="92096"/>
                </a:lnTo>
                <a:lnTo>
                  <a:pt x="501739" y="89921"/>
                </a:lnTo>
                <a:lnTo>
                  <a:pt x="499463" y="87728"/>
                </a:lnTo>
                <a:lnTo>
                  <a:pt x="497152" y="85526"/>
                </a:lnTo>
                <a:lnTo>
                  <a:pt x="494814" y="83323"/>
                </a:lnTo>
                <a:lnTo>
                  <a:pt x="492456" y="81130"/>
                </a:lnTo>
                <a:lnTo>
                  <a:pt x="490086" y="78954"/>
                </a:lnTo>
                <a:lnTo>
                  <a:pt x="487711" y="76805"/>
                </a:lnTo>
                <a:lnTo>
                  <a:pt x="485338" y="74692"/>
                </a:lnTo>
                <a:lnTo>
                  <a:pt x="482975" y="72624"/>
                </a:lnTo>
                <a:lnTo>
                  <a:pt x="480630" y="70610"/>
                </a:lnTo>
                <a:lnTo>
                  <a:pt x="480711" y="70642"/>
                </a:lnTo>
                <a:lnTo>
                  <a:pt x="480865" y="70742"/>
                </a:lnTo>
                <a:lnTo>
                  <a:pt x="481085" y="70903"/>
                </a:lnTo>
                <a:lnTo>
                  <a:pt x="481361" y="71118"/>
                </a:lnTo>
                <a:lnTo>
                  <a:pt x="481687" y="71380"/>
                </a:lnTo>
                <a:lnTo>
                  <a:pt x="482054" y="71681"/>
                </a:lnTo>
                <a:lnTo>
                  <a:pt x="482455" y="72014"/>
                </a:lnTo>
                <a:lnTo>
                  <a:pt x="482882" y="72372"/>
                </a:lnTo>
                <a:lnTo>
                  <a:pt x="483327" y="72748"/>
                </a:lnTo>
                <a:lnTo>
                  <a:pt x="483782" y="73135"/>
                </a:lnTo>
                <a:lnTo>
                  <a:pt x="484240" y="73524"/>
                </a:lnTo>
                <a:lnTo>
                  <a:pt x="484692" y="73909"/>
                </a:lnTo>
                <a:lnTo>
                  <a:pt x="485132" y="74284"/>
                </a:lnTo>
                <a:lnTo>
                  <a:pt x="485550" y="74639"/>
                </a:lnTo>
                <a:lnTo>
                  <a:pt x="485940" y="74969"/>
                </a:lnTo>
                <a:lnTo>
                  <a:pt x="486293" y="75265"/>
                </a:lnTo>
                <a:lnTo>
                  <a:pt x="486601" y="75522"/>
                </a:lnTo>
                <a:lnTo>
                  <a:pt x="486858" y="75730"/>
                </a:lnTo>
                <a:lnTo>
                  <a:pt x="487054" y="75884"/>
                </a:lnTo>
                <a:lnTo>
                  <a:pt x="487183" y="75976"/>
                </a:lnTo>
                <a:lnTo>
                  <a:pt x="487236" y="75999"/>
                </a:lnTo>
                <a:lnTo>
                  <a:pt x="487206" y="75945"/>
                </a:lnTo>
                <a:lnTo>
                  <a:pt x="487084" y="75807"/>
                </a:lnTo>
                <a:lnTo>
                  <a:pt x="486864" y="75578"/>
                </a:lnTo>
                <a:lnTo>
                  <a:pt x="486540" y="75271"/>
                </a:lnTo>
                <a:lnTo>
                  <a:pt x="486144" y="74909"/>
                </a:lnTo>
                <a:lnTo>
                  <a:pt x="485682" y="74494"/>
                </a:lnTo>
                <a:lnTo>
                  <a:pt x="485158" y="74031"/>
                </a:lnTo>
                <a:lnTo>
                  <a:pt x="484578" y="73525"/>
                </a:lnTo>
                <a:lnTo>
                  <a:pt x="483948" y="72980"/>
                </a:lnTo>
                <a:lnTo>
                  <a:pt x="483272" y="72400"/>
                </a:lnTo>
                <a:lnTo>
                  <a:pt x="482557" y="71790"/>
                </a:lnTo>
                <a:lnTo>
                  <a:pt x="481807" y="71153"/>
                </a:lnTo>
                <a:lnTo>
                  <a:pt x="481029" y="70494"/>
                </a:lnTo>
                <a:lnTo>
                  <a:pt x="480226" y="69818"/>
                </a:lnTo>
                <a:lnTo>
                  <a:pt x="479405" y="69128"/>
                </a:lnTo>
                <a:lnTo>
                  <a:pt x="478572" y="68429"/>
                </a:lnTo>
                <a:lnTo>
                  <a:pt x="477730" y="67725"/>
                </a:lnTo>
                <a:lnTo>
                  <a:pt x="476887" y="67021"/>
                </a:lnTo>
                <a:lnTo>
                  <a:pt x="476047" y="66320"/>
                </a:lnTo>
                <a:lnTo>
                  <a:pt x="475215" y="65627"/>
                </a:lnTo>
                <a:lnTo>
                  <a:pt x="474397" y="64947"/>
                </a:lnTo>
                <a:lnTo>
                  <a:pt x="473599" y="64284"/>
                </a:lnTo>
                <a:lnTo>
                  <a:pt x="472825" y="63641"/>
                </a:lnTo>
                <a:lnTo>
                  <a:pt x="472081" y="63024"/>
                </a:lnTo>
                <a:lnTo>
                  <a:pt x="471373" y="62436"/>
                </a:lnTo>
                <a:lnTo>
                  <a:pt x="470706" y="61882"/>
                </a:lnTo>
                <a:lnTo>
                  <a:pt x="470085" y="61366"/>
                </a:lnTo>
                <a:lnTo>
                  <a:pt x="470092" y="61320"/>
                </a:lnTo>
                <a:lnTo>
                  <a:pt x="470147" y="61319"/>
                </a:lnTo>
                <a:lnTo>
                  <a:pt x="470246" y="61359"/>
                </a:lnTo>
                <a:lnTo>
                  <a:pt x="470384" y="61435"/>
                </a:lnTo>
                <a:lnTo>
                  <a:pt x="470556" y="61542"/>
                </a:lnTo>
                <a:lnTo>
                  <a:pt x="470757" y="61678"/>
                </a:lnTo>
                <a:lnTo>
                  <a:pt x="470983" y="61836"/>
                </a:lnTo>
                <a:lnTo>
                  <a:pt x="471228" y="62013"/>
                </a:lnTo>
                <a:lnTo>
                  <a:pt x="471489" y="62205"/>
                </a:lnTo>
                <a:lnTo>
                  <a:pt x="471761" y="62406"/>
                </a:lnTo>
                <a:lnTo>
                  <a:pt x="472038" y="62613"/>
                </a:lnTo>
                <a:lnTo>
                  <a:pt x="472316" y="62822"/>
                </a:lnTo>
                <a:lnTo>
                  <a:pt x="472590" y="63027"/>
                </a:lnTo>
                <a:lnTo>
                  <a:pt x="472857" y="63225"/>
                </a:lnTo>
                <a:lnTo>
                  <a:pt x="473110" y="63410"/>
                </a:lnTo>
                <a:lnTo>
                  <a:pt x="473345" y="63580"/>
                </a:lnTo>
                <a:lnTo>
                  <a:pt x="473558" y="63729"/>
                </a:lnTo>
                <a:lnTo>
                  <a:pt x="473744" y="63852"/>
                </a:lnTo>
                <a:lnTo>
                  <a:pt x="473897" y="63946"/>
                </a:lnTo>
                <a:lnTo>
                  <a:pt x="474014" y="64006"/>
                </a:lnTo>
                <a:lnTo>
                  <a:pt x="474090" y="64028"/>
                </a:lnTo>
                <a:lnTo>
                  <a:pt x="474120" y="64008"/>
                </a:lnTo>
                <a:lnTo>
                  <a:pt x="474099" y="63940"/>
                </a:lnTo>
                <a:lnTo>
                  <a:pt x="474022" y="63821"/>
                </a:lnTo>
                <a:lnTo>
                  <a:pt x="473325" y="63265"/>
                </a:lnTo>
                <a:lnTo>
                  <a:pt x="472739" y="62793"/>
                </a:lnTo>
                <a:lnTo>
                  <a:pt x="472256" y="62397"/>
                </a:lnTo>
                <a:lnTo>
                  <a:pt x="471868" y="62073"/>
                </a:lnTo>
                <a:lnTo>
                  <a:pt x="471566" y="61812"/>
                </a:lnTo>
                <a:lnTo>
                  <a:pt x="471342" y="61610"/>
                </a:lnTo>
                <a:lnTo>
                  <a:pt x="471187" y="61459"/>
                </a:lnTo>
                <a:lnTo>
                  <a:pt x="471092" y="61352"/>
                </a:lnTo>
                <a:lnTo>
                  <a:pt x="471049" y="61284"/>
                </a:lnTo>
                <a:lnTo>
                  <a:pt x="471049" y="61248"/>
                </a:lnTo>
                <a:lnTo>
                  <a:pt x="471083" y="61238"/>
                </a:lnTo>
                <a:lnTo>
                  <a:pt x="471144" y="61246"/>
                </a:lnTo>
                <a:lnTo>
                  <a:pt x="471222" y="61267"/>
                </a:lnTo>
                <a:lnTo>
                  <a:pt x="471309" y="61294"/>
                </a:lnTo>
                <a:lnTo>
                  <a:pt x="471397" y="61320"/>
                </a:lnTo>
                <a:lnTo>
                  <a:pt x="471476" y="61339"/>
                </a:lnTo>
                <a:lnTo>
                  <a:pt x="471538" y="61345"/>
                </a:lnTo>
                <a:lnTo>
                  <a:pt x="471575" y="61331"/>
                </a:lnTo>
                <a:lnTo>
                  <a:pt x="471577" y="61291"/>
                </a:lnTo>
                <a:lnTo>
                  <a:pt x="471537" y="61218"/>
                </a:lnTo>
                <a:lnTo>
                  <a:pt x="471446" y="61106"/>
                </a:lnTo>
                <a:lnTo>
                  <a:pt x="471295" y="60948"/>
                </a:lnTo>
                <a:lnTo>
                  <a:pt x="471076" y="60737"/>
                </a:lnTo>
                <a:lnTo>
                  <a:pt x="470779" y="60468"/>
                </a:lnTo>
                <a:lnTo>
                  <a:pt x="469992" y="59850"/>
                </a:lnTo>
                <a:lnTo>
                  <a:pt x="469226" y="59253"/>
                </a:lnTo>
                <a:lnTo>
                  <a:pt x="468480" y="58677"/>
                </a:lnTo>
                <a:lnTo>
                  <a:pt x="467752" y="58120"/>
                </a:lnTo>
                <a:lnTo>
                  <a:pt x="467042" y="57580"/>
                </a:lnTo>
                <a:lnTo>
                  <a:pt x="466347" y="57056"/>
                </a:lnTo>
                <a:lnTo>
                  <a:pt x="465666" y="56548"/>
                </a:lnTo>
                <a:lnTo>
                  <a:pt x="464998" y="56053"/>
                </a:lnTo>
                <a:lnTo>
                  <a:pt x="464341" y="55570"/>
                </a:lnTo>
                <a:lnTo>
                  <a:pt x="463693" y="55098"/>
                </a:lnTo>
                <a:lnTo>
                  <a:pt x="463053" y="54636"/>
                </a:lnTo>
                <a:lnTo>
                  <a:pt x="462419" y="54181"/>
                </a:lnTo>
                <a:lnTo>
                  <a:pt x="461790" y="53734"/>
                </a:lnTo>
                <a:lnTo>
                  <a:pt x="461165" y="53292"/>
                </a:lnTo>
                <a:lnTo>
                  <a:pt x="460541" y="52855"/>
                </a:lnTo>
                <a:lnTo>
                  <a:pt x="459918" y="52420"/>
                </a:lnTo>
                <a:lnTo>
                  <a:pt x="459293" y="51987"/>
                </a:lnTo>
                <a:lnTo>
                  <a:pt x="458666" y="51554"/>
                </a:lnTo>
                <a:lnTo>
                  <a:pt x="458034" y="51119"/>
                </a:lnTo>
                <a:lnTo>
                  <a:pt x="457397" y="50683"/>
                </a:lnTo>
                <a:lnTo>
                  <a:pt x="456752" y="50242"/>
                </a:lnTo>
                <a:lnTo>
                  <a:pt x="456098" y="49796"/>
                </a:lnTo>
                <a:lnTo>
                  <a:pt x="455434" y="49344"/>
                </a:lnTo>
                <a:lnTo>
                  <a:pt x="454758" y="48883"/>
                </a:lnTo>
                <a:lnTo>
                  <a:pt x="454884" y="49012"/>
                </a:lnTo>
                <a:lnTo>
                  <a:pt x="455025" y="49149"/>
                </a:lnTo>
                <a:lnTo>
                  <a:pt x="455183" y="49295"/>
                </a:lnTo>
                <a:lnTo>
                  <a:pt x="455356" y="49451"/>
                </a:lnTo>
                <a:lnTo>
                  <a:pt x="455545" y="49615"/>
                </a:lnTo>
                <a:lnTo>
                  <a:pt x="455750" y="49788"/>
                </a:lnTo>
                <a:lnTo>
                  <a:pt x="455970" y="49970"/>
                </a:lnTo>
                <a:lnTo>
                  <a:pt x="456205" y="50161"/>
                </a:lnTo>
                <a:lnTo>
                  <a:pt x="456455" y="50361"/>
                </a:lnTo>
                <a:lnTo>
                  <a:pt x="456720" y="50570"/>
                </a:lnTo>
                <a:lnTo>
                  <a:pt x="457000" y="50788"/>
                </a:lnTo>
                <a:lnTo>
                  <a:pt x="457295" y="51014"/>
                </a:lnTo>
                <a:lnTo>
                  <a:pt x="457604" y="51250"/>
                </a:lnTo>
                <a:lnTo>
                  <a:pt x="457927" y="51495"/>
                </a:lnTo>
                <a:lnTo>
                  <a:pt x="458264" y="51748"/>
                </a:lnTo>
                <a:lnTo>
                  <a:pt x="458615" y="52010"/>
                </a:lnTo>
                <a:lnTo>
                  <a:pt x="458981" y="52282"/>
                </a:lnTo>
                <a:lnTo>
                  <a:pt x="459359" y="52562"/>
                </a:lnTo>
                <a:lnTo>
                  <a:pt x="459752" y="52851"/>
                </a:lnTo>
                <a:lnTo>
                  <a:pt x="460157" y="53149"/>
                </a:lnTo>
                <a:lnTo>
                  <a:pt x="460576" y="53455"/>
                </a:lnTo>
                <a:lnTo>
                  <a:pt x="461008" y="53771"/>
                </a:lnTo>
                <a:lnTo>
                  <a:pt x="461453" y="54096"/>
                </a:lnTo>
                <a:lnTo>
                  <a:pt x="461911" y="54429"/>
                </a:lnTo>
                <a:lnTo>
                  <a:pt x="461511" y="54170"/>
                </a:lnTo>
                <a:lnTo>
                  <a:pt x="461088" y="53894"/>
                </a:lnTo>
                <a:lnTo>
                  <a:pt x="460645" y="53601"/>
                </a:lnTo>
                <a:lnTo>
                  <a:pt x="460182" y="53294"/>
                </a:lnTo>
                <a:lnTo>
                  <a:pt x="459702" y="52974"/>
                </a:lnTo>
                <a:lnTo>
                  <a:pt x="459206" y="52642"/>
                </a:lnTo>
                <a:lnTo>
                  <a:pt x="458696" y="52299"/>
                </a:lnTo>
                <a:lnTo>
                  <a:pt x="458173" y="51947"/>
                </a:lnTo>
                <a:lnTo>
                  <a:pt x="457639" y="51588"/>
                </a:lnTo>
                <a:lnTo>
                  <a:pt x="457096" y="51222"/>
                </a:lnTo>
                <a:lnTo>
                  <a:pt x="456546" y="50851"/>
                </a:lnTo>
                <a:lnTo>
                  <a:pt x="455989" y="50476"/>
                </a:lnTo>
                <a:lnTo>
                  <a:pt x="455429" y="50099"/>
                </a:lnTo>
                <a:lnTo>
                  <a:pt x="454865" y="49721"/>
                </a:lnTo>
                <a:lnTo>
                  <a:pt x="454301" y="49344"/>
                </a:lnTo>
                <a:lnTo>
                  <a:pt x="453737" y="48968"/>
                </a:lnTo>
                <a:lnTo>
                  <a:pt x="453176" y="48596"/>
                </a:lnTo>
                <a:lnTo>
                  <a:pt x="452619" y="48228"/>
                </a:lnTo>
                <a:lnTo>
                  <a:pt x="452067" y="47866"/>
                </a:lnTo>
                <a:lnTo>
                  <a:pt x="451522" y="47512"/>
                </a:lnTo>
                <a:lnTo>
                  <a:pt x="450987" y="47166"/>
                </a:lnTo>
                <a:lnTo>
                  <a:pt x="450462" y="46831"/>
                </a:lnTo>
                <a:lnTo>
                  <a:pt x="449949" y="46506"/>
                </a:lnTo>
                <a:lnTo>
                  <a:pt x="449451" y="46195"/>
                </a:lnTo>
                <a:lnTo>
                  <a:pt x="449889" y="46533"/>
                </a:lnTo>
                <a:lnTo>
                  <a:pt x="450362" y="46891"/>
                </a:lnTo>
                <a:lnTo>
                  <a:pt x="450867" y="47269"/>
                </a:lnTo>
                <a:lnTo>
                  <a:pt x="451402" y="47665"/>
                </a:lnTo>
                <a:lnTo>
                  <a:pt x="451964" y="48078"/>
                </a:lnTo>
                <a:lnTo>
                  <a:pt x="452552" y="48507"/>
                </a:lnTo>
                <a:lnTo>
                  <a:pt x="453163" y="48952"/>
                </a:lnTo>
                <a:lnTo>
                  <a:pt x="453796" y="49410"/>
                </a:lnTo>
                <a:lnTo>
                  <a:pt x="454448" y="49881"/>
                </a:lnTo>
                <a:lnTo>
                  <a:pt x="455118" y="50363"/>
                </a:lnTo>
                <a:lnTo>
                  <a:pt x="455802" y="50856"/>
                </a:lnTo>
                <a:lnTo>
                  <a:pt x="456500" y="51359"/>
                </a:lnTo>
                <a:lnTo>
                  <a:pt x="457208" y="51870"/>
                </a:lnTo>
                <a:lnTo>
                  <a:pt x="457925" y="52388"/>
                </a:lnTo>
                <a:lnTo>
                  <a:pt x="458648" y="52912"/>
                </a:lnTo>
                <a:lnTo>
                  <a:pt x="459377" y="53441"/>
                </a:lnTo>
                <a:lnTo>
                  <a:pt x="460107" y="53974"/>
                </a:lnTo>
                <a:lnTo>
                  <a:pt x="460838" y="54509"/>
                </a:lnTo>
                <a:lnTo>
                  <a:pt x="461567" y="55047"/>
                </a:lnTo>
                <a:lnTo>
                  <a:pt x="462292" y="55585"/>
                </a:lnTo>
                <a:lnTo>
                  <a:pt x="463012" y="56122"/>
                </a:lnTo>
                <a:lnTo>
                  <a:pt x="463723" y="56657"/>
                </a:lnTo>
                <a:lnTo>
                  <a:pt x="464423" y="57190"/>
                </a:lnTo>
                <a:lnTo>
                  <a:pt x="465112" y="57719"/>
                </a:lnTo>
                <a:lnTo>
                  <a:pt x="464761" y="57498"/>
                </a:lnTo>
                <a:lnTo>
                  <a:pt x="464373" y="57248"/>
                </a:lnTo>
                <a:lnTo>
                  <a:pt x="463951" y="56969"/>
                </a:lnTo>
                <a:lnTo>
                  <a:pt x="463498" y="56665"/>
                </a:lnTo>
                <a:lnTo>
                  <a:pt x="463018" y="56337"/>
                </a:lnTo>
                <a:lnTo>
                  <a:pt x="462514" y="55990"/>
                </a:lnTo>
                <a:lnTo>
                  <a:pt x="461988" y="55625"/>
                </a:lnTo>
                <a:lnTo>
                  <a:pt x="461443" y="55245"/>
                </a:lnTo>
                <a:lnTo>
                  <a:pt x="460883" y="54853"/>
                </a:lnTo>
                <a:lnTo>
                  <a:pt x="460310" y="54451"/>
                </a:lnTo>
                <a:lnTo>
                  <a:pt x="459728" y="54043"/>
                </a:lnTo>
                <a:lnTo>
                  <a:pt x="459140" y="53629"/>
                </a:lnTo>
                <a:lnTo>
                  <a:pt x="458548" y="53214"/>
                </a:lnTo>
                <a:lnTo>
                  <a:pt x="457956" y="52800"/>
                </a:lnTo>
                <a:lnTo>
                  <a:pt x="457367" y="52389"/>
                </a:lnTo>
                <a:lnTo>
                  <a:pt x="456784" y="51984"/>
                </a:lnTo>
                <a:lnTo>
                  <a:pt x="456210" y="51587"/>
                </a:lnTo>
                <a:lnTo>
                  <a:pt x="455648" y="51202"/>
                </a:lnTo>
                <a:lnTo>
                  <a:pt x="455100" y="50831"/>
                </a:lnTo>
                <a:lnTo>
                  <a:pt x="454571" y="50476"/>
                </a:lnTo>
                <a:lnTo>
                  <a:pt x="454063" y="50141"/>
                </a:lnTo>
                <a:lnTo>
                  <a:pt x="453579" y="49827"/>
                </a:lnTo>
                <a:lnTo>
                  <a:pt x="453122" y="49537"/>
                </a:lnTo>
                <a:lnTo>
                  <a:pt x="452695" y="49275"/>
                </a:lnTo>
                <a:lnTo>
                  <a:pt x="451947" y="48857"/>
                </a:lnTo>
                <a:lnTo>
                  <a:pt x="451695" y="48801"/>
                </a:lnTo>
                <a:lnTo>
                  <a:pt x="451899" y="49076"/>
                </a:lnTo>
                <a:lnTo>
                  <a:pt x="452516" y="49652"/>
                </a:lnTo>
                <a:lnTo>
                  <a:pt x="453503" y="50498"/>
                </a:lnTo>
                <a:lnTo>
                  <a:pt x="454819" y="51581"/>
                </a:lnTo>
                <a:lnTo>
                  <a:pt x="456421" y="52872"/>
                </a:lnTo>
                <a:lnTo>
                  <a:pt x="458268" y="54339"/>
                </a:lnTo>
                <a:lnTo>
                  <a:pt x="460316" y="55951"/>
                </a:lnTo>
                <a:lnTo>
                  <a:pt x="462524" y="57677"/>
                </a:lnTo>
                <a:lnTo>
                  <a:pt x="464850" y="59485"/>
                </a:lnTo>
                <a:lnTo>
                  <a:pt x="465970" y="60354"/>
                </a:lnTo>
                <a:lnTo>
                  <a:pt x="465502" y="60008"/>
                </a:lnTo>
                <a:lnTo>
                  <a:pt x="464438" y="59239"/>
                </a:lnTo>
                <a:lnTo>
                  <a:pt x="463443" y="58539"/>
                </a:lnTo>
                <a:lnTo>
                  <a:pt x="462524" y="57915"/>
                </a:lnTo>
                <a:lnTo>
                  <a:pt x="462644" y="58062"/>
                </a:lnTo>
                <a:lnTo>
                  <a:pt x="462774" y="58210"/>
                </a:lnTo>
                <a:lnTo>
                  <a:pt x="462911" y="58357"/>
                </a:lnTo>
                <a:lnTo>
                  <a:pt x="463050" y="58502"/>
                </a:lnTo>
                <a:lnTo>
                  <a:pt x="463190" y="58643"/>
                </a:lnTo>
                <a:lnTo>
                  <a:pt x="463327" y="58777"/>
                </a:lnTo>
                <a:lnTo>
                  <a:pt x="463458" y="58903"/>
                </a:lnTo>
                <a:lnTo>
                  <a:pt x="463579" y="59018"/>
                </a:lnTo>
                <a:lnTo>
                  <a:pt x="463688" y="59121"/>
                </a:lnTo>
                <a:lnTo>
                  <a:pt x="463781" y="59210"/>
                </a:lnTo>
                <a:lnTo>
                  <a:pt x="463855" y="59282"/>
                </a:lnTo>
                <a:lnTo>
                  <a:pt x="463907" y="59337"/>
                </a:lnTo>
                <a:lnTo>
                  <a:pt x="463934" y="59370"/>
                </a:lnTo>
                <a:lnTo>
                  <a:pt x="463932" y="59382"/>
                </a:lnTo>
                <a:lnTo>
                  <a:pt x="463898" y="59369"/>
                </a:lnTo>
                <a:lnTo>
                  <a:pt x="463830" y="59331"/>
                </a:lnTo>
                <a:lnTo>
                  <a:pt x="463723" y="59264"/>
                </a:lnTo>
                <a:lnTo>
                  <a:pt x="463576" y="59167"/>
                </a:lnTo>
                <a:lnTo>
                  <a:pt x="463384" y="59038"/>
                </a:lnTo>
                <a:lnTo>
                  <a:pt x="463144" y="58875"/>
                </a:lnTo>
                <a:lnTo>
                  <a:pt x="462853" y="58675"/>
                </a:lnTo>
                <a:lnTo>
                  <a:pt x="462509" y="58438"/>
                </a:lnTo>
                <a:lnTo>
                  <a:pt x="462108" y="58161"/>
                </a:lnTo>
                <a:lnTo>
                  <a:pt x="461646" y="57842"/>
                </a:lnTo>
                <a:lnTo>
                  <a:pt x="460466" y="56815"/>
                </a:lnTo>
                <a:lnTo>
                  <a:pt x="459320" y="55817"/>
                </a:lnTo>
                <a:lnTo>
                  <a:pt x="458205" y="54846"/>
                </a:lnTo>
                <a:lnTo>
                  <a:pt x="457117" y="53900"/>
                </a:lnTo>
                <a:lnTo>
                  <a:pt x="456053" y="52977"/>
                </a:lnTo>
                <a:lnTo>
                  <a:pt x="455010" y="52075"/>
                </a:lnTo>
                <a:lnTo>
                  <a:pt x="453983" y="51192"/>
                </a:lnTo>
                <a:lnTo>
                  <a:pt x="452971" y="50326"/>
                </a:lnTo>
                <a:lnTo>
                  <a:pt x="451969" y="49476"/>
                </a:lnTo>
                <a:lnTo>
                  <a:pt x="450974" y="48639"/>
                </a:lnTo>
                <a:lnTo>
                  <a:pt x="449983" y="47814"/>
                </a:lnTo>
                <a:lnTo>
                  <a:pt x="448992" y="46998"/>
                </a:lnTo>
                <a:lnTo>
                  <a:pt x="447998" y="46191"/>
                </a:lnTo>
                <a:lnTo>
                  <a:pt x="446997" y="45389"/>
                </a:lnTo>
                <a:lnTo>
                  <a:pt x="445987" y="44591"/>
                </a:lnTo>
                <a:lnTo>
                  <a:pt x="444964" y="43796"/>
                </a:lnTo>
                <a:lnTo>
                  <a:pt x="443924" y="43001"/>
                </a:lnTo>
                <a:lnTo>
                  <a:pt x="442864" y="42204"/>
                </a:lnTo>
                <a:lnTo>
                  <a:pt x="441781" y="41404"/>
                </a:lnTo>
                <a:lnTo>
                  <a:pt x="440672" y="40598"/>
                </a:lnTo>
                <a:lnTo>
                  <a:pt x="439532" y="39785"/>
                </a:lnTo>
                <a:lnTo>
                  <a:pt x="438359" y="38963"/>
                </a:lnTo>
                <a:lnTo>
                  <a:pt x="437149" y="38129"/>
                </a:lnTo>
                <a:lnTo>
                  <a:pt x="435899" y="37283"/>
                </a:lnTo>
                <a:lnTo>
                  <a:pt x="437229" y="38076"/>
                </a:lnTo>
                <a:lnTo>
                  <a:pt x="438399" y="38770"/>
                </a:lnTo>
                <a:lnTo>
                  <a:pt x="439413" y="39368"/>
                </a:lnTo>
                <a:lnTo>
                  <a:pt x="440275" y="39873"/>
                </a:lnTo>
                <a:lnTo>
                  <a:pt x="440991" y="40288"/>
                </a:lnTo>
                <a:lnTo>
                  <a:pt x="441566" y="40615"/>
                </a:lnTo>
                <a:lnTo>
                  <a:pt x="442003" y="40859"/>
                </a:lnTo>
                <a:lnTo>
                  <a:pt x="442307" y="41022"/>
                </a:lnTo>
                <a:lnTo>
                  <a:pt x="442484" y="41108"/>
                </a:lnTo>
                <a:lnTo>
                  <a:pt x="442537" y="41118"/>
                </a:lnTo>
                <a:lnTo>
                  <a:pt x="442472" y="41057"/>
                </a:lnTo>
                <a:lnTo>
                  <a:pt x="442293" y="40928"/>
                </a:lnTo>
                <a:lnTo>
                  <a:pt x="442004" y="40733"/>
                </a:lnTo>
                <a:lnTo>
                  <a:pt x="441611" y="40476"/>
                </a:lnTo>
                <a:lnTo>
                  <a:pt x="441117" y="40159"/>
                </a:lnTo>
                <a:lnTo>
                  <a:pt x="440528" y="39786"/>
                </a:lnTo>
                <a:lnTo>
                  <a:pt x="439848" y="39360"/>
                </a:lnTo>
                <a:lnTo>
                  <a:pt x="439082" y="38883"/>
                </a:lnTo>
                <a:lnTo>
                  <a:pt x="438234" y="38360"/>
                </a:lnTo>
                <a:lnTo>
                  <a:pt x="437310" y="37793"/>
                </a:lnTo>
                <a:lnTo>
                  <a:pt x="436313" y="37185"/>
                </a:lnTo>
                <a:lnTo>
                  <a:pt x="435248" y="36539"/>
                </a:lnTo>
                <a:lnTo>
                  <a:pt x="434121" y="35858"/>
                </a:lnTo>
                <a:lnTo>
                  <a:pt x="432935" y="35145"/>
                </a:lnTo>
                <a:lnTo>
                  <a:pt x="432551" y="34885"/>
                </a:lnTo>
                <a:lnTo>
                  <a:pt x="432243" y="34663"/>
                </a:lnTo>
                <a:lnTo>
                  <a:pt x="432004" y="34473"/>
                </a:lnTo>
                <a:lnTo>
                  <a:pt x="431825" y="34314"/>
                </a:lnTo>
                <a:lnTo>
                  <a:pt x="431699" y="34180"/>
                </a:lnTo>
                <a:lnTo>
                  <a:pt x="431617" y="34068"/>
                </a:lnTo>
                <a:lnTo>
                  <a:pt x="431572" y="33975"/>
                </a:lnTo>
                <a:lnTo>
                  <a:pt x="431556" y="33896"/>
                </a:lnTo>
                <a:lnTo>
                  <a:pt x="431561" y="33829"/>
                </a:lnTo>
                <a:lnTo>
                  <a:pt x="431579" y="33769"/>
                </a:lnTo>
                <a:lnTo>
                  <a:pt x="431603" y="33713"/>
                </a:lnTo>
                <a:lnTo>
                  <a:pt x="431623" y="33657"/>
                </a:lnTo>
                <a:lnTo>
                  <a:pt x="431634" y="33597"/>
                </a:lnTo>
                <a:lnTo>
                  <a:pt x="431625" y="33530"/>
                </a:lnTo>
                <a:lnTo>
                  <a:pt x="431591" y="33451"/>
                </a:lnTo>
                <a:lnTo>
                  <a:pt x="431522" y="33358"/>
                </a:lnTo>
                <a:lnTo>
                  <a:pt x="431411" y="33247"/>
                </a:lnTo>
                <a:lnTo>
                  <a:pt x="431250" y="33113"/>
                </a:lnTo>
                <a:lnTo>
                  <a:pt x="431031" y="32954"/>
                </a:lnTo>
                <a:lnTo>
                  <a:pt x="430747" y="32765"/>
                </a:lnTo>
                <a:lnTo>
                  <a:pt x="430389" y="32543"/>
                </a:lnTo>
                <a:lnTo>
                  <a:pt x="429949" y="32284"/>
                </a:lnTo>
                <a:lnTo>
                  <a:pt x="429420" y="31984"/>
                </a:lnTo>
                <a:lnTo>
                  <a:pt x="428794" y="31641"/>
                </a:lnTo>
                <a:lnTo>
                  <a:pt x="428941" y="31668"/>
                </a:lnTo>
                <a:lnTo>
                  <a:pt x="429102" y="31708"/>
                </a:lnTo>
                <a:lnTo>
                  <a:pt x="429277" y="31760"/>
                </a:lnTo>
                <a:lnTo>
                  <a:pt x="429464" y="31822"/>
                </a:lnTo>
                <a:lnTo>
                  <a:pt x="429662" y="31895"/>
                </a:lnTo>
                <a:lnTo>
                  <a:pt x="429871" y="31977"/>
                </a:lnTo>
                <a:lnTo>
                  <a:pt x="430090" y="32068"/>
                </a:lnTo>
                <a:lnTo>
                  <a:pt x="430318" y="32167"/>
                </a:lnTo>
                <a:lnTo>
                  <a:pt x="430555" y="32273"/>
                </a:lnTo>
                <a:lnTo>
                  <a:pt x="430798" y="32386"/>
                </a:lnTo>
                <a:lnTo>
                  <a:pt x="431049" y="32504"/>
                </a:lnTo>
                <a:lnTo>
                  <a:pt x="431305" y="32628"/>
                </a:lnTo>
                <a:lnTo>
                  <a:pt x="431565" y="32756"/>
                </a:lnTo>
                <a:lnTo>
                  <a:pt x="431830" y="32888"/>
                </a:lnTo>
                <a:lnTo>
                  <a:pt x="432098" y="33024"/>
                </a:lnTo>
                <a:lnTo>
                  <a:pt x="432369" y="33161"/>
                </a:lnTo>
                <a:lnTo>
                  <a:pt x="432641" y="33300"/>
                </a:lnTo>
                <a:lnTo>
                  <a:pt x="432913" y="33440"/>
                </a:lnTo>
                <a:lnTo>
                  <a:pt x="433186" y="33580"/>
                </a:lnTo>
                <a:lnTo>
                  <a:pt x="433458" y="33719"/>
                </a:lnTo>
                <a:lnTo>
                  <a:pt x="433727" y="33857"/>
                </a:lnTo>
                <a:lnTo>
                  <a:pt x="433995" y="33993"/>
                </a:lnTo>
                <a:lnTo>
                  <a:pt x="434258" y="34127"/>
                </a:lnTo>
                <a:lnTo>
                  <a:pt x="434518" y="34257"/>
                </a:lnTo>
                <a:lnTo>
                  <a:pt x="433229" y="33410"/>
                </a:lnTo>
                <a:lnTo>
                  <a:pt x="431930" y="32586"/>
                </a:lnTo>
                <a:lnTo>
                  <a:pt x="430622" y="31786"/>
                </a:lnTo>
                <a:lnTo>
                  <a:pt x="429308" y="31009"/>
                </a:lnTo>
                <a:lnTo>
                  <a:pt x="427990" y="30255"/>
                </a:lnTo>
                <a:lnTo>
                  <a:pt x="426669" y="29523"/>
                </a:lnTo>
                <a:lnTo>
                  <a:pt x="425348" y="28813"/>
                </a:lnTo>
                <a:lnTo>
                  <a:pt x="424029" y="28125"/>
                </a:lnTo>
                <a:lnTo>
                  <a:pt x="422714" y="27457"/>
                </a:lnTo>
                <a:lnTo>
                  <a:pt x="421404" y="26810"/>
                </a:lnTo>
                <a:lnTo>
                  <a:pt x="420103" y="26184"/>
                </a:lnTo>
                <a:lnTo>
                  <a:pt x="418811" y="25577"/>
                </a:lnTo>
                <a:lnTo>
                  <a:pt x="417532" y="24989"/>
                </a:lnTo>
                <a:lnTo>
                  <a:pt x="416267" y="24421"/>
                </a:lnTo>
                <a:lnTo>
                  <a:pt x="415018" y="23871"/>
                </a:lnTo>
                <a:lnTo>
                  <a:pt x="413787" y="23340"/>
                </a:lnTo>
                <a:lnTo>
                  <a:pt x="412576" y="22826"/>
                </a:lnTo>
                <a:lnTo>
                  <a:pt x="411388" y="22330"/>
                </a:lnTo>
                <a:lnTo>
                  <a:pt x="410224" y="21850"/>
                </a:lnTo>
                <a:lnTo>
                  <a:pt x="409086" y="21388"/>
                </a:lnTo>
                <a:lnTo>
                  <a:pt x="407977" y="20941"/>
                </a:lnTo>
                <a:lnTo>
                  <a:pt x="406899" y="20510"/>
                </a:lnTo>
                <a:lnTo>
                  <a:pt x="405853" y="20095"/>
                </a:lnTo>
                <a:lnTo>
                  <a:pt x="404842" y="19694"/>
                </a:lnTo>
                <a:lnTo>
                  <a:pt x="404912" y="19744"/>
                </a:lnTo>
                <a:lnTo>
                  <a:pt x="404978" y="19793"/>
                </a:lnTo>
                <a:lnTo>
                  <a:pt x="405040" y="19842"/>
                </a:lnTo>
                <a:lnTo>
                  <a:pt x="405099" y="19890"/>
                </a:lnTo>
                <a:lnTo>
                  <a:pt x="405155" y="19938"/>
                </a:lnTo>
                <a:lnTo>
                  <a:pt x="405207" y="19986"/>
                </a:lnTo>
                <a:lnTo>
                  <a:pt x="405256" y="20033"/>
                </a:lnTo>
                <a:lnTo>
                  <a:pt x="405302" y="20080"/>
                </a:lnTo>
                <a:lnTo>
                  <a:pt x="405344" y="20127"/>
                </a:lnTo>
                <a:lnTo>
                  <a:pt x="405383" y="20173"/>
                </a:lnTo>
                <a:lnTo>
                  <a:pt x="405419" y="20219"/>
                </a:lnTo>
                <a:lnTo>
                  <a:pt x="405453" y="20264"/>
                </a:lnTo>
                <a:lnTo>
                  <a:pt x="405483" y="20309"/>
                </a:lnTo>
                <a:lnTo>
                  <a:pt x="405510" y="20353"/>
                </a:lnTo>
                <a:lnTo>
                  <a:pt x="405535" y="20397"/>
                </a:lnTo>
                <a:lnTo>
                  <a:pt x="405557" y="20441"/>
                </a:lnTo>
                <a:lnTo>
                  <a:pt x="405576" y="20484"/>
                </a:lnTo>
                <a:lnTo>
                  <a:pt x="405593" y="20526"/>
                </a:lnTo>
                <a:lnTo>
                  <a:pt x="405607" y="20568"/>
                </a:lnTo>
                <a:lnTo>
                  <a:pt x="405619" y="20610"/>
                </a:lnTo>
                <a:lnTo>
                  <a:pt x="405629" y="20651"/>
                </a:lnTo>
                <a:lnTo>
                  <a:pt x="405636" y="20691"/>
                </a:lnTo>
                <a:lnTo>
                  <a:pt x="405641" y="20731"/>
                </a:lnTo>
                <a:lnTo>
                  <a:pt x="405644" y="20770"/>
                </a:lnTo>
                <a:lnTo>
                  <a:pt x="405132" y="20541"/>
                </a:lnTo>
                <a:lnTo>
                  <a:pt x="404625" y="20316"/>
                </a:lnTo>
                <a:lnTo>
                  <a:pt x="404123" y="20093"/>
                </a:lnTo>
                <a:lnTo>
                  <a:pt x="403626" y="19875"/>
                </a:lnTo>
                <a:lnTo>
                  <a:pt x="403135" y="19659"/>
                </a:lnTo>
                <a:lnTo>
                  <a:pt x="402648" y="19448"/>
                </a:lnTo>
                <a:lnTo>
                  <a:pt x="402168" y="19240"/>
                </a:lnTo>
                <a:lnTo>
                  <a:pt x="401693" y="19036"/>
                </a:lnTo>
                <a:lnTo>
                  <a:pt x="401225" y="18836"/>
                </a:lnTo>
                <a:lnTo>
                  <a:pt x="400763" y="18639"/>
                </a:lnTo>
                <a:lnTo>
                  <a:pt x="400307" y="18447"/>
                </a:lnTo>
                <a:lnTo>
                  <a:pt x="399858" y="18258"/>
                </a:lnTo>
                <a:lnTo>
                  <a:pt x="399417" y="18074"/>
                </a:lnTo>
                <a:lnTo>
                  <a:pt x="398982" y="17893"/>
                </a:lnTo>
                <a:lnTo>
                  <a:pt x="398555" y="17717"/>
                </a:lnTo>
                <a:lnTo>
                  <a:pt x="398136" y="17544"/>
                </a:lnTo>
                <a:lnTo>
                  <a:pt x="397724" y="17377"/>
                </a:lnTo>
                <a:lnTo>
                  <a:pt x="397321" y="17213"/>
                </a:lnTo>
                <a:lnTo>
                  <a:pt x="396926" y="17054"/>
                </a:lnTo>
                <a:lnTo>
                  <a:pt x="396540" y="16899"/>
                </a:lnTo>
                <a:lnTo>
                  <a:pt x="396162" y="16748"/>
                </a:lnTo>
                <a:lnTo>
                  <a:pt x="395793" y="16602"/>
                </a:lnTo>
                <a:lnTo>
                  <a:pt x="395433" y="16461"/>
                </a:lnTo>
                <a:lnTo>
                  <a:pt x="395083" y="16324"/>
                </a:lnTo>
                <a:lnTo>
                  <a:pt x="394477" y="16078"/>
                </a:lnTo>
                <a:lnTo>
                  <a:pt x="393841" y="15812"/>
                </a:lnTo>
                <a:lnTo>
                  <a:pt x="393187" y="15533"/>
                </a:lnTo>
                <a:lnTo>
                  <a:pt x="392530" y="15246"/>
                </a:lnTo>
                <a:lnTo>
                  <a:pt x="391882" y="14956"/>
                </a:lnTo>
                <a:lnTo>
                  <a:pt x="391258" y="14670"/>
                </a:lnTo>
                <a:lnTo>
                  <a:pt x="390671" y="14394"/>
                </a:lnTo>
                <a:lnTo>
                  <a:pt x="390133" y="14133"/>
                </a:lnTo>
                <a:lnTo>
                  <a:pt x="389660" y="13893"/>
                </a:lnTo>
                <a:lnTo>
                  <a:pt x="389263" y="13679"/>
                </a:lnTo>
                <a:lnTo>
                  <a:pt x="388957" y="13498"/>
                </a:lnTo>
                <a:lnTo>
                  <a:pt x="388756" y="13356"/>
                </a:lnTo>
                <a:lnTo>
                  <a:pt x="388671" y="13258"/>
                </a:lnTo>
                <a:lnTo>
                  <a:pt x="388718" y="13210"/>
                </a:lnTo>
                <a:lnTo>
                  <a:pt x="388909" y="13217"/>
                </a:lnTo>
                <a:lnTo>
                  <a:pt x="389258" y="13286"/>
                </a:lnTo>
                <a:lnTo>
                  <a:pt x="389778" y="13423"/>
                </a:lnTo>
                <a:lnTo>
                  <a:pt x="390482" y="13632"/>
                </a:lnTo>
                <a:lnTo>
                  <a:pt x="391385" y="13921"/>
                </a:lnTo>
                <a:lnTo>
                  <a:pt x="392500" y="14294"/>
                </a:lnTo>
                <a:lnTo>
                  <a:pt x="393840" y="14758"/>
                </a:lnTo>
                <a:lnTo>
                  <a:pt x="395418" y="15317"/>
                </a:lnTo>
                <a:lnTo>
                  <a:pt x="397249" y="15979"/>
                </a:lnTo>
                <a:lnTo>
                  <a:pt x="399344" y="16749"/>
                </a:lnTo>
                <a:lnTo>
                  <a:pt x="400201" y="17060"/>
                </a:lnTo>
                <a:lnTo>
                  <a:pt x="400800" y="17258"/>
                </a:lnTo>
                <a:lnTo>
                  <a:pt x="401149" y="17350"/>
                </a:lnTo>
                <a:lnTo>
                  <a:pt x="401259" y="17342"/>
                </a:lnTo>
                <a:lnTo>
                  <a:pt x="401135" y="17240"/>
                </a:lnTo>
                <a:lnTo>
                  <a:pt x="400788" y="17050"/>
                </a:lnTo>
                <a:lnTo>
                  <a:pt x="400225" y="16779"/>
                </a:lnTo>
                <a:lnTo>
                  <a:pt x="399453" y="16433"/>
                </a:lnTo>
                <a:lnTo>
                  <a:pt x="398483" y="16017"/>
                </a:lnTo>
                <a:lnTo>
                  <a:pt x="397321" y="15538"/>
                </a:lnTo>
                <a:lnTo>
                  <a:pt x="395977" y="15003"/>
                </a:lnTo>
                <a:lnTo>
                  <a:pt x="394457" y="14417"/>
                </a:lnTo>
                <a:lnTo>
                  <a:pt x="392771" y="13786"/>
                </a:lnTo>
                <a:lnTo>
                  <a:pt x="390927" y="13118"/>
                </a:lnTo>
                <a:lnTo>
                  <a:pt x="388934" y="12417"/>
                </a:lnTo>
                <a:lnTo>
                  <a:pt x="386798" y="11691"/>
                </a:lnTo>
                <a:lnTo>
                  <a:pt x="384529" y="10945"/>
                </a:lnTo>
                <a:lnTo>
                  <a:pt x="382135" y="10186"/>
                </a:lnTo>
                <a:lnTo>
                  <a:pt x="379624" y="9419"/>
                </a:lnTo>
                <a:lnTo>
                  <a:pt x="377005" y="8652"/>
                </a:lnTo>
                <a:lnTo>
                  <a:pt x="374285" y="7889"/>
                </a:lnTo>
                <a:lnTo>
                  <a:pt x="371473" y="7139"/>
                </a:lnTo>
                <a:lnTo>
                  <a:pt x="368577" y="6405"/>
                </a:lnTo>
                <a:lnTo>
                  <a:pt x="365606" y="5696"/>
                </a:lnTo>
                <a:lnTo>
                  <a:pt x="362567" y="5028"/>
                </a:lnTo>
                <a:lnTo>
                  <a:pt x="359471" y="4416"/>
                </a:lnTo>
                <a:lnTo>
                  <a:pt x="356325" y="3858"/>
                </a:lnTo>
                <a:lnTo>
                  <a:pt x="353138" y="3352"/>
                </a:lnTo>
                <a:lnTo>
                  <a:pt x="349921" y="2897"/>
                </a:lnTo>
                <a:lnTo>
                  <a:pt x="346681" y="2493"/>
                </a:lnTo>
                <a:lnTo>
                  <a:pt x="343429" y="2136"/>
                </a:lnTo>
                <a:lnTo>
                  <a:pt x="340172" y="1827"/>
                </a:lnTo>
                <a:lnTo>
                  <a:pt x="336920" y="1564"/>
                </a:lnTo>
                <a:lnTo>
                  <a:pt x="333682" y="1345"/>
                </a:lnTo>
                <a:lnTo>
                  <a:pt x="330467" y="1169"/>
                </a:lnTo>
                <a:lnTo>
                  <a:pt x="327283" y="1034"/>
                </a:lnTo>
                <a:lnTo>
                  <a:pt x="324141" y="941"/>
                </a:lnTo>
                <a:lnTo>
                  <a:pt x="321049" y="886"/>
                </a:lnTo>
                <a:lnTo>
                  <a:pt x="318016" y="868"/>
                </a:lnTo>
                <a:lnTo>
                  <a:pt x="315051" y="888"/>
                </a:lnTo>
                <a:lnTo>
                  <a:pt x="312163" y="942"/>
                </a:lnTo>
                <a:lnTo>
                  <a:pt x="309361" y="1029"/>
                </a:lnTo>
                <a:lnTo>
                  <a:pt x="306654" y="1149"/>
                </a:lnTo>
                <a:lnTo>
                  <a:pt x="304052" y="1300"/>
                </a:lnTo>
                <a:lnTo>
                  <a:pt x="301562" y="1480"/>
                </a:lnTo>
                <a:lnTo>
                  <a:pt x="299195" y="1689"/>
                </a:lnTo>
                <a:lnTo>
                  <a:pt x="296960" y="1924"/>
                </a:lnTo>
                <a:lnTo>
                  <a:pt x="294864" y="2185"/>
                </a:lnTo>
                <a:lnTo>
                  <a:pt x="293361" y="2295"/>
                </a:lnTo>
                <a:lnTo>
                  <a:pt x="291838" y="2424"/>
                </a:lnTo>
                <a:lnTo>
                  <a:pt x="290298" y="2572"/>
                </a:lnTo>
                <a:lnTo>
                  <a:pt x="288742" y="2738"/>
                </a:lnTo>
                <a:lnTo>
                  <a:pt x="287172" y="2923"/>
                </a:lnTo>
                <a:lnTo>
                  <a:pt x="285588" y="3128"/>
                </a:lnTo>
                <a:lnTo>
                  <a:pt x="283993" y="3351"/>
                </a:lnTo>
                <a:lnTo>
                  <a:pt x="282388" y="3594"/>
                </a:lnTo>
                <a:lnTo>
                  <a:pt x="280774" y="3856"/>
                </a:lnTo>
                <a:lnTo>
                  <a:pt x="279153" y="4138"/>
                </a:lnTo>
                <a:lnTo>
                  <a:pt x="277527" y="4440"/>
                </a:lnTo>
                <a:lnTo>
                  <a:pt x="275897" y="4762"/>
                </a:lnTo>
                <a:lnTo>
                  <a:pt x="274264" y="5104"/>
                </a:lnTo>
                <a:lnTo>
                  <a:pt x="272630" y="5466"/>
                </a:lnTo>
                <a:lnTo>
                  <a:pt x="270997" y="5849"/>
                </a:lnTo>
                <a:lnTo>
                  <a:pt x="269366" y="6252"/>
                </a:lnTo>
                <a:lnTo>
                  <a:pt x="267738" y="6676"/>
                </a:lnTo>
                <a:lnTo>
                  <a:pt x="266115" y="7121"/>
                </a:lnTo>
                <a:lnTo>
                  <a:pt x="264499" y="7587"/>
                </a:lnTo>
                <a:lnTo>
                  <a:pt x="262891" y="8074"/>
                </a:lnTo>
                <a:lnTo>
                  <a:pt x="261293" y="8583"/>
                </a:lnTo>
                <a:lnTo>
                  <a:pt x="259705" y="9113"/>
                </a:lnTo>
                <a:lnTo>
                  <a:pt x="258130" y="9665"/>
                </a:lnTo>
                <a:lnTo>
                  <a:pt x="256569" y="10239"/>
                </a:lnTo>
                <a:lnTo>
                  <a:pt x="256087" y="10401"/>
                </a:lnTo>
                <a:lnTo>
                  <a:pt x="255606" y="10564"/>
                </a:lnTo>
                <a:lnTo>
                  <a:pt x="255126" y="10728"/>
                </a:lnTo>
                <a:lnTo>
                  <a:pt x="254648" y="10893"/>
                </a:lnTo>
                <a:lnTo>
                  <a:pt x="254170" y="11058"/>
                </a:lnTo>
                <a:lnTo>
                  <a:pt x="253694" y="11225"/>
                </a:lnTo>
                <a:lnTo>
                  <a:pt x="253218" y="11392"/>
                </a:lnTo>
                <a:lnTo>
                  <a:pt x="252744" y="11559"/>
                </a:lnTo>
                <a:lnTo>
                  <a:pt x="252270" y="11728"/>
                </a:lnTo>
                <a:lnTo>
                  <a:pt x="251798" y="11898"/>
                </a:lnTo>
                <a:lnTo>
                  <a:pt x="251326" y="12068"/>
                </a:lnTo>
                <a:lnTo>
                  <a:pt x="250855" y="12239"/>
                </a:lnTo>
                <a:lnTo>
                  <a:pt x="250384" y="12411"/>
                </a:lnTo>
                <a:lnTo>
                  <a:pt x="249915" y="12584"/>
                </a:lnTo>
                <a:lnTo>
                  <a:pt x="249446" y="12758"/>
                </a:lnTo>
                <a:lnTo>
                  <a:pt x="248977" y="12933"/>
                </a:lnTo>
                <a:lnTo>
                  <a:pt x="248509" y="13109"/>
                </a:lnTo>
                <a:lnTo>
                  <a:pt x="248042" y="13286"/>
                </a:lnTo>
                <a:lnTo>
                  <a:pt x="247575" y="13463"/>
                </a:lnTo>
                <a:lnTo>
                  <a:pt x="247108" y="13642"/>
                </a:lnTo>
                <a:lnTo>
                  <a:pt x="246642" y="13822"/>
                </a:lnTo>
                <a:lnTo>
                  <a:pt x="246176" y="14002"/>
                </a:lnTo>
                <a:lnTo>
                  <a:pt x="245710" y="14184"/>
                </a:lnTo>
                <a:lnTo>
                  <a:pt x="245244" y="14366"/>
                </a:lnTo>
                <a:lnTo>
                  <a:pt x="244797" y="14532"/>
                </a:lnTo>
                <a:lnTo>
                  <a:pt x="244350" y="14696"/>
                </a:lnTo>
                <a:lnTo>
                  <a:pt x="243904" y="14861"/>
                </a:lnTo>
                <a:lnTo>
                  <a:pt x="243458" y="15025"/>
                </a:lnTo>
                <a:lnTo>
                  <a:pt x="243011" y="15189"/>
                </a:lnTo>
                <a:lnTo>
                  <a:pt x="242565" y="15352"/>
                </a:lnTo>
                <a:lnTo>
                  <a:pt x="242119" y="15515"/>
                </a:lnTo>
                <a:lnTo>
                  <a:pt x="241673" y="15678"/>
                </a:lnTo>
                <a:lnTo>
                  <a:pt x="241228" y="15839"/>
                </a:lnTo>
                <a:lnTo>
                  <a:pt x="240782" y="16001"/>
                </a:lnTo>
                <a:lnTo>
                  <a:pt x="240335" y="16162"/>
                </a:lnTo>
                <a:lnTo>
                  <a:pt x="239889" y="16323"/>
                </a:lnTo>
                <a:lnTo>
                  <a:pt x="239443" y="16482"/>
                </a:lnTo>
                <a:lnTo>
                  <a:pt x="238996" y="16642"/>
                </a:lnTo>
                <a:lnTo>
                  <a:pt x="238549" y="16801"/>
                </a:lnTo>
                <a:lnTo>
                  <a:pt x="238101" y="16959"/>
                </a:lnTo>
                <a:lnTo>
                  <a:pt x="237654" y="17117"/>
                </a:lnTo>
                <a:lnTo>
                  <a:pt x="237205" y="17274"/>
                </a:lnTo>
                <a:lnTo>
                  <a:pt x="236757" y="17430"/>
                </a:lnTo>
                <a:lnTo>
                  <a:pt x="236307" y="17586"/>
                </a:lnTo>
                <a:lnTo>
                  <a:pt x="235857" y="17741"/>
                </a:lnTo>
                <a:lnTo>
                  <a:pt x="235407" y="17896"/>
                </a:lnTo>
                <a:lnTo>
                  <a:pt x="234956" y="18049"/>
                </a:lnTo>
                <a:lnTo>
                  <a:pt x="234504" y="18202"/>
                </a:lnTo>
                <a:lnTo>
                  <a:pt x="234987" y="17969"/>
                </a:lnTo>
                <a:lnTo>
                  <a:pt x="235466" y="17738"/>
                </a:lnTo>
                <a:lnTo>
                  <a:pt x="235939" y="17510"/>
                </a:lnTo>
                <a:lnTo>
                  <a:pt x="236404" y="17285"/>
                </a:lnTo>
                <a:lnTo>
                  <a:pt x="236855" y="17067"/>
                </a:lnTo>
                <a:lnTo>
                  <a:pt x="237292" y="16855"/>
                </a:lnTo>
                <a:lnTo>
                  <a:pt x="237710" y="16652"/>
                </a:lnTo>
                <a:lnTo>
                  <a:pt x="238107" y="16458"/>
                </a:lnTo>
                <a:lnTo>
                  <a:pt x="238479" y="16274"/>
                </a:lnTo>
                <a:lnTo>
                  <a:pt x="238824" y="16102"/>
                </a:lnTo>
                <a:lnTo>
                  <a:pt x="239138" y="15943"/>
                </a:lnTo>
                <a:lnTo>
                  <a:pt x="239419" y="15799"/>
                </a:lnTo>
                <a:lnTo>
                  <a:pt x="239662" y="15670"/>
                </a:lnTo>
                <a:lnTo>
                  <a:pt x="239866" y="15557"/>
                </a:lnTo>
                <a:lnTo>
                  <a:pt x="240027" y="15463"/>
                </a:lnTo>
                <a:lnTo>
                  <a:pt x="240142" y="15389"/>
                </a:lnTo>
                <a:lnTo>
                  <a:pt x="240208" y="15334"/>
                </a:lnTo>
                <a:lnTo>
                  <a:pt x="240222" y="15302"/>
                </a:lnTo>
                <a:lnTo>
                  <a:pt x="240180" y="15292"/>
                </a:lnTo>
                <a:lnTo>
                  <a:pt x="240081" y="15307"/>
                </a:lnTo>
                <a:lnTo>
                  <a:pt x="239920" y="15348"/>
                </a:lnTo>
                <a:lnTo>
                  <a:pt x="239695" y="15415"/>
                </a:lnTo>
                <a:lnTo>
                  <a:pt x="239403" y="15510"/>
                </a:lnTo>
                <a:lnTo>
                  <a:pt x="239040" y="15634"/>
                </a:lnTo>
                <a:lnTo>
                  <a:pt x="238642" y="15777"/>
                </a:lnTo>
                <a:lnTo>
                  <a:pt x="238244" y="15919"/>
                </a:lnTo>
                <a:lnTo>
                  <a:pt x="237845" y="16059"/>
                </a:lnTo>
                <a:lnTo>
                  <a:pt x="237445" y="16198"/>
                </a:lnTo>
                <a:lnTo>
                  <a:pt x="237044" y="16336"/>
                </a:lnTo>
                <a:lnTo>
                  <a:pt x="236643" y="16472"/>
                </a:lnTo>
                <a:lnTo>
                  <a:pt x="236242" y="16607"/>
                </a:lnTo>
                <a:lnTo>
                  <a:pt x="235839" y="16741"/>
                </a:lnTo>
                <a:lnTo>
                  <a:pt x="235437" y="16872"/>
                </a:lnTo>
                <a:lnTo>
                  <a:pt x="235034" y="17003"/>
                </a:lnTo>
                <a:lnTo>
                  <a:pt x="234630" y="17132"/>
                </a:lnTo>
                <a:lnTo>
                  <a:pt x="234227" y="17259"/>
                </a:lnTo>
                <a:lnTo>
                  <a:pt x="233823" y="17385"/>
                </a:lnTo>
                <a:lnTo>
                  <a:pt x="233418" y="17510"/>
                </a:lnTo>
                <a:lnTo>
                  <a:pt x="233014" y="17632"/>
                </a:lnTo>
                <a:lnTo>
                  <a:pt x="232609" y="17754"/>
                </a:lnTo>
                <a:lnTo>
                  <a:pt x="232205" y="17873"/>
                </a:lnTo>
                <a:lnTo>
                  <a:pt x="231800" y="17991"/>
                </a:lnTo>
                <a:lnTo>
                  <a:pt x="231395" y="18107"/>
                </a:lnTo>
                <a:lnTo>
                  <a:pt x="230990" y="18221"/>
                </a:lnTo>
                <a:lnTo>
                  <a:pt x="230586" y="18334"/>
                </a:lnTo>
                <a:lnTo>
                  <a:pt x="230181" y="18445"/>
                </a:lnTo>
                <a:lnTo>
                  <a:pt x="229777" y="18554"/>
                </a:lnTo>
                <a:lnTo>
                  <a:pt x="229374" y="18661"/>
                </a:lnTo>
                <a:lnTo>
                  <a:pt x="229120" y="18785"/>
                </a:lnTo>
                <a:lnTo>
                  <a:pt x="228620" y="19032"/>
                </a:lnTo>
                <a:lnTo>
                  <a:pt x="227906" y="19385"/>
                </a:lnTo>
                <a:lnTo>
                  <a:pt x="227004" y="19832"/>
                </a:lnTo>
                <a:close/>
                <a:moveTo>
                  <a:pt x="432147" y="85510"/>
                </a:moveTo>
                <a:lnTo>
                  <a:pt x="429758" y="83873"/>
                </a:lnTo>
                <a:lnTo>
                  <a:pt x="427179" y="82129"/>
                </a:lnTo>
                <a:lnTo>
                  <a:pt x="424442" y="80302"/>
                </a:lnTo>
                <a:lnTo>
                  <a:pt x="421580" y="78419"/>
                </a:lnTo>
                <a:lnTo>
                  <a:pt x="418625" y="76505"/>
                </a:lnTo>
                <a:lnTo>
                  <a:pt x="415610" y="74587"/>
                </a:lnTo>
                <a:lnTo>
                  <a:pt x="412567" y="72691"/>
                </a:lnTo>
                <a:lnTo>
                  <a:pt x="409529" y="70843"/>
                </a:lnTo>
                <a:lnTo>
                  <a:pt x="406529" y="69069"/>
                </a:lnTo>
                <a:lnTo>
                  <a:pt x="403599" y="67395"/>
                </a:lnTo>
                <a:lnTo>
                  <a:pt x="400772" y="65846"/>
                </a:lnTo>
                <a:lnTo>
                  <a:pt x="398080" y="64449"/>
                </a:lnTo>
                <a:lnTo>
                  <a:pt x="395701" y="63255"/>
                </a:lnTo>
                <a:lnTo>
                  <a:pt x="393786" y="62290"/>
                </a:lnTo>
                <a:lnTo>
                  <a:pt x="392303" y="61541"/>
                </a:lnTo>
                <a:lnTo>
                  <a:pt x="391221" y="60992"/>
                </a:lnTo>
                <a:lnTo>
                  <a:pt x="390509" y="60627"/>
                </a:lnTo>
                <a:lnTo>
                  <a:pt x="390137" y="60430"/>
                </a:lnTo>
                <a:lnTo>
                  <a:pt x="390072" y="60387"/>
                </a:lnTo>
                <a:lnTo>
                  <a:pt x="390284" y="60482"/>
                </a:lnTo>
                <a:lnTo>
                  <a:pt x="390743" y="60699"/>
                </a:lnTo>
                <a:lnTo>
                  <a:pt x="391416" y="61023"/>
                </a:lnTo>
                <a:lnTo>
                  <a:pt x="392272" y="61438"/>
                </a:lnTo>
                <a:lnTo>
                  <a:pt x="393282" y="61929"/>
                </a:lnTo>
                <a:lnTo>
                  <a:pt x="394413" y="62481"/>
                </a:lnTo>
                <a:lnTo>
                  <a:pt x="395635" y="63078"/>
                </a:lnTo>
                <a:lnTo>
                  <a:pt x="396917" y="63704"/>
                </a:lnTo>
                <a:lnTo>
                  <a:pt x="398227" y="64344"/>
                </a:lnTo>
                <a:lnTo>
                  <a:pt x="399534" y="64983"/>
                </a:lnTo>
                <a:lnTo>
                  <a:pt x="400808" y="65605"/>
                </a:lnTo>
                <a:lnTo>
                  <a:pt x="402018" y="66194"/>
                </a:lnTo>
                <a:lnTo>
                  <a:pt x="403132" y="66736"/>
                </a:lnTo>
                <a:lnTo>
                  <a:pt x="404118" y="67214"/>
                </a:lnTo>
                <a:lnTo>
                  <a:pt x="404948" y="67614"/>
                </a:lnTo>
                <a:lnTo>
                  <a:pt x="405588" y="67920"/>
                </a:lnTo>
                <a:lnTo>
                  <a:pt x="406008" y="68116"/>
                </a:lnTo>
                <a:lnTo>
                  <a:pt x="405887" y="67998"/>
                </a:lnTo>
                <a:lnTo>
                  <a:pt x="405755" y="67879"/>
                </a:lnTo>
                <a:lnTo>
                  <a:pt x="405610" y="67759"/>
                </a:lnTo>
                <a:lnTo>
                  <a:pt x="405454" y="67637"/>
                </a:lnTo>
                <a:lnTo>
                  <a:pt x="405286" y="67512"/>
                </a:lnTo>
                <a:lnTo>
                  <a:pt x="405106" y="67385"/>
                </a:lnTo>
                <a:lnTo>
                  <a:pt x="404913" y="67255"/>
                </a:lnTo>
                <a:lnTo>
                  <a:pt x="404709" y="67122"/>
                </a:lnTo>
                <a:lnTo>
                  <a:pt x="404492" y="66985"/>
                </a:lnTo>
                <a:lnTo>
                  <a:pt x="404264" y="66845"/>
                </a:lnTo>
                <a:lnTo>
                  <a:pt x="404022" y="66700"/>
                </a:lnTo>
                <a:lnTo>
                  <a:pt x="403769" y="66550"/>
                </a:lnTo>
                <a:lnTo>
                  <a:pt x="403503" y="66396"/>
                </a:lnTo>
                <a:lnTo>
                  <a:pt x="403224" y="66236"/>
                </a:lnTo>
                <a:lnTo>
                  <a:pt x="402933" y="66071"/>
                </a:lnTo>
                <a:lnTo>
                  <a:pt x="402629" y="65899"/>
                </a:lnTo>
                <a:lnTo>
                  <a:pt x="402312" y="65722"/>
                </a:lnTo>
                <a:lnTo>
                  <a:pt x="401982" y="65537"/>
                </a:lnTo>
                <a:lnTo>
                  <a:pt x="401639" y="65346"/>
                </a:lnTo>
                <a:lnTo>
                  <a:pt x="401284" y="65147"/>
                </a:lnTo>
                <a:lnTo>
                  <a:pt x="400915" y="64941"/>
                </a:lnTo>
                <a:lnTo>
                  <a:pt x="400533" y="64727"/>
                </a:lnTo>
                <a:lnTo>
                  <a:pt x="400138" y="64504"/>
                </a:lnTo>
                <a:lnTo>
                  <a:pt x="399729" y="64273"/>
                </a:lnTo>
                <a:lnTo>
                  <a:pt x="399243" y="63997"/>
                </a:lnTo>
                <a:lnTo>
                  <a:pt x="398792" y="63742"/>
                </a:lnTo>
                <a:lnTo>
                  <a:pt x="398377" y="63507"/>
                </a:lnTo>
                <a:lnTo>
                  <a:pt x="397996" y="63290"/>
                </a:lnTo>
                <a:lnTo>
                  <a:pt x="397651" y="63092"/>
                </a:lnTo>
                <a:lnTo>
                  <a:pt x="397339" y="62913"/>
                </a:lnTo>
                <a:lnTo>
                  <a:pt x="397061" y="62751"/>
                </a:lnTo>
                <a:lnTo>
                  <a:pt x="396816" y="62607"/>
                </a:lnTo>
                <a:lnTo>
                  <a:pt x="396603" y="62480"/>
                </a:lnTo>
                <a:lnTo>
                  <a:pt x="396422" y="62370"/>
                </a:lnTo>
                <a:lnTo>
                  <a:pt x="396273" y="62275"/>
                </a:lnTo>
                <a:lnTo>
                  <a:pt x="396155" y="62197"/>
                </a:lnTo>
                <a:lnTo>
                  <a:pt x="396067" y="62134"/>
                </a:lnTo>
                <a:lnTo>
                  <a:pt x="396009" y="62086"/>
                </a:lnTo>
                <a:lnTo>
                  <a:pt x="395981" y="62052"/>
                </a:lnTo>
                <a:lnTo>
                  <a:pt x="395981" y="62033"/>
                </a:lnTo>
                <a:lnTo>
                  <a:pt x="396010" y="62027"/>
                </a:lnTo>
                <a:lnTo>
                  <a:pt x="396067" y="62035"/>
                </a:lnTo>
                <a:lnTo>
                  <a:pt x="396152" y="62055"/>
                </a:lnTo>
                <a:lnTo>
                  <a:pt x="396263" y="62088"/>
                </a:lnTo>
                <a:lnTo>
                  <a:pt x="396401" y="62132"/>
                </a:lnTo>
                <a:lnTo>
                  <a:pt x="396565" y="62189"/>
                </a:lnTo>
                <a:lnTo>
                  <a:pt x="396754" y="62256"/>
                </a:lnTo>
                <a:lnTo>
                  <a:pt x="396968" y="62335"/>
                </a:lnTo>
                <a:lnTo>
                  <a:pt x="398033" y="62874"/>
                </a:lnTo>
                <a:lnTo>
                  <a:pt x="399097" y="63420"/>
                </a:lnTo>
                <a:lnTo>
                  <a:pt x="400158" y="63971"/>
                </a:lnTo>
                <a:lnTo>
                  <a:pt x="401218" y="64529"/>
                </a:lnTo>
                <a:lnTo>
                  <a:pt x="402276" y="65093"/>
                </a:lnTo>
                <a:lnTo>
                  <a:pt x="403332" y="65663"/>
                </a:lnTo>
                <a:lnTo>
                  <a:pt x="404387" y="66239"/>
                </a:lnTo>
                <a:lnTo>
                  <a:pt x="405441" y="66821"/>
                </a:lnTo>
                <a:lnTo>
                  <a:pt x="406494" y="67410"/>
                </a:lnTo>
                <a:lnTo>
                  <a:pt x="407545" y="68005"/>
                </a:lnTo>
                <a:lnTo>
                  <a:pt x="408595" y="68606"/>
                </a:lnTo>
                <a:lnTo>
                  <a:pt x="409645" y="69214"/>
                </a:lnTo>
                <a:lnTo>
                  <a:pt x="410694" y="69829"/>
                </a:lnTo>
                <a:lnTo>
                  <a:pt x="411742" y="70450"/>
                </a:lnTo>
                <a:lnTo>
                  <a:pt x="412789" y="71077"/>
                </a:lnTo>
                <a:lnTo>
                  <a:pt x="413836" y="71711"/>
                </a:lnTo>
                <a:lnTo>
                  <a:pt x="414883" y="72352"/>
                </a:lnTo>
                <a:lnTo>
                  <a:pt x="415930" y="72999"/>
                </a:lnTo>
                <a:lnTo>
                  <a:pt x="416976" y="73654"/>
                </a:lnTo>
                <a:lnTo>
                  <a:pt x="418022" y="74315"/>
                </a:lnTo>
                <a:lnTo>
                  <a:pt x="419069" y="74982"/>
                </a:lnTo>
                <a:lnTo>
                  <a:pt x="420115" y="75657"/>
                </a:lnTo>
                <a:lnTo>
                  <a:pt x="421162" y="76339"/>
                </a:lnTo>
                <a:lnTo>
                  <a:pt x="422210" y="77028"/>
                </a:lnTo>
                <a:lnTo>
                  <a:pt x="422483" y="77258"/>
                </a:lnTo>
                <a:lnTo>
                  <a:pt x="422730" y="77469"/>
                </a:lnTo>
                <a:lnTo>
                  <a:pt x="422950" y="77661"/>
                </a:lnTo>
                <a:lnTo>
                  <a:pt x="423140" y="77832"/>
                </a:lnTo>
                <a:lnTo>
                  <a:pt x="423301" y="77983"/>
                </a:lnTo>
                <a:lnTo>
                  <a:pt x="423431" y="78112"/>
                </a:lnTo>
                <a:lnTo>
                  <a:pt x="423530" y="78219"/>
                </a:lnTo>
                <a:lnTo>
                  <a:pt x="423596" y="78305"/>
                </a:lnTo>
                <a:lnTo>
                  <a:pt x="423629" y="78367"/>
                </a:lnTo>
                <a:lnTo>
                  <a:pt x="423628" y="78407"/>
                </a:lnTo>
                <a:lnTo>
                  <a:pt x="423591" y="78423"/>
                </a:lnTo>
                <a:lnTo>
                  <a:pt x="423519" y="78414"/>
                </a:lnTo>
                <a:lnTo>
                  <a:pt x="423410" y="78382"/>
                </a:lnTo>
                <a:lnTo>
                  <a:pt x="423262" y="78324"/>
                </a:lnTo>
                <a:lnTo>
                  <a:pt x="423076" y="78240"/>
                </a:lnTo>
                <a:lnTo>
                  <a:pt x="422851" y="78130"/>
                </a:lnTo>
                <a:lnTo>
                  <a:pt x="422584" y="77994"/>
                </a:lnTo>
                <a:lnTo>
                  <a:pt x="422277" y="77830"/>
                </a:lnTo>
                <a:lnTo>
                  <a:pt x="421926" y="77640"/>
                </a:lnTo>
                <a:lnTo>
                  <a:pt x="421533" y="77421"/>
                </a:lnTo>
                <a:lnTo>
                  <a:pt x="421095" y="77173"/>
                </a:lnTo>
                <a:lnTo>
                  <a:pt x="420612" y="76896"/>
                </a:lnTo>
                <a:lnTo>
                  <a:pt x="420083" y="76590"/>
                </a:lnTo>
                <a:lnTo>
                  <a:pt x="419507" y="76254"/>
                </a:lnTo>
                <a:lnTo>
                  <a:pt x="422932" y="78587"/>
                </a:lnTo>
                <a:lnTo>
                  <a:pt x="426530" y="81131"/>
                </a:lnTo>
                <a:lnTo>
                  <a:pt x="430290" y="83878"/>
                </a:lnTo>
                <a:lnTo>
                  <a:pt x="434196" y="86821"/>
                </a:lnTo>
                <a:lnTo>
                  <a:pt x="435713" y="87995"/>
                </a:lnTo>
                <a:lnTo>
                  <a:pt x="434313" y="87012"/>
                </a:lnTo>
                <a:lnTo>
                  <a:pt x="432147" y="85510"/>
                </a:lnTo>
                <a:close/>
                <a:moveTo>
                  <a:pt x="478907" y="70338"/>
                </a:moveTo>
                <a:lnTo>
                  <a:pt x="480874" y="71857"/>
                </a:lnTo>
                <a:lnTo>
                  <a:pt x="482620" y="73210"/>
                </a:lnTo>
                <a:lnTo>
                  <a:pt x="484103" y="74366"/>
                </a:lnTo>
                <a:lnTo>
                  <a:pt x="485283" y="75295"/>
                </a:lnTo>
                <a:lnTo>
                  <a:pt x="486115" y="75964"/>
                </a:lnTo>
                <a:lnTo>
                  <a:pt x="486558" y="76344"/>
                </a:lnTo>
                <a:lnTo>
                  <a:pt x="486571" y="76403"/>
                </a:lnTo>
                <a:lnTo>
                  <a:pt x="486289" y="76223"/>
                </a:lnTo>
                <a:lnTo>
                  <a:pt x="485875" y="75928"/>
                </a:lnTo>
                <a:lnTo>
                  <a:pt x="485338" y="75526"/>
                </a:lnTo>
                <a:lnTo>
                  <a:pt x="484688" y="75026"/>
                </a:lnTo>
                <a:lnTo>
                  <a:pt x="483934" y="74437"/>
                </a:lnTo>
                <a:lnTo>
                  <a:pt x="483085" y="73767"/>
                </a:lnTo>
                <a:lnTo>
                  <a:pt x="482151" y="73025"/>
                </a:lnTo>
                <a:lnTo>
                  <a:pt x="481142" y="72221"/>
                </a:lnTo>
                <a:lnTo>
                  <a:pt x="480067" y="71362"/>
                </a:lnTo>
                <a:lnTo>
                  <a:pt x="478936" y="70458"/>
                </a:lnTo>
                <a:lnTo>
                  <a:pt x="477758" y="69517"/>
                </a:lnTo>
                <a:lnTo>
                  <a:pt x="476543" y="68548"/>
                </a:lnTo>
                <a:lnTo>
                  <a:pt x="475300" y="67560"/>
                </a:lnTo>
                <a:lnTo>
                  <a:pt x="475152" y="67443"/>
                </a:lnTo>
                <a:lnTo>
                  <a:pt x="476763" y="68684"/>
                </a:lnTo>
                <a:lnTo>
                  <a:pt x="478907" y="70338"/>
                </a:lnTo>
                <a:close/>
                <a:moveTo>
                  <a:pt x="594104" y="233681"/>
                </a:moveTo>
                <a:lnTo>
                  <a:pt x="594063" y="233570"/>
                </a:lnTo>
                <a:lnTo>
                  <a:pt x="594023" y="233459"/>
                </a:lnTo>
                <a:lnTo>
                  <a:pt x="593983" y="233348"/>
                </a:lnTo>
                <a:lnTo>
                  <a:pt x="593943" y="233238"/>
                </a:lnTo>
                <a:lnTo>
                  <a:pt x="593903" y="233127"/>
                </a:lnTo>
                <a:lnTo>
                  <a:pt x="593863" y="233017"/>
                </a:lnTo>
                <a:lnTo>
                  <a:pt x="593823" y="232907"/>
                </a:lnTo>
                <a:lnTo>
                  <a:pt x="593783" y="232797"/>
                </a:lnTo>
                <a:lnTo>
                  <a:pt x="593744" y="232687"/>
                </a:lnTo>
                <a:lnTo>
                  <a:pt x="593704" y="232578"/>
                </a:lnTo>
                <a:lnTo>
                  <a:pt x="593664" y="232468"/>
                </a:lnTo>
                <a:lnTo>
                  <a:pt x="593624" y="232359"/>
                </a:lnTo>
                <a:lnTo>
                  <a:pt x="593585" y="232249"/>
                </a:lnTo>
                <a:lnTo>
                  <a:pt x="593545" y="232140"/>
                </a:lnTo>
                <a:lnTo>
                  <a:pt x="593505" y="232031"/>
                </a:lnTo>
                <a:lnTo>
                  <a:pt x="593466" y="231922"/>
                </a:lnTo>
                <a:lnTo>
                  <a:pt x="593426" y="231813"/>
                </a:lnTo>
                <a:lnTo>
                  <a:pt x="593387" y="231704"/>
                </a:lnTo>
                <a:lnTo>
                  <a:pt x="593347" y="231595"/>
                </a:lnTo>
                <a:lnTo>
                  <a:pt x="593307" y="231486"/>
                </a:lnTo>
                <a:lnTo>
                  <a:pt x="594137" y="232688"/>
                </a:lnTo>
                <a:lnTo>
                  <a:pt x="594963" y="233891"/>
                </a:lnTo>
                <a:lnTo>
                  <a:pt x="595786" y="235097"/>
                </a:lnTo>
                <a:lnTo>
                  <a:pt x="596605" y="236303"/>
                </a:lnTo>
                <a:lnTo>
                  <a:pt x="597418" y="237509"/>
                </a:lnTo>
                <a:lnTo>
                  <a:pt x="598225" y="238715"/>
                </a:lnTo>
                <a:lnTo>
                  <a:pt x="599025" y="239920"/>
                </a:lnTo>
                <a:lnTo>
                  <a:pt x="599818" y="241123"/>
                </a:lnTo>
                <a:lnTo>
                  <a:pt x="600602" y="242324"/>
                </a:lnTo>
                <a:lnTo>
                  <a:pt x="601377" y="243521"/>
                </a:lnTo>
                <a:lnTo>
                  <a:pt x="602143" y="244715"/>
                </a:lnTo>
                <a:lnTo>
                  <a:pt x="602897" y="245905"/>
                </a:lnTo>
                <a:lnTo>
                  <a:pt x="603640" y="247090"/>
                </a:lnTo>
                <a:lnTo>
                  <a:pt x="604370" y="248269"/>
                </a:lnTo>
                <a:lnTo>
                  <a:pt x="605087" y="249441"/>
                </a:lnTo>
                <a:lnTo>
                  <a:pt x="605790" y="250607"/>
                </a:lnTo>
                <a:lnTo>
                  <a:pt x="606479" y="251765"/>
                </a:lnTo>
                <a:lnTo>
                  <a:pt x="607151" y="252915"/>
                </a:lnTo>
                <a:lnTo>
                  <a:pt x="607808" y="254056"/>
                </a:lnTo>
                <a:lnTo>
                  <a:pt x="608447" y="255187"/>
                </a:lnTo>
                <a:lnTo>
                  <a:pt x="609068" y="256308"/>
                </a:lnTo>
                <a:lnTo>
                  <a:pt x="609671" y="257419"/>
                </a:lnTo>
                <a:lnTo>
                  <a:pt x="610254" y="258517"/>
                </a:lnTo>
                <a:lnTo>
                  <a:pt x="610817" y="259604"/>
                </a:lnTo>
                <a:lnTo>
                  <a:pt x="610213" y="258699"/>
                </a:lnTo>
                <a:lnTo>
                  <a:pt x="609583" y="257745"/>
                </a:lnTo>
                <a:lnTo>
                  <a:pt x="608931" y="256748"/>
                </a:lnTo>
                <a:lnTo>
                  <a:pt x="608258" y="255712"/>
                </a:lnTo>
                <a:lnTo>
                  <a:pt x="607567" y="254642"/>
                </a:lnTo>
                <a:lnTo>
                  <a:pt x="606860" y="253542"/>
                </a:lnTo>
                <a:lnTo>
                  <a:pt x="606140" y="252418"/>
                </a:lnTo>
                <a:lnTo>
                  <a:pt x="605410" y="251274"/>
                </a:lnTo>
                <a:lnTo>
                  <a:pt x="604671" y="250115"/>
                </a:lnTo>
                <a:lnTo>
                  <a:pt x="603927" y="248945"/>
                </a:lnTo>
                <a:lnTo>
                  <a:pt x="603179" y="247770"/>
                </a:lnTo>
                <a:lnTo>
                  <a:pt x="602430" y="246593"/>
                </a:lnTo>
                <a:lnTo>
                  <a:pt x="601683" y="245421"/>
                </a:lnTo>
                <a:lnTo>
                  <a:pt x="600939" y="244257"/>
                </a:lnTo>
                <a:lnTo>
                  <a:pt x="600203" y="243106"/>
                </a:lnTo>
                <a:lnTo>
                  <a:pt x="599475" y="241973"/>
                </a:lnTo>
                <a:lnTo>
                  <a:pt x="598758" y="240864"/>
                </a:lnTo>
                <a:lnTo>
                  <a:pt x="598055" y="239781"/>
                </a:lnTo>
                <a:lnTo>
                  <a:pt x="597369" y="238731"/>
                </a:lnTo>
                <a:lnTo>
                  <a:pt x="596701" y="237718"/>
                </a:lnTo>
                <a:lnTo>
                  <a:pt x="596054" y="236746"/>
                </a:lnTo>
                <a:lnTo>
                  <a:pt x="595431" y="235821"/>
                </a:lnTo>
                <a:lnTo>
                  <a:pt x="594834" y="234947"/>
                </a:lnTo>
                <a:lnTo>
                  <a:pt x="594266" y="234129"/>
                </a:lnTo>
                <a:lnTo>
                  <a:pt x="594225" y="234017"/>
                </a:lnTo>
                <a:lnTo>
                  <a:pt x="594184" y="233905"/>
                </a:lnTo>
                <a:lnTo>
                  <a:pt x="594144" y="233793"/>
                </a:lnTo>
                <a:lnTo>
                  <a:pt x="594104" y="233681"/>
                </a:lnTo>
                <a:close/>
                <a:moveTo>
                  <a:pt x="552180" y="193375"/>
                </a:moveTo>
                <a:lnTo>
                  <a:pt x="552082" y="193213"/>
                </a:lnTo>
                <a:lnTo>
                  <a:pt x="551985" y="193050"/>
                </a:lnTo>
                <a:lnTo>
                  <a:pt x="551888" y="192889"/>
                </a:lnTo>
                <a:lnTo>
                  <a:pt x="551791" y="192727"/>
                </a:lnTo>
                <a:lnTo>
                  <a:pt x="551694" y="192566"/>
                </a:lnTo>
                <a:lnTo>
                  <a:pt x="551597" y="192405"/>
                </a:lnTo>
                <a:lnTo>
                  <a:pt x="551500" y="192245"/>
                </a:lnTo>
                <a:lnTo>
                  <a:pt x="551404" y="192085"/>
                </a:lnTo>
                <a:lnTo>
                  <a:pt x="551307" y="191925"/>
                </a:lnTo>
                <a:lnTo>
                  <a:pt x="551211" y="191765"/>
                </a:lnTo>
                <a:lnTo>
                  <a:pt x="551115" y="191606"/>
                </a:lnTo>
                <a:lnTo>
                  <a:pt x="551019" y="191447"/>
                </a:lnTo>
                <a:lnTo>
                  <a:pt x="550923" y="191288"/>
                </a:lnTo>
                <a:lnTo>
                  <a:pt x="550827" y="191129"/>
                </a:lnTo>
                <a:lnTo>
                  <a:pt x="550732" y="190970"/>
                </a:lnTo>
                <a:lnTo>
                  <a:pt x="550636" y="190812"/>
                </a:lnTo>
                <a:lnTo>
                  <a:pt x="550540" y="190653"/>
                </a:lnTo>
                <a:lnTo>
                  <a:pt x="550445" y="190495"/>
                </a:lnTo>
                <a:lnTo>
                  <a:pt x="550349" y="190337"/>
                </a:lnTo>
                <a:lnTo>
                  <a:pt x="550253" y="190179"/>
                </a:lnTo>
                <a:lnTo>
                  <a:pt x="550933" y="190992"/>
                </a:lnTo>
                <a:lnTo>
                  <a:pt x="551728" y="191997"/>
                </a:lnTo>
                <a:lnTo>
                  <a:pt x="552626" y="193170"/>
                </a:lnTo>
                <a:lnTo>
                  <a:pt x="553611" y="194487"/>
                </a:lnTo>
                <a:lnTo>
                  <a:pt x="554668" y="195925"/>
                </a:lnTo>
                <a:lnTo>
                  <a:pt x="555783" y="197459"/>
                </a:lnTo>
                <a:lnTo>
                  <a:pt x="556941" y="199066"/>
                </a:lnTo>
                <a:lnTo>
                  <a:pt x="558127" y="200722"/>
                </a:lnTo>
                <a:lnTo>
                  <a:pt x="559327" y="202404"/>
                </a:lnTo>
                <a:lnTo>
                  <a:pt x="560526" y="204087"/>
                </a:lnTo>
                <a:lnTo>
                  <a:pt x="561710" y="205748"/>
                </a:lnTo>
                <a:lnTo>
                  <a:pt x="562863" y="207362"/>
                </a:lnTo>
                <a:lnTo>
                  <a:pt x="563971" y="208907"/>
                </a:lnTo>
                <a:lnTo>
                  <a:pt x="565019" y="210358"/>
                </a:lnTo>
                <a:lnTo>
                  <a:pt x="565993" y="211692"/>
                </a:lnTo>
                <a:lnTo>
                  <a:pt x="566878" y="212884"/>
                </a:lnTo>
                <a:lnTo>
                  <a:pt x="567659" y="213911"/>
                </a:lnTo>
                <a:lnTo>
                  <a:pt x="568321" y="214749"/>
                </a:lnTo>
                <a:lnTo>
                  <a:pt x="568850" y="215375"/>
                </a:lnTo>
                <a:lnTo>
                  <a:pt x="569232" y="215764"/>
                </a:lnTo>
                <a:lnTo>
                  <a:pt x="569451" y="215893"/>
                </a:lnTo>
                <a:lnTo>
                  <a:pt x="569493" y="215738"/>
                </a:lnTo>
                <a:lnTo>
                  <a:pt x="569342" y="215275"/>
                </a:lnTo>
                <a:lnTo>
                  <a:pt x="568986" y="214480"/>
                </a:lnTo>
                <a:lnTo>
                  <a:pt x="569523" y="215292"/>
                </a:lnTo>
                <a:lnTo>
                  <a:pt x="570090" y="216138"/>
                </a:lnTo>
                <a:lnTo>
                  <a:pt x="570684" y="217015"/>
                </a:lnTo>
                <a:lnTo>
                  <a:pt x="571300" y="217919"/>
                </a:lnTo>
                <a:lnTo>
                  <a:pt x="571934" y="218845"/>
                </a:lnTo>
                <a:lnTo>
                  <a:pt x="572584" y="219790"/>
                </a:lnTo>
                <a:lnTo>
                  <a:pt x="573244" y="220749"/>
                </a:lnTo>
                <a:lnTo>
                  <a:pt x="573913" y="221719"/>
                </a:lnTo>
                <a:lnTo>
                  <a:pt x="574586" y="222695"/>
                </a:lnTo>
                <a:lnTo>
                  <a:pt x="575259" y="223673"/>
                </a:lnTo>
                <a:lnTo>
                  <a:pt x="575929" y="224649"/>
                </a:lnTo>
                <a:lnTo>
                  <a:pt x="576592" y="225620"/>
                </a:lnTo>
                <a:lnTo>
                  <a:pt x="577245" y="226580"/>
                </a:lnTo>
                <a:lnTo>
                  <a:pt x="577883" y="227526"/>
                </a:lnTo>
                <a:lnTo>
                  <a:pt x="578503" y="228455"/>
                </a:lnTo>
                <a:lnTo>
                  <a:pt x="579102" y="229361"/>
                </a:lnTo>
                <a:lnTo>
                  <a:pt x="579675" y="230240"/>
                </a:lnTo>
                <a:lnTo>
                  <a:pt x="580220" y="231090"/>
                </a:lnTo>
                <a:lnTo>
                  <a:pt x="580732" y="231905"/>
                </a:lnTo>
                <a:lnTo>
                  <a:pt x="581207" y="232681"/>
                </a:lnTo>
                <a:lnTo>
                  <a:pt x="581643" y="233415"/>
                </a:lnTo>
                <a:lnTo>
                  <a:pt x="582035" y="234102"/>
                </a:lnTo>
                <a:lnTo>
                  <a:pt x="582380" y="234739"/>
                </a:lnTo>
                <a:lnTo>
                  <a:pt x="582674" y="235321"/>
                </a:lnTo>
                <a:lnTo>
                  <a:pt x="582240" y="234647"/>
                </a:lnTo>
                <a:lnTo>
                  <a:pt x="581874" y="234082"/>
                </a:lnTo>
                <a:lnTo>
                  <a:pt x="581570" y="233619"/>
                </a:lnTo>
                <a:lnTo>
                  <a:pt x="581324" y="233251"/>
                </a:lnTo>
                <a:lnTo>
                  <a:pt x="581131" y="232969"/>
                </a:lnTo>
                <a:lnTo>
                  <a:pt x="580985" y="232767"/>
                </a:lnTo>
                <a:lnTo>
                  <a:pt x="580882" y="232637"/>
                </a:lnTo>
                <a:lnTo>
                  <a:pt x="580817" y="232571"/>
                </a:lnTo>
                <a:lnTo>
                  <a:pt x="580786" y="232562"/>
                </a:lnTo>
                <a:lnTo>
                  <a:pt x="580783" y="232602"/>
                </a:lnTo>
                <a:lnTo>
                  <a:pt x="580803" y="232685"/>
                </a:lnTo>
                <a:lnTo>
                  <a:pt x="580842" y="232802"/>
                </a:lnTo>
                <a:lnTo>
                  <a:pt x="580895" y="232947"/>
                </a:lnTo>
                <a:lnTo>
                  <a:pt x="580957" y="233111"/>
                </a:lnTo>
                <a:lnTo>
                  <a:pt x="581023" y="233287"/>
                </a:lnTo>
                <a:lnTo>
                  <a:pt x="581088" y="233468"/>
                </a:lnTo>
                <a:lnTo>
                  <a:pt x="581148" y="233647"/>
                </a:lnTo>
                <a:lnTo>
                  <a:pt x="581197" y="233815"/>
                </a:lnTo>
                <a:lnTo>
                  <a:pt x="581231" y="233965"/>
                </a:lnTo>
                <a:lnTo>
                  <a:pt x="581244" y="234091"/>
                </a:lnTo>
                <a:lnTo>
                  <a:pt x="581233" y="234184"/>
                </a:lnTo>
                <a:lnTo>
                  <a:pt x="581191" y="234237"/>
                </a:lnTo>
                <a:lnTo>
                  <a:pt x="581115" y="234242"/>
                </a:lnTo>
                <a:lnTo>
                  <a:pt x="580999" y="234192"/>
                </a:lnTo>
                <a:lnTo>
                  <a:pt x="580916" y="234094"/>
                </a:lnTo>
                <a:lnTo>
                  <a:pt x="580834" y="233997"/>
                </a:lnTo>
                <a:lnTo>
                  <a:pt x="580752" y="233899"/>
                </a:lnTo>
                <a:lnTo>
                  <a:pt x="580670" y="233802"/>
                </a:lnTo>
                <a:lnTo>
                  <a:pt x="580588" y="233705"/>
                </a:lnTo>
                <a:lnTo>
                  <a:pt x="580506" y="233608"/>
                </a:lnTo>
                <a:lnTo>
                  <a:pt x="580425" y="233512"/>
                </a:lnTo>
                <a:lnTo>
                  <a:pt x="580343" y="233415"/>
                </a:lnTo>
                <a:lnTo>
                  <a:pt x="580262" y="233319"/>
                </a:lnTo>
                <a:lnTo>
                  <a:pt x="580181" y="233223"/>
                </a:lnTo>
                <a:lnTo>
                  <a:pt x="580100" y="233128"/>
                </a:lnTo>
                <a:lnTo>
                  <a:pt x="580019" y="233032"/>
                </a:lnTo>
                <a:lnTo>
                  <a:pt x="579939" y="232936"/>
                </a:lnTo>
                <a:lnTo>
                  <a:pt x="579858" y="232841"/>
                </a:lnTo>
                <a:lnTo>
                  <a:pt x="579778" y="232746"/>
                </a:lnTo>
                <a:lnTo>
                  <a:pt x="579697" y="232651"/>
                </a:lnTo>
                <a:lnTo>
                  <a:pt x="579617" y="232556"/>
                </a:lnTo>
                <a:lnTo>
                  <a:pt x="579537" y="232461"/>
                </a:lnTo>
                <a:lnTo>
                  <a:pt x="579456" y="232366"/>
                </a:lnTo>
                <a:lnTo>
                  <a:pt x="579376" y="232271"/>
                </a:lnTo>
                <a:lnTo>
                  <a:pt x="579296" y="232177"/>
                </a:lnTo>
                <a:lnTo>
                  <a:pt x="579216" y="232082"/>
                </a:lnTo>
                <a:lnTo>
                  <a:pt x="579136" y="231987"/>
                </a:lnTo>
                <a:lnTo>
                  <a:pt x="579056" y="231893"/>
                </a:lnTo>
                <a:lnTo>
                  <a:pt x="578482" y="231068"/>
                </a:lnTo>
                <a:lnTo>
                  <a:pt x="577918" y="230263"/>
                </a:lnTo>
                <a:lnTo>
                  <a:pt x="577365" y="229477"/>
                </a:lnTo>
                <a:lnTo>
                  <a:pt x="576823" y="228714"/>
                </a:lnTo>
                <a:lnTo>
                  <a:pt x="576293" y="227972"/>
                </a:lnTo>
                <a:lnTo>
                  <a:pt x="575776" y="227253"/>
                </a:lnTo>
                <a:lnTo>
                  <a:pt x="575272" y="226557"/>
                </a:lnTo>
                <a:lnTo>
                  <a:pt x="574781" y="225887"/>
                </a:lnTo>
                <a:lnTo>
                  <a:pt x="574304" y="225241"/>
                </a:lnTo>
                <a:lnTo>
                  <a:pt x="573842" y="224622"/>
                </a:lnTo>
                <a:lnTo>
                  <a:pt x="573395" y="224030"/>
                </a:lnTo>
                <a:lnTo>
                  <a:pt x="572964" y="223466"/>
                </a:lnTo>
                <a:lnTo>
                  <a:pt x="572549" y="222930"/>
                </a:lnTo>
                <a:lnTo>
                  <a:pt x="572151" y="222425"/>
                </a:lnTo>
                <a:lnTo>
                  <a:pt x="571770" y="221950"/>
                </a:lnTo>
                <a:lnTo>
                  <a:pt x="571407" y="221506"/>
                </a:lnTo>
                <a:lnTo>
                  <a:pt x="571063" y="221094"/>
                </a:lnTo>
                <a:lnTo>
                  <a:pt x="570737" y="220715"/>
                </a:lnTo>
                <a:lnTo>
                  <a:pt x="570431" y="220370"/>
                </a:lnTo>
                <a:lnTo>
                  <a:pt x="570145" y="220060"/>
                </a:lnTo>
                <a:lnTo>
                  <a:pt x="569879" y="219786"/>
                </a:lnTo>
                <a:lnTo>
                  <a:pt x="569634" y="219548"/>
                </a:lnTo>
                <a:lnTo>
                  <a:pt x="569412" y="219347"/>
                </a:lnTo>
                <a:lnTo>
                  <a:pt x="569211" y="219184"/>
                </a:lnTo>
                <a:lnTo>
                  <a:pt x="569326" y="219333"/>
                </a:lnTo>
                <a:lnTo>
                  <a:pt x="569450" y="219501"/>
                </a:lnTo>
                <a:lnTo>
                  <a:pt x="569581" y="219686"/>
                </a:lnTo>
                <a:lnTo>
                  <a:pt x="569718" y="219888"/>
                </a:lnTo>
                <a:lnTo>
                  <a:pt x="569860" y="220102"/>
                </a:lnTo>
                <a:lnTo>
                  <a:pt x="570004" y="220327"/>
                </a:lnTo>
                <a:lnTo>
                  <a:pt x="570151" y="220560"/>
                </a:lnTo>
                <a:lnTo>
                  <a:pt x="570297" y="220800"/>
                </a:lnTo>
                <a:lnTo>
                  <a:pt x="570443" y="221043"/>
                </a:lnTo>
                <a:lnTo>
                  <a:pt x="570586" y="221288"/>
                </a:lnTo>
                <a:lnTo>
                  <a:pt x="570725" y="221532"/>
                </a:lnTo>
                <a:lnTo>
                  <a:pt x="570858" y="221773"/>
                </a:lnTo>
                <a:lnTo>
                  <a:pt x="570985" y="222009"/>
                </a:lnTo>
                <a:lnTo>
                  <a:pt x="571103" y="222237"/>
                </a:lnTo>
                <a:lnTo>
                  <a:pt x="571212" y="222454"/>
                </a:lnTo>
                <a:lnTo>
                  <a:pt x="571309" y="222659"/>
                </a:lnTo>
                <a:lnTo>
                  <a:pt x="571394" y="222850"/>
                </a:lnTo>
                <a:lnTo>
                  <a:pt x="571465" y="223023"/>
                </a:lnTo>
                <a:lnTo>
                  <a:pt x="571520" y="223178"/>
                </a:lnTo>
                <a:lnTo>
                  <a:pt x="571559" y="223310"/>
                </a:lnTo>
                <a:lnTo>
                  <a:pt x="571579" y="223419"/>
                </a:lnTo>
                <a:lnTo>
                  <a:pt x="571580" y="223501"/>
                </a:lnTo>
                <a:lnTo>
                  <a:pt x="571560" y="223555"/>
                </a:lnTo>
                <a:lnTo>
                  <a:pt x="571517" y="223577"/>
                </a:lnTo>
                <a:lnTo>
                  <a:pt x="571341" y="223329"/>
                </a:lnTo>
                <a:lnTo>
                  <a:pt x="571166" y="223081"/>
                </a:lnTo>
                <a:lnTo>
                  <a:pt x="570991" y="222834"/>
                </a:lnTo>
                <a:lnTo>
                  <a:pt x="570817" y="222588"/>
                </a:lnTo>
                <a:lnTo>
                  <a:pt x="570643" y="222343"/>
                </a:lnTo>
                <a:lnTo>
                  <a:pt x="570469" y="222098"/>
                </a:lnTo>
                <a:lnTo>
                  <a:pt x="570296" y="221854"/>
                </a:lnTo>
                <a:lnTo>
                  <a:pt x="570123" y="221610"/>
                </a:lnTo>
                <a:lnTo>
                  <a:pt x="569950" y="221367"/>
                </a:lnTo>
                <a:lnTo>
                  <a:pt x="569777" y="221125"/>
                </a:lnTo>
                <a:lnTo>
                  <a:pt x="569605" y="220883"/>
                </a:lnTo>
                <a:lnTo>
                  <a:pt x="569433" y="220641"/>
                </a:lnTo>
                <a:lnTo>
                  <a:pt x="569261" y="220400"/>
                </a:lnTo>
                <a:lnTo>
                  <a:pt x="569089" y="220160"/>
                </a:lnTo>
                <a:lnTo>
                  <a:pt x="568917" y="219920"/>
                </a:lnTo>
                <a:lnTo>
                  <a:pt x="568746" y="219680"/>
                </a:lnTo>
                <a:lnTo>
                  <a:pt x="568575" y="219441"/>
                </a:lnTo>
                <a:lnTo>
                  <a:pt x="568404" y="219202"/>
                </a:lnTo>
                <a:lnTo>
                  <a:pt x="568233" y="218963"/>
                </a:lnTo>
                <a:lnTo>
                  <a:pt x="568062" y="218724"/>
                </a:lnTo>
                <a:lnTo>
                  <a:pt x="567891" y="218486"/>
                </a:lnTo>
                <a:lnTo>
                  <a:pt x="567721" y="218248"/>
                </a:lnTo>
                <a:lnTo>
                  <a:pt x="567550" y="218011"/>
                </a:lnTo>
                <a:lnTo>
                  <a:pt x="567379" y="217773"/>
                </a:lnTo>
                <a:lnTo>
                  <a:pt x="566895" y="217069"/>
                </a:lnTo>
                <a:lnTo>
                  <a:pt x="566419" y="216374"/>
                </a:lnTo>
                <a:lnTo>
                  <a:pt x="565952" y="215689"/>
                </a:lnTo>
                <a:lnTo>
                  <a:pt x="565492" y="215013"/>
                </a:lnTo>
                <a:lnTo>
                  <a:pt x="565040" y="214346"/>
                </a:lnTo>
                <a:lnTo>
                  <a:pt x="564596" y="213688"/>
                </a:lnTo>
                <a:lnTo>
                  <a:pt x="564160" y="213039"/>
                </a:lnTo>
                <a:lnTo>
                  <a:pt x="563732" y="212398"/>
                </a:lnTo>
                <a:lnTo>
                  <a:pt x="563311" y="211767"/>
                </a:lnTo>
                <a:lnTo>
                  <a:pt x="562898" y="211144"/>
                </a:lnTo>
                <a:lnTo>
                  <a:pt x="562492" y="210530"/>
                </a:lnTo>
                <a:lnTo>
                  <a:pt x="562093" y="209925"/>
                </a:lnTo>
                <a:lnTo>
                  <a:pt x="561702" y="209328"/>
                </a:lnTo>
                <a:lnTo>
                  <a:pt x="561318" y="208739"/>
                </a:lnTo>
                <a:lnTo>
                  <a:pt x="560941" y="208158"/>
                </a:lnTo>
                <a:lnTo>
                  <a:pt x="560571" y="207586"/>
                </a:lnTo>
                <a:lnTo>
                  <a:pt x="560208" y="207022"/>
                </a:lnTo>
                <a:lnTo>
                  <a:pt x="559852" y="206465"/>
                </a:lnTo>
                <a:lnTo>
                  <a:pt x="559502" y="205917"/>
                </a:lnTo>
                <a:lnTo>
                  <a:pt x="559159" y="205376"/>
                </a:lnTo>
                <a:lnTo>
                  <a:pt x="558823" y="204843"/>
                </a:lnTo>
                <a:lnTo>
                  <a:pt x="558493" y="204318"/>
                </a:lnTo>
                <a:lnTo>
                  <a:pt x="558170" y="203800"/>
                </a:lnTo>
                <a:lnTo>
                  <a:pt x="557852" y="203290"/>
                </a:lnTo>
                <a:lnTo>
                  <a:pt x="557874" y="203274"/>
                </a:lnTo>
                <a:lnTo>
                  <a:pt x="557896" y="203258"/>
                </a:lnTo>
                <a:lnTo>
                  <a:pt x="557918" y="203243"/>
                </a:lnTo>
                <a:lnTo>
                  <a:pt x="557940" y="203227"/>
                </a:lnTo>
                <a:lnTo>
                  <a:pt x="557962" y="203211"/>
                </a:lnTo>
                <a:lnTo>
                  <a:pt x="557984" y="203196"/>
                </a:lnTo>
                <a:lnTo>
                  <a:pt x="558005" y="203180"/>
                </a:lnTo>
                <a:lnTo>
                  <a:pt x="558027" y="203164"/>
                </a:lnTo>
                <a:lnTo>
                  <a:pt x="558049" y="203149"/>
                </a:lnTo>
                <a:lnTo>
                  <a:pt x="558070" y="203133"/>
                </a:lnTo>
                <a:lnTo>
                  <a:pt x="558092" y="203118"/>
                </a:lnTo>
                <a:lnTo>
                  <a:pt x="558113" y="203102"/>
                </a:lnTo>
                <a:lnTo>
                  <a:pt x="558135" y="203087"/>
                </a:lnTo>
                <a:lnTo>
                  <a:pt x="558156" y="203071"/>
                </a:lnTo>
                <a:lnTo>
                  <a:pt x="558178" y="203056"/>
                </a:lnTo>
                <a:lnTo>
                  <a:pt x="558199" y="203041"/>
                </a:lnTo>
                <a:lnTo>
                  <a:pt x="558221" y="203025"/>
                </a:lnTo>
                <a:lnTo>
                  <a:pt x="558242" y="203010"/>
                </a:lnTo>
                <a:lnTo>
                  <a:pt x="558263" y="202995"/>
                </a:lnTo>
                <a:lnTo>
                  <a:pt x="558285" y="202979"/>
                </a:lnTo>
                <a:lnTo>
                  <a:pt x="558306" y="202964"/>
                </a:lnTo>
                <a:lnTo>
                  <a:pt x="558328" y="202949"/>
                </a:lnTo>
                <a:lnTo>
                  <a:pt x="558349" y="202934"/>
                </a:lnTo>
                <a:lnTo>
                  <a:pt x="558371" y="202918"/>
                </a:lnTo>
                <a:lnTo>
                  <a:pt x="559085" y="203935"/>
                </a:lnTo>
                <a:lnTo>
                  <a:pt x="559817" y="204973"/>
                </a:lnTo>
                <a:lnTo>
                  <a:pt x="560562" y="206025"/>
                </a:lnTo>
                <a:lnTo>
                  <a:pt x="561317" y="207087"/>
                </a:lnTo>
                <a:lnTo>
                  <a:pt x="562078" y="208154"/>
                </a:lnTo>
                <a:lnTo>
                  <a:pt x="562841" y="209219"/>
                </a:lnTo>
                <a:lnTo>
                  <a:pt x="563602" y="210277"/>
                </a:lnTo>
                <a:lnTo>
                  <a:pt x="564356" y="211322"/>
                </a:lnTo>
                <a:lnTo>
                  <a:pt x="565101" y="212350"/>
                </a:lnTo>
                <a:lnTo>
                  <a:pt x="565832" y="213354"/>
                </a:lnTo>
                <a:lnTo>
                  <a:pt x="566545" y="214329"/>
                </a:lnTo>
                <a:lnTo>
                  <a:pt x="567237" y="215270"/>
                </a:lnTo>
                <a:lnTo>
                  <a:pt x="567903" y="216171"/>
                </a:lnTo>
                <a:lnTo>
                  <a:pt x="568539" y="217027"/>
                </a:lnTo>
                <a:lnTo>
                  <a:pt x="569142" y="217831"/>
                </a:lnTo>
                <a:lnTo>
                  <a:pt x="569707" y="218579"/>
                </a:lnTo>
                <a:lnTo>
                  <a:pt x="570232" y="219265"/>
                </a:lnTo>
                <a:lnTo>
                  <a:pt x="570711" y="219884"/>
                </a:lnTo>
                <a:lnTo>
                  <a:pt x="571141" y="220429"/>
                </a:lnTo>
                <a:lnTo>
                  <a:pt x="571518" y="220896"/>
                </a:lnTo>
                <a:lnTo>
                  <a:pt x="571838" y="221279"/>
                </a:lnTo>
                <a:lnTo>
                  <a:pt x="572097" y="221573"/>
                </a:lnTo>
                <a:lnTo>
                  <a:pt x="572291" y="221771"/>
                </a:lnTo>
                <a:lnTo>
                  <a:pt x="572417" y="221869"/>
                </a:lnTo>
                <a:lnTo>
                  <a:pt x="571902" y="221030"/>
                </a:lnTo>
                <a:lnTo>
                  <a:pt x="571397" y="220216"/>
                </a:lnTo>
                <a:lnTo>
                  <a:pt x="570901" y="219426"/>
                </a:lnTo>
                <a:lnTo>
                  <a:pt x="570415" y="218660"/>
                </a:lnTo>
                <a:lnTo>
                  <a:pt x="569937" y="217915"/>
                </a:lnTo>
                <a:lnTo>
                  <a:pt x="569469" y="217192"/>
                </a:lnTo>
                <a:lnTo>
                  <a:pt x="569008" y="216488"/>
                </a:lnTo>
                <a:lnTo>
                  <a:pt x="568556" y="215804"/>
                </a:lnTo>
                <a:lnTo>
                  <a:pt x="568111" y="215137"/>
                </a:lnTo>
                <a:lnTo>
                  <a:pt x="567674" y="214488"/>
                </a:lnTo>
                <a:lnTo>
                  <a:pt x="567244" y="213854"/>
                </a:lnTo>
                <a:lnTo>
                  <a:pt x="566820" y="213235"/>
                </a:lnTo>
                <a:lnTo>
                  <a:pt x="566404" y="212629"/>
                </a:lnTo>
                <a:lnTo>
                  <a:pt x="565993" y="212037"/>
                </a:lnTo>
                <a:lnTo>
                  <a:pt x="565588" y="211456"/>
                </a:lnTo>
                <a:lnTo>
                  <a:pt x="565188" y="210885"/>
                </a:lnTo>
                <a:lnTo>
                  <a:pt x="564794" y="210324"/>
                </a:lnTo>
                <a:lnTo>
                  <a:pt x="564405" y="209772"/>
                </a:lnTo>
                <a:lnTo>
                  <a:pt x="564020" y="209227"/>
                </a:lnTo>
                <a:lnTo>
                  <a:pt x="563640" y="208688"/>
                </a:lnTo>
                <a:lnTo>
                  <a:pt x="563264" y="208155"/>
                </a:lnTo>
                <a:lnTo>
                  <a:pt x="562891" y="207626"/>
                </a:lnTo>
                <a:lnTo>
                  <a:pt x="562521" y="207100"/>
                </a:lnTo>
                <a:lnTo>
                  <a:pt x="562155" y="206576"/>
                </a:lnTo>
                <a:lnTo>
                  <a:pt x="561779" y="206014"/>
                </a:lnTo>
                <a:lnTo>
                  <a:pt x="561394" y="205455"/>
                </a:lnTo>
                <a:lnTo>
                  <a:pt x="561002" y="204899"/>
                </a:lnTo>
                <a:lnTo>
                  <a:pt x="560603" y="204346"/>
                </a:lnTo>
                <a:lnTo>
                  <a:pt x="560199" y="203795"/>
                </a:lnTo>
                <a:lnTo>
                  <a:pt x="559789" y="203248"/>
                </a:lnTo>
                <a:lnTo>
                  <a:pt x="559376" y="202704"/>
                </a:lnTo>
                <a:lnTo>
                  <a:pt x="558959" y="202163"/>
                </a:lnTo>
                <a:lnTo>
                  <a:pt x="558540" y="201626"/>
                </a:lnTo>
                <a:lnTo>
                  <a:pt x="558120" y="201092"/>
                </a:lnTo>
                <a:lnTo>
                  <a:pt x="557699" y="200562"/>
                </a:lnTo>
                <a:lnTo>
                  <a:pt x="557278" y="200035"/>
                </a:lnTo>
                <a:lnTo>
                  <a:pt x="556859" y="199512"/>
                </a:lnTo>
                <a:lnTo>
                  <a:pt x="556442" y="198993"/>
                </a:lnTo>
                <a:lnTo>
                  <a:pt x="556027" y="198477"/>
                </a:lnTo>
                <a:lnTo>
                  <a:pt x="555617" y="197966"/>
                </a:lnTo>
                <a:lnTo>
                  <a:pt x="555211" y="197459"/>
                </a:lnTo>
                <a:lnTo>
                  <a:pt x="554811" y="196956"/>
                </a:lnTo>
                <a:lnTo>
                  <a:pt x="554417" y="196457"/>
                </a:lnTo>
                <a:lnTo>
                  <a:pt x="554030" y="195962"/>
                </a:lnTo>
                <a:lnTo>
                  <a:pt x="553651" y="195472"/>
                </a:lnTo>
                <a:lnTo>
                  <a:pt x="553282" y="194987"/>
                </a:lnTo>
                <a:lnTo>
                  <a:pt x="552922" y="194506"/>
                </a:lnTo>
                <a:lnTo>
                  <a:pt x="552573" y="194030"/>
                </a:lnTo>
                <a:lnTo>
                  <a:pt x="552474" y="193865"/>
                </a:lnTo>
                <a:lnTo>
                  <a:pt x="552376" y="193701"/>
                </a:lnTo>
                <a:lnTo>
                  <a:pt x="552278" y="193538"/>
                </a:lnTo>
                <a:lnTo>
                  <a:pt x="552180" y="193375"/>
                </a:lnTo>
                <a:close/>
                <a:moveTo>
                  <a:pt x="538213" y="133343"/>
                </a:moveTo>
                <a:lnTo>
                  <a:pt x="538272" y="133428"/>
                </a:lnTo>
                <a:lnTo>
                  <a:pt x="538331" y="133512"/>
                </a:lnTo>
                <a:lnTo>
                  <a:pt x="538389" y="133596"/>
                </a:lnTo>
                <a:lnTo>
                  <a:pt x="538448" y="133680"/>
                </a:lnTo>
                <a:lnTo>
                  <a:pt x="538506" y="133764"/>
                </a:lnTo>
                <a:lnTo>
                  <a:pt x="538564" y="133847"/>
                </a:lnTo>
                <a:lnTo>
                  <a:pt x="538623" y="133931"/>
                </a:lnTo>
                <a:lnTo>
                  <a:pt x="538681" y="134014"/>
                </a:lnTo>
                <a:lnTo>
                  <a:pt x="538739" y="134098"/>
                </a:lnTo>
                <a:lnTo>
                  <a:pt x="538797" y="134181"/>
                </a:lnTo>
                <a:lnTo>
                  <a:pt x="538855" y="134265"/>
                </a:lnTo>
                <a:lnTo>
                  <a:pt x="538913" y="134348"/>
                </a:lnTo>
                <a:lnTo>
                  <a:pt x="538971" y="134431"/>
                </a:lnTo>
                <a:lnTo>
                  <a:pt x="539028" y="134514"/>
                </a:lnTo>
                <a:lnTo>
                  <a:pt x="539086" y="134597"/>
                </a:lnTo>
                <a:lnTo>
                  <a:pt x="539144" y="134680"/>
                </a:lnTo>
                <a:lnTo>
                  <a:pt x="539202" y="134764"/>
                </a:lnTo>
                <a:lnTo>
                  <a:pt x="539259" y="134847"/>
                </a:lnTo>
                <a:lnTo>
                  <a:pt x="539317" y="134930"/>
                </a:lnTo>
                <a:lnTo>
                  <a:pt x="539375" y="135013"/>
                </a:lnTo>
                <a:lnTo>
                  <a:pt x="539050" y="134620"/>
                </a:lnTo>
                <a:lnTo>
                  <a:pt x="538722" y="134224"/>
                </a:lnTo>
                <a:lnTo>
                  <a:pt x="538391" y="133825"/>
                </a:lnTo>
                <a:lnTo>
                  <a:pt x="538057" y="133423"/>
                </a:lnTo>
                <a:lnTo>
                  <a:pt x="537719" y="133018"/>
                </a:lnTo>
                <a:lnTo>
                  <a:pt x="537378" y="132609"/>
                </a:lnTo>
                <a:lnTo>
                  <a:pt x="537032" y="132195"/>
                </a:lnTo>
                <a:lnTo>
                  <a:pt x="536681" y="131778"/>
                </a:lnTo>
                <a:lnTo>
                  <a:pt x="536326" y="131355"/>
                </a:lnTo>
                <a:lnTo>
                  <a:pt x="535966" y="130928"/>
                </a:lnTo>
                <a:lnTo>
                  <a:pt x="535600" y="130496"/>
                </a:lnTo>
                <a:lnTo>
                  <a:pt x="535228" y="130058"/>
                </a:lnTo>
                <a:lnTo>
                  <a:pt x="534851" y="129614"/>
                </a:lnTo>
                <a:lnTo>
                  <a:pt x="534467" y="129165"/>
                </a:lnTo>
                <a:lnTo>
                  <a:pt x="534077" y="128709"/>
                </a:lnTo>
                <a:lnTo>
                  <a:pt x="533680" y="128247"/>
                </a:lnTo>
                <a:lnTo>
                  <a:pt x="533275" y="127778"/>
                </a:lnTo>
                <a:lnTo>
                  <a:pt x="532863" y="127301"/>
                </a:lnTo>
                <a:lnTo>
                  <a:pt x="532444" y="126818"/>
                </a:lnTo>
                <a:lnTo>
                  <a:pt x="532016" y="126326"/>
                </a:lnTo>
                <a:lnTo>
                  <a:pt x="531580" y="125827"/>
                </a:lnTo>
                <a:lnTo>
                  <a:pt x="531136" y="125320"/>
                </a:lnTo>
                <a:lnTo>
                  <a:pt x="530682" y="124804"/>
                </a:lnTo>
                <a:lnTo>
                  <a:pt x="530219" y="124279"/>
                </a:lnTo>
                <a:lnTo>
                  <a:pt x="530549" y="124643"/>
                </a:lnTo>
                <a:lnTo>
                  <a:pt x="530878" y="125007"/>
                </a:lnTo>
                <a:lnTo>
                  <a:pt x="531206" y="125370"/>
                </a:lnTo>
                <a:lnTo>
                  <a:pt x="531533" y="125734"/>
                </a:lnTo>
                <a:lnTo>
                  <a:pt x="531860" y="126097"/>
                </a:lnTo>
                <a:lnTo>
                  <a:pt x="532185" y="126459"/>
                </a:lnTo>
                <a:lnTo>
                  <a:pt x="532511" y="126822"/>
                </a:lnTo>
                <a:lnTo>
                  <a:pt x="532835" y="127185"/>
                </a:lnTo>
                <a:lnTo>
                  <a:pt x="533159" y="127547"/>
                </a:lnTo>
                <a:lnTo>
                  <a:pt x="533483" y="127910"/>
                </a:lnTo>
                <a:lnTo>
                  <a:pt x="533806" y="128273"/>
                </a:lnTo>
                <a:lnTo>
                  <a:pt x="534129" y="128635"/>
                </a:lnTo>
                <a:lnTo>
                  <a:pt x="534451" y="128998"/>
                </a:lnTo>
                <a:lnTo>
                  <a:pt x="534773" y="129361"/>
                </a:lnTo>
                <a:lnTo>
                  <a:pt x="535094" y="129724"/>
                </a:lnTo>
                <a:lnTo>
                  <a:pt x="535415" y="130087"/>
                </a:lnTo>
                <a:lnTo>
                  <a:pt x="535736" y="130451"/>
                </a:lnTo>
                <a:lnTo>
                  <a:pt x="536057" y="130814"/>
                </a:lnTo>
                <a:lnTo>
                  <a:pt x="536377" y="131179"/>
                </a:lnTo>
                <a:lnTo>
                  <a:pt x="536697" y="131543"/>
                </a:lnTo>
                <a:lnTo>
                  <a:pt x="537017" y="131908"/>
                </a:lnTo>
                <a:lnTo>
                  <a:pt x="537337" y="132273"/>
                </a:lnTo>
                <a:lnTo>
                  <a:pt x="537657" y="132639"/>
                </a:lnTo>
                <a:lnTo>
                  <a:pt x="537977" y="133005"/>
                </a:lnTo>
                <a:lnTo>
                  <a:pt x="538036" y="133090"/>
                </a:lnTo>
                <a:lnTo>
                  <a:pt x="538095" y="133174"/>
                </a:lnTo>
                <a:lnTo>
                  <a:pt x="538154" y="133259"/>
                </a:lnTo>
                <a:lnTo>
                  <a:pt x="538213" y="133343"/>
                </a:lnTo>
                <a:close/>
                <a:moveTo>
                  <a:pt x="328908" y="2965"/>
                </a:moveTo>
                <a:lnTo>
                  <a:pt x="331351" y="3143"/>
                </a:lnTo>
                <a:lnTo>
                  <a:pt x="333858" y="3355"/>
                </a:lnTo>
                <a:lnTo>
                  <a:pt x="336423" y="3601"/>
                </a:lnTo>
                <a:lnTo>
                  <a:pt x="339042" y="3881"/>
                </a:lnTo>
                <a:lnTo>
                  <a:pt x="341711" y="4197"/>
                </a:lnTo>
                <a:lnTo>
                  <a:pt x="344425" y="4549"/>
                </a:lnTo>
                <a:lnTo>
                  <a:pt x="347180" y="4937"/>
                </a:lnTo>
                <a:lnTo>
                  <a:pt x="349972" y="5363"/>
                </a:lnTo>
                <a:lnTo>
                  <a:pt x="352795" y="5827"/>
                </a:lnTo>
                <a:lnTo>
                  <a:pt x="355647" y="6330"/>
                </a:lnTo>
                <a:lnTo>
                  <a:pt x="358521" y="6872"/>
                </a:lnTo>
                <a:lnTo>
                  <a:pt x="361414" y="7454"/>
                </a:lnTo>
                <a:lnTo>
                  <a:pt x="364321" y="8077"/>
                </a:lnTo>
                <a:lnTo>
                  <a:pt x="367238" y="8741"/>
                </a:lnTo>
                <a:lnTo>
                  <a:pt x="370160" y="9447"/>
                </a:lnTo>
                <a:lnTo>
                  <a:pt x="373084" y="10196"/>
                </a:lnTo>
                <a:lnTo>
                  <a:pt x="376004" y="10988"/>
                </a:lnTo>
                <a:lnTo>
                  <a:pt x="378916" y="11824"/>
                </a:lnTo>
                <a:lnTo>
                  <a:pt x="381815" y="12705"/>
                </a:lnTo>
                <a:lnTo>
                  <a:pt x="384698" y="13631"/>
                </a:lnTo>
                <a:lnTo>
                  <a:pt x="384239" y="13497"/>
                </a:lnTo>
                <a:lnTo>
                  <a:pt x="383780" y="13365"/>
                </a:lnTo>
                <a:lnTo>
                  <a:pt x="383323" y="13233"/>
                </a:lnTo>
                <a:lnTo>
                  <a:pt x="382867" y="13103"/>
                </a:lnTo>
                <a:lnTo>
                  <a:pt x="382411" y="12974"/>
                </a:lnTo>
                <a:lnTo>
                  <a:pt x="381956" y="12847"/>
                </a:lnTo>
                <a:lnTo>
                  <a:pt x="381503" y="12721"/>
                </a:lnTo>
                <a:lnTo>
                  <a:pt x="381050" y="12596"/>
                </a:lnTo>
                <a:lnTo>
                  <a:pt x="380597" y="12472"/>
                </a:lnTo>
                <a:lnTo>
                  <a:pt x="380146" y="12350"/>
                </a:lnTo>
                <a:lnTo>
                  <a:pt x="379695" y="12228"/>
                </a:lnTo>
                <a:lnTo>
                  <a:pt x="379244" y="12108"/>
                </a:lnTo>
                <a:lnTo>
                  <a:pt x="378794" y="11989"/>
                </a:lnTo>
                <a:lnTo>
                  <a:pt x="378345" y="11872"/>
                </a:lnTo>
                <a:lnTo>
                  <a:pt x="377896" y="11755"/>
                </a:lnTo>
                <a:lnTo>
                  <a:pt x="377447" y="11640"/>
                </a:lnTo>
                <a:lnTo>
                  <a:pt x="376999" y="11525"/>
                </a:lnTo>
                <a:lnTo>
                  <a:pt x="376551" y="11412"/>
                </a:lnTo>
                <a:lnTo>
                  <a:pt x="376104" y="11300"/>
                </a:lnTo>
                <a:lnTo>
                  <a:pt x="375656" y="11189"/>
                </a:lnTo>
                <a:lnTo>
                  <a:pt x="375209" y="11079"/>
                </a:lnTo>
                <a:lnTo>
                  <a:pt x="374762" y="10970"/>
                </a:lnTo>
                <a:lnTo>
                  <a:pt x="374315" y="10862"/>
                </a:lnTo>
                <a:lnTo>
                  <a:pt x="373868" y="10755"/>
                </a:lnTo>
                <a:lnTo>
                  <a:pt x="373445" y="10546"/>
                </a:lnTo>
                <a:lnTo>
                  <a:pt x="372700" y="10303"/>
                </a:lnTo>
                <a:lnTo>
                  <a:pt x="371655" y="10030"/>
                </a:lnTo>
                <a:lnTo>
                  <a:pt x="370332" y="9729"/>
                </a:lnTo>
                <a:lnTo>
                  <a:pt x="368753" y="9405"/>
                </a:lnTo>
                <a:lnTo>
                  <a:pt x="366941" y="9059"/>
                </a:lnTo>
                <a:lnTo>
                  <a:pt x="364918" y="8694"/>
                </a:lnTo>
                <a:lnTo>
                  <a:pt x="362706" y="8315"/>
                </a:lnTo>
                <a:lnTo>
                  <a:pt x="360327" y="7923"/>
                </a:lnTo>
                <a:lnTo>
                  <a:pt x="357805" y="7521"/>
                </a:lnTo>
                <a:lnTo>
                  <a:pt x="355161" y="7113"/>
                </a:lnTo>
                <a:lnTo>
                  <a:pt x="352417" y="6702"/>
                </a:lnTo>
                <a:lnTo>
                  <a:pt x="349596" y="6290"/>
                </a:lnTo>
                <a:lnTo>
                  <a:pt x="346720" y="5880"/>
                </a:lnTo>
                <a:lnTo>
                  <a:pt x="343812" y="5476"/>
                </a:lnTo>
                <a:lnTo>
                  <a:pt x="340894" y="5080"/>
                </a:lnTo>
                <a:lnTo>
                  <a:pt x="337987" y="4696"/>
                </a:lnTo>
                <a:lnTo>
                  <a:pt x="335115" y="4326"/>
                </a:lnTo>
                <a:lnTo>
                  <a:pt x="332300" y="3973"/>
                </a:lnTo>
                <a:lnTo>
                  <a:pt x="329563" y="3641"/>
                </a:lnTo>
                <a:lnTo>
                  <a:pt x="326928" y="3331"/>
                </a:lnTo>
                <a:lnTo>
                  <a:pt x="324417" y="3048"/>
                </a:lnTo>
                <a:lnTo>
                  <a:pt x="322051" y="2795"/>
                </a:lnTo>
                <a:lnTo>
                  <a:pt x="319854" y="2573"/>
                </a:lnTo>
                <a:lnTo>
                  <a:pt x="322001" y="2624"/>
                </a:lnTo>
                <a:lnTo>
                  <a:pt x="324228" y="2706"/>
                </a:lnTo>
                <a:lnTo>
                  <a:pt x="326532" y="2820"/>
                </a:lnTo>
                <a:lnTo>
                  <a:pt x="328908" y="2965"/>
                </a:lnTo>
                <a:close/>
                <a:moveTo>
                  <a:pt x="362226" y="49995"/>
                </a:moveTo>
                <a:lnTo>
                  <a:pt x="360964" y="49655"/>
                </a:lnTo>
                <a:lnTo>
                  <a:pt x="359695" y="49323"/>
                </a:lnTo>
                <a:lnTo>
                  <a:pt x="358418" y="48999"/>
                </a:lnTo>
                <a:lnTo>
                  <a:pt x="357132" y="48685"/>
                </a:lnTo>
                <a:lnTo>
                  <a:pt x="355840" y="48380"/>
                </a:lnTo>
                <a:lnTo>
                  <a:pt x="354540" y="48085"/>
                </a:lnTo>
                <a:lnTo>
                  <a:pt x="353233" y="47798"/>
                </a:lnTo>
                <a:lnTo>
                  <a:pt x="351919" y="47522"/>
                </a:lnTo>
                <a:lnTo>
                  <a:pt x="350599" y="47255"/>
                </a:lnTo>
                <a:lnTo>
                  <a:pt x="349272" y="46998"/>
                </a:lnTo>
                <a:lnTo>
                  <a:pt x="347938" y="46751"/>
                </a:lnTo>
                <a:lnTo>
                  <a:pt x="346599" y="46515"/>
                </a:lnTo>
                <a:lnTo>
                  <a:pt x="345254" y="46289"/>
                </a:lnTo>
                <a:lnTo>
                  <a:pt x="343902" y="46073"/>
                </a:lnTo>
                <a:lnTo>
                  <a:pt x="342546" y="45869"/>
                </a:lnTo>
                <a:lnTo>
                  <a:pt x="341184" y="45675"/>
                </a:lnTo>
                <a:lnTo>
                  <a:pt x="339817" y="45492"/>
                </a:lnTo>
                <a:lnTo>
                  <a:pt x="338445" y="45321"/>
                </a:lnTo>
                <a:lnTo>
                  <a:pt x="337068" y="45161"/>
                </a:lnTo>
                <a:lnTo>
                  <a:pt x="335687" y="45012"/>
                </a:lnTo>
                <a:lnTo>
                  <a:pt x="336338" y="44968"/>
                </a:lnTo>
                <a:lnTo>
                  <a:pt x="336989" y="44929"/>
                </a:lnTo>
                <a:lnTo>
                  <a:pt x="337641" y="44894"/>
                </a:lnTo>
                <a:lnTo>
                  <a:pt x="338292" y="44864"/>
                </a:lnTo>
                <a:lnTo>
                  <a:pt x="338943" y="44839"/>
                </a:lnTo>
                <a:lnTo>
                  <a:pt x="339594" y="44819"/>
                </a:lnTo>
                <a:lnTo>
                  <a:pt x="340246" y="44805"/>
                </a:lnTo>
                <a:lnTo>
                  <a:pt x="340897" y="44795"/>
                </a:lnTo>
                <a:lnTo>
                  <a:pt x="341549" y="44791"/>
                </a:lnTo>
                <a:lnTo>
                  <a:pt x="342201" y="44792"/>
                </a:lnTo>
                <a:lnTo>
                  <a:pt x="342854" y="44799"/>
                </a:lnTo>
                <a:lnTo>
                  <a:pt x="343507" y="44812"/>
                </a:lnTo>
                <a:lnTo>
                  <a:pt x="344161" y="44831"/>
                </a:lnTo>
                <a:lnTo>
                  <a:pt x="344815" y="44856"/>
                </a:lnTo>
                <a:lnTo>
                  <a:pt x="345470" y="44886"/>
                </a:lnTo>
                <a:lnTo>
                  <a:pt x="346125" y="44924"/>
                </a:lnTo>
                <a:lnTo>
                  <a:pt x="346782" y="44967"/>
                </a:lnTo>
                <a:lnTo>
                  <a:pt x="347439" y="45017"/>
                </a:lnTo>
                <a:lnTo>
                  <a:pt x="348097" y="45074"/>
                </a:lnTo>
                <a:lnTo>
                  <a:pt x="348756" y="45138"/>
                </a:lnTo>
                <a:lnTo>
                  <a:pt x="349416" y="45208"/>
                </a:lnTo>
                <a:lnTo>
                  <a:pt x="350077" y="45285"/>
                </a:lnTo>
                <a:lnTo>
                  <a:pt x="350739" y="45370"/>
                </a:lnTo>
                <a:lnTo>
                  <a:pt x="351403" y="45462"/>
                </a:lnTo>
                <a:lnTo>
                  <a:pt x="352257" y="45643"/>
                </a:lnTo>
                <a:lnTo>
                  <a:pt x="353109" y="45828"/>
                </a:lnTo>
                <a:lnTo>
                  <a:pt x="353960" y="46017"/>
                </a:lnTo>
                <a:lnTo>
                  <a:pt x="354808" y="46211"/>
                </a:lnTo>
                <a:lnTo>
                  <a:pt x="355656" y="46408"/>
                </a:lnTo>
                <a:lnTo>
                  <a:pt x="356501" y="46610"/>
                </a:lnTo>
                <a:lnTo>
                  <a:pt x="357346" y="46816"/>
                </a:lnTo>
                <a:lnTo>
                  <a:pt x="358189" y="47026"/>
                </a:lnTo>
                <a:lnTo>
                  <a:pt x="359030" y="47240"/>
                </a:lnTo>
                <a:lnTo>
                  <a:pt x="359871" y="47459"/>
                </a:lnTo>
                <a:lnTo>
                  <a:pt x="360711" y="47682"/>
                </a:lnTo>
                <a:lnTo>
                  <a:pt x="361549" y="47909"/>
                </a:lnTo>
                <a:lnTo>
                  <a:pt x="362387" y="48140"/>
                </a:lnTo>
                <a:lnTo>
                  <a:pt x="363224" y="48375"/>
                </a:lnTo>
                <a:lnTo>
                  <a:pt x="364061" y="48615"/>
                </a:lnTo>
                <a:lnTo>
                  <a:pt x="364897" y="48859"/>
                </a:lnTo>
                <a:lnTo>
                  <a:pt x="365732" y="49107"/>
                </a:lnTo>
                <a:lnTo>
                  <a:pt x="366567" y="49360"/>
                </a:lnTo>
                <a:lnTo>
                  <a:pt x="367402" y="49617"/>
                </a:lnTo>
                <a:lnTo>
                  <a:pt x="368237" y="49878"/>
                </a:lnTo>
                <a:lnTo>
                  <a:pt x="369071" y="50143"/>
                </a:lnTo>
                <a:lnTo>
                  <a:pt x="369906" y="50413"/>
                </a:lnTo>
                <a:lnTo>
                  <a:pt x="370740" y="50688"/>
                </a:lnTo>
                <a:lnTo>
                  <a:pt x="371575" y="50966"/>
                </a:lnTo>
                <a:lnTo>
                  <a:pt x="372083" y="51161"/>
                </a:lnTo>
                <a:lnTo>
                  <a:pt x="372374" y="51290"/>
                </a:lnTo>
                <a:lnTo>
                  <a:pt x="372461" y="51355"/>
                </a:lnTo>
                <a:lnTo>
                  <a:pt x="372357" y="51363"/>
                </a:lnTo>
                <a:lnTo>
                  <a:pt x="372078" y="51317"/>
                </a:lnTo>
                <a:lnTo>
                  <a:pt x="371636" y="51222"/>
                </a:lnTo>
                <a:lnTo>
                  <a:pt x="371045" y="51083"/>
                </a:lnTo>
                <a:lnTo>
                  <a:pt x="370319" y="50904"/>
                </a:lnTo>
                <a:lnTo>
                  <a:pt x="369472" y="50689"/>
                </a:lnTo>
                <a:lnTo>
                  <a:pt x="368516" y="50444"/>
                </a:lnTo>
                <a:lnTo>
                  <a:pt x="367467" y="50172"/>
                </a:lnTo>
                <a:lnTo>
                  <a:pt x="366338" y="49878"/>
                </a:lnTo>
                <a:lnTo>
                  <a:pt x="365142" y="49566"/>
                </a:lnTo>
                <a:lnTo>
                  <a:pt x="363893" y="49242"/>
                </a:lnTo>
                <a:lnTo>
                  <a:pt x="362605" y="48909"/>
                </a:lnTo>
                <a:lnTo>
                  <a:pt x="361291" y="48572"/>
                </a:lnTo>
                <a:lnTo>
                  <a:pt x="359966" y="48236"/>
                </a:lnTo>
                <a:lnTo>
                  <a:pt x="358643" y="47905"/>
                </a:lnTo>
                <a:lnTo>
                  <a:pt x="357336" y="47583"/>
                </a:lnTo>
                <a:lnTo>
                  <a:pt x="356058" y="47276"/>
                </a:lnTo>
                <a:lnTo>
                  <a:pt x="354823" y="46987"/>
                </a:lnTo>
                <a:lnTo>
                  <a:pt x="353645" y="46721"/>
                </a:lnTo>
                <a:lnTo>
                  <a:pt x="352537" y="46483"/>
                </a:lnTo>
                <a:lnTo>
                  <a:pt x="351514" y="46277"/>
                </a:lnTo>
                <a:lnTo>
                  <a:pt x="350462" y="46074"/>
                </a:lnTo>
                <a:lnTo>
                  <a:pt x="349587" y="45905"/>
                </a:lnTo>
                <a:lnTo>
                  <a:pt x="348886" y="45770"/>
                </a:lnTo>
                <a:lnTo>
                  <a:pt x="348353" y="45669"/>
                </a:lnTo>
                <a:lnTo>
                  <a:pt x="347984" y="45602"/>
                </a:lnTo>
                <a:lnTo>
                  <a:pt x="347772" y="45569"/>
                </a:lnTo>
                <a:lnTo>
                  <a:pt x="347713" y="45570"/>
                </a:lnTo>
                <a:lnTo>
                  <a:pt x="347802" y="45604"/>
                </a:lnTo>
                <a:lnTo>
                  <a:pt x="348035" y="45671"/>
                </a:lnTo>
                <a:lnTo>
                  <a:pt x="348404" y="45772"/>
                </a:lnTo>
                <a:lnTo>
                  <a:pt x="348907" y="45906"/>
                </a:lnTo>
                <a:lnTo>
                  <a:pt x="349537" y="46072"/>
                </a:lnTo>
                <a:lnTo>
                  <a:pt x="350290" y="46271"/>
                </a:lnTo>
                <a:lnTo>
                  <a:pt x="351160" y="46503"/>
                </a:lnTo>
                <a:lnTo>
                  <a:pt x="352143" y="46767"/>
                </a:lnTo>
                <a:lnTo>
                  <a:pt x="353233" y="47064"/>
                </a:lnTo>
                <a:lnTo>
                  <a:pt x="354425" y="47392"/>
                </a:lnTo>
                <a:lnTo>
                  <a:pt x="355714" y="47753"/>
                </a:lnTo>
                <a:lnTo>
                  <a:pt x="357096" y="48145"/>
                </a:lnTo>
                <a:lnTo>
                  <a:pt x="358564" y="48569"/>
                </a:lnTo>
                <a:lnTo>
                  <a:pt x="360115" y="49024"/>
                </a:lnTo>
                <a:lnTo>
                  <a:pt x="361742" y="49511"/>
                </a:lnTo>
                <a:lnTo>
                  <a:pt x="363441" y="50029"/>
                </a:lnTo>
                <a:lnTo>
                  <a:pt x="365207" y="50578"/>
                </a:lnTo>
                <a:lnTo>
                  <a:pt x="365533" y="50683"/>
                </a:lnTo>
                <a:lnTo>
                  <a:pt x="365835" y="50782"/>
                </a:lnTo>
                <a:lnTo>
                  <a:pt x="366114" y="50875"/>
                </a:lnTo>
                <a:lnTo>
                  <a:pt x="366371" y="50962"/>
                </a:lnTo>
                <a:lnTo>
                  <a:pt x="366605" y="51042"/>
                </a:lnTo>
                <a:lnTo>
                  <a:pt x="366817" y="51116"/>
                </a:lnTo>
                <a:lnTo>
                  <a:pt x="367007" y="51184"/>
                </a:lnTo>
                <a:lnTo>
                  <a:pt x="367175" y="51247"/>
                </a:lnTo>
                <a:lnTo>
                  <a:pt x="367323" y="51302"/>
                </a:lnTo>
                <a:lnTo>
                  <a:pt x="367449" y="51352"/>
                </a:lnTo>
                <a:lnTo>
                  <a:pt x="367555" y="51396"/>
                </a:lnTo>
                <a:lnTo>
                  <a:pt x="367640" y="51435"/>
                </a:lnTo>
                <a:lnTo>
                  <a:pt x="367706" y="51467"/>
                </a:lnTo>
                <a:lnTo>
                  <a:pt x="367751" y="51493"/>
                </a:lnTo>
                <a:lnTo>
                  <a:pt x="367777" y="51513"/>
                </a:lnTo>
                <a:lnTo>
                  <a:pt x="367785" y="51528"/>
                </a:lnTo>
                <a:lnTo>
                  <a:pt x="367773" y="51537"/>
                </a:lnTo>
                <a:lnTo>
                  <a:pt x="367742" y="51540"/>
                </a:lnTo>
                <a:lnTo>
                  <a:pt x="367694" y="51538"/>
                </a:lnTo>
                <a:lnTo>
                  <a:pt x="367627" y="51530"/>
                </a:lnTo>
                <a:lnTo>
                  <a:pt x="367543" y="51516"/>
                </a:lnTo>
                <a:lnTo>
                  <a:pt x="367441" y="51496"/>
                </a:lnTo>
                <a:lnTo>
                  <a:pt x="367323" y="51472"/>
                </a:lnTo>
                <a:lnTo>
                  <a:pt x="367187" y="51441"/>
                </a:lnTo>
                <a:lnTo>
                  <a:pt x="365960" y="51067"/>
                </a:lnTo>
                <a:lnTo>
                  <a:pt x="364724" y="50702"/>
                </a:lnTo>
                <a:lnTo>
                  <a:pt x="363479" y="50344"/>
                </a:lnTo>
                <a:lnTo>
                  <a:pt x="362226" y="49995"/>
                </a:lnTo>
                <a:close/>
                <a:moveTo>
                  <a:pt x="329588" y="45602"/>
                </a:moveTo>
                <a:lnTo>
                  <a:pt x="329627" y="45589"/>
                </a:lnTo>
                <a:lnTo>
                  <a:pt x="329666" y="45577"/>
                </a:lnTo>
                <a:lnTo>
                  <a:pt x="329704" y="45564"/>
                </a:lnTo>
                <a:lnTo>
                  <a:pt x="329743" y="45551"/>
                </a:lnTo>
                <a:lnTo>
                  <a:pt x="329782" y="45539"/>
                </a:lnTo>
                <a:lnTo>
                  <a:pt x="329821" y="45526"/>
                </a:lnTo>
                <a:lnTo>
                  <a:pt x="329860" y="45514"/>
                </a:lnTo>
                <a:lnTo>
                  <a:pt x="329898" y="45501"/>
                </a:lnTo>
                <a:lnTo>
                  <a:pt x="329937" y="45488"/>
                </a:lnTo>
                <a:lnTo>
                  <a:pt x="329975" y="45476"/>
                </a:lnTo>
                <a:lnTo>
                  <a:pt x="330014" y="45463"/>
                </a:lnTo>
                <a:lnTo>
                  <a:pt x="330053" y="45451"/>
                </a:lnTo>
                <a:lnTo>
                  <a:pt x="330091" y="45439"/>
                </a:lnTo>
                <a:lnTo>
                  <a:pt x="330130" y="45426"/>
                </a:lnTo>
                <a:lnTo>
                  <a:pt x="330168" y="45414"/>
                </a:lnTo>
                <a:lnTo>
                  <a:pt x="330207" y="45401"/>
                </a:lnTo>
                <a:lnTo>
                  <a:pt x="330245" y="45389"/>
                </a:lnTo>
                <a:lnTo>
                  <a:pt x="330284" y="45377"/>
                </a:lnTo>
                <a:lnTo>
                  <a:pt x="330322" y="45364"/>
                </a:lnTo>
                <a:lnTo>
                  <a:pt x="330361" y="45352"/>
                </a:lnTo>
                <a:lnTo>
                  <a:pt x="330890" y="45391"/>
                </a:lnTo>
                <a:lnTo>
                  <a:pt x="331418" y="45431"/>
                </a:lnTo>
                <a:lnTo>
                  <a:pt x="331945" y="45473"/>
                </a:lnTo>
                <a:lnTo>
                  <a:pt x="332471" y="45516"/>
                </a:lnTo>
                <a:lnTo>
                  <a:pt x="332995" y="45561"/>
                </a:lnTo>
                <a:lnTo>
                  <a:pt x="333519" y="45608"/>
                </a:lnTo>
                <a:lnTo>
                  <a:pt x="334042" y="45657"/>
                </a:lnTo>
                <a:lnTo>
                  <a:pt x="334564" y="45707"/>
                </a:lnTo>
                <a:lnTo>
                  <a:pt x="335085" y="45759"/>
                </a:lnTo>
                <a:lnTo>
                  <a:pt x="335605" y="45813"/>
                </a:lnTo>
                <a:lnTo>
                  <a:pt x="336125" y="45868"/>
                </a:lnTo>
                <a:lnTo>
                  <a:pt x="336644" y="45925"/>
                </a:lnTo>
                <a:lnTo>
                  <a:pt x="337162" y="45984"/>
                </a:lnTo>
                <a:lnTo>
                  <a:pt x="337680" y="46044"/>
                </a:lnTo>
                <a:lnTo>
                  <a:pt x="338197" y="46106"/>
                </a:lnTo>
                <a:lnTo>
                  <a:pt x="338714" y="46170"/>
                </a:lnTo>
                <a:lnTo>
                  <a:pt x="339230" y="46235"/>
                </a:lnTo>
                <a:lnTo>
                  <a:pt x="339746" y="46302"/>
                </a:lnTo>
                <a:lnTo>
                  <a:pt x="340262" y="46371"/>
                </a:lnTo>
                <a:lnTo>
                  <a:pt x="340777" y="46441"/>
                </a:lnTo>
                <a:lnTo>
                  <a:pt x="341293" y="46513"/>
                </a:lnTo>
                <a:lnTo>
                  <a:pt x="341808" y="46587"/>
                </a:lnTo>
                <a:lnTo>
                  <a:pt x="342324" y="46663"/>
                </a:lnTo>
                <a:lnTo>
                  <a:pt x="342839" y="46740"/>
                </a:lnTo>
                <a:lnTo>
                  <a:pt x="342243" y="46667"/>
                </a:lnTo>
                <a:lnTo>
                  <a:pt x="341648" y="46597"/>
                </a:lnTo>
                <a:lnTo>
                  <a:pt x="341054" y="46529"/>
                </a:lnTo>
                <a:lnTo>
                  <a:pt x="340462" y="46465"/>
                </a:lnTo>
                <a:lnTo>
                  <a:pt x="339872" y="46403"/>
                </a:lnTo>
                <a:lnTo>
                  <a:pt x="339284" y="46344"/>
                </a:lnTo>
                <a:lnTo>
                  <a:pt x="338699" y="46287"/>
                </a:lnTo>
                <a:lnTo>
                  <a:pt x="338117" y="46233"/>
                </a:lnTo>
                <a:lnTo>
                  <a:pt x="337537" y="46181"/>
                </a:lnTo>
                <a:lnTo>
                  <a:pt x="336961" y="46131"/>
                </a:lnTo>
                <a:lnTo>
                  <a:pt x="336389" y="46084"/>
                </a:lnTo>
                <a:lnTo>
                  <a:pt x="335821" y="46039"/>
                </a:lnTo>
                <a:lnTo>
                  <a:pt x="335257" y="45997"/>
                </a:lnTo>
                <a:lnTo>
                  <a:pt x="334698" y="45956"/>
                </a:lnTo>
                <a:lnTo>
                  <a:pt x="334144" y="45918"/>
                </a:lnTo>
                <a:lnTo>
                  <a:pt x="333595" y="45881"/>
                </a:lnTo>
                <a:lnTo>
                  <a:pt x="333052" y="45847"/>
                </a:lnTo>
                <a:lnTo>
                  <a:pt x="332515" y="45814"/>
                </a:lnTo>
                <a:lnTo>
                  <a:pt x="331984" y="45783"/>
                </a:lnTo>
                <a:lnTo>
                  <a:pt x="331459" y="45754"/>
                </a:lnTo>
                <a:lnTo>
                  <a:pt x="330941" y="45727"/>
                </a:lnTo>
                <a:lnTo>
                  <a:pt x="330430" y="45701"/>
                </a:lnTo>
                <a:lnTo>
                  <a:pt x="329927" y="45676"/>
                </a:lnTo>
                <a:lnTo>
                  <a:pt x="329431" y="45654"/>
                </a:lnTo>
                <a:lnTo>
                  <a:pt x="329470" y="45641"/>
                </a:lnTo>
                <a:lnTo>
                  <a:pt x="329509" y="45628"/>
                </a:lnTo>
                <a:lnTo>
                  <a:pt x="329549" y="45615"/>
                </a:lnTo>
                <a:lnTo>
                  <a:pt x="329588" y="45602"/>
                </a:lnTo>
                <a:close/>
                <a:moveTo>
                  <a:pt x="324791" y="46247"/>
                </a:moveTo>
                <a:lnTo>
                  <a:pt x="324894" y="46230"/>
                </a:lnTo>
                <a:lnTo>
                  <a:pt x="324998" y="46213"/>
                </a:lnTo>
                <a:lnTo>
                  <a:pt x="325102" y="46197"/>
                </a:lnTo>
                <a:lnTo>
                  <a:pt x="325205" y="46180"/>
                </a:lnTo>
                <a:lnTo>
                  <a:pt x="325308" y="46164"/>
                </a:lnTo>
                <a:lnTo>
                  <a:pt x="325411" y="46147"/>
                </a:lnTo>
                <a:lnTo>
                  <a:pt x="325514" y="46131"/>
                </a:lnTo>
                <a:lnTo>
                  <a:pt x="325617" y="46115"/>
                </a:lnTo>
                <a:lnTo>
                  <a:pt x="325720" y="46099"/>
                </a:lnTo>
                <a:lnTo>
                  <a:pt x="325823" y="46083"/>
                </a:lnTo>
                <a:lnTo>
                  <a:pt x="325925" y="46067"/>
                </a:lnTo>
                <a:lnTo>
                  <a:pt x="326028" y="46051"/>
                </a:lnTo>
                <a:lnTo>
                  <a:pt x="326130" y="46035"/>
                </a:lnTo>
                <a:lnTo>
                  <a:pt x="326232" y="46019"/>
                </a:lnTo>
                <a:lnTo>
                  <a:pt x="326335" y="46004"/>
                </a:lnTo>
                <a:lnTo>
                  <a:pt x="326437" y="45988"/>
                </a:lnTo>
                <a:lnTo>
                  <a:pt x="326539" y="45973"/>
                </a:lnTo>
                <a:lnTo>
                  <a:pt x="326642" y="45957"/>
                </a:lnTo>
                <a:lnTo>
                  <a:pt x="326744" y="45942"/>
                </a:lnTo>
                <a:lnTo>
                  <a:pt x="326846" y="45927"/>
                </a:lnTo>
                <a:lnTo>
                  <a:pt x="327079" y="45942"/>
                </a:lnTo>
                <a:lnTo>
                  <a:pt x="327310" y="45957"/>
                </a:lnTo>
                <a:lnTo>
                  <a:pt x="327542" y="45972"/>
                </a:lnTo>
                <a:lnTo>
                  <a:pt x="327772" y="45988"/>
                </a:lnTo>
                <a:lnTo>
                  <a:pt x="328003" y="46004"/>
                </a:lnTo>
                <a:lnTo>
                  <a:pt x="328232" y="46020"/>
                </a:lnTo>
                <a:lnTo>
                  <a:pt x="328462" y="46037"/>
                </a:lnTo>
                <a:lnTo>
                  <a:pt x="328691" y="46054"/>
                </a:lnTo>
                <a:lnTo>
                  <a:pt x="328919" y="46071"/>
                </a:lnTo>
                <a:lnTo>
                  <a:pt x="329147" y="46089"/>
                </a:lnTo>
                <a:lnTo>
                  <a:pt x="329375" y="46107"/>
                </a:lnTo>
                <a:lnTo>
                  <a:pt x="329603" y="46125"/>
                </a:lnTo>
                <a:lnTo>
                  <a:pt x="329830" y="46144"/>
                </a:lnTo>
                <a:lnTo>
                  <a:pt x="330057" y="46163"/>
                </a:lnTo>
                <a:lnTo>
                  <a:pt x="330284" y="46182"/>
                </a:lnTo>
                <a:lnTo>
                  <a:pt x="330510" y="46202"/>
                </a:lnTo>
                <a:lnTo>
                  <a:pt x="330736" y="46222"/>
                </a:lnTo>
                <a:lnTo>
                  <a:pt x="330963" y="46242"/>
                </a:lnTo>
                <a:lnTo>
                  <a:pt x="331189" y="46263"/>
                </a:lnTo>
                <a:lnTo>
                  <a:pt x="331414" y="46284"/>
                </a:lnTo>
                <a:lnTo>
                  <a:pt x="331640" y="46305"/>
                </a:lnTo>
                <a:lnTo>
                  <a:pt x="331866" y="46326"/>
                </a:lnTo>
                <a:lnTo>
                  <a:pt x="332091" y="46348"/>
                </a:lnTo>
                <a:lnTo>
                  <a:pt x="332317" y="46370"/>
                </a:lnTo>
                <a:lnTo>
                  <a:pt x="333238" y="46467"/>
                </a:lnTo>
                <a:lnTo>
                  <a:pt x="333998" y="46549"/>
                </a:lnTo>
                <a:lnTo>
                  <a:pt x="334606" y="46617"/>
                </a:lnTo>
                <a:lnTo>
                  <a:pt x="335068" y="46672"/>
                </a:lnTo>
                <a:lnTo>
                  <a:pt x="335390" y="46715"/>
                </a:lnTo>
                <a:lnTo>
                  <a:pt x="335581" y="46747"/>
                </a:lnTo>
                <a:lnTo>
                  <a:pt x="335646" y="46768"/>
                </a:lnTo>
                <a:lnTo>
                  <a:pt x="335594" y="46780"/>
                </a:lnTo>
                <a:lnTo>
                  <a:pt x="335430" y="46783"/>
                </a:lnTo>
                <a:lnTo>
                  <a:pt x="335162" y="46777"/>
                </a:lnTo>
                <a:lnTo>
                  <a:pt x="334797" y="46765"/>
                </a:lnTo>
                <a:lnTo>
                  <a:pt x="334341" y="46746"/>
                </a:lnTo>
                <a:lnTo>
                  <a:pt x="333802" y="46721"/>
                </a:lnTo>
                <a:lnTo>
                  <a:pt x="333187" y="46692"/>
                </a:lnTo>
                <a:lnTo>
                  <a:pt x="332503" y="46658"/>
                </a:lnTo>
                <a:lnTo>
                  <a:pt x="331756" y="46622"/>
                </a:lnTo>
                <a:lnTo>
                  <a:pt x="330954" y="46583"/>
                </a:lnTo>
                <a:lnTo>
                  <a:pt x="330103" y="46543"/>
                </a:lnTo>
                <a:lnTo>
                  <a:pt x="329211" y="46502"/>
                </a:lnTo>
                <a:lnTo>
                  <a:pt x="328285" y="46461"/>
                </a:lnTo>
                <a:lnTo>
                  <a:pt x="327331" y="46421"/>
                </a:lnTo>
                <a:lnTo>
                  <a:pt x="326356" y="46383"/>
                </a:lnTo>
                <a:lnTo>
                  <a:pt x="325368" y="46347"/>
                </a:lnTo>
                <a:lnTo>
                  <a:pt x="324373" y="46315"/>
                </a:lnTo>
                <a:lnTo>
                  <a:pt x="324478" y="46298"/>
                </a:lnTo>
                <a:lnTo>
                  <a:pt x="324582" y="46281"/>
                </a:lnTo>
                <a:lnTo>
                  <a:pt x="324687" y="46264"/>
                </a:lnTo>
                <a:lnTo>
                  <a:pt x="324791" y="46247"/>
                </a:lnTo>
                <a:close/>
                <a:moveTo>
                  <a:pt x="317452" y="46727"/>
                </a:moveTo>
                <a:lnTo>
                  <a:pt x="316952" y="46733"/>
                </a:lnTo>
                <a:lnTo>
                  <a:pt x="316453" y="46741"/>
                </a:lnTo>
                <a:lnTo>
                  <a:pt x="315956" y="46749"/>
                </a:lnTo>
                <a:lnTo>
                  <a:pt x="315460" y="46759"/>
                </a:lnTo>
                <a:lnTo>
                  <a:pt x="314967" y="46771"/>
                </a:lnTo>
                <a:lnTo>
                  <a:pt x="314475" y="46783"/>
                </a:lnTo>
                <a:lnTo>
                  <a:pt x="313985" y="46796"/>
                </a:lnTo>
                <a:lnTo>
                  <a:pt x="313498" y="46811"/>
                </a:lnTo>
                <a:lnTo>
                  <a:pt x="313012" y="46826"/>
                </a:lnTo>
                <a:lnTo>
                  <a:pt x="312529" y="46842"/>
                </a:lnTo>
                <a:lnTo>
                  <a:pt x="312049" y="46860"/>
                </a:lnTo>
                <a:lnTo>
                  <a:pt x="311571" y="46878"/>
                </a:lnTo>
                <a:lnTo>
                  <a:pt x="311095" y="46897"/>
                </a:lnTo>
                <a:lnTo>
                  <a:pt x="310623" y="46917"/>
                </a:lnTo>
                <a:lnTo>
                  <a:pt x="310153" y="46938"/>
                </a:lnTo>
                <a:lnTo>
                  <a:pt x="309686" y="46960"/>
                </a:lnTo>
                <a:lnTo>
                  <a:pt x="309222" y="46983"/>
                </a:lnTo>
                <a:lnTo>
                  <a:pt x="308762" y="47006"/>
                </a:lnTo>
                <a:lnTo>
                  <a:pt x="308304" y="47030"/>
                </a:lnTo>
                <a:lnTo>
                  <a:pt x="307850" y="47055"/>
                </a:lnTo>
                <a:lnTo>
                  <a:pt x="307840" y="46990"/>
                </a:lnTo>
                <a:lnTo>
                  <a:pt x="307941" y="46926"/>
                </a:lnTo>
                <a:lnTo>
                  <a:pt x="308146" y="46863"/>
                </a:lnTo>
                <a:lnTo>
                  <a:pt x="308448" y="46801"/>
                </a:lnTo>
                <a:lnTo>
                  <a:pt x="308840" y="46741"/>
                </a:lnTo>
                <a:lnTo>
                  <a:pt x="309314" y="46683"/>
                </a:lnTo>
                <a:lnTo>
                  <a:pt x="309863" y="46627"/>
                </a:lnTo>
                <a:lnTo>
                  <a:pt x="310480" y="46573"/>
                </a:lnTo>
                <a:lnTo>
                  <a:pt x="311156" y="46521"/>
                </a:lnTo>
                <a:lnTo>
                  <a:pt x="311886" y="46473"/>
                </a:lnTo>
                <a:lnTo>
                  <a:pt x="312662" y="46428"/>
                </a:lnTo>
                <a:lnTo>
                  <a:pt x="313476" y="46386"/>
                </a:lnTo>
                <a:lnTo>
                  <a:pt x="314321" y="46347"/>
                </a:lnTo>
                <a:lnTo>
                  <a:pt x="315190" y="46312"/>
                </a:lnTo>
                <a:lnTo>
                  <a:pt x="316075" y="46282"/>
                </a:lnTo>
                <a:lnTo>
                  <a:pt x="316969" y="46255"/>
                </a:lnTo>
                <a:lnTo>
                  <a:pt x="317865" y="46234"/>
                </a:lnTo>
                <a:lnTo>
                  <a:pt x="318756" y="46217"/>
                </a:lnTo>
                <a:lnTo>
                  <a:pt x="319634" y="46205"/>
                </a:lnTo>
                <a:lnTo>
                  <a:pt x="320491" y="46198"/>
                </a:lnTo>
                <a:lnTo>
                  <a:pt x="321321" y="46197"/>
                </a:lnTo>
                <a:lnTo>
                  <a:pt x="322116" y="46201"/>
                </a:lnTo>
                <a:lnTo>
                  <a:pt x="322870" y="46212"/>
                </a:lnTo>
                <a:lnTo>
                  <a:pt x="323573" y="46229"/>
                </a:lnTo>
                <a:lnTo>
                  <a:pt x="323248" y="46229"/>
                </a:lnTo>
                <a:lnTo>
                  <a:pt x="322936" y="46232"/>
                </a:lnTo>
                <a:lnTo>
                  <a:pt x="322638" y="46237"/>
                </a:lnTo>
                <a:lnTo>
                  <a:pt x="322353" y="46244"/>
                </a:lnTo>
                <a:lnTo>
                  <a:pt x="322082" y="46254"/>
                </a:lnTo>
                <a:lnTo>
                  <a:pt x="321824" y="46266"/>
                </a:lnTo>
                <a:lnTo>
                  <a:pt x="321580" y="46279"/>
                </a:lnTo>
                <a:lnTo>
                  <a:pt x="321349" y="46295"/>
                </a:lnTo>
                <a:lnTo>
                  <a:pt x="321132" y="46312"/>
                </a:lnTo>
                <a:lnTo>
                  <a:pt x="320928" y="46331"/>
                </a:lnTo>
                <a:lnTo>
                  <a:pt x="320738" y="46352"/>
                </a:lnTo>
                <a:lnTo>
                  <a:pt x="320560" y="46374"/>
                </a:lnTo>
                <a:lnTo>
                  <a:pt x="320397" y="46398"/>
                </a:lnTo>
                <a:lnTo>
                  <a:pt x="320246" y="46422"/>
                </a:lnTo>
                <a:lnTo>
                  <a:pt x="320109" y="46448"/>
                </a:lnTo>
                <a:lnTo>
                  <a:pt x="319985" y="46475"/>
                </a:lnTo>
                <a:lnTo>
                  <a:pt x="319874" y="46503"/>
                </a:lnTo>
                <a:lnTo>
                  <a:pt x="319776" y="46531"/>
                </a:lnTo>
                <a:lnTo>
                  <a:pt x="319692" y="46560"/>
                </a:lnTo>
                <a:lnTo>
                  <a:pt x="319621" y="46590"/>
                </a:lnTo>
                <a:lnTo>
                  <a:pt x="319563" y="46621"/>
                </a:lnTo>
                <a:lnTo>
                  <a:pt x="319518" y="46651"/>
                </a:lnTo>
                <a:lnTo>
                  <a:pt x="319486" y="46682"/>
                </a:lnTo>
                <a:lnTo>
                  <a:pt x="319467" y="46713"/>
                </a:lnTo>
                <a:lnTo>
                  <a:pt x="318962" y="46715"/>
                </a:lnTo>
                <a:lnTo>
                  <a:pt x="318457" y="46717"/>
                </a:lnTo>
                <a:lnTo>
                  <a:pt x="317954" y="46721"/>
                </a:lnTo>
                <a:lnTo>
                  <a:pt x="317452" y="46727"/>
                </a:lnTo>
                <a:close/>
                <a:moveTo>
                  <a:pt x="307423" y="1897"/>
                </a:moveTo>
                <a:lnTo>
                  <a:pt x="307128" y="1890"/>
                </a:lnTo>
                <a:lnTo>
                  <a:pt x="306833" y="1884"/>
                </a:lnTo>
                <a:lnTo>
                  <a:pt x="306539" y="1878"/>
                </a:lnTo>
                <a:lnTo>
                  <a:pt x="306245" y="1873"/>
                </a:lnTo>
                <a:lnTo>
                  <a:pt x="305951" y="1868"/>
                </a:lnTo>
                <a:lnTo>
                  <a:pt x="305658" y="1864"/>
                </a:lnTo>
                <a:lnTo>
                  <a:pt x="305365" y="1860"/>
                </a:lnTo>
                <a:lnTo>
                  <a:pt x="305073" y="1856"/>
                </a:lnTo>
                <a:lnTo>
                  <a:pt x="304781" y="1853"/>
                </a:lnTo>
                <a:lnTo>
                  <a:pt x="304489" y="1851"/>
                </a:lnTo>
                <a:lnTo>
                  <a:pt x="304198" y="1848"/>
                </a:lnTo>
                <a:lnTo>
                  <a:pt x="303906" y="1847"/>
                </a:lnTo>
                <a:lnTo>
                  <a:pt x="303615" y="1845"/>
                </a:lnTo>
                <a:lnTo>
                  <a:pt x="303324" y="1844"/>
                </a:lnTo>
                <a:lnTo>
                  <a:pt x="303033" y="1844"/>
                </a:lnTo>
                <a:lnTo>
                  <a:pt x="302743" y="1844"/>
                </a:lnTo>
                <a:lnTo>
                  <a:pt x="302452" y="1844"/>
                </a:lnTo>
                <a:lnTo>
                  <a:pt x="302161" y="1845"/>
                </a:lnTo>
                <a:lnTo>
                  <a:pt x="301870" y="1846"/>
                </a:lnTo>
                <a:lnTo>
                  <a:pt x="301580" y="1848"/>
                </a:lnTo>
                <a:lnTo>
                  <a:pt x="301932" y="1823"/>
                </a:lnTo>
                <a:lnTo>
                  <a:pt x="302284" y="1799"/>
                </a:lnTo>
                <a:lnTo>
                  <a:pt x="302634" y="1775"/>
                </a:lnTo>
                <a:lnTo>
                  <a:pt x="302984" y="1753"/>
                </a:lnTo>
                <a:lnTo>
                  <a:pt x="303334" y="1730"/>
                </a:lnTo>
                <a:lnTo>
                  <a:pt x="303682" y="1709"/>
                </a:lnTo>
                <a:lnTo>
                  <a:pt x="304030" y="1688"/>
                </a:lnTo>
                <a:lnTo>
                  <a:pt x="304377" y="1667"/>
                </a:lnTo>
                <a:lnTo>
                  <a:pt x="304724" y="1648"/>
                </a:lnTo>
                <a:lnTo>
                  <a:pt x="305070" y="1629"/>
                </a:lnTo>
                <a:lnTo>
                  <a:pt x="305416" y="1610"/>
                </a:lnTo>
                <a:lnTo>
                  <a:pt x="305761" y="1592"/>
                </a:lnTo>
                <a:lnTo>
                  <a:pt x="306105" y="1575"/>
                </a:lnTo>
                <a:lnTo>
                  <a:pt x="306450" y="1559"/>
                </a:lnTo>
                <a:lnTo>
                  <a:pt x="306793" y="1543"/>
                </a:lnTo>
                <a:lnTo>
                  <a:pt x="307137" y="1527"/>
                </a:lnTo>
                <a:lnTo>
                  <a:pt x="307480" y="1513"/>
                </a:lnTo>
                <a:lnTo>
                  <a:pt x="307823" y="1498"/>
                </a:lnTo>
                <a:lnTo>
                  <a:pt x="308166" y="1485"/>
                </a:lnTo>
                <a:lnTo>
                  <a:pt x="308508" y="1472"/>
                </a:lnTo>
                <a:lnTo>
                  <a:pt x="308850" y="1460"/>
                </a:lnTo>
                <a:lnTo>
                  <a:pt x="309193" y="1448"/>
                </a:lnTo>
                <a:lnTo>
                  <a:pt x="309535" y="1437"/>
                </a:lnTo>
                <a:lnTo>
                  <a:pt x="309877" y="1426"/>
                </a:lnTo>
                <a:lnTo>
                  <a:pt x="310719" y="1405"/>
                </a:lnTo>
                <a:lnTo>
                  <a:pt x="311449" y="1389"/>
                </a:lnTo>
                <a:lnTo>
                  <a:pt x="312073" y="1378"/>
                </a:lnTo>
                <a:lnTo>
                  <a:pt x="312594" y="1371"/>
                </a:lnTo>
                <a:lnTo>
                  <a:pt x="313018" y="1369"/>
                </a:lnTo>
                <a:lnTo>
                  <a:pt x="313349" y="1371"/>
                </a:lnTo>
                <a:lnTo>
                  <a:pt x="313591" y="1377"/>
                </a:lnTo>
                <a:lnTo>
                  <a:pt x="313749" y="1387"/>
                </a:lnTo>
                <a:lnTo>
                  <a:pt x="313827" y="1400"/>
                </a:lnTo>
                <a:lnTo>
                  <a:pt x="313831" y="1417"/>
                </a:lnTo>
                <a:lnTo>
                  <a:pt x="313765" y="1437"/>
                </a:lnTo>
                <a:lnTo>
                  <a:pt x="313634" y="1461"/>
                </a:lnTo>
                <a:lnTo>
                  <a:pt x="313441" y="1488"/>
                </a:lnTo>
                <a:lnTo>
                  <a:pt x="313192" y="1517"/>
                </a:lnTo>
                <a:lnTo>
                  <a:pt x="312891" y="1549"/>
                </a:lnTo>
                <a:lnTo>
                  <a:pt x="312543" y="1584"/>
                </a:lnTo>
                <a:lnTo>
                  <a:pt x="312152" y="1620"/>
                </a:lnTo>
                <a:lnTo>
                  <a:pt x="311724" y="1659"/>
                </a:lnTo>
                <a:lnTo>
                  <a:pt x="311262" y="1700"/>
                </a:lnTo>
                <a:lnTo>
                  <a:pt x="310771" y="1743"/>
                </a:lnTo>
                <a:lnTo>
                  <a:pt x="310255" y="1787"/>
                </a:lnTo>
                <a:lnTo>
                  <a:pt x="309721" y="1833"/>
                </a:lnTo>
                <a:lnTo>
                  <a:pt x="309171" y="1880"/>
                </a:lnTo>
                <a:lnTo>
                  <a:pt x="308610" y="1928"/>
                </a:lnTo>
                <a:lnTo>
                  <a:pt x="308313" y="1920"/>
                </a:lnTo>
                <a:lnTo>
                  <a:pt x="308015" y="1912"/>
                </a:lnTo>
                <a:lnTo>
                  <a:pt x="307719" y="1904"/>
                </a:lnTo>
                <a:lnTo>
                  <a:pt x="307423" y="1897"/>
                </a:lnTo>
                <a:close/>
                <a:moveTo>
                  <a:pt x="528391" y="116358"/>
                </a:moveTo>
                <a:lnTo>
                  <a:pt x="528245" y="116120"/>
                </a:lnTo>
                <a:lnTo>
                  <a:pt x="528062" y="115855"/>
                </a:lnTo>
                <a:lnTo>
                  <a:pt x="527846" y="115565"/>
                </a:lnTo>
                <a:lnTo>
                  <a:pt x="527600" y="115252"/>
                </a:lnTo>
                <a:lnTo>
                  <a:pt x="527325" y="114918"/>
                </a:lnTo>
                <a:lnTo>
                  <a:pt x="527025" y="114564"/>
                </a:lnTo>
                <a:lnTo>
                  <a:pt x="526702" y="114195"/>
                </a:lnTo>
                <a:lnTo>
                  <a:pt x="526359" y="113810"/>
                </a:lnTo>
                <a:lnTo>
                  <a:pt x="525998" y="113413"/>
                </a:lnTo>
                <a:lnTo>
                  <a:pt x="525623" y="113005"/>
                </a:lnTo>
                <a:lnTo>
                  <a:pt x="525235" y="112588"/>
                </a:lnTo>
                <a:lnTo>
                  <a:pt x="524839" y="112165"/>
                </a:lnTo>
                <a:lnTo>
                  <a:pt x="524435" y="111738"/>
                </a:lnTo>
                <a:lnTo>
                  <a:pt x="524028" y="111309"/>
                </a:lnTo>
                <a:lnTo>
                  <a:pt x="523619" y="110879"/>
                </a:lnTo>
                <a:lnTo>
                  <a:pt x="523212" y="110451"/>
                </a:lnTo>
                <a:lnTo>
                  <a:pt x="522808" y="110027"/>
                </a:lnTo>
                <a:lnTo>
                  <a:pt x="522412" y="109608"/>
                </a:lnTo>
                <a:lnTo>
                  <a:pt x="522024" y="109198"/>
                </a:lnTo>
                <a:lnTo>
                  <a:pt x="521649" y="108798"/>
                </a:lnTo>
                <a:lnTo>
                  <a:pt x="521813" y="109040"/>
                </a:lnTo>
                <a:lnTo>
                  <a:pt x="521989" y="109291"/>
                </a:lnTo>
                <a:lnTo>
                  <a:pt x="522177" y="109551"/>
                </a:lnTo>
                <a:lnTo>
                  <a:pt x="522377" y="109821"/>
                </a:lnTo>
                <a:lnTo>
                  <a:pt x="522589" y="110100"/>
                </a:lnTo>
                <a:lnTo>
                  <a:pt x="522812" y="110387"/>
                </a:lnTo>
                <a:lnTo>
                  <a:pt x="523046" y="110684"/>
                </a:lnTo>
                <a:lnTo>
                  <a:pt x="523291" y="110989"/>
                </a:lnTo>
                <a:lnTo>
                  <a:pt x="523547" y="111303"/>
                </a:lnTo>
                <a:lnTo>
                  <a:pt x="523814" y="111626"/>
                </a:lnTo>
                <a:lnTo>
                  <a:pt x="524091" y="111957"/>
                </a:lnTo>
                <a:lnTo>
                  <a:pt x="524378" y="112296"/>
                </a:lnTo>
                <a:lnTo>
                  <a:pt x="524676" y="112644"/>
                </a:lnTo>
                <a:lnTo>
                  <a:pt x="524983" y="113001"/>
                </a:lnTo>
                <a:lnTo>
                  <a:pt x="525300" y="113365"/>
                </a:lnTo>
                <a:lnTo>
                  <a:pt x="525627" y="113737"/>
                </a:lnTo>
                <a:lnTo>
                  <a:pt x="525963" y="114118"/>
                </a:lnTo>
                <a:lnTo>
                  <a:pt x="526308" y="114506"/>
                </a:lnTo>
                <a:lnTo>
                  <a:pt x="526662" y="114902"/>
                </a:lnTo>
                <a:lnTo>
                  <a:pt x="527025" y="115306"/>
                </a:lnTo>
                <a:lnTo>
                  <a:pt x="527396" y="115718"/>
                </a:lnTo>
                <a:lnTo>
                  <a:pt x="527776" y="116137"/>
                </a:lnTo>
                <a:lnTo>
                  <a:pt x="528164" y="116563"/>
                </a:lnTo>
                <a:lnTo>
                  <a:pt x="528560" y="116997"/>
                </a:lnTo>
                <a:lnTo>
                  <a:pt x="528585" y="116888"/>
                </a:lnTo>
                <a:lnTo>
                  <a:pt x="528564" y="116744"/>
                </a:lnTo>
                <a:lnTo>
                  <a:pt x="528498" y="116567"/>
                </a:lnTo>
                <a:lnTo>
                  <a:pt x="528391" y="116358"/>
                </a:lnTo>
                <a:close/>
                <a:moveTo>
                  <a:pt x="556448" y="151162"/>
                </a:moveTo>
                <a:lnTo>
                  <a:pt x="557116" y="152086"/>
                </a:lnTo>
                <a:lnTo>
                  <a:pt x="557926" y="153185"/>
                </a:lnTo>
                <a:lnTo>
                  <a:pt x="558862" y="154443"/>
                </a:lnTo>
                <a:lnTo>
                  <a:pt x="559911" y="155844"/>
                </a:lnTo>
                <a:lnTo>
                  <a:pt x="561060" y="157369"/>
                </a:lnTo>
                <a:lnTo>
                  <a:pt x="562295" y="159004"/>
                </a:lnTo>
                <a:lnTo>
                  <a:pt x="563602" y="160729"/>
                </a:lnTo>
                <a:lnTo>
                  <a:pt x="564969" y="162530"/>
                </a:lnTo>
                <a:lnTo>
                  <a:pt x="566381" y="164388"/>
                </a:lnTo>
                <a:lnTo>
                  <a:pt x="567825" y="166288"/>
                </a:lnTo>
                <a:lnTo>
                  <a:pt x="569288" y="168211"/>
                </a:lnTo>
                <a:lnTo>
                  <a:pt x="570755" y="170142"/>
                </a:lnTo>
                <a:lnTo>
                  <a:pt x="572214" y="172063"/>
                </a:lnTo>
                <a:lnTo>
                  <a:pt x="573650" y="173957"/>
                </a:lnTo>
                <a:lnTo>
                  <a:pt x="575050" y="175808"/>
                </a:lnTo>
                <a:lnTo>
                  <a:pt x="576402" y="177599"/>
                </a:lnTo>
                <a:lnTo>
                  <a:pt x="577690" y="179313"/>
                </a:lnTo>
                <a:lnTo>
                  <a:pt x="578902" y="180933"/>
                </a:lnTo>
                <a:lnTo>
                  <a:pt x="580024" y="182442"/>
                </a:lnTo>
                <a:lnTo>
                  <a:pt x="581042" y="183823"/>
                </a:lnTo>
                <a:lnTo>
                  <a:pt x="579942" y="182188"/>
                </a:lnTo>
                <a:lnTo>
                  <a:pt x="578774" y="180481"/>
                </a:lnTo>
                <a:lnTo>
                  <a:pt x="577546" y="178714"/>
                </a:lnTo>
                <a:lnTo>
                  <a:pt x="576268" y="176899"/>
                </a:lnTo>
                <a:lnTo>
                  <a:pt x="574951" y="175049"/>
                </a:lnTo>
                <a:lnTo>
                  <a:pt x="573604" y="173175"/>
                </a:lnTo>
                <a:lnTo>
                  <a:pt x="572237" y="171291"/>
                </a:lnTo>
                <a:lnTo>
                  <a:pt x="570860" y="169408"/>
                </a:lnTo>
                <a:lnTo>
                  <a:pt x="569483" y="167540"/>
                </a:lnTo>
                <a:lnTo>
                  <a:pt x="568115" y="165697"/>
                </a:lnTo>
                <a:lnTo>
                  <a:pt x="566767" y="163893"/>
                </a:lnTo>
                <a:lnTo>
                  <a:pt x="565447" y="162141"/>
                </a:lnTo>
                <a:lnTo>
                  <a:pt x="564166" y="160451"/>
                </a:lnTo>
                <a:lnTo>
                  <a:pt x="562934" y="158837"/>
                </a:lnTo>
                <a:lnTo>
                  <a:pt x="561761" y="157311"/>
                </a:lnTo>
                <a:lnTo>
                  <a:pt x="560655" y="155885"/>
                </a:lnTo>
                <a:lnTo>
                  <a:pt x="559628" y="154571"/>
                </a:lnTo>
                <a:lnTo>
                  <a:pt x="558688" y="153383"/>
                </a:lnTo>
                <a:lnTo>
                  <a:pt x="557847" y="152332"/>
                </a:lnTo>
                <a:lnTo>
                  <a:pt x="557112" y="151430"/>
                </a:lnTo>
                <a:lnTo>
                  <a:pt x="556495" y="150690"/>
                </a:lnTo>
                <a:lnTo>
                  <a:pt x="556005" y="150125"/>
                </a:lnTo>
                <a:lnTo>
                  <a:pt x="555652" y="149746"/>
                </a:lnTo>
                <a:lnTo>
                  <a:pt x="555446" y="149566"/>
                </a:lnTo>
                <a:lnTo>
                  <a:pt x="555418" y="149617"/>
                </a:lnTo>
                <a:lnTo>
                  <a:pt x="555585" y="149911"/>
                </a:lnTo>
                <a:lnTo>
                  <a:pt x="555933" y="150432"/>
                </a:lnTo>
                <a:lnTo>
                  <a:pt x="556448" y="151162"/>
                </a:lnTo>
                <a:close/>
                <a:moveTo>
                  <a:pt x="528091" y="177810"/>
                </a:moveTo>
                <a:lnTo>
                  <a:pt x="527716" y="177177"/>
                </a:lnTo>
                <a:lnTo>
                  <a:pt x="527246" y="176432"/>
                </a:lnTo>
                <a:lnTo>
                  <a:pt x="526692" y="175593"/>
                </a:lnTo>
                <a:lnTo>
                  <a:pt x="526067" y="174678"/>
                </a:lnTo>
                <a:lnTo>
                  <a:pt x="525384" y="173705"/>
                </a:lnTo>
                <a:lnTo>
                  <a:pt x="524654" y="172692"/>
                </a:lnTo>
                <a:lnTo>
                  <a:pt x="523891" y="171658"/>
                </a:lnTo>
                <a:lnTo>
                  <a:pt x="523106" y="170619"/>
                </a:lnTo>
                <a:lnTo>
                  <a:pt x="522312" y="169595"/>
                </a:lnTo>
                <a:lnTo>
                  <a:pt x="521522" y="168604"/>
                </a:lnTo>
                <a:lnTo>
                  <a:pt x="520747" y="167663"/>
                </a:lnTo>
                <a:lnTo>
                  <a:pt x="520000" y="166790"/>
                </a:lnTo>
                <a:lnTo>
                  <a:pt x="519294" y="166004"/>
                </a:lnTo>
                <a:lnTo>
                  <a:pt x="518640" y="165323"/>
                </a:lnTo>
                <a:lnTo>
                  <a:pt x="518052" y="164765"/>
                </a:lnTo>
                <a:lnTo>
                  <a:pt x="517542" y="164348"/>
                </a:lnTo>
                <a:lnTo>
                  <a:pt x="517121" y="164090"/>
                </a:lnTo>
                <a:lnTo>
                  <a:pt x="516803" y="164008"/>
                </a:lnTo>
                <a:lnTo>
                  <a:pt x="516600" y="164122"/>
                </a:lnTo>
                <a:lnTo>
                  <a:pt x="517059" y="164712"/>
                </a:lnTo>
                <a:lnTo>
                  <a:pt x="517544" y="165333"/>
                </a:lnTo>
                <a:lnTo>
                  <a:pt x="518052" y="165979"/>
                </a:lnTo>
                <a:lnTo>
                  <a:pt x="518579" y="166648"/>
                </a:lnTo>
                <a:lnTo>
                  <a:pt x="519122" y="167335"/>
                </a:lnTo>
                <a:lnTo>
                  <a:pt x="519678" y="168037"/>
                </a:lnTo>
                <a:lnTo>
                  <a:pt x="520243" y="168749"/>
                </a:lnTo>
                <a:lnTo>
                  <a:pt x="520815" y="169467"/>
                </a:lnTo>
                <a:lnTo>
                  <a:pt x="521389" y="170189"/>
                </a:lnTo>
                <a:lnTo>
                  <a:pt x="521963" y="170908"/>
                </a:lnTo>
                <a:lnTo>
                  <a:pt x="522533" y="171623"/>
                </a:lnTo>
                <a:lnTo>
                  <a:pt x="523097" y="172329"/>
                </a:lnTo>
                <a:lnTo>
                  <a:pt x="523649" y="173022"/>
                </a:lnTo>
                <a:lnTo>
                  <a:pt x="524188" y="173697"/>
                </a:lnTo>
                <a:lnTo>
                  <a:pt x="524710" y="174352"/>
                </a:lnTo>
                <a:lnTo>
                  <a:pt x="525212" y="174982"/>
                </a:lnTo>
                <a:lnTo>
                  <a:pt x="525690" y="175583"/>
                </a:lnTo>
                <a:lnTo>
                  <a:pt x="526140" y="176152"/>
                </a:lnTo>
                <a:lnTo>
                  <a:pt x="526561" y="176684"/>
                </a:lnTo>
                <a:lnTo>
                  <a:pt x="526948" y="177175"/>
                </a:lnTo>
                <a:lnTo>
                  <a:pt x="527299" y="177623"/>
                </a:lnTo>
                <a:lnTo>
                  <a:pt x="527609" y="178021"/>
                </a:lnTo>
                <a:lnTo>
                  <a:pt x="527875" y="178368"/>
                </a:lnTo>
                <a:lnTo>
                  <a:pt x="528095" y="178658"/>
                </a:lnTo>
                <a:lnTo>
                  <a:pt x="528384" y="178858"/>
                </a:lnTo>
                <a:lnTo>
                  <a:pt x="528517" y="178855"/>
                </a:lnTo>
                <a:lnTo>
                  <a:pt x="528503" y="178667"/>
                </a:lnTo>
                <a:lnTo>
                  <a:pt x="528357" y="178313"/>
                </a:lnTo>
                <a:lnTo>
                  <a:pt x="528091" y="177810"/>
                </a:lnTo>
                <a:close/>
                <a:moveTo>
                  <a:pt x="534022" y="184203"/>
                </a:moveTo>
                <a:lnTo>
                  <a:pt x="533429" y="183503"/>
                </a:lnTo>
                <a:lnTo>
                  <a:pt x="532801" y="182753"/>
                </a:lnTo>
                <a:lnTo>
                  <a:pt x="532151" y="181968"/>
                </a:lnTo>
                <a:lnTo>
                  <a:pt x="531492" y="181169"/>
                </a:lnTo>
                <a:lnTo>
                  <a:pt x="530838" y="180370"/>
                </a:lnTo>
                <a:lnTo>
                  <a:pt x="530201" y="179592"/>
                </a:lnTo>
                <a:lnTo>
                  <a:pt x="529595" y="178850"/>
                </a:lnTo>
                <a:lnTo>
                  <a:pt x="529033" y="178163"/>
                </a:lnTo>
                <a:lnTo>
                  <a:pt x="528528" y="177549"/>
                </a:lnTo>
                <a:lnTo>
                  <a:pt x="528093" y="177024"/>
                </a:lnTo>
                <a:lnTo>
                  <a:pt x="527741" y="176607"/>
                </a:lnTo>
                <a:lnTo>
                  <a:pt x="527487" y="176315"/>
                </a:lnTo>
                <a:lnTo>
                  <a:pt x="527342" y="176166"/>
                </a:lnTo>
                <a:lnTo>
                  <a:pt x="527320" y="176177"/>
                </a:lnTo>
                <a:lnTo>
                  <a:pt x="527434" y="176366"/>
                </a:lnTo>
                <a:lnTo>
                  <a:pt x="527698" y="176751"/>
                </a:lnTo>
                <a:lnTo>
                  <a:pt x="528124" y="177349"/>
                </a:lnTo>
                <a:lnTo>
                  <a:pt x="528726" y="178178"/>
                </a:lnTo>
                <a:lnTo>
                  <a:pt x="529516" y="179255"/>
                </a:lnTo>
                <a:lnTo>
                  <a:pt x="530451" y="180521"/>
                </a:lnTo>
                <a:lnTo>
                  <a:pt x="531455" y="181873"/>
                </a:lnTo>
                <a:lnTo>
                  <a:pt x="532514" y="183295"/>
                </a:lnTo>
                <a:lnTo>
                  <a:pt x="533615" y="184769"/>
                </a:lnTo>
                <a:lnTo>
                  <a:pt x="534746" y="186278"/>
                </a:lnTo>
                <a:lnTo>
                  <a:pt x="535893" y="187803"/>
                </a:lnTo>
                <a:lnTo>
                  <a:pt x="537043" y="189329"/>
                </a:lnTo>
                <a:lnTo>
                  <a:pt x="538184" y="190837"/>
                </a:lnTo>
                <a:lnTo>
                  <a:pt x="539302" y="192310"/>
                </a:lnTo>
                <a:lnTo>
                  <a:pt x="540383" y="193730"/>
                </a:lnTo>
                <a:lnTo>
                  <a:pt x="541416" y="195081"/>
                </a:lnTo>
                <a:lnTo>
                  <a:pt x="542387" y="196344"/>
                </a:lnTo>
                <a:lnTo>
                  <a:pt x="543283" y="197503"/>
                </a:lnTo>
                <a:lnTo>
                  <a:pt x="544090" y="198540"/>
                </a:lnTo>
                <a:lnTo>
                  <a:pt x="544796" y="199437"/>
                </a:lnTo>
                <a:lnTo>
                  <a:pt x="545388" y="200178"/>
                </a:lnTo>
                <a:lnTo>
                  <a:pt x="545853" y="200744"/>
                </a:lnTo>
                <a:lnTo>
                  <a:pt x="546178" y="201119"/>
                </a:lnTo>
                <a:lnTo>
                  <a:pt x="546348" y="201285"/>
                </a:lnTo>
                <a:lnTo>
                  <a:pt x="546353" y="201224"/>
                </a:lnTo>
                <a:lnTo>
                  <a:pt x="546178" y="200919"/>
                </a:lnTo>
                <a:lnTo>
                  <a:pt x="545810" y="200354"/>
                </a:lnTo>
                <a:lnTo>
                  <a:pt x="545236" y="199509"/>
                </a:lnTo>
                <a:lnTo>
                  <a:pt x="544444" y="198369"/>
                </a:lnTo>
                <a:lnTo>
                  <a:pt x="543647" y="197216"/>
                </a:lnTo>
                <a:lnTo>
                  <a:pt x="543072" y="196339"/>
                </a:lnTo>
                <a:lnTo>
                  <a:pt x="542692" y="195706"/>
                </a:lnTo>
                <a:lnTo>
                  <a:pt x="542484" y="195284"/>
                </a:lnTo>
                <a:lnTo>
                  <a:pt x="542422" y="195044"/>
                </a:lnTo>
                <a:lnTo>
                  <a:pt x="542479" y="194953"/>
                </a:lnTo>
                <a:lnTo>
                  <a:pt x="542632" y="194980"/>
                </a:lnTo>
                <a:lnTo>
                  <a:pt x="542853" y="195094"/>
                </a:lnTo>
                <a:lnTo>
                  <a:pt x="543119" y="195262"/>
                </a:lnTo>
                <a:lnTo>
                  <a:pt x="543403" y="195454"/>
                </a:lnTo>
                <a:lnTo>
                  <a:pt x="543681" y="195637"/>
                </a:lnTo>
                <a:lnTo>
                  <a:pt x="543926" y="195781"/>
                </a:lnTo>
                <a:lnTo>
                  <a:pt x="544113" y="195854"/>
                </a:lnTo>
                <a:lnTo>
                  <a:pt x="544218" y="195824"/>
                </a:lnTo>
                <a:lnTo>
                  <a:pt x="544214" y="195661"/>
                </a:lnTo>
                <a:lnTo>
                  <a:pt x="544076" y="195331"/>
                </a:lnTo>
                <a:lnTo>
                  <a:pt x="543779" y="194805"/>
                </a:lnTo>
                <a:lnTo>
                  <a:pt x="543297" y="194050"/>
                </a:lnTo>
                <a:lnTo>
                  <a:pt x="542605" y="193035"/>
                </a:lnTo>
                <a:lnTo>
                  <a:pt x="541678" y="191728"/>
                </a:lnTo>
                <a:lnTo>
                  <a:pt x="540490" y="190099"/>
                </a:lnTo>
                <a:lnTo>
                  <a:pt x="539016" y="188114"/>
                </a:lnTo>
                <a:lnTo>
                  <a:pt x="537230" y="185744"/>
                </a:lnTo>
                <a:lnTo>
                  <a:pt x="535107" y="182956"/>
                </a:lnTo>
                <a:lnTo>
                  <a:pt x="532803" y="179976"/>
                </a:lnTo>
                <a:lnTo>
                  <a:pt x="530493" y="177035"/>
                </a:lnTo>
                <a:lnTo>
                  <a:pt x="528189" y="174143"/>
                </a:lnTo>
                <a:lnTo>
                  <a:pt x="525903" y="171314"/>
                </a:lnTo>
                <a:lnTo>
                  <a:pt x="523649" y="168559"/>
                </a:lnTo>
                <a:lnTo>
                  <a:pt x="521438" y="165888"/>
                </a:lnTo>
                <a:lnTo>
                  <a:pt x="519284" y="163315"/>
                </a:lnTo>
                <a:lnTo>
                  <a:pt x="517198" y="160851"/>
                </a:lnTo>
                <a:lnTo>
                  <a:pt x="515194" y="158507"/>
                </a:lnTo>
                <a:lnTo>
                  <a:pt x="513284" y="156295"/>
                </a:lnTo>
                <a:lnTo>
                  <a:pt x="511481" y="154228"/>
                </a:lnTo>
                <a:lnTo>
                  <a:pt x="509796" y="152316"/>
                </a:lnTo>
                <a:lnTo>
                  <a:pt x="508244" y="150571"/>
                </a:lnTo>
                <a:lnTo>
                  <a:pt x="506836" y="149005"/>
                </a:lnTo>
                <a:lnTo>
                  <a:pt x="505585" y="147630"/>
                </a:lnTo>
                <a:lnTo>
                  <a:pt x="504503" y="146458"/>
                </a:lnTo>
                <a:lnTo>
                  <a:pt x="503603" y="145500"/>
                </a:lnTo>
                <a:lnTo>
                  <a:pt x="502898" y="144768"/>
                </a:lnTo>
                <a:lnTo>
                  <a:pt x="502400" y="144273"/>
                </a:lnTo>
                <a:lnTo>
                  <a:pt x="502122" y="144027"/>
                </a:lnTo>
                <a:lnTo>
                  <a:pt x="502076" y="144043"/>
                </a:lnTo>
                <a:lnTo>
                  <a:pt x="502275" y="144331"/>
                </a:lnTo>
                <a:lnTo>
                  <a:pt x="502732" y="144904"/>
                </a:lnTo>
                <a:lnTo>
                  <a:pt x="503458" y="145773"/>
                </a:lnTo>
                <a:lnTo>
                  <a:pt x="504377" y="146856"/>
                </a:lnTo>
                <a:lnTo>
                  <a:pt x="505383" y="148044"/>
                </a:lnTo>
                <a:lnTo>
                  <a:pt x="506469" y="149329"/>
                </a:lnTo>
                <a:lnTo>
                  <a:pt x="507629" y="150704"/>
                </a:lnTo>
                <a:lnTo>
                  <a:pt x="508856" y="152163"/>
                </a:lnTo>
                <a:lnTo>
                  <a:pt x="510144" y="153697"/>
                </a:lnTo>
                <a:lnTo>
                  <a:pt x="511485" y="155301"/>
                </a:lnTo>
                <a:lnTo>
                  <a:pt x="512873" y="156967"/>
                </a:lnTo>
                <a:lnTo>
                  <a:pt x="514301" y="158688"/>
                </a:lnTo>
                <a:lnTo>
                  <a:pt x="515763" y="160457"/>
                </a:lnTo>
                <a:lnTo>
                  <a:pt x="517252" y="162267"/>
                </a:lnTo>
                <a:lnTo>
                  <a:pt x="518761" y="164111"/>
                </a:lnTo>
                <a:lnTo>
                  <a:pt x="520283" y="165982"/>
                </a:lnTo>
                <a:lnTo>
                  <a:pt x="521813" y="167872"/>
                </a:lnTo>
                <a:lnTo>
                  <a:pt x="523342" y="169776"/>
                </a:lnTo>
                <a:lnTo>
                  <a:pt x="524864" y="171685"/>
                </a:lnTo>
                <a:lnTo>
                  <a:pt x="526373" y="173593"/>
                </a:lnTo>
                <a:lnTo>
                  <a:pt x="527862" y="175492"/>
                </a:lnTo>
                <a:lnTo>
                  <a:pt x="529324" y="177377"/>
                </a:lnTo>
                <a:lnTo>
                  <a:pt x="530753" y="179238"/>
                </a:lnTo>
                <a:lnTo>
                  <a:pt x="532142" y="181071"/>
                </a:lnTo>
                <a:lnTo>
                  <a:pt x="533483" y="182867"/>
                </a:lnTo>
                <a:lnTo>
                  <a:pt x="534771" y="184619"/>
                </a:lnTo>
                <a:lnTo>
                  <a:pt x="535999" y="186321"/>
                </a:lnTo>
                <a:lnTo>
                  <a:pt x="535779" y="186140"/>
                </a:lnTo>
                <a:lnTo>
                  <a:pt x="535458" y="185820"/>
                </a:lnTo>
                <a:lnTo>
                  <a:pt x="535050" y="185379"/>
                </a:lnTo>
                <a:lnTo>
                  <a:pt x="534567" y="184834"/>
                </a:lnTo>
                <a:lnTo>
                  <a:pt x="534022" y="184203"/>
                </a:lnTo>
                <a:close/>
                <a:moveTo>
                  <a:pt x="534969" y="189934"/>
                </a:moveTo>
                <a:lnTo>
                  <a:pt x="535190" y="190340"/>
                </a:lnTo>
                <a:lnTo>
                  <a:pt x="535436" y="190763"/>
                </a:lnTo>
                <a:lnTo>
                  <a:pt x="535706" y="191202"/>
                </a:lnTo>
                <a:lnTo>
                  <a:pt x="535998" y="191658"/>
                </a:lnTo>
                <a:lnTo>
                  <a:pt x="536313" y="192128"/>
                </a:lnTo>
                <a:lnTo>
                  <a:pt x="536647" y="192614"/>
                </a:lnTo>
                <a:lnTo>
                  <a:pt x="537000" y="193113"/>
                </a:lnTo>
                <a:lnTo>
                  <a:pt x="537371" y="193625"/>
                </a:lnTo>
                <a:lnTo>
                  <a:pt x="537759" y="194150"/>
                </a:lnTo>
                <a:lnTo>
                  <a:pt x="538163" y="194686"/>
                </a:lnTo>
                <a:lnTo>
                  <a:pt x="538580" y="195233"/>
                </a:lnTo>
                <a:lnTo>
                  <a:pt x="539011" y="195791"/>
                </a:lnTo>
                <a:lnTo>
                  <a:pt x="539453" y="196358"/>
                </a:lnTo>
                <a:lnTo>
                  <a:pt x="539906" y="196934"/>
                </a:lnTo>
                <a:lnTo>
                  <a:pt x="540368" y="197518"/>
                </a:lnTo>
                <a:lnTo>
                  <a:pt x="540839" y="198109"/>
                </a:lnTo>
                <a:lnTo>
                  <a:pt x="541317" y="198708"/>
                </a:lnTo>
                <a:lnTo>
                  <a:pt x="541800" y="199312"/>
                </a:lnTo>
                <a:lnTo>
                  <a:pt x="542288" y="199921"/>
                </a:lnTo>
                <a:lnTo>
                  <a:pt x="542779" y="200535"/>
                </a:lnTo>
                <a:lnTo>
                  <a:pt x="542554" y="200150"/>
                </a:lnTo>
                <a:lnTo>
                  <a:pt x="542316" y="199751"/>
                </a:lnTo>
                <a:lnTo>
                  <a:pt x="542065" y="199340"/>
                </a:lnTo>
                <a:lnTo>
                  <a:pt x="541801" y="198917"/>
                </a:lnTo>
                <a:lnTo>
                  <a:pt x="541526" y="198483"/>
                </a:lnTo>
                <a:lnTo>
                  <a:pt x="541239" y="198037"/>
                </a:lnTo>
                <a:lnTo>
                  <a:pt x="540940" y="197581"/>
                </a:lnTo>
                <a:lnTo>
                  <a:pt x="540630" y="197113"/>
                </a:lnTo>
                <a:lnTo>
                  <a:pt x="540309" y="196636"/>
                </a:lnTo>
                <a:lnTo>
                  <a:pt x="539977" y="196149"/>
                </a:lnTo>
                <a:lnTo>
                  <a:pt x="539635" y="195652"/>
                </a:lnTo>
                <a:lnTo>
                  <a:pt x="539283" y="195147"/>
                </a:lnTo>
                <a:lnTo>
                  <a:pt x="538921" y="194632"/>
                </a:lnTo>
                <a:lnTo>
                  <a:pt x="538549" y="194109"/>
                </a:lnTo>
                <a:lnTo>
                  <a:pt x="538168" y="193578"/>
                </a:lnTo>
                <a:lnTo>
                  <a:pt x="537778" y="193040"/>
                </a:lnTo>
                <a:lnTo>
                  <a:pt x="537378" y="192494"/>
                </a:lnTo>
                <a:lnTo>
                  <a:pt x="536971" y="191942"/>
                </a:lnTo>
                <a:lnTo>
                  <a:pt x="536555" y="191382"/>
                </a:lnTo>
                <a:lnTo>
                  <a:pt x="536131" y="190817"/>
                </a:lnTo>
                <a:lnTo>
                  <a:pt x="535699" y="190246"/>
                </a:lnTo>
                <a:lnTo>
                  <a:pt x="535260" y="189669"/>
                </a:lnTo>
                <a:lnTo>
                  <a:pt x="534814" y="189087"/>
                </a:lnTo>
                <a:lnTo>
                  <a:pt x="534361" y="188500"/>
                </a:lnTo>
                <a:lnTo>
                  <a:pt x="534469" y="188829"/>
                </a:lnTo>
                <a:lnTo>
                  <a:pt x="534607" y="189178"/>
                </a:lnTo>
                <a:lnTo>
                  <a:pt x="534775" y="189547"/>
                </a:lnTo>
                <a:lnTo>
                  <a:pt x="534969" y="189934"/>
                </a:lnTo>
                <a:close/>
                <a:moveTo>
                  <a:pt x="585675" y="200209"/>
                </a:moveTo>
                <a:lnTo>
                  <a:pt x="585911" y="200605"/>
                </a:lnTo>
                <a:lnTo>
                  <a:pt x="586181" y="201039"/>
                </a:lnTo>
                <a:lnTo>
                  <a:pt x="586483" y="201508"/>
                </a:lnTo>
                <a:lnTo>
                  <a:pt x="586814" y="202007"/>
                </a:lnTo>
                <a:lnTo>
                  <a:pt x="587169" y="202532"/>
                </a:lnTo>
                <a:lnTo>
                  <a:pt x="587545" y="203081"/>
                </a:lnTo>
                <a:lnTo>
                  <a:pt x="587940" y="203649"/>
                </a:lnTo>
                <a:lnTo>
                  <a:pt x="588348" y="204233"/>
                </a:lnTo>
                <a:lnTo>
                  <a:pt x="588766" y="204829"/>
                </a:lnTo>
                <a:lnTo>
                  <a:pt x="589192" y="205433"/>
                </a:lnTo>
                <a:lnTo>
                  <a:pt x="589621" y="206041"/>
                </a:lnTo>
                <a:lnTo>
                  <a:pt x="590051" y="206650"/>
                </a:lnTo>
                <a:lnTo>
                  <a:pt x="590476" y="207255"/>
                </a:lnTo>
                <a:lnTo>
                  <a:pt x="590895" y="207854"/>
                </a:lnTo>
                <a:lnTo>
                  <a:pt x="591303" y="208443"/>
                </a:lnTo>
                <a:lnTo>
                  <a:pt x="591696" y="209017"/>
                </a:lnTo>
                <a:lnTo>
                  <a:pt x="592072" y="209573"/>
                </a:lnTo>
                <a:lnTo>
                  <a:pt x="592427" y="210107"/>
                </a:lnTo>
                <a:lnTo>
                  <a:pt x="592757" y="210616"/>
                </a:lnTo>
                <a:lnTo>
                  <a:pt x="593059" y="211096"/>
                </a:lnTo>
                <a:lnTo>
                  <a:pt x="592909" y="210772"/>
                </a:lnTo>
                <a:lnTo>
                  <a:pt x="592727" y="210406"/>
                </a:lnTo>
                <a:lnTo>
                  <a:pt x="592515" y="210000"/>
                </a:lnTo>
                <a:lnTo>
                  <a:pt x="592276" y="209559"/>
                </a:lnTo>
                <a:lnTo>
                  <a:pt x="592012" y="209086"/>
                </a:lnTo>
                <a:lnTo>
                  <a:pt x="591725" y="208585"/>
                </a:lnTo>
                <a:lnTo>
                  <a:pt x="591417" y="208060"/>
                </a:lnTo>
                <a:lnTo>
                  <a:pt x="591091" y="207515"/>
                </a:lnTo>
                <a:lnTo>
                  <a:pt x="590749" y="206953"/>
                </a:lnTo>
                <a:lnTo>
                  <a:pt x="590392" y="206378"/>
                </a:lnTo>
                <a:lnTo>
                  <a:pt x="590024" y="205794"/>
                </a:lnTo>
                <a:lnTo>
                  <a:pt x="589646" y="205205"/>
                </a:lnTo>
                <a:lnTo>
                  <a:pt x="589260" y="204614"/>
                </a:lnTo>
                <a:lnTo>
                  <a:pt x="588869" y="204025"/>
                </a:lnTo>
                <a:lnTo>
                  <a:pt x="588475" y="203442"/>
                </a:lnTo>
                <a:lnTo>
                  <a:pt x="588081" y="202869"/>
                </a:lnTo>
                <a:lnTo>
                  <a:pt x="587687" y="202309"/>
                </a:lnTo>
                <a:lnTo>
                  <a:pt x="587298" y="201766"/>
                </a:lnTo>
                <a:lnTo>
                  <a:pt x="586914" y="201244"/>
                </a:lnTo>
                <a:lnTo>
                  <a:pt x="586538" y="200747"/>
                </a:lnTo>
                <a:lnTo>
                  <a:pt x="586172" y="200279"/>
                </a:lnTo>
                <a:lnTo>
                  <a:pt x="585819" y="199842"/>
                </a:lnTo>
                <a:lnTo>
                  <a:pt x="585480" y="199441"/>
                </a:lnTo>
                <a:lnTo>
                  <a:pt x="585158" y="199081"/>
                </a:lnTo>
                <a:lnTo>
                  <a:pt x="585217" y="199287"/>
                </a:lnTo>
                <a:lnTo>
                  <a:pt x="585325" y="199547"/>
                </a:lnTo>
                <a:lnTo>
                  <a:pt x="585479" y="199855"/>
                </a:lnTo>
                <a:lnTo>
                  <a:pt x="585675" y="200209"/>
                </a:lnTo>
                <a:close/>
                <a:moveTo>
                  <a:pt x="596766" y="217145"/>
                </a:moveTo>
                <a:lnTo>
                  <a:pt x="596957" y="217491"/>
                </a:lnTo>
                <a:lnTo>
                  <a:pt x="597184" y="217877"/>
                </a:lnTo>
                <a:lnTo>
                  <a:pt x="597443" y="218299"/>
                </a:lnTo>
                <a:lnTo>
                  <a:pt x="597730" y="218753"/>
                </a:lnTo>
                <a:lnTo>
                  <a:pt x="598043" y="219236"/>
                </a:lnTo>
                <a:lnTo>
                  <a:pt x="598377" y="219743"/>
                </a:lnTo>
                <a:lnTo>
                  <a:pt x="598729" y="220270"/>
                </a:lnTo>
                <a:lnTo>
                  <a:pt x="599095" y="220814"/>
                </a:lnTo>
                <a:lnTo>
                  <a:pt x="599473" y="221371"/>
                </a:lnTo>
                <a:lnTo>
                  <a:pt x="599858" y="221937"/>
                </a:lnTo>
                <a:lnTo>
                  <a:pt x="600248" y="222507"/>
                </a:lnTo>
                <a:lnTo>
                  <a:pt x="600637" y="223078"/>
                </a:lnTo>
                <a:lnTo>
                  <a:pt x="601024" y="223647"/>
                </a:lnTo>
                <a:lnTo>
                  <a:pt x="601405" y="224208"/>
                </a:lnTo>
                <a:lnTo>
                  <a:pt x="601775" y="224759"/>
                </a:lnTo>
                <a:lnTo>
                  <a:pt x="602132" y="225296"/>
                </a:lnTo>
                <a:lnTo>
                  <a:pt x="602472" y="225813"/>
                </a:lnTo>
                <a:lnTo>
                  <a:pt x="602792" y="226309"/>
                </a:lnTo>
                <a:lnTo>
                  <a:pt x="603088" y="226778"/>
                </a:lnTo>
                <a:lnTo>
                  <a:pt x="603356" y="227217"/>
                </a:lnTo>
                <a:lnTo>
                  <a:pt x="603394" y="227113"/>
                </a:lnTo>
                <a:lnTo>
                  <a:pt x="603370" y="226931"/>
                </a:lnTo>
                <a:lnTo>
                  <a:pt x="603288" y="226677"/>
                </a:lnTo>
                <a:lnTo>
                  <a:pt x="603153" y="226357"/>
                </a:lnTo>
                <a:lnTo>
                  <a:pt x="602969" y="225978"/>
                </a:lnTo>
                <a:lnTo>
                  <a:pt x="602742" y="225546"/>
                </a:lnTo>
                <a:lnTo>
                  <a:pt x="602475" y="225069"/>
                </a:lnTo>
                <a:lnTo>
                  <a:pt x="602174" y="224552"/>
                </a:lnTo>
                <a:lnTo>
                  <a:pt x="601842" y="224001"/>
                </a:lnTo>
                <a:lnTo>
                  <a:pt x="601486" y="223425"/>
                </a:lnTo>
                <a:lnTo>
                  <a:pt x="601108" y="222828"/>
                </a:lnTo>
                <a:lnTo>
                  <a:pt x="600715" y="222219"/>
                </a:lnTo>
                <a:lnTo>
                  <a:pt x="600310" y="221602"/>
                </a:lnTo>
                <a:lnTo>
                  <a:pt x="599899" y="220985"/>
                </a:lnTo>
                <a:lnTo>
                  <a:pt x="599485" y="220374"/>
                </a:lnTo>
                <a:lnTo>
                  <a:pt x="599074" y="219777"/>
                </a:lnTo>
                <a:lnTo>
                  <a:pt x="598669" y="219198"/>
                </a:lnTo>
                <a:lnTo>
                  <a:pt x="598277" y="218645"/>
                </a:lnTo>
                <a:lnTo>
                  <a:pt x="597901" y="218125"/>
                </a:lnTo>
                <a:lnTo>
                  <a:pt x="597545" y="217644"/>
                </a:lnTo>
                <a:lnTo>
                  <a:pt x="597216" y="217208"/>
                </a:lnTo>
                <a:lnTo>
                  <a:pt x="596916" y="216824"/>
                </a:lnTo>
                <a:lnTo>
                  <a:pt x="596652" y="216499"/>
                </a:lnTo>
                <a:lnTo>
                  <a:pt x="596427" y="216238"/>
                </a:lnTo>
                <a:lnTo>
                  <a:pt x="596441" y="216385"/>
                </a:lnTo>
                <a:lnTo>
                  <a:pt x="596504" y="216588"/>
                </a:lnTo>
                <a:lnTo>
                  <a:pt x="596614" y="216843"/>
                </a:lnTo>
                <a:lnTo>
                  <a:pt x="596766" y="217145"/>
                </a:lnTo>
                <a:close/>
                <a:moveTo>
                  <a:pt x="568995" y="231199"/>
                </a:moveTo>
                <a:lnTo>
                  <a:pt x="567883" y="229510"/>
                </a:lnTo>
                <a:lnTo>
                  <a:pt x="566700" y="227747"/>
                </a:lnTo>
                <a:lnTo>
                  <a:pt x="565472" y="225948"/>
                </a:lnTo>
                <a:lnTo>
                  <a:pt x="564226" y="224148"/>
                </a:lnTo>
                <a:lnTo>
                  <a:pt x="562988" y="222383"/>
                </a:lnTo>
                <a:lnTo>
                  <a:pt x="561787" y="220688"/>
                </a:lnTo>
                <a:lnTo>
                  <a:pt x="560647" y="219101"/>
                </a:lnTo>
                <a:lnTo>
                  <a:pt x="559596" y="217656"/>
                </a:lnTo>
                <a:lnTo>
                  <a:pt x="558661" y="216389"/>
                </a:lnTo>
                <a:lnTo>
                  <a:pt x="557869" y="215337"/>
                </a:lnTo>
                <a:lnTo>
                  <a:pt x="557245" y="214535"/>
                </a:lnTo>
                <a:lnTo>
                  <a:pt x="556817" y="214019"/>
                </a:lnTo>
                <a:lnTo>
                  <a:pt x="556611" y="213826"/>
                </a:lnTo>
                <a:lnTo>
                  <a:pt x="556654" y="213990"/>
                </a:lnTo>
                <a:lnTo>
                  <a:pt x="556973" y="214547"/>
                </a:lnTo>
                <a:lnTo>
                  <a:pt x="557595" y="215535"/>
                </a:lnTo>
                <a:lnTo>
                  <a:pt x="558546" y="216988"/>
                </a:lnTo>
                <a:lnTo>
                  <a:pt x="559852" y="218942"/>
                </a:lnTo>
                <a:lnTo>
                  <a:pt x="561542" y="221434"/>
                </a:lnTo>
                <a:lnTo>
                  <a:pt x="561921" y="221987"/>
                </a:lnTo>
                <a:lnTo>
                  <a:pt x="562308" y="222542"/>
                </a:lnTo>
                <a:lnTo>
                  <a:pt x="562703" y="223100"/>
                </a:lnTo>
                <a:lnTo>
                  <a:pt x="563105" y="223661"/>
                </a:lnTo>
                <a:lnTo>
                  <a:pt x="563514" y="224227"/>
                </a:lnTo>
                <a:lnTo>
                  <a:pt x="563930" y="224799"/>
                </a:lnTo>
                <a:lnTo>
                  <a:pt x="564353" y="225378"/>
                </a:lnTo>
                <a:lnTo>
                  <a:pt x="564784" y="225964"/>
                </a:lnTo>
                <a:lnTo>
                  <a:pt x="565221" y="226560"/>
                </a:lnTo>
                <a:lnTo>
                  <a:pt x="565665" y="227166"/>
                </a:lnTo>
                <a:lnTo>
                  <a:pt x="566116" y="227783"/>
                </a:lnTo>
                <a:lnTo>
                  <a:pt x="566573" y="228412"/>
                </a:lnTo>
                <a:lnTo>
                  <a:pt x="567037" y="229054"/>
                </a:lnTo>
                <a:lnTo>
                  <a:pt x="567508" y="229711"/>
                </a:lnTo>
                <a:lnTo>
                  <a:pt x="567985" y="230383"/>
                </a:lnTo>
                <a:lnTo>
                  <a:pt x="568468" y="231072"/>
                </a:lnTo>
                <a:lnTo>
                  <a:pt x="568958" y="231778"/>
                </a:lnTo>
                <a:lnTo>
                  <a:pt x="569453" y="232503"/>
                </a:lnTo>
                <a:lnTo>
                  <a:pt x="569955" y="233248"/>
                </a:lnTo>
                <a:lnTo>
                  <a:pt x="570463" y="234013"/>
                </a:lnTo>
                <a:lnTo>
                  <a:pt x="570976" y="234800"/>
                </a:lnTo>
                <a:lnTo>
                  <a:pt x="571496" y="235610"/>
                </a:lnTo>
                <a:lnTo>
                  <a:pt x="572021" y="236443"/>
                </a:lnTo>
                <a:lnTo>
                  <a:pt x="572552" y="237302"/>
                </a:lnTo>
                <a:lnTo>
                  <a:pt x="572197" y="236514"/>
                </a:lnTo>
                <a:lnTo>
                  <a:pt x="571637" y="235474"/>
                </a:lnTo>
                <a:lnTo>
                  <a:pt x="570899" y="234217"/>
                </a:lnTo>
                <a:lnTo>
                  <a:pt x="570010" y="232780"/>
                </a:lnTo>
                <a:lnTo>
                  <a:pt x="568995" y="231199"/>
                </a:lnTo>
                <a:close/>
                <a:moveTo>
                  <a:pt x="602247" y="228778"/>
                </a:moveTo>
                <a:lnTo>
                  <a:pt x="602600" y="229371"/>
                </a:lnTo>
                <a:lnTo>
                  <a:pt x="602987" y="230002"/>
                </a:lnTo>
                <a:lnTo>
                  <a:pt x="603402" y="230667"/>
                </a:lnTo>
                <a:lnTo>
                  <a:pt x="603842" y="231362"/>
                </a:lnTo>
                <a:lnTo>
                  <a:pt x="604303" y="232082"/>
                </a:lnTo>
                <a:lnTo>
                  <a:pt x="604783" y="232824"/>
                </a:lnTo>
                <a:lnTo>
                  <a:pt x="605276" y="233583"/>
                </a:lnTo>
                <a:lnTo>
                  <a:pt x="605781" y="234355"/>
                </a:lnTo>
                <a:lnTo>
                  <a:pt x="606292" y="235136"/>
                </a:lnTo>
                <a:lnTo>
                  <a:pt x="606806" y="235922"/>
                </a:lnTo>
                <a:lnTo>
                  <a:pt x="607320" y="236709"/>
                </a:lnTo>
                <a:lnTo>
                  <a:pt x="607831" y="237491"/>
                </a:lnTo>
                <a:lnTo>
                  <a:pt x="608333" y="238266"/>
                </a:lnTo>
                <a:lnTo>
                  <a:pt x="608824" y="239029"/>
                </a:lnTo>
                <a:lnTo>
                  <a:pt x="609301" y="239775"/>
                </a:lnTo>
                <a:lnTo>
                  <a:pt x="609759" y="240501"/>
                </a:lnTo>
                <a:lnTo>
                  <a:pt x="610195" y="241203"/>
                </a:lnTo>
                <a:lnTo>
                  <a:pt x="610604" y="241875"/>
                </a:lnTo>
                <a:lnTo>
                  <a:pt x="610985" y="242515"/>
                </a:lnTo>
                <a:lnTo>
                  <a:pt x="610849" y="242167"/>
                </a:lnTo>
                <a:lnTo>
                  <a:pt x="610662" y="241761"/>
                </a:lnTo>
                <a:lnTo>
                  <a:pt x="610428" y="241299"/>
                </a:lnTo>
                <a:lnTo>
                  <a:pt x="610150" y="240786"/>
                </a:lnTo>
                <a:lnTo>
                  <a:pt x="609833" y="240227"/>
                </a:lnTo>
                <a:lnTo>
                  <a:pt x="609480" y="239626"/>
                </a:lnTo>
                <a:lnTo>
                  <a:pt x="609094" y="238988"/>
                </a:lnTo>
                <a:lnTo>
                  <a:pt x="608679" y="238315"/>
                </a:lnTo>
                <a:lnTo>
                  <a:pt x="608239" y="237614"/>
                </a:lnTo>
                <a:lnTo>
                  <a:pt x="607778" y="236888"/>
                </a:lnTo>
                <a:lnTo>
                  <a:pt x="607298" y="236141"/>
                </a:lnTo>
                <a:lnTo>
                  <a:pt x="606805" y="235378"/>
                </a:lnTo>
                <a:lnTo>
                  <a:pt x="606301" y="234604"/>
                </a:lnTo>
                <a:lnTo>
                  <a:pt x="605789" y="233822"/>
                </a:lnTo>
                <a:lnTo>
                  <a:pt x="605275" y="233036"/>
                </a:lnTo>
                <a:lnTo>
                  <a:pt x="604760" y="232252"/>
                </a:lnTo>
                <a:lnTo>
                  <a:pt x="604250" y="231473"/>
                </a:lnTo>
                <a:lnTo>
                  <a:pt x="603747" y="230704"/>
                </a:lnTo>
                <a:lnTo>
                  <a:pt x="603255" y="229949"/>
                </a:lnTo>
                <a:lnTo>
                  <a:pt x="602778" y="229212"/>
                </a:lnTo>
                <a:lnTo>
                  <a:pt x="602320" y="228498"/>
                </a:lnTo>
                <a:lnTo>
                  <a:pt x="601883" y="227811"/>
                </a:lnTo>
                <a:lnTo>
                  <a:pt x="601473" y="227155"/>
                </a:lnTo>
                <a:lnTo>
                  <a:pt x="601091" y="226535"/>
                </a:lnTo>
                <a:lnTo>
                  <a:pt x="601228" y="226874"/>
                </a:lnTo>
                <a:lnTo>
                  <a:pt x="601416" y="227272"/>
                </a:lnTo>
                <a:lnTo>
                  <a:pt x="601651" y="227724"/>
                </a:lnTo>
                <a:lnTo>
                  <a:pt x="601929" y="228228"/>
                </a:lnTo>
                <a:lnTo>
                  <a:pt x="602247" y="228778"/>
                </a:lnTo>
                <a:close/>
              </a:path>
            </a:pathLst>
          </a:custGeom>
          <a:solidFill xmlns:a="http://schemas.openxmlformats.org/drawingml/2006/main">
            <a:srgbClr val="7CA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73CE16-C181-4065-BCE4-F1927F3E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508" y="3185895"/>
            <a:ext cx="2306399" cy="624757"/>
          </a:xfrm>
          <a:custGeom xmlns:a="http://schemas.openxmlformats.org/drawingml/2006/main">
            <a:pathLst>
              <a:path w="2306399" h="624757" fill="none">
                <a:moveTo>
                  <a:pt x="0" y="0"/>
                </a:moveTo>
                <a:lnTo>
                  <a:pt x="2306399" y="0"/>
                </a:lnTo>
                <a:lnTo>
                  <a:pt x="2306399" y="624757"/>
                </a:lnTo>
                <a:lnTo>
                  <a:pt x="0" y="6247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622" cap="flat">
            <a:solidFill>
              <a:srgbClr val="000000"/>
            </a:solidFill>
            <a:miter/>
          </a:ln>
        </p:spPr>
      </p:sp>
      <p:sp>
        <p:nvSpPr>
          <p:cNvPr id="11" name="Text CoupledInteraction">
            <a:extLst xmlns:a="http://schemas.openxmlformats.org/drawingml/2006/main">
              <a:ext uri="{FF2B5EF4-FFF2-40B4-BE49-F238E27FC236}">
                <a16:creationId xmlns:a16="http://schemas.microsoft.com/office/drawing/2014/main" id="{D7A07857-A238-4D54-80B4-4B28C2886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687" y="3307276"/>
            <a:ext cx="1662969" cy="173113"/>
          </a:xfrm>
          <a:custGeom xmlns:a="http://schemas.openxmlformats.org/drawingml/2006/main">
            <a:pathLst>
              <a:path w="1662969" h="173113">
                <a:moveTo>
                  <a:pt x="0" y="69919"/>
                </a:moveTo>
                <a:cubicBezTo>
                  <a:pt x="0" y="50529"/>
                  <a:pt x="6608" y="34029"/>
                  <a:pt x="19824" y="20417"/>
                </a:cubicBezTo>
                <a:cubicBezTo>
                  <a:pt x="33042" y="6806"/>
                  <a:pt x="48761" y="0"/>
                  <a:pt x="66982" y="0"/>
                </a:cubicBezTo>
                <a:cubicBezTo>
                  <a:pt x="72627" y="0"/>
                  <a:pt x="77951" y="1030"/>
                  <a:pt x="82956" y="3090"/>
                </a:cubicBezTo>
                <a:cubicBezTo>
                  <a:pt x="87960" y="5147"/>
                  <a:pt x="91617" y="7078"/>
                  <a:pt x="93925" y="8881"/>
                </a:cubicBezTo>
                <a:cubicBezTo>
                  <a:pt x="96236" y="10682"/>
                  <a:pt x="99059" y="13256"/>
                  <a:pt x="102395" y="16602"/>
                </a:cubicBezTo>
                <a:lnTo>
                  <a:pt x="112020" y="2317"/>
                </a:lnTo>
                <a:cubicBezTo>
                  <a:pt x="113046" y="772"/>
                  <a:pt x="114071" y="0"/>
                  <a:pt x="115097" y="0"/>
                </a:cubicBezTo>
                <a:cubicBezTo>
                  <a:pt x="116125" y="0"/>
                  <a:pt x="116735" y="288"/>
                  <a:pt x="116927" y="863"/>
                </a:cubicBezTo>
                <a:cubicBezTo>
                  <a:pt x="117119" y="1439"/>
                  <a:pt x="117215" y="2686"/>
                  <a:pt x="117215" y="4605"/>
                </a:cubicBezTo>
                <a:lnTo>
                  <a:pt x="117215" y="50092"/>
                </a:lnTo>
                <a:cubicBezTo>
                  <a:pt x="117215" y="52138"/>
                  <a:pt x="117087" y="53417"/>
                  <a:pt x="116830" y="53930"/>
                </a:cubicBezTo>
                <a:cubicBezTo>
                  <a:pt x="116574" y="54441"/>
                  <a:pt x="115676" y="54697"/>
                  <a:pt x="114137" y="54697"/>
                </a:cubicBezTo>
                <a:cubicBezTo>
                  <a:pt x="112853" y="54697"/>
                  <a:pt x="112082" y="54505"/>
                  <a:pt x="111826" y="54121"/>
                </a:cubicBezTo>
                <a:cubicBezTo>
                  <a:pt x="111569" y="53738"/>
                  <a:pt x="111313" y="52844"/>
                  <a:pt x="111056" y="51440"/>
                </a:cubicBezTo>
                <a:cubicBezTo>
                  <a:pt x="109132" y="37640"/>
                  <a:pt x="104320" y="26620"/>
                  <a:pt x="96621" y="18379"/>
                </a:cubicBezTo>
                <a:cubicBezTo>
                  <a:pt x="88923" y="10136"/>
                  <a:pt x="79748" y="6015"/>
                  <a:pt x="69097" y="6015"/>
                </a:cubicBezTo>
                <a:cubicBezTo>
                  <a:pt x="66017" y="6015"/>
                  <a:pt x="62776" y="6368"/>
                  <a:pt x="59375" y="7075"/>
                </a:cubicBezTo>
                <a:cubicBezTo>
                  <a:pt x="55976" y="7780"/>
                  <a:pt x="51807" y="9448"/>
                  <a:pt x="46867" y="12080"/>
                </a:cubicBezTo>
                <a:cubicBezTo>
                  <a:pt x="41927" y="14709"/>
                  <a:pt x="37564" y="18206"/>
                  <a:pt x="33777" y="22570"/>
                </a:cubicBezTo>
                <a:cubicBezTo>
                  <a:pt x="29993" y="26932"/>
                  <a:pt x="26721" y="33220"/>
                  <a:pt x="23962" y="41434"/>
                </a:cubicBezTo>
                <a:cubicBezTo>
                  <a:pt x="21203" y="49645"/>
                  <a:pt x="19824" y="59205"/>
                  <a:pt x="19824" y="70113"/>
                </a:cubicBezTo>
                <a:cubicBezTo>
                  <a:pt x="19824" y="80891"/>
                  <a:pt x="21203" y="90420"/>
                  <a:pt x="23962" y="98698"/>
                </a:cubicBezTo>
                <a:cubicBezTo>
                  <a:pt x="26721" y="106974"/>
                  <a:pt x="29993" y="113262"/>
                  <a:pt x="33777" y="117561"/>
                </a:cubicBezTo>
                <a:cubicBezTo>
                  <a:pt x="37564" y="121859"/>
                  <a:pt x="41927" y="125324"/>
                  <a:pt x="46867" y="127955"/>
                </a:cubicBezTo>
                <a:cubicBezTo>
                  <a:pt x="51807" y="130585"/>
                  <a:pt x="56009" y="132253"/>
                  <a:pt x="59472" y="132960"/>
                </a:cubicBezTo>
                <a:cubicBezTo>
                  <a:pt x="62938" y="133665"/>
                  <a:pt x="66211" y="134017"/>
                  <a:pt x="69290" y="134017"/>
                </a:cubicBezTo>
                <a:cubicBezTo>
                  <a:pt x="80325" y="134017"/>
                  <a:pt x="90077" y="130116"/>
                  <a:pt x="98545" y="122313"/>
                </a:cubicBezTo>
                <a:cubicBezTo>
                  <a:pt x="107015" y="114511"/>
                  <a:pt x="111635" y="104022"/>
                  <a:pt x="112404" y="90847"/>
                </a:cubicBezTo>
                <a:cubicBezTo>
                  <a:pt x="112534" y="90209"/>
                  <a:pt x="112598" y="89762"/>
                  <a:pt x="112598" y="89505"/>
                </a:cubicBezTo>
                <a:cubicBezTo>
                  <a:pt x="112598" y="89249"/>
                  <a:pt x="112662" y="88961"/>
                  <a:pt x="112789" y="88642"/>
                </a:cubicBezTo>
                <a:cubicBezTo>
                  <a:pt x="112918" y="88323"/>
                  <a:pt x="113143" y="88099"/>
                  <a:pt x="113464" y="87972"/>
                </a:cubicBezTo>
                <a:cubicBezTo>
                  <a:pt x="113786" y="87843"/>
                  <a:pt x="114203" y="87778"/>
                  <a:pt x="114716" y="87778"/>
                </a:cubicBezTo>
                <a:cubicBezTo>
                  <a:pt x="116382" y="87778"/>
                  <a:pt x="117215" y="88867"/>
                  <a:pt x="117215" y="91044"/>
                </a:cubicBezTo>
                <a:cubicBezTo>
                  <a:pt x="117215" y="103211"/>
                  <a:pt x="112532" y="114417"/>
                  <a:pt x="103165" y="124663"/>
                </a:cubicBezTo>
                <a:cubicBezTo>
                  <a:pt x="93798" y="134909"/>
                  <a:pt x="81737" y="140032"/>
                  <a:pt x="66982" y="140032"/>
                </a:cubicBezTo>
                <a:cubicBezTo>
                  <a:pt x="48761" y="140032"/>
                  <a:pt x="33042" y="133258"/>
                  <a:pt x="19824" y="119711"/>
                </a:cubicBezTo>
                <a:cubicBezTo>
                  <a:pt x="6608" y="106164"/>
                  <a:pt x="0" y="89567"/>
                  <a:pt x="0" y="69919"/>
                </a:cubicBezTo>
                <a:close/>
                <a:moveTo>
                  <a:pt x="146278" y="125203"/>
                </a:moveTo>
                <a:cubicBezTo>
                  <a:pt x="137810" y="116821"/>
                  <a:pt x="133576" y="106577"/>
                  <a:pt x="133576" y="94472"/>
                </a:cubicBezTo>
                <a:cubicBezTo>
                  <a:pt x="133576" y="82364"/>
                  <a:pt x="137714" y="71862"/>
                  <a:pt x="145990" y="62967"/>
                </a:cubicBezTo>
                <a:cubicBezTo>
                  <a:pt x="154266" y="54070"/>
                  <a:pt x="164371" y="49622"/>
                  <a:pt x="176305" y="49622"/>
                </a:cubicBezTo>
                <a:cubicBezTo>
                  <a:pt x="187982" y="49622"/>
                  <a:pt x="197990" y="54030"/>
                  <a:pt x="206329" y="62847"/>
                </a:cubicBezTo>
                <a:cubicBezTo>
                  <a:pt x="214670" y="71663"/>
                  <a:pt x="218840" y="82205"/>
                  <a:pt x="218840" y="94472"/>
                </a:cubicBezTo>
                <a:cubicBezTo>
                  <a:pt x="218840" y="106532"/>
                  <a:pt x="214637" y="116766"/>
                  <a:pt x="206232" y="125171"/>
                </a:cubicBezTo>
                <a:cubicBezTo>
                  <a:pt x="197829" y="133574"/>
                  <a:pt x="187788" y="137776"/>
                  <a:pt x="176111" y="137776"/>
                </a:cubicBezTo>
                <a:cubicBezTo>
                  <a:pt x="164690" y="137776"/>
                  <a:pt x="154746" y="133585"/>
                  <a:pt x="146278" y="125203"/>
                </a:cubicBezTo>
                <a:moveTo>
                  <a:pt x="149550" y="92941"/>
                </a:moveTo>
                <a:cubicBezTo>
                  <a:pt x="149550" y="105302"/>
                  <a:pt x="151153" y="114286"/>
                  <a:pt x="154360" y="119893"/>
                </a:cubicBezTo>
                <a:cubicBezTo>
                  <a:pt x="159365" y="128432"/>
                  <a:pt x="166680" y="132701"/>
                  <a:pt x="176305" y="132701"/>
                </a:cubicBezTo>
                <a:cubicBezTo>
                  <a:pt x="181053" y="132701"/>
                  <a:pt x="185415" y="131428"/>
                  <a:pt x="189392" y="128880"/>
                </a:cubicBezTo>
                <a:cubicBezTo>
                  <a:pt x="193370" y="126331"/>
                  <a:pt x="196450" y="122890"/>
                  <a:pt x="198631" y="118557"/>
                </a:cubicBezTo>
                <a:cubicBezTo>
                  <a:pt x="201455" y="112950"/>
                  <a:pt x="202866" y="104411"/>
                  <a:pt x="202866" y="92941"/>
                </a:cubicBezTo>
                <a:cubicBezTo>
                  <a:pt x="202866" y="80706"/>
                  <a:pt x="201198" y="71849"/>
                  <a:pt x="197862" y="66371"/>
                </a:cubicBezTo>
                <a:cubicBezTo>
                  <a:pt x="192857" y="58087"/>
                  <a:pt x="185607" y="53945"/>
                  <a:pt x="176111" y="53945"/>
                </a:cubicBezTo>
                <a:cubicBezTo>
                  <a:pt x="172005" y="53945"/>
                  <a:pt x="167931" y="55029"/>
                  <a:pt x="163888" y="57196"/>
                </a:cubicBezTo>
                <a:cubicBezTo>
                  <a:pt x="159846" y="59362"/>
                  <a:pt x="156607" y="62547"/>
                  <a:pt x="154169" y="66753"/>
                </a:cubicBezTo>
                <a:cubicBezTo>
                  <a:pt x="151090" y="72361"/>
                  <a:pt x="149550" y="81090"/>
                  <a:pt x="149550" y="92941"/>
                </a:cubicBezTo>
                <a:close/>
                <a:moveTo>
                  <a:pt x="230582" y="58832"/>
                </a:moveTo>
                <a:lnTo>
                  <a:pt x="230582" y="52817"/>
                </a:lnTo>
                <a:lnTo>
                  <a:pt x="258876" y="50750"/>
                </a:lnTo>
                <a:lnTo>
                  <a:pt x="258876" y="114457"/>
                </a:lnTo>
                <a:cubicBezTo>
                  <a:pt x="258876" y="117527"/>
                  <a:pt x="259005" y="119958"/>
                  <a:pt x="259261" y="121750"/>
                </a:cubicBezTo>
                <a:cubicBezTo>
                  <a:pt x="259518" y="123539"/>
                  <a:pt x="260159" y="125458"/>
                  <a:pt x="261185" y="127506"/>
                </a:cubicBezTo>
                <a:cubicBezTo>
                  <a:pt x="262213" y="129552"/>
                  <a:pt x="263945" y="131055"/>
                  <a:pt x="266383" y="132014"/>
                </a:cubicBezTo>
                <a:cubicBezTo>
                  <a:pt x="268821" y="132973"/>
                  <a:pt x="271964" y="133453"/>
                  <a:pt x="275814" y="133453"/>
                </a:cubicBezTo>
                <a:cubicBezTo>
                  <a:pt x="282743" y="133453"/>
                  <a:pt x="288356" y="130608"/>
                  <a:pt x="292654" y="124918"/>
                </a:cubicBezTo>
                <a:cubicBezTo>
                  <a:pt x="296953" y="119227"/>
                  <a:pt x="299103" y="112161"/>
                  <a:pt x="299103" y="103720"/>
                </a:cubicBezTo>
                <a:lnTo>
                  <a:pt x="299103" y="69575"/>
                </a:lnTo>
                <a:cubicBezTo>
                  <a:pt x="299103" y="64843"/>
                  <a:pt x="298269" y="61870"/>
                  <a:pt x="296601" y="60656"/>
                </a:cubicBezTo>
                <a:cubicBezTo>
                  <a:pt x="294933" y="59440"/>
                  <a:pt x="290762" y="58832"/>
                  <a:pt x="284090" y="58832"/>
                </a:cubicBezTo>
                <a:lnTo>
                  <a:pt x="284090" y="52817"/>
                </a:lnTo>
                <a:lnTo>
                  <a:pt x="312384" y="50750"/>
                </a:lnTo>
                <a:lnTo>
                  <a:pt x="312384" y="118939"/>
                </a:lnTo>
                <a:cubicBezTo>
                  <a:pt x="312384" y="123675"/>
                  <a:pt x="313218" y="126652"/>
                  <a:pt x="314886" y="127870"/>
                </a:cubicBezTo>
                <a:cubicBezTo>
                  <a:pt x="316554" y="129086"/>
                  <a:pt x="320725" y="129694"/>
                  <a:pt x="327397" y="129694"/>
                </a:cubicBezTo>
                <a:lnTo>
                  <a:pt x="327397" y="135659"/>
                </a:lnTo>
                <a:lnTo>
                  <a:pt x="299682" y="137776"/>
                </a:lnTo>
                <a:lnTo>
                  <a:pt x="299682" y="120475"/>
                </a:lnTo>
                <a:cubicBezTo>
                  <a:pt x="294292" y="132009"/>
                  <a:pt x="286014" y="137776"/>
                  <a:pt x="274850" y="137776"/>
                </a:cubicBezTo>
                <a:cubicBezTo>
                  <a:pt x="269205" y="137776"/>
                  <a:pt x="264458" y="137072"/>
                  <a:pt x="260609" y="135665"/>
                </a:cubicBezTo>
                <a:cubicBezTo>
                  <a:pt x="256760" y="134255"/>
                  <a:pt x="253873" y="132653"/>
                  <a:pt x="251948" y="130860"/>
                </a:cubicBezTo>
                <a:cubicBezTo>
                  <a:pt x="250024" y="129066"/>
                  <a:pt x="248547" y="126441"/>
                  <a:pt x="247519" y="122983"/>
                </a:cubicBezTo>
                <a:cubicBezTo>
                  <a:pt x="246493" y="119523"/>
                  <a:pt x="245916" y="116737"/>
                  <a:pt x="245787" y="114625"/>
                </a:cubicBezTo>
                <a:cubicBezTo>
                  <a:pt x="245659" y="112510"/>
                  <a:pt x="245596" y="109404"/>
                  <a:pt x="245596" y="105306"/>
                </a:cubicBezTo>
                <a:lnTo>
                  <a:pt x="245596" y="76501"/>
                </a:lnTo>
                <a:cubicBezTo>
                  <a:pt x="245596" y="67794"/>
                  <a:pt x="244953" y="62673"/>
                  <a:pt x="243669" y="61138"/>
                </a:cubicBezTo>
                <a:cubicBezTo>
                  <a:pt x="242387" y="59601"/>
                  <a:pt x="238024" y="58832"/>
                  <a:pt x="230582" y="58832"/>
                </a:cubicBezTo>
                <a:close/>
                <a:moveTo>
                  <a:pt x="336635" y="167098"/>
                </a:moveTo>
                <a:cubicBezTo>
                  <a:pt x="343437" y="167098"/>
                  <a:pt x="347640" y="166681"/>
                  <a:pt x="349243" y="165847"/>
                </a:cubicBezTo>
                <a:cubicBezTo>
                  <a:pt x="350847" y="165015"/>
                  <a:pt x="351649" y="162547"/>
                  <a:pt x="351649" y="158443"/>
                </a:cubicBezTo>
                <a:lnTo>
                  <a:pt x="351649" y="68448"/>
                </a:lnTo>
                <a:cubicBezTo>
                  <a:pt x="351649" y="64216"/>
                  <a:pt x="350847" y="61557"/>
                  <a:pt x="349243" y="60468"/>
                </a:cubicBezTo>
                <a:cubicBezTo>
                  <a:pt x="347640" y="59377"/>
                  <a:pt x="343437" y="58832"/>
                  <a:pt x="336635" y="58832"/>
                </a:cubicBezTo>
                <a:lnTo>
                  <a:pt x="336635" y="52817"/>
                </a:lnTo>
                <a:lnTo>
                  <a:pt x="364351" y="50750"/>
                </a:lnTo>
                <a:lnTo>
                  <a:pt x="364351" y="63437"/>
                </a:lnTo>
                <a:cubicBezTo>
                  <a:pt x="372049" y="54979"/>
                  <a:pt x="381031" y="50750"/>
                  <a:pt x="391297" y="50750"/>
                </a:cubicBezTo>
                <a:cubicBezTo>
                  <a:pt x="402205" y="50750"/>
                  <a:pt x="411636" y="54973"/>
                  <a:pt x="419591" y="63420"/>
                </a:cubicBezTo>
                <a:cubicBezTo>
                  <a:pt x="427546" y="71864"/>
                  <a:pt x="431524" y="82100"/>
                  <a:pt x="431524" y="94128"/>
                </a:cubicBezTo>
                <a:cubicBezTo>
                  <a:pt x="431524" y="106306"/>
                  <a:pt x="427290" y="116626"/>
                  <a:pt x="418822" y="125086"/>
                </a:cubicBezTo>
                <a:cubicBezTo>
                  <a:pt x="410354" y="133546"/>
                  <a:pt x="400281" y="137776"/>
                  <a:pt x="388604" y="137776"/>
                </a:cubicBezTo>
                <a:cubicBezTo>
                  <a:pt x="382188" y="137776"/>
                  <a:pt x="376830" y="136134"/>
                  <a:pt x="372530" y="132848"/>
                </a:cubicBezTo>
                <a:cubicBezTo>
                  <a:pt x="368232" y="129561"/>
                  <a:pt x="365699" y="126693"/>
                  <a:pt x="364929" y="124246"/>
                </a:cubicBezTo>
                <a:lnTo>
                  <a:pt x="364929" y="125985"/>
                </a:lnTo>
                <a:lnTo>
                  <a:pt x="364929" y="158411"/>
                </a:lnTo>
                <a:cubicBezTo>
                  <a:pt x="364929" y="162530"/>
                  <a:pt x="365731" y="165008"/>
                  <a:pt x="367335" y="165844"/>
                </a:cubicBezTo>
                <a:cubicBezTo>
                  <a:pt x="368938" y="166680"/>
                  <a:pt x="373141" y="167098"/>
                  <a:pt x="379943" y="167098"/>
                </a:cubicBezTo>
                <a:lnTo>
                  <a:pt x="379943" y="173113"/>
                </a:lnTo>
                <a:cubicBezTo>
                  <a:pt x="366468" y="172725"/>
                  <a:pt x="359218" y="172532"/>
                  <a:pt x="358192" y="172532"/>
                </a:cubicBezTo>
                <a:cubicBezTo>
                  <a:pt x="356910" y="172532"/>
                  <a:pt x="349724" y="172725"/>
                  <a:pt x="336635" y="173113"/>
                </a:cubicBezTo>
                <a:lnTo>
                  <a:pt x="336635" y="167098"/>
                </a:lnTo>
                <a:moveTo>
                  <a:pt x="364929" y="113694"/>
                </a:moveTo>
                <a:cubicBezTo>
                  <a:pt x="364929" y="115612"/>
                  <a:pt x="365058" y="116924"/>
                  <a:pt x="365314" y="117629"/>
                </a:cubicBezTo>
                <a:cubicBezTo>
                  <a:pt x="365571" y="118332"/>
                  <a:pt x="366341" y="119706"/>
                  <a:pt x="367625" y="121752"/>
                </a:cubicBezTo>
                <a:cubicBezTo>
                  <a:pt x="372757" y="129553"/>
                  <a:pt x="379494" y="133453"/>
                  <a:pt x="387834" y="133453"/>
                </a:cubicBezTo>
                <a:cubicBezTo>
                  <a:pt x="395147" y="133453"/>
                  <a:pt x="401595" y="129712"/>
                  <a:pt x="407177" y="122231"/>
                </a:cubicBezTo>
                <a:cubicBezTo>
                  <a:pt x="412759" y="114750"/>
                  <a:pt x="415550" y="105382"/>
                  <a:pt x="415550" y="94128"/>
                </a:cubicBezTo>
                <a:cubicBezTo>
                  <a:pt x="415550" y="83457"/>
                  <a:pt x="413015" y="74406"/>
                  <a:pt x="407946" y="66973"/>
                </a:cubicBezTo>
                <a:cubicBezTo>
                  <a:pt x="402879" y="59541"/>
                  <a:pt x="396816" y="55825"/>
                  <a:pt x="389758" y="55825"/>
                </a:cubicBezTo>
                <a:cubicBezTo>
                  <a:pt x="384754" y="55825"/>
                  <a:pt x="380070" y="57145"/>
                  <a:pt x="375708" y="59787"/>
                </a:cubicBezTo>
                <a:cubicBezTo>
                  <a:pt x="371346" y="62428"/>
                  <a:pt x="367753" y="66138"/>
                  <a:pt x="364929" y="70918"/>
                </a:cubicBezTo>
                <a:lnTo>
                  <a:pt x="364929" y="113694"/>
                </a:lnTo>
                <a:close/>
                <a:moveTo>
                  <a:pt x="444422" y="135709"/>
                </a:moveTo>
                <a:lnTo>
                  <a:pt x="444422" y="129694"/>
                </a:lnTo>
                <a:cubicBezTo>
                  <a:pt x="451222" y="129694"/>
                  <a:pt x="455423" y="129278"/>
                  <a:pt x="457027" y="128446"/>
                </a:cubicBezTo>
                <a:cubicBezTo>
                  <a:pt x="458630" y="127612"/>
                  <a:pt x="459432" y="125145"/>
                  <a:pt x="459432" y="121045"/>
                </a:cubicBezTo>
                <a:lnTo>
                  <a:pt x="459432" y="21102"/>
                </a:lnTo>
                <a:cubicBezTo>
                  <a:pt x="459432" y="16360"/>
                  <a:pt x="458598" y="13381"/>
                  <a:pt x="456930" y="12165"/>
                </a:cubicBezTo>
                <a:cubicBezTo>
                  <a:pt x="455262" y="10947"/>
                  <a:pt x="451092" y="10338"/>
                  <a:pt x="444422" y="10338"/>
                </a:cubicBezTo>
                <a:lnTo>
                  <a:pt x="444422" y="4373"/>
                </a:lnTo>
                <a:lnTo>
                  <a:pt x="472137" y="2256"/>
                </a:lnTo>
                <a:lnTo>
                  <a:pt x="472137" y="121045"/>
                </a:lnTo>
                <a:cubicBezTo>
                  <a:pt x="472137" y="125145"/>
                  <a:pt x="472939" y="127612"/>
                  <a:pt x="474543" y="128446"/>
                </a:cubicBezTo>
                <a:cubicBezTo>
                  <a:pt x="476146" y="129278"/>
                  <a:pt x="480349" y="129694"/>
                  <a:pt x="487151" y="129694"/>
                </a:cubicBezTo>
                <a:lnTo>
                  <a:pt x="487151" y="135709"/>
                </a:lnTo>
                <a:cubicBezTo>
                  <a:pt x="485612" y="135709"/>
                  <a:pt x="483205" y="135644"/>
                  <a:pt x="479932" y="135515"/>
                </a:cubicBezTo>
                <a:cubicBezTo>
                  <a:pt x="476660" y="135386"/>
                  <a:pt x="473837" y="135289"/>
                  <a:pt x="471462" y="135224"/>
                </a:cubicBezTo>
                <a:cubicBezTo>
                  <a:pt x="469089" y="135159"/>
                  <a:pt x="467196" y="135127"/>
                  <a:pt x="465785" y="135127"/>
                </a:cubicBezTo>
                <a:cubicBezTo>
                  <a:pt x="464246" y="135127"/>
                  <a:pt x="457125" y="135321"/>
                  <a:pt x="444422" y="135709"/>
                </a:cubicBezTo>
                <a:close/>
                <a:moveTo>
                  <a:pt x="496773" y="93447"/>
                </a:moveTo>
                <a:cubicBezTo>
                  <a:pt x="496773" y="81401"/>
                  <a:pt x="500654" y="71086"/>
                  <a:pt x="508418" y="62500"/>
                </a:cubicBezTo>
                <a:cubicBezTo>
                  <a:pt x="516181" y="53915"/>
                  <a:pt x="525643" y="49622"/>
                  <a:pt x="536806" y="49622"/>
                </a:cubicBezTo>
                <a:cubicBezTo>
                  <a:pt x="548097" y="49622"/>
                  <a:pt x="556662" y="53248"/>
                  <a:pt x="562501" y="60500"/>
                </a:cubicBezTo>
                <a:cubicBezTo>
                  <a:pt x="568339" y="67753"/>
                  <a:pt x="571259" y="76595"/>
                  <a:pt x="571259" y="87026"/>
                </a:cubicBezTo>
                <a:cubicBezTo>
                  <a:pt x="571259" y="89084"/>
                  <a:pt x="571002" y="90320"/>
                  <a:pt x="570489" y="90733"/>
                </a:cubicBezTo>
                <a:cubicBezTo>
                  <a:pt x="569976" y="91144"/>
                  <a:pt x="568629" y="91350"/>
                  <a:pt x="566448" y="91350"/>
                </a:cubicBezTo>
                <a:lnTo>
                  <a:pt x="512747" y="91350"/>
                </a:lnTo>
                <a:cubicBezTo>
                  <a:pt x="512747" y="104307"/>
                  <a:pt x="514671" y="113836"/>
                  <a:pt x="518520" y="119935"/>
                </a:cubicBezTo>
                <a:cubicBezTo>
                  <a:pt x="523911" y="128446"/>
                  <a:pt x="531161" y="132701"/>
                  <a:pt x="540271" y="132701"/>
                </a:cubicBezTo>
                <a:cubicBezTo>
                  <a:pt x="541554" y="132701"/>
                  <a:pt x="542933" y="132575"/>
                  <a:pt x="544409" y="132322"/>
                </a:cubicBezTo>
                <a:cubicBezTo>
                  <a:pt x="545886" y="132070"/>
                  <a:pt x="548164" y="131407"/>
                  <a:pt x="551244" y="130334"/>
                </a:cubicBezTo>
                <a:cubicBezTo>
                  <a:pt x="554323" y="129259"/>
                  <a:pt x="557210" y="127268"/>
                  <a:pt x="559904" y="124360"/>
                </a:cubicBezTo>
                <a:cubicBezTo>
                  <a:pt x="562601" y="121453"/>
                  <a:pt x="564718" y="117725"/>
                  <a:pt x="566257" y="113177"/>
                </a:cubicBezTo>
                <a:cubicBezTo>
                  <a:pt x="566643" y="111407"/>
                  <a:pt x="567477" y="110522"/>
                  <a:pt x="568759" y="110522"/>
                </a:cubicBezTo>
                <a:cubicBezTo>
                  <a:pt x="570425" y="110522"/>
                  <a:pt x="571259" y="111289"/>
                  <a:pt x="571259" y="112824"/>
                </a:cubicBezTo>
                <a:cubicBezTo>
                  <a:pt x="571259" y="113976"/>
                  <a:pt x="570649" y="115799"/>
                  <a:pt x="569429" y="118296"/>
                </a:cubicBezTo>
                <a:cubicBezTo>
                  <a:pt x="568211" y="120790"/>
                  <a:pt x="566447" y="123541"/>
                  <a:pt x="564137" y="126548"/>
                </a:cubicBezTo>
                <a:cubicBezTo>
                  <a:pt x="561828" y="129556"/>
                  <a:pt x="558428" y="132179"/>
                  <a:pt x="553937" y="134419"/>
                </a:cubicBezTo>
                <a:cubicBezTo>
                  <a:pt x="549445" y="136657"/>
                  <a:pt x="544505" y="137776"/>
                  <a:pt x="539117" y="137776"/>
                </a:cubicBezTo>
                <a:cubicBezTo>
                  <a:pt x="527826" y="137776"/>
                  <a:pt x="517945" y="133523"/>
                  <a:pt x="509475" y="125015"/>
                </a:cubicBezTo>
                <a:cubicBezTo>
                  <a:pt x="501007" y="116508"/>
                  <a:pt x="496773" y="105985"/>
                  <a:pt x="496773" y="93447"/>
                </a:cubicBezTo>
                <a:moveTo>
                  <a:pt x="512940" y="87026"/>
                </a:moveTo>
                <a:lnTo>
                  <a:pt x="558556" y="87026"/>
                </a:lnTo>
                <a:cubicBezTo>
                  <a:pt x="558556" y="84366"/>
                  <a:pt x="558331" y="81546"/>
                  <a:pt x="557881" y="78568"/>
                </a:cubicBezTo>
                <a:cubicBezTo>
                  <a:pt x="557433" y="75588"/>
                  <a:pt x="556535" y="72038"/>
                  <a:pt x="555188" y="67919"/>
                </a:cubicBezTo>
                <a:cubicBezTo>
                  <a:pt x="553841" y="63799"/>
                  <a:pt x="551595" y="60441"/>
                  <a:pt x="548451" y="57842"/>
                </a:cubicBezTo>
                <a:cubicBezTo>
                  <a:pt x="545308" y="55244"/>
                  <a:pt x="541426" y="53945"/>
                  <a:pt x="536806" y="53945"/>
                </a:cubicBezTo>
                <a:cubicBezTo>
                  <a:pt x="534754" y="53945"/>
                  <a:pt x="532605" y="54389"/>
                  <a:pt x="530359" y="55276"/>
                </a:cubicBezTo>
                <a:cubicBezTo>
                  <a:pt x="528113" y="56162"/>
                  <a:pt x="525643" y="57652"/>
                  <a:pt x="522949" y="59746"/>
                </a:cubicBezTo>
                <a:cubicBezTo>
                  <a:pt x="520255" y="61837"/>
                  <a:pt x="517977" y="65259"/>
                  <a:pt x="516115" y="70013"/>
                </a:cubicBezTo>
                <a:cubicBezTo>
                  <a:pt x="514255" y="74765"/>
                  <a:pt x="513197" y="80436"/>
                  <a:pt x="512940" y="87026"/>
                </a:cubicBezTo>
                <a:close/>
                <a:moveTo>
                  <a:pt x="583385" y="94398"/>
                </a:moveTo>
                <a:cubicBezTo>
                  <a:pt x="583385" y="82220"/>
                  <a:pt x="587652" y="71900"/>
                  <a:pt x="596184" y="63440"/>
                </a:cubicBezTo>
                <a:cubicBezTo>
                  <a:pt x="604719" y="54980"/>
                  <a:pt x="614760" y="50750"/>
                  <a:pt x="626308" y="50750"/>
                </a:cubicBezTo>
                <a:cubicBezTo>
                  <a:pt x="636059" y="50750"/>
                  <a:pt x="644142" y="54749"/>
                  <a:pt x="650558" y="62747"/>
                </a:cubicBezTo>
                <a:lnTo>
                  <a:pt x="650558" y="21128"/>
                </a:lnTo>
                <a:cubicBezTo>
                  <a:pt x="650558" y="16376"/>
                  <a:pt x="649724" y="13390"/>
                  <a:pt x="648056" y="12171"/>
                </a:cubicBezTo>
                <a:cubicBezTo>
                  <a:pt x="646388" y="10949"/>
                  <a:pt x="642217" y="10338"/>
                  <a:pt x="635545" y="10338"/>
                </a:cubicBezTo>
                <a:lnTo>
                  <a:pt x="635545" y="4323"/>
                </a:lnTo>
                <a:lnTo>
                  <a:pt x="663263" y="2256"/>
                </a:lnTo>
                <a:lnTo>
                  <a:pt x="663263" y="118930"/>
                </a:lnTo>
                <a:cubicBezTo>
                  <a:pt x="663263" y="123670"/>
                  <a:pt x="664097" y="126649"/>
                  <a:pt x="665766" y="127867"/>
                </a:cubicBezTo>
                <a:cubicBezTo>
                  <a:pt x="667434" y="129085"/>
                  <a:pt x="671603" y="129694"/>
                  <a:pt x="678274" y="129694"/>
                </a:cubicBezTo>
                <a:lnTo>
                  <a:pt x="678274" y="135709"/>
                </a:lnTo>
                <a:lnTo>
                  <a:pt x="649983" y="137776"/>
                </a:lnTo>
                <a:lnTo>
                  <a:pt x="649983" y="125089"/>
                </a:lnTo>
                <a:cubicBezTo>
                  <a:pt x="643310" y="133547"/>
                  <a:pt x="634713" y="137776"/>
                  <a:pt x="624191" y="137776"/>
                </a:cubicBezTo>
                <a:cubicBezTo>
                  <a:pt x="613156" y="137776"/>
                  <a:pt x="603596" y="133554"/>
                  <a:pt x="595512" y="125109"/>
                </a:cubicBezTo>
                <a:cubicBezTo>
                  <a:pt x="587427" y="116663"/>
                  <a:pt x="583385" y="106426"/>
                  <a:pt x="583385" y="94398"/>
                </a:cubicBezTo>
                <a:moveTo>
                  <a:pt x="599362" y="94589"/>
                </a:moveTo>
                <a:cubicBezTo>
                  <a:pt x="599362" y="106458"/>
                  <a:pt x="601223" y="115328"/>
                  <a:pt x="604945" y="121200"/>
                </a:cubicBezTo>
                <a:cubicBezTo>
                  <a:pt x="610077" y="129369"/>
                  <a:pt x="616813" y="133453"/>
                  <a:pt x="625154" y="133453"/>
                </a:cubicBezTo>
                <a:cubicBezTo>
                  <a:pt x="634650" y="133453"/>
                  <a:pt x="642220" y="128981"/>
                  <a:pt x="647865" y="120037"/>
                </a:cubicBezTo>
                <a:cubicBezTo>
                  <a:pt x="649277" y="117866"/>
                  <a:pt x="649983" y="115503"/>
                  <a:pt x="649983" y="112948"/>
                </a:cubicBezTo>
                <a:lnTo>
                  <a:pt x="649983" y="73661"/>
                </a:lnTo>
                <a:cubicBezTo>
                  <a:pt x="649983" y="71105"/>
                  <a:pt x="649277" y="68742"/>
                  <a:pt x="647865" y="66571"/>
                </a:cubicBezTo>
                <a:cubicBezTo>
                  <a:pt x="642604" y="58906"/>
                  <a:pt x="635675" y="55073"/>
                  <a:pt x="627078" y="55073"/>
                </a:cubicBezTo>
                <a:cubicBezTo>
                  <a:pt x="618097" y="55073"/>
                  <a:pt x="610847" y="59165"/>
                  <a:pt x="605330" y="67349"/>
                </a:cubicBezTo>
                <a:cubicBezTo>
                  <a:pt x="601351" y="73487"/>
                  <a:pt x="599362" y="82567"/>
                  <a:pt x="599362" y="94589"/>
                </a:cubicBezTo>
                <a:close/>
                <a:moveTo>
                  <a:pt x="753148" y="135709"/>
                </a:moveTo>
                <a:lnTo>
                  <a:pt x="753148" y="129694"/>
                </a:lnTo>
                <a:lnTo>
                  <a:pt x="758152" y="129694"/>
                </a:lnTo>
                <a:cubicBezTo>
                  <a:pt x="765338" y="129694"/>
                  <a:pt x="769765" y="129117"/>
                  <a:pt x="771433" y="127964"/>
                </a:cubicBezTo>
                <a:cubicBezTo>
                  <a:pt x="773101" y="126811"/>
                  <a:pt x="773935" y="124376"/>
                  <a:pt x="773935" y="120660"/>
                </a:cubicBezTo>
                <a:lnTo>
                  <a:pt x="773935" y="19372"/>
                </a:lnTo>
                <a:cubicBezTo>
                  <a:pt x="773935" y="15656"/>
                  <a:pt x="773101" y="13221"/>
                  <a:pt x="771433" y="12068"/>
                </a:cubicBezTo>
                <a:cubicBezTo>
                  <a:pt x="769765" y="10915"/>
                  <a:pt x="765338" y="10338"/>
                  <a:pt x="758152" y="10338"/>
                </a:cubicBezTo>
                <a:lnTo>
                  <a:pt x="753148" y="10338"/>
                </a:lnTo>
                <a:lnTo>
                  <a:pt x="753148" y="4323"/>
                </a:lnTo>
                <a:cubicBezTo>
                  <a:pt x="757639" y="4711"/>
                  <a:pt x="767455" y="4905"/>
                  <a:pt x="782596" y="4905"/>
                </a:cubicBezTo>
                <a:cubicBezTo>
                  <a:pt x="797607" y="4905"/>
                  <a:pt x="807359" y="4711"/>
                  <a:pt x="811850" y="4323"/>
                </a:cubicBezTo>
                <a:lnTo>
                  <a:pt x="811850" y="10338"/>
                </a:lnTo>
                <a:lnTo>
                  <a:pt x="806846" y="10338"/>
                </a:lnTo>
                <a:cubicBezTo>
                  <a:pt x="799662" y="10338"/>
                  <a:pt x="795236" y="10915"/>
                  <a:pt x="793568" y="12068"/>
                </a:cubicBezTo>
                <a:cubicBezTo>
                  <a:pt x="791900" y="13221"/>
                  <a:pt x="791066" y="15656"/>
                  <a:pt x="791066" y="19372"/>
                </a:cubicBezTo>
                <a:lnTo>
                  <a:pt x="791066" y="120660"/>
                </a:lnTo>
                <a:cubicBezTo>
                  <a:pt x="791066" y="124376"/>
                  <a:pt x="791900" y="126811"/>
                  <a:pt x="793568" y="127964"/>
                </a:cubicBezTo>
                <a:cubicBezTo>
                  <a:pt x="795236" y="129117"/>
                  <a:pt x="799662" y="129694"/>
                  <a:pt x="806846" y="129694"/>
                </a:cubicBezTo>
                <a:lnTo>
                  <a:pt x="811850" y="129694"/>
                </a:lnTo>
                <a:lnTo>
                  <a:pt x="811850" y="135709"/>
                </a:lnTo>
                <a:cubicBezTo>
                  <a:pt x="807359" y="135321"/>
                  <a:pt x="797543" y="135127"/>
                  <a:pt x="782402" y="135127"/>
                </a:cubicBezTo>
                <a:cubicBezTo>
                  <a:pt x="767391" y="135127"/>
                  <a:pt x="757639" y="135321"/>
                  <a:pt x="753148" y="135709"/>
                </a:cubicBezTo>
                <a:close/>
                <a:moveTo>
                  <a:pt x="823400" y="135709"/>
                </a:moveTo>
                <a:lnTo>
                  <a:pt x="823400" y="129694"/>
                </a:lnTo>
                <a:cubicBezTo>
                  <a:pt x="830202" y="129694"/>
                  <a:pt x="834405" y="129278"/>
                  <a:pt x="836008" y="128446"/>
                </a:cubicBezTo>
                <a:cubicBezTo>
                  <a:pt x="837612" y="127614"/>
                  <a:pt x="838413" y="125149"/>
                  <a:pt x="838413" y="121053"/>
                </a:cubicBezTo>
                <a:lnTo>
                  <a:pt x="838413" y="69587"/>
                </a:lnTo>
                <a:cubicBezTo>
                  <a:pt x="838413" y="64849"/>
                  <a:pt x="837579" y="61872"/>
                  <a:pt x="835911" y="60656"/>
                </a:cubicBezTo>
                <a:cubicBezTo>
                  <a:pt x="834243" y="59440"/>
                  <a:pt x="830073" y="58832"/>
                  <a:pt x="823400" y="58832"/>
                </a:cubicBezTo>
                <a:lnTo>
                  <a:pt x="823400" y="52867"/>
                </a:lnTo>
                <a:lnTo>
                  <a:pt x="850540" y="50750"/>
                </a:lnTo>
                <a:lnTo>
                  <a:pt x="850540" y="70929"/>
                </a:lnTo>
                <a:cubicBezTo>
                  <a:pt x="856570" y="57476"/>
                  <a:pt x="866065" y="50750"/>
                  <a:pt x="879025" y="50750"/>
                </a:cubicBezTo>
                <a:cubicBezTo>
                  <a:pt x="888648" y="50750"/>
                  <a:pt x="895385" y="53119"/>
                  <a:pt x="899234" y="57857"/>
                </a:cubicBezTo>
                <a:cubicBezTo>
                  <a:pt x="902057" y="61060"/>
                  <a:pt x="903758" y="64455"/>
                  <a:pt x="904335" y="68042"/>
                </a:cubicBezTo>
                <a:cubicBezTo>
                  <a:pt x="904913" y="71627"/>
                  <a:pt x="905202" y="78031"/>
                  <a:pt x="905202" y="87253"/>
                </a:cubicBezTo>
                <a:lnTo>
                  <a:pt x="905202" y="123932"/>
                </a:lnTo>
                <a:cubicBezTo>
                  <a:pt x="905331" y="126620"/>
                  <a:pt x="906422" y="128253"/>
                  <a:pt x="908473" y="128830"/>
                </a:cubicBezTo>
                <a:cubicBezTo>
                  <a:pt x="910527" y="129406"/>
                  <a:pt x="914441" y="129694"/>
                  <a:pt x="920215" y="129694"/>
                </a:cubicBezTo>
                <a:lnTo>
                  <a:pt x="920215" y="135709"/>
                </a:lnTo>
                <a:cubicBezTo>
                  <a:pt x="907126" y="135321"/>
                  <a:pt x="899941" y="135127"/>
                  <a:pt x="898658" y="135127"/>
                </a:cubicBezTo>
                <a:cubicBezTo>
                  <a:pt x="897632" y="135127"/>
                  <a:pt x="890382" y="135321"/>
                  <a:pt x="876908" y="135709"/>
                </a:cubicBezTo>
                <a:lnTo>
                  <a:pt x="876908" y="129694"/>
                </a:lnTo>
                <a:cubicBezTo>
                  <a:pt x="883709" y="129694"/>
                  <a:pt x="887912" y="129279"/>
                  <a:pt x="889516" y="128449"/>
                </a:cubicBezTo>
                <a:cubicBezTo>
                  <a:pt x="891119" y="127616"/>
                  <a:pt x="891921" y="125154"/>
                  <a:pt x="891921" y="121062"/>
                </a:cubicBezTo>
                <a:lnTo>
                  <a:pt x="891921" y="76365"/>
                </a:lnTo>
                <a:cubicBezTo>
                  <a:pt x="891921" y="69844"/>
                  <a:pt x="890926" y="64665"/>
                  <a:pt x="888937" y="60829"/>
                </a:cubicBezTo>
                <a:cubicBezTo>
                  <a:pt x="886948" y="56992"/>
                  <a:pt x="883194" y="55073"/>
                  <a:pt x="877677" y="55073"/>
                </a:cubicBezTo>
                <a:cubicBezTo>
                  <a:pt x="871004" y="55073"/>
                  <a:pt x="865005" y="57855"/>
                  <a:pt x="859680" y="63420"/>
                </a:cubicBezTo>
                <a:cubicBezTo>
                  <a:pt x="854356" y="68982"/>
                  <a:pt x="851694" y="76431"/>
                  <a:pt x="851694" y="85767"/>
                </a:cubicBezTo>
                <a:lnTo>
                  <a:pt x="851694" y="121062"/>
                </a:lnTo>
                <a:cubicBezTo>
                  <a:pt x="851694" y="125154"/>
                  <a:pt x="852496" y="127616"/>
                  <a:pt x="854100" y="128449"/>
                </a:cubicBezTo>
                <a:cubicBezTo>
                  <a:pt x="855703" y="129279"/>
                  <a:pt x="859906" y="129694"/>
                  <a:pt x="866708" y="129694"/>
                </a:cubicBezTo>
                <a:lnTo>
                  <a:pt x="866708" y="135709"/>
                </a:lnTo>
                <a:cubicBezTo>
                  <a:pt x="853619" y="135321"/>
                  <a:pt x="846433" y="135127"/>
                  <a:pt x="845151" y="135127"/>
                </a:cubicBezTo>
                <a:cubicBezTo>
                  <a:pt x="844125" y="135127"/>
                  <a:pt x="836875" y="135321"/>
                  <a:pt x="823400" y="135709"/>
                </a:cubicBezTo>
                <a:close/>
                <a:moveTo>
                  <a:pt x="922330" y="58832"/>
                </a:moveTo>
                <a:lnTo>
                  <a:pt x="922330" y="54509"/>
                </a:lnTo>
                <a:cubicBezTo>
                  <a:pt x="928234" y="54253"/>
                  <a:pt x="933141" y="52035"/>
                  <a:pt x="937053" y="47857"/>
                </a:cubicBezTo>
                <a:cubicBezTo>
                  <a:pt x="940967" y="43679"/>
                  <a:pt x="943598" y="39019"/>
                  <a:pt x="944945" y="33877"/>
                </a:cubicBezTo>
                <a:cubicBezTo>
                  <a:pt x="946292" y="28734"/>
                  <a:pt x="947030" y="23205"/>
                  <a:pt x="947159" y="17293"/>
                </a:cubicBezTo>
                <a:lnTo>
                  <a:pt x="951973" y="17293"/>
                </a:lnTo>
                <a:lnTo>
                  <a:pt x="951973" y="52817"/>
                </a:lnTo>
                <a:lnTo>
                  <a:pt x="979494" y="52817"/>
                </a:lnTo>
                <a:lnTo>
                  <a:pt x="979494" y="58832"/>
                </a:lnTo>
                <a:lnTo>
                  <a:pt x="951973" y="58832"/>
                </a:lnTo>
                <a:lnTo>
                  <a:pt x="951973" y="112034"/>
                </a:lnTo>
                <a:cubicBezTo>
                  <a:pt x="951973" y="125812"/>
                  <a:pt x="956271" y="132701"/>
                  <a:pt x="964869" y="132701"/>
                </a:cubicBezTo>
                <a:cubicBezTo>
                  <a:pt x="968591" y="132701"/>
                  <a:pt x="971671" y="130831"/>
                  <a:pt x="974108" y="127092"/>
                </a:cubicBezTo>
                <a:cubicBezTo>
                  <a:pt x="976546" y="123350"/>
                  <a:pt x="977765" y="118119"/>
                  <a:pt x="977765" y="111397"/>
                </a:cubicBezTo>
                <a:lnTo>
                  <a:pt x="977765" y="100936"/>
                </a:lnTo>
                <a:lnTo>
                  <a:pt x="982575" y="100936"/>
                </a:lnTo>
                <a:lnTo>
                  <a:pt x="982575" y="111873"/>
                </a:lnTo>
                <a:cubicBezTo>
                  <a:pt x="982575" y="118780"/>
                  <a:pt x="980971" y="124824"/>
                  <a:pt x="977762" y="130005"/>
                </a:cubicBezTo>
                <a:cubicBezTo>
                  <a:pt x="974555" y="135186"/>
                  <a:pt x="969808" y="137776"/>
                  <a:pt x="963521" y="137776"/>
                </a:cubicBezTo>
                <a:cubicBezTo>
                  <a:pt x="961210" y="137776"/>
                  <a:pt x="958900" y="137487"/>
                  <a:pt x="956589" y="136910"/>
                </a:cubicBezTo>
                <a:cubicBezTo>
                  <a:pt x="954281" y="136334"/>
                  <a:pt x="951652" y="135279"/>
                  <a:pt x="948701" y="133744"/>
                </a:cubicBezTo>
                <a:cubicBezTo>
                  <a:pt x="945750" y="132207"/>
                  <a:pt x="943344" y="129550"/>
                  <a:pt x="941482" y="125773"/>
                </a:cubicBezTo>
                <a:cubicBezTo>
                  <a:pt x="939622" y="121994"/>
                  <a:pt x="938692" y="117352"/>
                  <a:pt x="938692" y="111846"/>
                </a:cubicBezTo>
                <a:lnTo>
                  <a:pt x="938692" y="58832"/>
                </a:lnTo>
                <a:lnTo>
                  <a:pt x="922330" y="58832"/>
                </a:lnTo>
                <a:close/>
                <a:moveTo>
                  <a:pt x="998743" y="93447"/>
                </a:moveTo>
                <a:cubicBezTo>
                  <a:pt x="998743" y="81401"/>
                  <a:pt x="1002625" y="71086"/>
                  <a:pt x="1010388" y="62500"/>
                </a:cubicBezTo>
                <a:cubicBezTo>
                  <a:pt x="1018151" y="53915"/>
                  <a:pt x="1027614" y="49622"/>
                  <a:pt x="1038776" y="49622"/>
                </a:cubicBezTo>
                <a:cubicBezTo>
                  <a:pt x="1050068" y="49622"/>
                  <a:pt x="1058633" y="53248"/>
                  <a:pt x="1064471" y="60500"/>
                </a:cubicBezTo>
                <a:cubicBezTo>
                  <a:pt x="1070310" y="67753"/>
                  <a:pt x="1073229" y="76595"/>
                  <a:pt x="1073229" y="87026"/>
                </a:cubicBezTo>
                <a:cubicBezTo>
                  <a:pt x="1073229" y="89084"/>
                  <a:pt x="1072973" y="90320"/>
                  <a:pt x="1072460" y="90733"/>
                </a:cubicBezTo>
                <a:cubicBezTo>
                  <a:pt x="1071947" y="91144"/>
                  <a:pt x="1070600" y="91350"/>
                  <a:pt x="1068419" y="91350"/>
                </a:cubicBezTo>
                <a:lnTo>
                  <a:pt x="1014717" y="91350"/>
                </a:lnTo>
                <a:cubicBezTo>
                  <a:pt x="1014717" y="104307"/>
                  <a:pt x="1016642" y="113836"/>
                  <a:pt x="1020491" y="119935"/>
                </a:cubicBezTo>
                <a:cubicBezTo>
                  <a:pt x="1025881" y="128446"/>
                  <a:pt x="1033132" y="132701"/>
                  <a:pt x="1042242" y="132701"/>
                </a:cubicBezTo>
                <a:cubicBezTo>
                  <a:pt x="1043524" y="132701"/>
                  <a:pt x="1044904" y="132575"/>
                  <a:pt x="1046380" y="132322"/>
                </a:cubicBezTo>
                <a:cubicBezTo>
                  <a:pt x="1047856" y="132070"/>
                  <a:pt x="1050134" y="131407"/>
                  <a:pt x="1053214" y="130334"/>
                </a:cubicBezTo>
                <a:cubicBezTo>
                  <a:pt x="1056294" y="129259"/>
                  <a:pt x="1059181" y="127268"/>
                  <a:pt x="1061875" y="124360"/>
                </a:cubicBezTo>
                <a:cubicBezTo>
                  <a:pt x="1064571" y="121453"/>
                  <a:pt x="1066689" y="117725"/>
                  <a:pt x="1068228" y="113177"/>
                </a:cubicBezTo>
                <a:cubicBezTo>
                  <a:pt x="1068613" y="111407"/>
                  <a:pt x="1069448" y="110522"/>
                  <a:pt x="1070730" y="110522"/>
                </a:cubicBezTo>
                <a:cubicBezTo>
                  <a:pt x="1072396" y="110522"/>
                  <a:pt x="1073229" y="111289"/>
                  <a:pt x="1073229" y="112824"/>
                </a:cubicBezTo>
                <a:cubicBezTo>
                  <a:pt x="1073229" y="113976"/>
                  <a:pt x="1072619" y="115799"/>
                  <a:pt x="1071400" y="118296"/>
                </a:cubicBezTo>
                <a:cubicBezTo>
                  <a:pt x="1070182" y="120790"/>
                  <a:pt x="1068418" y="123541"/>
                  <a:pt x="1066107" y="126548"/>
                </a:cubicBezTo>
                <a:cubicBezTo>
                  <a:pt x="1063799" y="129556"/>
                  <a:pt x="1060399" y="132179"/>
                  <a:pt x="1055907" y="134419"/>
                </a:cubicBezTo>
                <a:cubicBezTo>
                  <a:pt x="1051416" y="136657"/>
                  <a:pt x="1046476" y="137776"/>
                  <a:pt x="1041088" y="137776"/>
                </a:cubicBezTo>
                <a:cubicBezTo>
                  <a:pt x="1029796" y="137776"/>
                  <a:pt x="1019916" y="133523"/>
                  <a:pt x="1011446" y="125015"/>
                </a:cubicBezTo>
                <a:cubicBezTo>
                  <a:pt x="1002977" y="116508"/>
                  <a:pt x="998743" y="105985"/>
                  <a:pt x="998743" y="93447"/>
                </a:cubicBezTo>
                <a:moveTo>
                  <a:pt x="1014911" y="87026"/>
                </a:moveTo>
                <a:lnTo>
                  <a:pt x="1060527" y="87026"/>
                </a:lnTo>
                <a:cubicBezTo>
                  <a:pt x="1060527" y="84366"/>
                  <a:pt x="1060302" y="81546"/>
                  <a:pt x="1059852" y="78568"/>
                </a:cubicBezTo>
                <a:cubicBezTo>
                  <a:pt x="1059403" y="75588"/>
                  <a:pt x="1058506" y="72038"/>
                  <a:pt x="1057159" y="67919"/>
                </a:cubicBezTo>
                <a:cubicBezTo>
                  <a:pt x="1055811" y="63799"/>
                  <a:pt x="1053566" y="60441"/>
                  <a:pt x="1050421" y="57842"/>
                </a:cubicBezTo>
                <a:cubicBezTo>
                  <a:pt x="1047279" y="55244"/>
                  <a:pt x="1043397" y="53945"/>
                  <a:pt x="1038776" y="53945"/>
                </a:cubicBezTo>
                <a:cubicBezTo>
                  <a:pt x="1036724" y="53945"/>
                  <a:pt x="1034576" y="54389"/>
                  <a:pt x="1032330" y="55276"/>
                </a:cubicBezTo>
                <a:cubicBezTo>
                  <a:pt x="1030084" y="56162"/>
                  <a:pt x="1027614" y="57652"/>
                  <a:pt x="1024920" y="59746"/>
                </a:cubicBezTo>
                <a:cubicBezTo>
                  <a:pt x="1022226" y="61837"/>
                  <a:pt x="1019948" y="65259"/>
                  <a:pt x="1018086" y="70013"/>
                </a:cubicBezTo>
                <a:cubicBezTo>
                  <a:pt x="1016226" y="74765"/>
                  <a:pt x="1015168" y="80436"/>
                  <a:pt x="1014911" y="87026"/>
                </a:cubicBezTo>
                <a:close/>
                <a:moveTo>
                  <a:pt x="1084202" y="135709"/>
                </a:moveTo>
                <a:lnTo>
                  <a:pt x="1084202" y="129694"/>
                </a:lnTo>
                <a:cubicBezTo>
                  <a:pt x="1091004" y="129694"/>
                  <a:pt x="1095206" y="129278"/>
                  <a:pt x="1096810" y="128446"/>
                </a:cubicBezTo>
                <a:cubicBezTo>
                  <a:pt x="1098414" y="127614"/>
                  <a:pt x="1099215" y="125149"/>
                  <a:pt x="1099215" y="121053"/>
                </a:cubicBezTo>
                <a:lnTo>
                  <a:pt x="1099215" y="69587"/>
                </a:lnTo>
                <a:cubicBezTo>
                  <a:pt x="1099215" y="64849"/>
                  <a:pt x="1098381" y="61872"/>
                  <a:pt x="1096713" y="60656"/>
                </a:cubicBezTo>
                <a:cubicBezTo>
                  <a:pt x="1095045" y="59440"/>
                  <a:pt x="1090874" y="58832"/>
                  <a:pt x="1084202" y="58832"/>
                </a:cubicBezTo>
                <a:lnTo>
                  <a:pt x="1084202" y="52867"/>
                </a:lnTo>
                <a:lnTo>
                  <a:pt x="1110957" y="50750"/>
                </a:lnTo>
                <a:lnTo>
                  <a:pt x="1110957" y="71890"/>
                </a:lnTo>
                <a:cubicBezTo>
                  <a:pt x="1112752" y="66380"/>
                  <a:pt x="1115575" y="61479"/>
                  <a:pt x="1119424" y="57187"/>
                </a:cubicBezTo>
                <a:cubicBezTo>
                  <a:pt x="1123273" y="52896"/>
                  <a:pt x="1128342" y="50750"/>
                  <a:pt x="1134629" y="50750"/>
                </a:cubicBezTo>
                <a:cubicBezTo>
                  <a:pt x="1138734" y="50750"/>
                  <a:pt x="1142134" y="51904"/>
                  <a:pt x="1144828" y="54212"/>
                </a:cubicBezTo>
                <a:cubicBezTo>
                  <a:pt x="1147524" y="56519"/>
                  <a:pt x="1148873" y="59275"/>
                  <a:pt x="1148873" y="62480"/>
                </a:cubicBezTo>
                <a:cubicBezTo>
                  <a:pt x="1148873" y="65274"/>
                  <a:pt x="1148006" y="67370"/>
                  <a:pt x="1146273" y="68768"/>
                </a:cubicBezTo>
                <a:cubicBezTo>
                  <a:pt x="1144543" y="70164"/>
                  <a:pt x="1142650" y="70862"/>
                  <a:pt x="1140596" y="70862"/>
                </a:cubicBezTo>
                <a:cubicBezTo>
                  <a:pt x="1138286" y="70862"/>
                  <a:pt x="1136329" y="70132"/>
                  <a:pt x="1134725" y="68674"/>
                </a:cubicBezTo>
                <a:cubicBezTo>
                  <a:pt x="1133122" y="67213"/>
                  <a:pt x="1132320" y="65213"/>
                  <a:pt x="1132320" y="62674"/>
                </a:cubicBezTo>
                <a:cubicBezTo>
                  <a:pt x="1132320" y="61152"/>
                  <a:pt x="1132673" y="59791"/>
                  <a:pt x="1133377" y="58588"/>
                </a:cubicBezTo>
                <a:cubicBezTo>
                  <a:pt x="1134084" y="57384"/>
                  <a:pt x="1134725" y="56561"/>
                  <a:pt x="1135301" y="56118"/>
                </a:cubicBezTo>
                <a:cubicBezTo>
                  <a:pt x="1135879" y="55674"/>
                  <a:pt x="1136360" y="55388"/>
                  <a:pt x="1136746" y="55261"/>
                </a:cubicBezTo>
                <a:cubicBezTo>
                  <a:pt x="1136490" y="55136"/>
                  <a:pt x="1135784" y="55073"/>
                  <a:pt x="1134629" y="55073"/>
                </a:cubicBezTo>
                <a:cubicBezTo>
                  <a:pt x="1127572" y="55073"/>
                  <a:pt x="1122022" y="58590"/>
                  <a:pt x="1117979" y="65625"/>
                </a:cubicBezTo>
                <a:cubicBezTo>
                  <a:pt x="1113938" y="72658"/>
                  <a:pt x="1111917" y="81161"/>
                  <a:pt x="1111917" y="91135"/>
                </a:cubicBezTo>
                <a:lnTo>
                  <a:pt x="1111917" y="120678"/>
                </a:lnTo>
                <a:cubicBezTo>
                  <a:pt x="1111917" y="124386"/>
                  <a:pt x="1112687" y="126816"/>
                  <a:pt x="1114226" y="127967"/>
                </a:cubicBezTo>
                <a:cubicBezTo>
                  <a:pt x="1115767" y="129118"/>
                  <a:pt x="1119873" y="129694"/>
                  <a:pt x="1126546" y="129694"/>
                </a:cubicBezTo>
                <a:lnTo>
                  <a:pt x="1130587" y="129694"/>
                </a:lnTo>
                <a:lnTo>
                  <a:pt x="1130587" y="135709"/>
                </a:lnTo>
                <a:cubicBezTo>
                  <a:pt x="1125456" y="135321"/>
                  <a:pt x="1117308" y="135127"/>
                  <a:pt x="1106143" y="135127"/>
                </a:cubicBezTo>
                <a:cubicBezTo>
                  <a:pt x="1104605" y="135127"/>
                  <a:pt x="1102615" y="135159"/>
                  <a:pt x="1100176" y="135224"/>
                </a:cubicBezTo>
                <a:cubicBezTo>
                  <a:pt x="1097738" y="135289"/>
                  <a:pt x="1094915" y="135386"/>
                  <a:pt x="1091706" y="135515"/>
                </a:cubicBezTo>
                <a:cubicBezTo>
                  <a:pt x="1088499" y="135644"/>
                  <a:pt x="1085997" y="135709"/>
                  <a:pt x="1084202" y="135709"/>
                </a:cubicBezTo>
                <a:close/>
                <a:moveTo>
                  <a:pt x="1162154" y="117421"/>
                </a:moveTo>
                <a:cubicBezTo>
                  <a:pt x="1162154" y="106499"/>
                  <a:pt x="1168571" y="98148"/>
                  <a:pt x="1181403" y="92366"/>
                </a:cubicBezTo>
                <a:cubicBezTo>
                  <a:pt x="1189102" y="88640"/>
                  <a:pt x="1200906" y="86296"/>
                  <a:pt x="1216816" y="85335"/>
                </a:cubicBezTo>
                <a:lnTo>
                  <a:pt x="1216816" y="78295"/>
                </a:lnTo>
                <a:cubicBezTo>
                  <a:pt x="1216816" y="70432"/>
                  <a:pt x="1214731" y="64408"/>
                  <a:pt x="1210561" y="60224"/>
                </a:cubicBezTo>
                <a:cubicBezTo>
                  <a:pt x="1206390" y="56038"/>
                  <a:pt x="1201674" y="53945"/>
                  <a:pt x="1196413" y="53945"/>
                </a:cubicBezTo>
                <a:cubicBezTo>
                  <a:pt x="1187047" y="53945"/>
                  <a:pt x="1180118" y="56827"/>
                  <a:pt x="1175626" y="62591"/>
                </a:cubicBezTo>
                <a:cubicBezTo>
                  <a:pt x="1179475" y="62719"/>
                  <a:pt x="1182074" y="63743"/>
                  <a:pt x="1183421" y="65663"/>
                </a:cubicBezTo>
                <a:cubicBezTo>
                  <a:pt x="1184768" y="67584"/>
                  <a:pt x="1185441" y="69505"/>
                  <a:pt x="1185441" y="71426"/>
                </a:cubicBezTo>
                <a:cubicBezTo>
                  <a:pt x="1185441" y="73987"/>
                  <a:pt x="1184639" y="76099"/>
                  <a:pt x="1183036" y="77763"/>
                </a:cubicBezTo>
                <a:cubicBezTo>
                  <a:pt x="1181432" y="79428"/>
                  <a:pt x="1179283" y="80260"/>
                  <a:pt x="1176589" y="80260"/>
                </a:cubicBezTo>
                <a:cubicBezTo>
                  <a:pt x="1174022" y="80260"/>
                  <a:pt x="1171905" y="79460"/>
                  <a:pt x="1170237" y="77860"/>
                </a:cubicBezTo>
                <a:cubicBezTo>
                  <a:pt x="1168569" y="76259"/>
                  <a:pt x="1167735" y="74050"/>
                  <a:pt x="1167735" y="71235"/>
                </a:cubicBezTo>
                <a:cubicBezTo>
                  <a:pt x="1167735" y="64987"/>
                  <a:pt x="1170557" y="59823"/>
                  <a:pt x="1176202" y="55743"/>
                </a:cubicBezTo>
                <a:cubicBezTo>
                  <a:pt x="1181848" y="51662"/>
                  <a:pt x="1188714" y="49622"/>
                  <a:pt x="1196798" y="49622"/>
                </a:cubicBezTo>
                <a:cubicBezTo>
                  <a:pt x="1207320" y="49622"/>
                  <a:pt x="1216110" y="53128"/>
                  <a:pt x="1223169" y="60139"/>
                </a:cubicBezTo>
                <a:cubicBezTo>
                  <a:pt x="1225350" y="62306"/>
                  <a:pt x="1226986" y="64793"/>
                  <a:pt x="1228076" y="67599"/>
                </a:cubicBezTo>
                <a:cubicBezTo>
                  <a:pt x="1229167" y="70403"/>
                  <a:pt x="1229776" y="72729"/>
                  <a:pt x="1229903" y="74577"/>
                </a:cubicBezTo>
                <a:cubicBezTo>
                  <a:pt x="1230032" y="76425"/>
                  <a:pt x="1230097" y="79134"/>
                  <a:pt x="1230097" y="82703"/>
                </a:cubicBezTo>
                <a:lnTo>
                  <a:pt x="1230097" y="121247"/>
                </a:lnTo>
                <a:cubicBezTo>
                  <a:pt x="1230097" y="122013"/>
                  <a:pt x="1230225" y="123003"/>
                  <a:pt x="1230482" y="124217"/>
                </a:cubicBezTo>
                <a:cubicBezTo>
                  <a:pt x="1230738" y="125428"/>
                  <a:pt x="1231444" y="126832"/>
                  <a:pt x="1232599" y="128428"/>
                </a:cubicBezTo>
                <a:cubicBezTo>
                  <a:pt x="1233754" y="130024"/>
                  <a:pt x="1235294" y="130822"/>
                  <a:pt x="1237219" y="130822"/>
                </a:cubicBezTo>
                <a:cubicBezTo>
                  <a:pt x="1241838" y="130822"/>
                  <a:pt x="1244147" y="126737"/>
                  <a:pt x="1244147" y="118569"/>
                </a:cubicBezTo>
                <a:lnTo>
                  <a:pt x="1244147" y="107846"/>
                </a:lnTo>
                <a:lnTo>
                  <a:pt x="1248958" y="107846"/>
                </a:lnTo>
                <a:lnTo>
                  <a:pt x="1248958" y="118598"/>
                </a:lnTo>
                <a:cubicBezTo>
                  <a:pt x="1248958" y="125381"/>
                  <a:pt x="1247161" y="130116"/>
                  <a:pt x="1243568" y="132804"/>
                </a:cubicBezTo>
                <a:cubicBezTo>
                  <a:pt x="1239976" y="135492"/>
                  <a:pt x="1236511" y="136836"/>
                  <a:pt x="1233175" y="136836"/>
                </a:cubicBezTo>
                <a:cubicBezTo>
                  <a:pt x="1228940" y="136836"/>
                  <a:pt x="1225475" y="135265"/>
                  <a:pt x="1222781" y="132123"/>
                </a:cubicBezTo>
                <a:cubicBezTo>
                  <a:pt x="1220087" y="128978"/>
                  <a:pt x="1218547" y="125289"/>
                  <a:pt x="1218161" y="121056"/>
                </a:cubicBezTo>
                <a:cubicBezTo>
                  <a:pt x="1216237" y="125926"/>
                  <a:pt x="1213061" y="129930"/>
                  <a:pt x="1208634" y="133068"/>
                </a:cubicBezTo>
                <a:cubicBezTo>
                  <a:pt x="1204207" y="136207"/>
                  <a:pt x="1198978" y="137776"/>
                  <a:pt x="1192948" y="137776"/>
                </a:cubicBezTo>
                <a:cubicBezTo>
                  <a:pt x="1188329" y="137776"/>
                  <a:pt x="1183839" y="137200"/>
                  <a:pt x="1179476" y="136046"/>
                </a:cubicBezTo>
                <a:cubicBezTo>
                  <a:pt x="1175114" y="134895"/>
                  <a:pt x="1171136" y="132720"/>
                  <a:pt x="1167544" y="129521"/>
                </a:cubicBezTo>
                <a:cubicBezTo>
                  <a:pt x="1163951" y="126319"/>
                  <a:pt x="1162154" y="122286"/>
                  <a:pt x="1162154" y="117421"/>
                </a:cubicBezTo>
                <a:moveTo>
                  <a:pt x="1176974" y="117227"/>
                </a:moveTo>
                <a:cubicBezTo>
                  <a:pt x="1176974" y="121936"/>
                  <a:pt x="1178674" y="125817"/>
                  <a:pt x="1182073" y="128872"/>
                </a:cubicBezTo>
                <a:cubicBezTo>
                  <a:pt x="1185473" y="131926"/>
                  <a:pt x="1189548" y="133453"/>
                  <a:pt x="1194296" y="133453"/>
                </a:cubicBezTo>
                <a:cubicBezTo>
                  <a:pt x="1199686" y="133453"/>
                  <a:pt x="1204787" y="131382"/>
                  <a:pt x="1209597" y="127239"/>
                </a:cubicBezTo>
                <a:cubicBezTo>
                  <a:pt x="1214410" y="123094"/>
                  <a:pt x="1216816" y="116942"/>
                  <a:pt x="1216816" y="108783"/>
                </a:cubicBezTo>
                <a:lnTo>
                  <a:pt x="1216816" y="89658"/>
                </a:lnTo>
                <a:cubicBezTo>
                  <a:pt x="1202572" y="90169"/>
                  <a:pt x="1192370" y="93232"/>
                  <a:pt x="1186211" y="98848"/>
                </a:cubicBezTo>
                <a:cubicBezTo>
                  <a:pt x="1180053" y="104463"/>
                  <a:pt x="1176974" y="110589"/>
                  <a:pt x="1176974" y="117227"/>
                </a:cubicBezTo>
                <a:close/>
                <a:moveTo>
                  <a:pt x="1269070" y="125004"/>
                </a:moveTo>
                <a:cubicBezTo>
                  <a:pt x="1260923" y="116489"/>
                  <a:pt x="1256849" y="106178"/>
                  <a:pt x="1256849" y="94072"/>
                </a:cubicBezTo>
                <a:cubicBezTo>
                  <a:pt x="1256849" y="81966"/>
                  <a:pt x="1260859" y="71531"/>
                  <a:pt x="1268879" y="62768"/>
                </a:cubicBezTo>
                <a:cubicBezTo>
                  <a:pt x="1276899" y="54004"/>
                  <a:pt x="1286812" y="49622"/>
                  <a:pt x="1298618" y="49622"/>
                </a:cubicBezTo>
                <a:cubicBezTo>
                  <a:pt x="1306446" y="49622"/>
                  <a:pt x="1313311" y="51484"/>
                  <a:pt x="1319212" y="55208"/>
                </a:cubicBezTo>
                <a:cubicBezTo>
                  <a:pt x="1325115" y="58932"/>
                  <a:pt x="1328067" y="63939"/>
                  <a:pt x="1328067" y="70230"/>
                </a:cubicBezTo>
                <a:cubicBezTo>
                  <a:pt x="1328067" y="73009"/>
                  <a:pt x="1327232" y="75187"/>
                  <a:pt x="1325564" y="76765"/>
                </a:cubicBezTo>
                <a:cubicBezTo>
                  <a:pt x="1323896" y="78343"/>
                  <a:pt x="1321779" y="79132"/>
                  <a:pt x="1319212" y="79132"/>
                </a:cubicBezTo>
                <a:cubicBezTo>
                  <a:pt x="1316518" y="79132"/>
                  <a:pt x="1314368" y="78312"/>
                  <a:pt x="1312762" y="76671"/>
                </a:cubicBezTo>
                <a:cubicBezTo>
                  <a:pt x="1311159" y="75028"/>
                  <a:pt x="1310357" y="72944"/>
                  <a:pt x="1310357" y="70418"/>
                </a:cubicBezTo>
                <a:cubicBezTo>
                  <a:pt x="1310357" y="69283"/>
                  <a:pt x="1310549" y="68178"/>
                  <a:pt x="1310933" y="67105"/>
                </a:cubicBezTo>
                <a:cubicBezTo>
                  <a:pt x="1311318" y="66030"/>
                  <a:pt x="1312217" y="64894"/>
                  <a:pt x="1313629" y="63696"/>
                </a:cubicBezTo>
                <a:cubicBezTo>
                  <a:pt x="1315040" y="62495"/>
                  <a:pt x="1316965" y="61832"/>
                  <a:pt x="1319403" y="61704"/>
                </a:cubicBezTo>
                <a:cubicBezTo>
                  <a:pt x="1314784" y="57033"/>
                  <a:pt x="1307919" y="54697"/>
                  <a:pt x="1298809" y="54697"/>
                </a:cubicBezTo>
                <a:cubicBezTo>
                  <a:pt x="1292266" y="54697"/>
                  <a:pt x="1286299" y="57740"/>
                  <a:pt x="1280909" y="63825"/>
                </a:cubicBezTo>
                <a:cubicBezTo>
                  <a:pt x="1275520" y="69908"/>
                  <a:pt x="1272826" y="79857"/>
                  <a:pt x="1272826" y="93673"/>
                </a:cubicBezTo>
                <a:cubicBezTo>
                  <a:pt x="1272826" y="100942"/>
                  <a:pt x="1273724" y="107256"/>
                  <a:pt x="1275519" y="112613"/>
                </a:cubicBezTo>
                <a:cubicBezTo>
                  <a:pt x="1277317" y="117970"/>
                  <a:pt x="1279691" y="122020"/>
                  <a:pt x="1282641" y="124763"/>
                </a:cubicBezTo>
                <a:cubicBezTo>
                  <a:pt x="1285592" y="127504"/>
                  <a:pt x="1288510" y="129513"/>
                  <a:pt x="1291396" y="130789"/>
                </a:cubicBezTo>
                <a:cubicBezTo>
                  <a:pt x="1294284" y="132064"/>
                  <a:pt x="1297140" y="132701"/>
                  <a:pt x="1299963" y="132701"/>
                </a:cubicBezTo>
                <a:cubicBezTo>
                  <a:pt x="1312539" y="132701"/>
                  <a:pt x="1320945" y="126066"/>
                  <a:pt x="1325180" y="112795"/>
                </a:cubicBezTo>
                <a:cubicBezTo>
                  <a:pt x="1325563" y="111530"/>
                  <a:pt x="1326396" y="110898"/>
                  <a:pt x="1327679" y="110898"/>
                </a:cubicBezTo>
                <a:cubicBezTo>
                  <a:pt x="1329347" y="110898"/>
                  <a:pt x="1330181" y="111538"/>
                  <a:pt x="1330181" y="112818"/>
                </a:cubicBezTo>
                <a:cubicBezTo>
                  <a:pt x="1330181" y="113459"/>
                  <a:pt x="1329925" y="114579"/>
                  <a:pt x="1329412" y="116178"/>
                </a:cubicBezTo>
                <a:cubicBezTo>
                  <a:pt x="1328899" y="117778"/>
                  <a:pt x="1327872" y="119858"/>
                  <a:pt x="1326331" y="122419"/>
                </a:cubicBezTo>
                <a:cubicBezTo>
                  <a:pt x="1324792" y="124978"/>
                  <a:pt x="1322900" y="127378"/>
                  <a:pt x="1320654" y="129617"/>
                </a:cubicBezTo>
                <a:cubicBezTo>
                  <a:pt x="1318408" y="131857"/>
                  <a:pt x="1315328" y="133777"/>
                  <a:pt x="1311414" y="135377"/>
                </a:cubicBezTo>
                <a:cubicBezTo>
                  <a:pt x="1307500" y="136976"/>
                  <a:pt x="1303106" y="137776"/>
                  <a:pt x="1298230" y="137776"/>
                </a:cubicBezTo>
                <a:cubicBezTo>
                  <a:pt x="1286939" y="137776"/>
                  <a:pt x="1277219" y="133519"/>
                  <a:pt x="1269070" y="125004"/>
                </a:cubicBezTo>
                <a:close/>
                <a:moveTo>
                  <a:pt x="1339421" y="58832"/>
                </a:moveTo>
                <a:lnTo>
                  <a:pt x="1339421" y="54509"/>
                </a:lnTo>
                <a:cubicBezTo>
                  <a:pt x="1345324" y="54253"/>
                  <a:pt x="1350231" y="52035"/>
                  <a:pt x="1354143" y="47857"/>
                </a:cubicBezTo>
                <a:cubicBezTo>
                  <a:pt x="1358057" y="43679"/>
                  <a:pt x="1360688" y="39019"/>
                  <a:pt x="1362035" y="33877"/>
                </a:cubicBezTo>
                <a:cubicBezTo>
                  <a:pt x="1363382" y="28734"/>
                  <a:pt x="1364120" y="23205"/>
                  <a:pt x="1364249" y="17293"/>
                </a:cubicBezTo>
                <a:lnTo>
                  <a:pt x="1369063" y="17293"/>
                </a:lnTo>
                <a:lnTo>
                  <a:pt x="1369063" y="52817"/>
                </a:lnTo>
                <a:lnTo>
                  <a:pt x="1396585" y="52817"/>
                </a:lnTo>
                <a:lnTo>
                  <a:pt x="1396585" y="58832"/>
                </a:lnTo>
                <a:lnTo>
                  <a:pt x="1369063" y="58832"/>
                </a:lnTo>
                <a:lnTo>
                  <a:pt x="1369063" y="112034"/>
                </a:lnTo>
                <a:cubicBezTo>
                  <a:pt x="1369063" y="125812"/>
                  <a:pt x="1373361" y="132701"/>
                  <a:pt x="1381959" y="132701"/>
                </a:cubicBezTo>
                <a:cubicBezTo>
                  <a:pt x="1385681" y="132701"/>
                  <a:pt x="1388761" y="130831"/>
                  <a:pt x="1391198" y="127092"/>
                </a:cubicBezTo>
                <a:cubicBezTo>
                  <a:pt x="1393636" y="123350"/>
                  <a:pt x="1394855" y="118119"/>
                  <a:pt x="1394855" y="111397"/>
                </a:cubicBezTo>
                <a:lnTo>
                  <a:pt x="1394855" y="100936"/>
                </a:lnTo>
                <a:lnTo>
                  <a:pt x="1399665" y="100936"/>
                </a:lnTo>
                <a:lnTo>
                  <a:pt x="1399665" y="111873"/>
                </a:lnTo>
                <a:cubicBezTo>
                  <a:pt x="1399665" y="118780"/>
                  <a:pt x="1398061" y="124824"/>
                  <a:pt x="1394852" y="130005"/>
                </a:cubicBezTo>
                <a:cubicBezTo>
                  <a:pt x="1391645" y="135186"/>
                  <a:pt x="1386898" y="137776"/>
                  <a:pt x="1380611" y="137776"/>
                </a:cubicBezTo>
                <a:cubicBezTo>
                  <a:pt x="1378300" y="137776"/>
                  <a:pt x="1375990" y="137487"/>
                  <a:pt x="1373680" y="136910"/>
                </a:cubicBezTo>
                <a:cubicBezTo>
                  <a:pt x="1371371" y="136334"/>
                  <a:pt x="1368742" y="135279"/>
                  <a:pt x="1365791" y="133744"/>
                </a:cubicBezTo>
                <a:cubicBezTo>
                  <a:pt x="1362840" y="132207"/>
                  <a:pt x="1360434" y="129550"/>
                  <a:pt x="1358572" y="125773"/>
                </a:cubicBezTo>
                <a:cubicBezTo>
                  <a:pt x="1356712" y="121994"/>
                  <a:pt x="1355782" y="117352"/>
                  <a:pt x="1355782" y="111846"/>
                </a:cubicBezTo>
                <a:lnTo>
                  <a:pt x="1355782" y="58832"/>
                </a:lnTo>
                <a:lnTo>
                  <a:pt x="1339421" y="58832"/>
                </a:lnTo>
                <a:close/>
                <a:moveTo>
                  <a:pt x="1416796" y="135709"/>
                </a:moveTo>
                <a:lnTo>
                  <a:pt x="1416796" y="129694"/>
                </a:lnTo>
                <a:cubicBezTo>
                  <a:pt x="1423596" y="129694"/>
                  <a:pt x="1427797" y="129278"/>
                  <a:pt x="1429401" y="128446"/>
                </a:cubicBezTo>
                <a:cubicBezTo>
                  <a:pt x="1431004" y="127614"/>
                  <a:pt x="1431806" y="125149"/>
                  <a:pt x="1431806" y="121053"/>
                </a:cubicBezTo>
                <a:lnTo>
                  <a:pt x="1431806" y="69393"/>
                </a:lnTo>
                <a:cubicBezTo>
                  <a:pt x="1431806" y="64657"/>
                  <a:pt x="1431004" y="61713"/>
                  <a:pt x="1429401" y="60562"/>
                </a:cubicBezTo>
                <a:cubicBezTo>
                  <a:pt x="1427797" y="59409"/>
                  <a:pt x="1423852" y="58832"/>
                  <a:pt x="1417565" y="58832"/>
                </a:cubicBezTo>
                <a:lnTo>
                  <a:pt x="1417565" y="52817"/>
                </a:lnTo>
                <a:lnTo>
                  <a:pt x="1444511" y="50750"/>
                </a:lnTo>
                <a:lnTo>
                  <a:pt x="1444511" y="121241"/>
                </a:lnTo>
                <a:cubicBezTo>
                  <a:pt x="1444511" y="125083"/>
                  <a:pt x="1445185" y="127452"/>
                  <a:pt x="1446532" y="128349"/>
                </a:cubicBezTo>
                <a:cubicBezTo>
                  <a:pt x="1447879" y="129245"/>
                  <a:pt x="1451696" y="129694"/>
                  <a:pt x="1457983" y="129694"/>
                </a:cubicBezTo>
                <a:lnTo>
                  <a:pt x="1457983" y="135709"/>
                </a:lnTo>
                <a:cubicBezTo>
                  <a:pt x="1444896" y="135321"/>
                  <a:pt x="1438224" y="135127"/>
                  <a:pt x="1437968" y="135127"/>
                </a:cubicBezTo>
                <a:cubicBezTo>
                  <a:pt x="1436170" y="135127"/>
                  <a:pt x="1429113" y="135321"/>
                  <a:pt x="1416796" y="135709"/>
                </a:cubicBezTo>
                <a:moveTo>
                  <a:pt x="1424878" y="17011"/>
                </a:moveTo>
                <a:cubicBezTo>
                  <a:pt x="1424878" y="14434"/>
                  <a:pt x="1425873" y="12082"/>
                  <a:pt x="1427862" y="9956"/>
                </a:cubicBezTo>
                <a:cubicBezTo>
                  <a:pt x="1429851" y="7830"/>
                  <a:pt x="1432257" y="6767"/>
                  <a:pt x="1435078" y="6767"/>
                </a:cubicBezTo>
                <a:cubicBezTo>
                  <a:pt x="1437901" y="6767"/>
                  <a:pt x="1440308" y="7733"/>
                  <a:pt x="1442297" y="9665"/>
                </a:cubicBezTo>
                <a:cubicBezTo>
                  <a:pt x="1444286" y="11598"/>
                  <a:pt x="1445281" y="14046"/>
                  <a:pt x="1445281" y="17011"/>
                </a:cubicBezTo>
                <a:cubicBezTo>
                  <a:pt x="1445281" y="19975"/>
                  <a:pt x="1444286" y="22423"/>
                  <a:pt x="1442297" y="24356"/>
                </a:cubicBezTo>
                <a:cubicBezTo>
                  <a:pt x="1440310" y="26288"/>
                  <a:pt x="1437904" y="27254"/>
                  <a:pt x="1435081" y="27254"/>
                </a:cubicBezTo>
                <a:cubicBezTo>
                  <a:pt x="1432128" y="27254"/>
                  <a:pt x="1429690" y="26224"/>
                  <a:pt x="1427765" y="24162"/>
                </a:cubicBezTo>
                <a:cubicBezTo>
                  <a:pt x="1425840" y="22100"/>
                  <a:pt x="1424878" y="19716"/>
                  <a:pt x="1424878" y="17011"/>
                </a:cubicBezTo>
                <a:close/>
                <a:moveTo>
                  <a:pt x="1481850" y="125203"/>
                </a:moveTo>
                <a:cubicBezTo>
                  <a:pt x="1473382" y="116821"/>
                  <a:pt x="1469148" y="106577"/>
                  <a:pt x="1469148" y="94472"/>
                </a:cubicBezTo>
                <a:cubicBezTo>
                  <a:pt x="1469148" y="82364"/>
                  <a:pt x="1473286" y="71862"/>
                  <a:pt x="1481562" y="62967"/>
                </a:cubicBezTo>
                <a:cubicBezTo>
                  <a:pt x="1489838" y="54070"/>
                  <a:pt x="1499943" y="49622"/>
                  <a:pt x="1511877" y="49622"/>
                </a:cubicBezTo>
                <a:cubicBezTo>
                  <a:pt x="1523554" y="49622"/>
                  <a:pt x="1533562" y="54030"/>
                  <a:pt x="1541901" y="62847"/>
                </a:cubicBezTo>
                <a:cubicBezTo>
                  <a:pt x="1550242" y="71663"/>
                  <a:pt x="1554412" y="82205"/>
                  <a:pt x="1554412" y="94472"/>
                </a:cubicBezTo>
                <a:cubicBezTo>
                  <a:pt x="1554412" y="106532"/>
                  <a:pt x="1550210" y="116766"/>
                  <a:pt x="1541804" y="125171"/>
                </a:cubicBezTo>
                <a:cubicBezTo>
                  <a:pt x="1533401" y="133574"/>
                  <a:pt x="1523360" y="137776"/>
                  <a:pt x="1511683" y="137776"/>
                </a:cubicBezTo>
                <a:cubicBezTo>
                  <a:pt x="1500263" y="137776"/>
                  <a:pt x="1490318" y="133585"/>
                  <a:pt x="1481850" y="125203"/>
                </a:cubicBezTo>
                <a:moveTo>
                  <a:pt x="1485122" y="92941"/>
                </a:moveTo>
                <a:cubicBezTo>
                  <a:pt x="1485122" y="105302"/>
                  <a:pt x="1486725" y="114286"/>
                  <a:pt x="1489932" y="119893"/>
                </a:cubicBezTo>
                <a:cubicBezTo>
                  <a:pt x="1494937" y="128432"/>
                  <a:pt x="1502252" y="132701"/>
                  <a:pt x="1511877" y="132701"/>
                </a:cubicBezTo>
                <a:cubicBezTo>
                  <a:pt x="1516625" y="132701"/>
                  <a:pt x="1520987" y="131428"/>
                  <a:pt x="1524964" y="128880"/>
                </a:cubicBezTo>
                <a:cubicBezTo>
                  <a:pt x="1528942" y="126331"/>
                  <a:pt x="1532022" y="122890"/>
                  <a:pt x="1534203" y="118557"/>
                </a:cubicBezTo>
                <a:cubicBezTo>
                  <a:pt x="1537027" y="112950"/>
                  <a:pt x="1538438" y="104411"/>
                  <a:pt x="1538438" y="92941"/>
                </a:cubicBezTo>
                <a:cubicBezTo>
                  <a:pt x="1538438" y="80706"/>
                  <a:pt x="1536770" y="71849"/>
                  <a:pt x="1533434" y="66371"/>
                </a:cubicBezTo>
                <a:cubicBezTo>
                  <a:pt x="1528429" y="58087"/>
                  <a:pt x="1521179" y="53945"/>
                  <a:pt x="1511683" y="53945"/>
                </a:cubicBezTo>
                <a:cubicBezTo>
                  <a:pt x="1507577" y="53945"/>
                  <a:pt x="1503503" y="55029"/>
                  <a:pt x="1499460" y="57196"/>
                </a:cubicBezTo>
                <a:cubicBezTo>
                  <a:pt x="1495419" y="59362"/>
                  <a:pt x="1492179" y="62547"/>
                  <a:pt x="1489742" y="66753"/>
                </a:cubicBezTo>
                <a:cubicBezTo>
                  <a:pt x="1486662" y="72361"/>
                  <a:pt x="1485122" y="81090"/>
                  <a:pt x="1485122" y="92941"/>
                </a:cubicBezTo>
                <a:close/>
                <a:moveTo>
                  <a:pt x="1566154" y="135709"/>
                </a:moveTo>
                <a:lnTo>
                  <a:pt x="1566154" y="129694"/>
                </a:lnTo>
                <a:cubicBezTo>
                  <a:pt x="1572956" y="129694"/>
                  <a:pt x="1577159" y="129278"/>
                  <a:pt x="1578762" y="128446"/>
                </a:cubicBezTo>
                <a:cubicBezTo>
                  <a:pt x="1580366" y="127614"/>
                  <a:pt x="1581167" y="125149"/>
                  <a:pt x="1581167" y="121053"/>
                </a:cubicBezTo>
                <a:lnTo>
                  <a:pt x="1581167" y="69587"/>
                </a:lnTo>
                <a:cubicBezTo>
                  <a:pt x="1581167" y="64849"/>
                  <a:pt x="1580333" y="61872"/>
                  <a:pt x="1578665" y="60656"/>
                </a:cubicBezTo>
                <a:cubicBezTo>
                  <a:pt x="1576997" y="59440"/>
                  <a:pt x="1572827" y="58832"/>
                  <a:pt x="1566154" y="58832"/>
                </a:cubicBezTo>
                <a:lnTo>
                  <a:pt x="1566154" y="52867"/>
                </a:lnTo>
                <a:lnTo>
                  <a:pt x="1593294" y="50750"/>
                </a:lnTo>
                <a:lnTo>
                  <a:pt x="1593294" y="70929"/>
                </a:lnTo>
                <a:cubicBezTo>
                  <a:pt x="1599324" y="57476"/>
                  <a:pt x="1608819" y="50750"/>
                  <a:pt x="1621779" y="50750"/>
                </a:cubicBezTo>
                <a:cubicBezTo>
                  <a:pt x="1631402" y="50750"/>
                  <a:pt x="1638139" y="53119"/>
                  <a:pt x="1641988" y="57857"/>
                </a:cubicBezTo>
                <a:cubicBezTo>
                  <a:pt x="1644811" y="61060"/>
                  <a:pt x="1646512" y="64455"/>
                  <a:pt x="1647089" y="68042"/>
                </a:cubicBezTo>
                <a:cubicBezTo>
                  <a:pt x="1647667" y="71627"/>
                  <a:pt x="1647956" y="78031"/>
                  <a:pt x="1647956" y="87253"/>
                </a:cubicBezTo>
                <a:lnTo>
                  <a:pt x="1647956" y="123932"/>
                </a:lnTo>
                <a:cubicBezTo>
                  <a:pt x="1648085" y="126620"/>
                  <a:pt x="1649175" y="128253"/>
                  <a:pt x="1651227" y="128830"/>
                </a:cubicBezTo>
                <a:cubicBezTo>
                  <a:pt x="1653281" y="129406"/>
                  <a:pt x="1657195" y="129694"/>
                  <a:pt x="1662969" y="129694"/>
                </a:cubicBezTo>
                <a:lnTo>
                  <a:pt x="1662969" y="135709"/>
                </a:lnTo>
                <a:cubicBezTo>
                  <a:pt x="1649880" y="135321"/>
                  <a:pt x="1642695" y="135127"/>
                  <a:pt x="1641412" y="135127"/>
                </a:cubicBezTo>
                <a:cubicBezTo>
                  <a:pt x="1640386" y="135127"/>
                  <a:pt x="1633136" y="135321"/>
                  <a:pt x="1619662" y="135709"/>
                </a:cubicBezTo>
                <a:lnTo>
                  <a:pt x="1619662" y="129694"/>
                </a:lnTo>
                <a:cubicBezTo>
                  <a:pt x="1626463" y="129694"/>
                  <a:pt x="1630666" y="129279"/>
                  <a:pt x="1632270" y="128449"/>
                </a:cubicBezTo>
                <a:cubicBezTo>
                  <a:pt x="1633873" y="127616"/>
                  <a:pt x="1634675" y="125154"/>
                  <a:pt x="1634675" y="121062"/>
                </a:cubicBezTo>
                <a:lnTo>
                  <a:pt x="1634675" y="76365"/>
                </a:lnTo>
                <a:cubicBezTo>
                  <a:pt x="1634675" y="69844"/>
                  <a:pt x="1633680" y="64665"/>
                  <a:pt x="1631691" y="60829"/>
                </a:cubicBezTo>
                <a:cubicBezTo>
                  <a:pt x="1629702" y="56992"/>
                  <a:pt x="1625948" y="55073"/>
                  <a:pt x="1620431" y="55073"/>
                </a:cubicBezTo>
                <a:cubicBezTo>
                  <a:pt x="1613758" y="55073"/>
                  <a:pt x="1607759" y="57855"/>
                  <a:pt x="1602434" y="63420"/>
                </a:cubicBezTo>
                <a:cubicBezTo>
                  <a:pt x="1597110" y="68982"/>
                  <a:pt x="1594448" y="76431"/>
                  <a:pt x="1594448" y="85767"/>
                </a:cubicBezTo>
                <a:lnTo>
                  <a:pt x="1594448" y="121062"/>
                </a:lnTo>
                <a:cubicBezTo>
                  <a:pt x="1594448" y="125154"/>
                  <a:pt x="1595250" y="127616"/>
                  <a:pt x="1596853" y="128449"/>
                </a:cubicBezTo>
                <a:cubicBezTo>
                  <a:pt x="1598457" y="129279"/>
                  <a:pt x="1602660" y="129694"/>
                  <a:pt x="1609462" y="129694"/>
                </a:cubicBezTo>
                <a:lnTo>
                  <a:pt x="1609462" y="135709"/>
                </a:lnTo>
                <a:cubicBezTo>
                  <a:pt x="1596373" y="135321"/>
                  <a:pt x="1589187" y="135127"/>
                  <a:pt x="1587905" y="135127"/>
                </a:cubicBezTo>
                <a:cubicBezTo>
                  <a:pt x="1586879" y="135127"/>
                  <a:pt x="1579629" y="135321"/>
                  <a:pt x="1566154" y="13570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LearningSignals">
            <a:extLst xmlns:a="http://schemas.openxmlformats.org/drawingml/2006/main">
              <a:ext uri="{FF2B5EF4-FFF2-40B4-BE49-F238E27FC236}">
                <a16:creationId xmlns:a16="http://schemas.microsoft.com/office/drawing/2014/main" id="{D02412BD-7269-4780-A24A-804F69CA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498" y="3552405"/>
            <a:ext cx="1380225" cy="175369"/>
          </a:xfrm>
          <a:custGeom xmlns:a="http://schemas.openxmlformats.org/drawingml/2006/main">
            <a:pathLst>
              <a:path w="1380225" h="175369">
                <a:moveTo>
                  <a:pt x="0" y="135709"/>
                </a:moveTo>
                <a:lnTo>
                  <a:pt x="0" y="129694"/>
                </a:lnTo>
                <a:lnTo>
                  <a:pt x="4620" y="129694"/>
                </a:lnTo>
                <a:cubicBezTo>
                  <a:pt x="11549" y="129694"/>
                  <a:pt x="15815" y="129117"/>
                  <a:pt x="17419" y="127964"/>
                </a:cubicBezTo>
                <a:cubicBezTo>
                  <a:pt x="19022" y="126811"/>
                  <a:pt x="19824" y="124376"/>
                  <a:pt x="19824" y="120660"/>
                </a:cubicBezTo>
                <a:lnTo>
                  <a:pt x="19824" y="19372"/>
                </a:lnTo>
                <a:cubicBezTo>
                  <a:pt x="19824" y="15656"/>
                  <a:pt x="19022" y="13221"/>
                  <a:pt x="17419" y="12068"/>
                </a:cubicBezTo>
                <a:cubicBezTo>
                  <a:pt x="15815" y="10915"/>
                  <a:pt x="11549" y="10338"/>
                  <a:pt x="4620" y="10338"/>
                </a:cubicBezTo>
                <a:lnTo>
                  <a:pt x="0" y="10338"/>
                </a:lnTo>
                <a:lnTo>
                  <a:pt x="0" y="4323"/>
                </a:lnTo>
                <a:cubicBezTo>
                  <a:pt x="4492" y="4711"/>
                  <a:pt x="14243" y="4905"/>
                  <a:pt x="29255" y="4905"/>
                </a:cubicBezTo>
                <a:cubicBezTo>
                  <a:pt x="46193" y="4905"/>
                  <a:pt x="56971" y="4711"/>
                  <a:pt x="61590" y="4323"/>
                </a:cubicBezTo>
                <a:lnTo>
                  <a:pt x="61590" y="10338"/>
                </a:lnTo>
                <a:lnTo>
                  <a:pt x="55237" y="10338"/>
                </a:lnTo>
                <a:cubicBezTo>
                  <a:pt x="49336" y="10338"/>
                  <a:pt x="45038" y="10723"/>
                  <a:pt x="42344" y="11492"/>
                </a:cubicBezTo>
                <a:cubicBezTo>
                  <a:pt x="39650" y="12260"/>
                  <a:pt x="38078" y="13156"/>
                  <a:pt x="37628" y="14182"/>
                </a:cubicBezTo>
                <a:cubicBezTo>
                  <a:pt x="37179" y="15206"/>
                  <a:pt x="36955" y="17000"/>
                  <a:pt x="36955" y="19563"/>
                </a:cubicBezTo>
                <a:lnTo>
                  <a:pt x="36955" y="122005"/>
                </a:lnTo>
                <a:cubicBezTo>
                  <a:pt x="36955" y="125337"/>
                  <a:pt x="37436" y="127452"/>
                  <a:pt x="38397" y="128349"/>
                </a:cubicBezTo>
                <a:cubicBezTo>
                  <a:pt x="39360" y="129245"/>
                  <a:pt x="42023" y="129694"/>
                  <a:pt x="46386" y="129694"/>
                </a:cubicBezTo>
                <a:lnTo>
                  <a:pt x="62168" y="129694"/>
                </a:lnTo>
                <a:cubicBezTo>
                  <a:pt x="68712" y="129694"/>
                  <a:pt x="74325" y="128733"/>
                  <a:pt x="79009" y="126813"/>
                </a:cubicBezTo>
                <a:cubicBezTo>
                  <a:pt x="83692" y="124890"/>
                  <a:pt x="87285" y="122712"/>
                  <a:pt x="89787" y="120278"/>
                </a:cubicBezTo>
                <a:cubicBezTo>
                  <a:pt x="92289" y="117844"/>
                  <a:pt x="94375" y="114322"/>
                  <a:pt x="96043" y="109711"/>
                </a:cubicBezTo>
                <a:cubicBezTo>
                  <a:pt x="97711" y="105100"/>
                  <a:pt x="98801" y="101308"/>
                  <a:pt x="99314" y="98334"/>
                </a:cubicBezTo>
                <a:cubicBezTo>
                  <a:pt x="99827" y="95359"/>
                  <a:pt x="100341" y="91277"/>
                  <a:pt x="100856" y="86087"/>
                </a:cubicBezTo>
                <a:lnTo>
                  <a:pt x="105667" y="86087"/>
                </a:lnTo>
                <a:lnTo>
                  <a:pt x="100278" y="135709"/>
                </a:lnTo>
                <a:lnTo>
                  <a:pt x="0" y="135709"/>
                </a:lnTo>
                <a:close/>
                <a:moveTo>
                  <a:pt x="119333" y="93447"/>
                </a:moveTo>
                <a:cubicBezTo>
                  <a:pt x="119333" y="81401"/>
                  <a:pt x="123214" y="71086"/>
                  <a:pt x="130978" y="62500"/>
                </a:cubicBezTo>
                <a:cubicBezTo>
                  <a:pt x="138741" y="53915"/>
                  <a:pt x="148204" y="49622"/>
                  <a:pt x="159366" y="49622"/>
                </a:cubicBezTo>
                <a:cubicBezTo>
                  <a:pt x="170657" y="49622"/>
                  <a:pt x="179222" y="53248"/>
                  <a:pt x="185061" y="60500"/>
                </a:cubicBezTo>
                <a:cubicBezTo>
                  <a:pt x="190899" y="67753"/>
                  <a:pt x="193819" y="76595"/>
                  <a:pt x="193819" y="87026"/>
                </a:cubicBezTo>
                <a:cubicBezTo>
                  <a:pt x="193819" y="89084"/>
                  <a:pt x="193562" y="90320"/>
                  <a:pt x="193049" y="90733"/>
                </a:cubicBezTo>
                <a:cubicBezTo>
                  <a:pt x="192536" y="91144"/>
                  <a:pt x="191189" y="91350"/>
                  <a:pt x="189008" y="91350"/>
                </a:cubicBezTo>
                <a:lnTo>
                  <a:pt x="135307" y="91350"/>
                </a:lnTo>
                <a:cubicBezTo>
                  <a:pt x="135307" y="104307"/>
                  <a:pt x="137231" y="113836"/>
                  <a:pt x="141081" y="119935"/>
                </a:cubicBezTo>
                <a:cubicBezTo>
                  <a:pt x="146471" y="128446"/>
                  <a:pt x="153721" y="132701"/>
                  <a:pt x="162831" y="132701"/>
                </a:cubicBezTo>
                <a:cubicBezTo>
                  <a:pt x="164114" y="132701"/>
                  <a:pt x="165493" y="132575"/>
                  <a:pt x="166970" y="132322"/>
                </a:cubicBezTo>
                <a:cubicBezTo>
                  <a:pt x="168446" y="132070"/>
                  <a:pt x="170724" y="131407"/>
                  <a:pt x="173804" y="130334"/>
                </a:cubicBezTo>
                <a:cubicBezTo>
                  <a:pt x="176884" y="129259"/>
                  <a:pt x="179771" y="127268"/>
                  <a:pt x="182465" y="124360"/>
                </a:cubicBezTo>
                <a:cubicBezTo>
                  <a:pt x="185161" y="121453"/>
                  <a:pt x="187278" y="117725"/>
                  <a:pt x="188817" y="113177"/>
                </a:cubicBezTo>
                <a:cubicBezTo>
                  <a:pt x="189203" y="111407"/>
                  <a:pt x="190037" y="110522"/>
                  <a:pt x="191319" y="110522"/>
                </a:cubicBezTo>
                <a:cubicBezTo>
                  <a:pt x="192986" y="110522"/>
                  <a:pt x="193819" y="111289"/>
                  <a:pt x="193819" y="112824"/>
                </a:cubicBezTo>
                <a:cubicBezTo>
                  <a:pt x="193819" y="113976"/>
                  <a:pt x="193209" y="115799"/>
                  <a:pt x="191989" y="118296"/>
                </a:cubicBezTo>
                <a:cubicBezTo>
                  <a:pt x="190771" y="120790"/>
                  <a:pt x="189007" y="123541"/>
                  <a:pt x="186697" y="126548"/>
                </a:cubicBezTo>
                <a:cubicBezTo>
                  <a:pt x="184388" y="129556"/>
                  <a:pt x="180988" y="132179"/>
                  <a:pt x="176497" y="134419"/>
                </a:cubicBezTo>
                <a:cubicBezTo>
                  <a:pt x="172005" y="136657"/>
                  <a:pt x="167065" y="137776"/>
                  <a:pt x="161677" y="137776"/>
                </a:cubicBezTo>
                <a:cubicBezTo>
                  <a:pt x="150386" y="137776"/>
                  <a:pt x="140505" y="133523"/>
                  <a:pt x="132035" y="125015"/>
                </a:cubicBezTo>
                <a:cubicBezTo>
                  <a:pt x="123567" y="116508"/>
                  <a:pt x="119333" y="105985"/>
                  <a:pt x="119333" y="93447"/>
                </a:cubicBezTo>
                <a:moveTo>
                  <a:pt x="135501" y="87026"/>
                </a:moveTo>
                <a:lnTo>
                  <a:pt x="181117" y="87026"/>
                </a:lnTo>
                <a:cubicBezTo>
                  <a:pt x="181117" y="84366"/>
                  <a:pt x="180891" y="81546"/>
                  <a:pt x="180441" y="78568"/>
                </a:cubicBezTo>
                <a:cubicBezTo>
                  <a:pt x="179993" y="75588"/>
                  <a:pt x="179095" y="72038"/>
                  <a:pt x="177748" y="67919"/>
                </a:cubicBezTo>
                <a:cubicBezTo>
                  <a:pt x="176401" y="63799"/>
                  <a:pt x="174155" y="60441"/>
                  <a:pt x="171011" y="57842"/>
                </a:cubicBezTo>
                <a:cubicBezTo>
                  <a:pt x="167868" y="55244"/>
                  <a:pt x="163987" y="53945"/>
                  <a:pt x="159366" y="53945"/>
                </a:cubicBezTo>
                <a:cubicBezTo>
                  <a:pt x="157314" y="53945"/>
                  <a:pt x="155165" y="54389"/>
                  <a:pt x="152919" y="55276"/>
                </a:cubicBezTo>
                <a:cubicBezTo>
                  <a:pt x="150674" y="56162"/>
                  <a:pt x="148204" y="57652"/>
                  <a:pt x="145510" y="59746"/>
                </a:cubicBezTo>
                <a:cubicBezTo>
                  <a:pt x="142815" y="61837"/>
                  <a:pt x="140537" y="65259"/>
                  <a:pt x="138675" y="70013"/>
                </a:cubicBezTo>
                <a:cubicBezTo>
                  <a:pt x="136815" y="74765"/>
                  <a:pt x="135757" y="80436"/>
                  <a:pt x="135501" y="87026"/>
                </a:cubicBezTo>
                <a:close/>
                <a:moveTo>
                  <a:pt x="207486" y="117421"/>
                </a:moveTo>
                <a:cubicBezTo>
                  <a:pt x="207486" y="106499"/>
                  <a:pt x="213902" y="98148"/>
                  <a:pt x="226735" y="92366"/>
                </a:cubicBezTo>
                <a:cubicBezTo>
                  <a:pt x="234433" y="88640"/>
                  <a:pt x="246238" y="86296"/>
                  <a:pt x="262148" y="85335"/>
                </a:cubicBezTo>
                <a:lnTo>
                  <a:pt x="262148" y="78295"/>
                </a:lnTo>
                <a:cubicBezTo>
                  <a:pt x="262148" y="70432"/>
                  <a:pt x="260063" y="64408"/>
                  <a:pt x="255892" y="60224"/>
                </a:cubicBezTo>
                <a:cubicBezTo>
                  <a:pt x="251722" y="56038"/>
                  <a:pt x="247006" y="53945"/>
                  <a:pt x="241745" y="53945"/>
                </a:cubicBezTo>
                <a:cubicBezTo>
                  <a:pt x="232378" y="53945"/>
                  <a:pt x="225449" y="56827"/>
                  <a:pt x="220958" y="62591"/>
                </a:cubicBezTo>
                <a:cubicBezTo>
                  <a:pt x="224807" y="62719"/>
                  <a:pt x="227405" y="63743"/>
                  <a:pt x="228752" y="65663"/>
                </a:cubicBezTo>
                <a:cubicBezTo>
                  <a:pt x="230099" y="67584"/>
                  <a:pt x="230773" y="69505"/>
                  <a:pt x="230773" y="71426"/>
                </a:cubicBezTo>
                <a:cubicBezTo>
                  <a:pt x="230773" y="73987"/>
                  <a:pt x="229971" y="76099"/>
                  <a:pt x="228368" y="77763"/>
                </a:cubicBezTo>
                <a:cubicBezTo>
                  <a:pt x="226764" y="79428"/>
                  <a:pt x="224615" y="80260"/>
                  <a:pt x="221921" y="80260"/>
                </a:cubicBezTo>
                <a:cubicBezTo>
                  <a:pt x="219354" y="80260"/>
                  <a:pt x="217237" y="79460"/>
                  <a:pt x="215569" y="77860"/>
                </a:cubicBezTo>
                <a:cubicBezTo>
                  <a:pt x="213900" y="76259"/>
                  <a:pt x="213066" y="74050"/>
                  <a:pt x="213066" y="71235"/>
                </a:cubicBezTo>
                <a:cubicBezTo>
                  <a:pt x="213066" y="64987"/>
                  <a:pt x="215889" y="59823"/>
                  <a:pt x="221533" y="55743"/>
                </a:cubicBezTo>
                <a:cubicBezTo>
                  <a:pt x="227180" y="51662"/>
                  <a:pt x="234046" y="49622"/>
                  <a:pt x="242130" y="49622"/>
                </a:cubicBezTo>
                <a:cubicBezTo>
                  <a:pt x="252652" y="49622"/>
                  <a:pt x="261442" y="53128"/>
                  <a:pt x="268500" y="60139"/>
                </a:cubicBezTo>
                <a:cubicBezTo>
                  <a:pt x="270682" y="62306"/>
                  <a:pt x="272317" y="64793"/>
                  <a:pt x="273408" y="67599"/>
                </a:cubicBezTo>
                <a:cubicBezTo>
                  <a:pt x="274499" y="70403"/>
                  <a:pt x="275108" y="72729"/>
                  <a:pt x="275235" y="74577"/>
                </a:cubicBezTo>
                <a:cubicBezTo>
                  <a:pt x="275364" y="76425"/>
                  <a:pt x="275429" y="79134"/>
                  <a:pt x="275429" y="82703"/>
                </a:cubicBezTo>
                <a:lnTo>
                  <a:pt x="275429" y="121247"/>
                </a:lnTo>
                <a:cubicBezTo>
                  <a:pt x="275429" y="122013"/>
                  <a:pt x="275557" y="123003"/>
                  <a:pt x="275813" y="124217"/>
                </a:cubicBezTo>
                <a:cubicBezTo>
                  <a:pt x="276070" y="125428"/>
                  <a:pt x="276776" y="126832"/>
                  <a:pt x="277931" y="128428"/>
                </a:cubicBezTo>
                <a:cubicBezTo>
                  <a:pt x="279086" y="130024"/>
                  <a:pt x="280626" y="130822"/>
                  <a:pt x="282551" y="130822"/>
                </a:cubicBezTo>
                <a:cubicBezTo>
                  <a:pt x="287169" y="130822"/>
                  <a:pt x="289479" y="126737"/>
                  <a:pt x="289479" y="118569"/>
                </a:cubicBezTo>
                <a:lnTo>
                  <a:pt x="289479" y="107846"/>
                </a:lnTo>
                <a:lnTo>
                  <a:pt x="294289" y="107846"/>
                </a:lnTo>
                <a:lnTo>
                  <a:pt x="294289" y="118598"/>
                </a:lnTo>
                <a:cubicBezTo>
                  <a:pt x="294289" y="125381"/>
                  <a:pt x="292493" y="130116"/>
                  <a:pt x="288900" y="132804"/>
                </a:cubicBezTo>
                <a:cubicBezTo>
                  <a:pt x="285307" y="135492"/>
                  <a:pt x="281843" y="136836"/>
                  <a:pt x="278507" y="136836"/>
                </a:cubicBezTo>
                <a:cubicBezTo>
                  <a:pt x="274271" y="136836"/>
                  <a:pt x="270807" y="135265"/>
                  <a:pt x="268113" y="132123"/>
                </a:cubicBezTo>
                <a:cubicBezTo>
                  <a:pt x="265419" y="128978"/>
                  <a:pt x="263879" y="125289"/>
                  <a:pt x="263493" y="121056"/>
                </a:cubicBezTo>
                <a:cubicBezTo>
                  <a:pt x="261568" y="125926"/>
                  <a:pt x="258393" y="129930"/>
                  <a:pt x="253966" y="133068"/>
                </a:cubicBezTo>
                <a:cubicBezTo>
                  <a:pt x="249539" y="136207"/>
                  <a:pt x="244310" y="137776"/>
                  <a:pt x="238280" y="137776"/>
                </a:cubicBezTo>
                <a:cubicBezTo>
                  <a:pt x="233661" y="137776"/>
                  <a:pt x="229170" y="137200"/>
                  <a:pt x="224808" y="136046"/>
                </a:cubicBezTo>
                <a:cubicBezTo>
                  <a:pt x="220446" y="134895"/>
                  <a:pt x="216468" y="132720"/>
                  <a:pt x="212875" y="129521"/>
                </a:cubicBezTo>
                <a:cubicBezTo>
                  <a:pt x="209283" y="126319"/>
                  <a:pt x="207486" y="122286"/>
                  <a:pt x="207486" y="117421"/>
                </a:cubicBezTo>
                <a:moveTo>
                  <a:pt x="222306" y="117227"/>
                </a:moveTo>
                <a:cubicBezTo>
                  <a:pt x="222306" y="121936"/>
                  <a:pt x="224005" y="125817"/>
                  <a:pt x="227404" y="128872"/>
                </a:cubicBezTo>
                <a:cubicBezTo>
                  <a:pt x="230805" y="131926"/>
                  <a:pt x="234880" y="133453"/>
                  <a:pt x="239628" y="133453"/>
                </a:cubicBezTo>
                <a:cubicBezTo>
                  <a:pt x="245018" y="133453"/>
                  <a:pt x="250118" y="131382"/>
                  <a:pt x="254929" y="127239"/>
                </a:cubicBezTo>
                <a:cubicBezTo>
                  <a:pt x="259742" y="123094"/>
                  <a:pt x="262148" y="116942"/>
                  <a:pt x="262148" y="108783"/>
                </a:cubicBezTo>
                <a:lnTo>
                  <a:pt x="262148" y="89658"/>
                </a:lnTo>
                <a:cubicBezTo>
                  <a:pt x="247904" y="90169"/>
                  <a:pt x="237702" y="93232"/>
                  <a:pt x="231542" y="98848"/>
                </a:cubicBezTo>
                <a:cubicBezTo>
                  <a:pt x="225385" y="104463"/>
                  <a:pt x="222306" y="110589"/>
                  <a:pt x="222306" y="117227"/>
                </a:cubicBezTo>
                <a:close/>
                <a:moveTo>
                  <a:pt x="301026" y="135709"/>
                </a:moveTo>
                <a:lnTo>
                  <a:pt x="301026" y="129694"/>
                </a:lnTo>
                <a:cubicBezTo>
                  <a:pt x="307828" y="129694"/>
                  <a:pt x="312031" y="129278"/>
                  <a:pt x="313634" y="128446"/>
                </a:cubicBezTo>
                <a:cubicBezTo>
                  <a:pt x="315238" y="127614"/>
                  <a:pt x="316040" y="125149"/>
                  <a:pt x="316040" y="121053"/>
                </a:cubicBezTo>
                <a:lnTo>
                  <a:pt x="316040" y="69587"/>
                </a:lnTo>
                <a:cubicBezTo>
                  <a:pt x="316040" y="64849"/>
                  <a:pt x="315206" y="61872"/>
                  <a:pt x="313537" y="60656"/>
                </a:cubicBezTo>
                <a:cubicBezTo>
                  <a:pt x="311869" y="59440"/>
                  <a:pt x="307699" y="58832"/>
                  <a:pt x="301026" y="58832"/>
                </a:cubicBezTo>
                <a:lnTo>
                  <a:pt x="301026" y="52867"/>
                </a:lnTo>
                <a:lnTo>
                  <a:pt x="327781" y="50750"/>
                </a:lnTo>
                <a:lnTo>
                  <a:pt x="327781" y="71890"/>
                </a:lnTo>
                <a:cubicBezTo>
                  <a:pt x="329577" y="66380"/>
                  <a:pt x="332399" y="61479"/>
                  <a:pt x="336248" y="57187"/>
                </a:cubicBezTo>
                <a:cubicBezTo>
                  <a:pt x="340098" y="52896"/>
                  <a:pt x="345166" y="50750"/>
                  <a:pt x="351453" y="50750"/>
                </a:cubicBezTo>
                <a:cubicBezTo>
                  <a:pt x="355559" y="50750"/>
                  <a:pt x="358959" y="51904"/>
                  <a:pt x="361653" y="54212"/>
                </a:cubicBezTo>
                <a:cubicBezTo>
                  <a:pt x="364349" y="56519"/>
                  <a:pt x="365697" y="59275"/>
                  <a:pt x="365697" y="62480"/>
                </a:cubicBezTo>
                <a:cubicBezTo>
                  <a:pt x="365697" y="65274"/>
                  <a:pt x="364830" y="67370"/>
                  <a:pt x="363098" y="68768"/>
                </a:cubicBezTo>
                <a:cubicBezTo>
                  <a:pt x="361367" y="70164"/>
                  <a:pt x="359475" y="70862"/>
                  <a:pt x="357421" y="70862"/>
                </a:cubicBezTo>
                <a:cubicBezTo>
                  <a:pt x="355110" y="70862"/>
                  <a:pt x="353153" y="70132"/>
                  <a:pt x="351550" y="68674"/>
                </a:cubicBezTo>
                <a:cubicBezTo>
                  <a:pt x="349946" y="67213"/>
                  <a:pt x="349144" y="65213"/>
                  <a:pt x="349144" y="62674"/>
                </a:cubicBezTo>
                <a:cubicBezTo>
                  <a:pt x="349144" y="61152"/>
                  <a:pt x="349497" y="59791"/>
                  <a:pt x="350202" y="58588"/>
                </a:cubicBezTo>
                <a:cubicBezTo>
                  <a:pt x="350909" y="57384"/>
                  <a:pt x="351550" y="56561"/>
                  <a:pt x="352125" y="56118"/>
                </a:cubicBezTo>
                <a:cubicBezTo>
                  <a:pt x="352703" y="55674"/>
                  <a:pt x="353185" y="55388"/>
                  <a:pt x="353570" y="55261"/>
                </a:cubicBezTo>
                <a:cubicBezTo>
                  <a:pt x="353314" y="55136"/>
                  <a:pt x="352608" y="55073"/>
                  <a:pt x="351453" y="55073"/>
                </a:cubicBezTo>
                <a:cubicBezTo>
                  <a:pt x="344396" y="55073"/>
                  <a:pt x="338847" y="58590"/>
                  <a:pt x="334804" y="65625"/>
                </a:cubicBezTo>
                <a:cubicBezTo>
                  <a:pt x="330762" y="72658"/>
                  <a:pt x="328742" y="81161"/>
                  <a:pt x="328742" y="91135"/>
                </a:cubicBezTo>
                <a:lnTo>
                  <a:pt x="328742" y="120678"/>
                </a:lnTo>
                <a:cubicBezTo>
                  <a:pt x="328742" y="124386"/>
                  <a:pt x="329511" y="126816"/>
                  <a:pt x="331050" y="127967"/>
                </a:cubicBezTo>
                <a:cubicBezTo>
                  <a:pt x="332591" y="129118"/>
                  <a:pt x="336698" y="129694"/>
                  <a:pt x="343370" y="129694"/>
                </a:cubicBezTo>
                <a:lnTo>
                  <a:pt x="347412" y="129694"/>
                </a:lnTo>
                <a:lnTo>
                  <a:pt x="347412" y="135709"/>
                </a:lnTo>
                <a:cubicBezTo>
                  <a:pt x="342280" y="135321"/>
                  <a:pt x="334132" y="135127"/>
                  <a:pt x="322968" y="135127"/>
                </a:cubicBezTo>
                <a:cubicBezTo>
                  <a:pt x="321429" y="135127"/>
                  <a:pt x="319440" y="135159"/>
                  <a:pt x="317000" y="135224"/>
                </a:cubicBezTo>
                <a:cubicBezTo>
                  <a:pt x="314562" y="135289"/>
                  <a:pt x="311739" y="135386"/>
                  <a:pt x="308530" y="135515"/>
                </a:cubicBezTo>
                <a:cubicBezTo>
                  <a:pt x="305323" y="135644"/>
                  <a:pt x="302822" y="135709"/>
                  <a:pt x="301026" y="135709"/>
                </a:cubicBezTo>
                <a:close/>
                <a:moveTo>
                  <a:pt x="377053" y="135709"/>
                </a:moveTo>
                <a:lnTo>
                  <a:pt x="377053" y="129694"/>
                </a:lnTo>
                <a:cubicBezTo>
                  <a:pt x="383855" y="129694"/>
                  <a:pt x="388058" y="129278"/>
                  <a:pt x="389661" y="128446"/>
                </a:cubicBezTo>
                <a:cubicBezTo>
                  <a:pt x="391265" y="127614"/>
                  <a:pt x="392067" y="125149"/>
                  <a:pt x="392067" y="121053"/>
                </a:cubicBezTo>
                <a:lnTo>
                  <a:pt x="392067" y="69587"/>
                </a:lnTo>
                <a:cubicBezTo>
                  <a:pt x="392067" y="64849"/>
                  <a:pt x="391232" y="61872"/>
                  <a:pt x="389564" y="60656"/>
                </a:cubicBezTo>
                <a:cubicBezTo>
                  <a:pt x="387896" y="59440"/>
                  <a:pt x="383726" y="58832"/>
                  <a:pt x="377053" y="58832"/>
                </a:cubicBezTo>
                <a:lnTo>
                  <a:pt x="377053" y="52867"/>
                </a:lnTo>
                <a:lnTo>
                  <a:pt x="404193" y="50750"/>
                </a:lnTo>
                <a:lnTo>
                  <a:pt x="404193" y="70929"/>
                </a:lnTo>
                <a:cubicBezTo>
                  <a:pt x="410223" y="57476"/>
                  <a:pt x="419718" y="50750"/>
                  <a:pt x="432678" y="50750"/>
                </a:cubicBezTo>
                <a:cubicBezTo>
                  <a:pt x="442301" y="50750"/>
                  <a:pt x="449038" y="53119"/>
                  <a:pt x="452887" y="57857"/>
                </a:cubicBezTo>
                <a:cubicBezTo>
                  <a:pt x="455710" y="61060"/>
                  <a:pt x="457411" y="64455"/>
                  <a:pt x="457988" y="68042"/>
                </a:cubicBezTo>
                <a:cubicBezTo>
                  <a:pt x="458566" y="71627"/>
                  <a:pt x="458855" y="78031"/>
                  <a:pt x="458855" y="87253"/>
                </a:cubicBezTo>
                <a:lnTo>
                  <a:pt x="458855" y="123932"/>
                </a:lnTo>
                <a:cubicBezTo>
                  <a:pt x="458984" y="126620"/>
                  <a:pt x="460075" y="128253"/>
                  <a:pt x="462126" y="128830"/>
                </a:cubicBezTo>
                <a:cubicBezTo>
                  <a:pt x="464180" y="129406"/>
                  <a:pt x="468094" y="129694"/>
                  <a:pt x="473868" y="129694"/>
                </a:cubicBezTo>
                <a:lnTo>
                  <a:pt x="473868" y="135709"/>
                </a:lnTo>
                <a:cubicBezTo>
                  <a:pt x="460779" y="135321"/>
                  <a:pt x="453594" y="135127"/>
                  <a:pt x="452311" y="135127"/>
                </a:cubicBezTo>
                <a:cubicBezTo>
                  <a:pt x="451285" y="135127"/>
                  <a:pt x="444035" y="135321"/>
                  <a:pt x="430561" y="135709"/>
                </a:cubicBezTo>
                <a:lnTo>
                  <a:pt x="430561" y="129694"/>
                </a:lnTo>
                <a:cubicBezTo>
                  <a:pt x="437362" y="129694"/>
                  <a:pt x="441565" y="129279"/>
                  <a:pt x="443169" y="128449"/>
                </a:cubicBezTo>
                <a:cubicBezTo>
                  <a:pt x="444772" y="127616"/>
                  <a:pt x="445574" y="125154"/>
                  <a:pt x="445574" y="121062"/>
                </a:cubicBezTo>
                <a:lnTo>
                  <a:pt x="445574" y="76365"/>
                </a:lnTo>
                <a:cubicBezTo>
                  <a:pt x="445574" y="69844"/>
                  <a:pt x="444579" y="64665"/>
                  <a:pt x="442590" y="60829"/>
                </a:cubicBezTo>
                <a:cubicBezTo>
                  <a:pt x="440601" y="56992"/>
                  <a:pt x="436847" y="55073"/>
                  <a:pt x="431330" y="55073"/>
                </a:cubicBezTo>
                <a:cubicBezTo>
                  <a:pt x="424657" y="55073"/>
                  <a:pt x="418658" y="57855"/>
                  <a:pt x="413333" y="63420"/>
                </a:cubicBezTo>
                <a:cubicBezTo>
                  <a:pt x="408009" y="68982"/>
                  <a:pt x="405347" y="76431"/>
                  <a:pt x="405347" y="85767"/>
                </a:cubicBezTo>
                <a:lnTo>
                  <a:pt x="405347" y="121062"/>
                </a:lnTo>
                <a:cubicBezTo>
                  <a:pt x="405347" y="125154"/>
                  <a:pt x="406149" y="127616"/>
                  <a:pt x="407753" y="128449"/>
                </a:cubicBezTo>
                <a:cubicBezTo>
                  <a:pt x="409356" y="129279"/>
                  <a:pt x="413559" y="129694"/>
                  <a:pt x="420361" y="129694"/>
                </a:cubicBezTo>
                <a:lnTo>
                  <a:pt x="420361" y="135709"/>
                </a:lnTo>
                <a:cubicBezTo>
                  <a:pt x="407272" y="135321"/>
                  <a:pt x="400086" y="135127"/>
                  <a:pt x="398804" y="135127"/>
                </a:cubicBezTo>
                <a:cubicBezTo>
                  <a:pt x="397778" y="135127"/>
                  <a:pt x="390528" y="135321"/>
                  <a:pt x="377053" y="135709"/>
                </a:cubicBezTo>
                <a:close/>
                <a:moveTo>
                  <a:pt x="484069" y="135709"/>
                </a:moveTo>
                <a:lnTo>
                  <a:pt x="484069" y="129694"/>
                </a:lnTo>
                <a:cubicBezTo>
                  <a:pt x="490869" y="129694"/>
                  <a:pt x="495071" y="129278"/>
                  <a:pt x="496675" y="128446"/>
                </a:cubicBezTo>
                <a:cubicBezTo>
                  <a:pt x="498278" y="127614"/>
                  <a:pt x="499080" y="125149"/>
                  <a:pt x="499080" y="121053"/>
                </a:cubicBezTo>
                <a:lnTo>
                  <a:pt x="499080" y="69393"/>
                </a:lnTo>
                <a:cubicBezTo>
                  <a:pt x="499080" y="64657"/>
                  <a:pt x="498278" y="61713"/>
                  <a:pt x="496675" y="60562"/>
                </a:cubicBezTo>
                <a:cubicBezTo>
                  <a:pt x="495071" y="59409"/>
                  <a:pt x="491126" y="58832"/>
                  <a:pt x="484839" y="58832"/>
                </a:cubicBezTo>
                <a:lnTo>
                  <a:pt x="484839" y="52817"/>
                </a:lnTo>
                <a:lnTo>
                  <a:pt x="511785" y="50750"/>
                </a:lnTo>
                <a:lnTo>
                  <a:pt x="511785" y="121241"/>
                </a:lnTo>
                <a:cubicBezTo>
                  <a:pt x="511785" y="125083"/>
                  <a:pt x="512458" y="127452"/>
                  <a:pt x="513806" y="128349"/>
                </a:cubicBezTo>
                <a:cubicBezTo>
                  <a:pt x="515153" y="129245"/>
                  <a:pt x="518970" y="129694"/>
                  <a:pt x="525257" y="129694"/>
                </a:cubicBezTo>
                <a:lnTo>
                  <a:pt x="525257" y="135709"/>
                </a:lnTo>
                <a:cubicBezTo>
                  <a:pt x="512170" y="135321"/>
                  <a:pt x="505498" y="135127"/>
                  <a:pt x="505242" y="135127"/>
                </a:cubicBezTo>
                <a:cubicBezTo>
                  <a:pt x="503444" y="135127"/>
                  <a:pt x="496387" y="135321"/>
                  <a:pt x="484069" y="135709"/>
                </a:cubicBezTo>
                <a:moveTo>
                  <a:pt x="492152" y="17011"/>
                </a:moveTo>
                <a:cubicBezTo>
                  <a:pt x="492152" y="14434"/>
                  <a:pt x="493146" y="12082"/>
                  <a:pt x="495136" y="9956"/>
                </a:cubicBezTo>
                <a:cubicBezTo>
                  <a:pt x="497125" y="7830"/>
                  <a:pt x="499530" y="6767"/>
                  <a:pt x="502352" y="6767"/>
                </a:cubicBezTo>
                <a:cubicBezTo>
                  <a:pt x="505175" y="6767"/>
                  <a:pt x="507581" y="7733"/>
                  <a:pt x="509571" y="9665"/>
                </a:cubicBezTo>
                <a:cubicBezTo>
                  <a:pt x="511560" y="11598"/>
                  <a:pt x="512554" y="14046"/>
                  <a:pt x="512554" y="17011"/>
                </a:cubicBezTo>
                <a:cubicBezTo>
                  <a:pt x="512554" y="19975"/>
                  <a:pt x="511560" y="22423"/>
                  <a:pt x="509571" y="24356"/>
                </a:cubicBezTo>
                <a:cubicBezTo>
                  <a:pt x="507583" y="26288"/>
                  <a:pt x="505178" y="27254"/>
                  <a:pt x="502355" y="27254"/>
                </a:cubicBezTo>
                <a:cubicBezTo>
                  <a:pt x="499402" y="27254"/>
                  <a:pt x="496963" y="26224"/>
                  <a:pt x="495039" y="24162"/>
                </a:cubicBezTo>
                <a:cubicBezTo>
                  <a:pt x="493114" y="22100"/>
                  <a:pt x="492152" y="19716"/>
                  <a:pt x="492152" y="17011"/>
                </a:cubicBezTo>
                <a:close/>
                <a:moveTo>
                  <a:pt x="537191" y="135709"/>
                </a:moveTo>
                <a:lnTo>
                  <a:pt x="537191" y="129694"/>
                </a:lnTo>
                <a:cubicBezTo>
                  <a:pt x="543993" y="129694"/>
                  <a:pt x="548195" y="129278"/>
                  <a:pt x="549799" y="128446"/>
                </a:cubicBezTo>
                <a:cubicBezTo>
                  <a:pt x="551402" y="127614"/>
                  <a:pt x="552204" y="125149"/>
                  <a:pt x="552204" y="121053"/>
                </a:cubicBezTo>
                <a:lnTo>
                  <a:pt x="552204" y="69587"/>
                </a:lnTo>
                <a:cubicBezTo>
                  <a:pt x="552204" y="64849"/>
                  <a:pt x="551370" y="61872"/>
                  <a:pt x="549702" y="60656"/>
                </a:cubicBezTo>
                <a:cubicBezTo>
                  <a:pt x="548034" y="59440"/>
                  <a:pt x="543863" y="58832"/>
                  <a:pt x="537191" y="58832"/>
                </a:cubicBezTo>
                <a:lnTo>
                  <a:pt x="537191" y="52867"/>
                </a:lnTo>
                <a:lnTo>
                  <a:pt x="564331" y="50750"/>
                </a:lnTo>
                <a:lnTo>
                  <a:pt x="564331" y="70929"/>
                </a:lnTo>
                <a:cubicBezTo>
                  <a:pt x="570361" y="57476"/>
                  <a:pt x="579856" y="50750"/>
                  <a:pt x="592816" y="50750"/>
                </a:cubicBezTo>
                <a:cubicBezTo>
                  <a:pt x="602439" y="50750"/>
                  <a:pt x="609175" y="53119"/>
                  <a:pt x="613025" y="57857"/>
                </a:cubicBezTo>
                <a:cubicBezTo>
                  <a:pt x="615848" y="61060"/>
                  <a:pt x="617548" y="64455"/>
                  <a:pt x="618126" y="68042"/>
                </a:cubicBezTo>
                <a:cubicBezTo>
                  <a:pt x="618704" y="71627"/>
                  <a:pt x="618992" y="78031"/>
                  <a:pt x="618992" y="87253"/>
                </a:cubicBezTo>
                <a:lnTo>
                  <a:pt x="618992" y="123932"/>
                </a:lnTo>
                <a:cubicBezTo>
                  <a:pt x="619122" y="126620"/>
                  <a:pt x="620212" y="128253"/>
                  <a:pt x="622264" y="128830"/>
                </a:cubicBezTo>
                <a:cubicBezTo>
                  <a:pt x="624318" y="129406"/>
                  <a:pt x="628232" y="129694"/>
                  <a:pt x="634006" y="129694"/>
                </a:cubicBezTo>
                <a:lnTo>
                  <a:pt x="634006" y="135709"/>
                </a:lnTo>
                <a:cubicBezTo>
                  <a:pt x="620917" y="135321"/>
                  <a:pt x="613731" y="135127"/>
                  <a:pt x="612449" y="135127"/>
                </a:cubicBezTo>
                <a:cubicBezTo>
                  <a:pt x="611423" y="135127"/>
                  <a:pt x="604173" y="135321"/>
                  <a:pt x="590698" y="135709"/>
                </a:cubicBezTo>
                <a:lnTo>
                  <a:pt x="590698" y="129694"/>
                </a:lnTo>
                <a:cubicBezTo>
                  <a:pt x="597500" y="129694"/>
                  <a:pt x="601703" y="129279"/>
                  <a:pt x="603306" y="128449"/>
                </a:cubicBezTo>
                <a:cubicBezTo>
                  <a:pt x="604910" y="127616"/>
                  <a:pt x="605712" y="125154"/>
                  <a:pt x="605712" y="121062"/>
                </a:cubicBezTo>
                <a:lnTo>
                  <a:pt x="605712" y="76365"/>
                </a:lnTo>
                <a:cubicBezTo>
                  <a:pt x="605712" y="69844"/>
                  <a:pt x="604717" y="64665"/>
                  <a:pt x="602728" y="60829"/>
                </a:cubicBezTo>
                <a:cubicBezTo>
                  <a:pt x="600739" y="56992"/>
                  <a:pt x="596985" y="55073"/>
                  <a:pt x="591468" y="55073"/>
                </a:cubicBezTo>
                <a:cubicBezTo>
                  <a:pt x="584795" y="55073"/>
                  <a:pt x="578796" y="57855"/>
                  <a:pt x="573470" y="63420"/>
                </a:cubicBezTo>
                <a:cubicBezTo>
                  <a:pt x="568147" y="68982"/>
                  <a:pt x="565485" y="76431"/>
                  <a:pt x="565485" y="85767"/>
                </a:cubicBezTo>
                <a:lnTo>
                  <a:pt x="565485" y="121062"/>
                </a:lnTo>
                <a:cubicBezTo>
                  <a:pt x="565485" y="125154"/>
                  <a:pt x="566287" y="127616"/>
                  <a:pt x="567890" y="128449"/>
                </a:cubicBezTo>
                <a:cubicBezTo>
                  <a:pt x="569494" y="129279"/>
                  <a:pt x="573697" y="129694"/>
                  <a:pt x="580498" y="129694"/>
                </a:cubicBezTo>
                <a:lnTo>
                  <a:pt x="580498" y="135709"/>
                </a:lnTo>
                <a:cubicBezTo>
                  <a:pt x="567410" y="135321"/>
                  <a:pt x="560224" y="135127"/>
                  <a:pt x="558941" y="135127"/>
                </a:cubicBezTo>
                <a:cubicBezTo>
                  <a:pt x="557916" y="135127"/>
                  <a:pt x="550665" y="135321"/>
                  <a:pt x="537191" y="135709"/>
                </a:cubicBezTo>
                <a:close/>
                <a:moveTo>
                  <a:pt x="643245" y="150983"/>
                </a:moveTo>
                <a:cubicBezTo>
                  <a:pt x="643245" y="146874"/>
                  <a:pt x="644816" y="143021"/>
                  <a:pt x="647958" y="139424"/>
                </a:cubicBezTo>
                <a:cubicBezTo>
                  <a:pt x="651103" y="135827"/>
                  <a:pt x="655434" y="133258"/>
                  <a:pt x="660951" y="131717"/>
                </a:cubicBezTo>
                <a:cubicBezTo>
                  <a:pt x="655307" y="128136"/>
                  <a:pt x="652484" y="122446"/>
                  <a:pt x="652484" y="114645"/>
                </a:cubicBezTo>
                <a:cubicBezTo>
                  <a:pt x="652484" y="108648"/>
                  <a:pt x="654472" y="103352"/>
                  <a:pt x="658449" y="98756"/>
                </a:cubicBezTo>
                <a:cubicBezTo>
                  <a:pt x="652419" y="93730"/>
                  <a:pt x="649403" y="87094"/>
                  <a:pt x="649403" y="78847"/>
                </a:cubicBezTo>
                <a:cubicBezTo>
                  <a:pt x="649403" y="71278"/>
                  <a:pt x="652419" y="64703"/>
                  <a:pt x="658449" y="59123"/>
                </a:cubicBezTo>
                <a:cubicBezTo>
                  <a:pt x="664479" y="53541"/>
                  <a:pt x="671858" y="50750"/>
                  <a:pt x="680584" y="50750"/>
                </a:cubicBezTo>
                <a:cubicBezTo>
                  <a:pt x="688283" y="50750"/>
                  <a:pt x="695084" y="53029"/>
                  <a:pt x="700987" y="57587"/>
                </a:cubicBezTo>
                <a:cubicBezTo>
                  <a:pt x="707147" y="51525"/>
                  <a:pt x="713948" y="48494"/>
                  <a:pt x="721390" y="48494"/>
                </a:cubicBezTo>
                <a:cubicBezTo>
                  <a:pt x="724726" y="48494"/>
                  <a:pt x="727196" y="49509"/>
                  <a:pt x="728800" y="51540"/>
                </a:cubicBezTo>
                <a:cubicBezTo>
                  <a:pt x="730403" y="53570"/>
                  <a:pt x="731205" y="55664"/>
                  <a:pt x="731205" y="57822"/>
                </a:cubicBezTo>
                <a:cubicBezTo>
                  <a:pt x="731205" y="59725"/>
                  <a:pt x="730595" y="61152"/>
                  <a:pt x="729375" y="62104"/>
                </a:cubicBezTo>
                <a:cubicBezTo>
                  <a:pt x="728158" y="63055"/>
                  <a:pt x="726906" y="63531"/>
                  <a:pt x="725622" y="63531"/>
                </a:cubicBezTo>
                <a:cubicBezTo>
                  <a:pt x="724083" y="63531"/>
                  <a:pt x="722768" y="63030"/>
                  <a:pt x="721678" y="62027"/>
                </a:cubicBezTo>
                <a:cubicBezTo>
                  <a:pt x="720587" y="61025"/>
                  <a:pt x="720042" y="59709"/>
                  <a:pt x="720042" y="58080"/>
                </a:cubicBezTo>
                <a:cubicBezTo>
                  <a:pt x="720042" y="55449"/>
                  <a:pt x="721068" y="53757"/>
                  <a:pt x="723120" y="53005"/>
                </a:cubicBezTo>
                <a:cubicBezTo>
                  <a:pt x="722736" y="52880"/>
                  <a:pt x="722095" y="52817"/>
                  <a:pt x="721196" y="52817"/>
                </a:cubicBezTo>
                <a:cubicBezTo>
                  <a:pt x="714909" y="52817"/>
                  <a:pt x="709135" y="55309"/>
                  <a:pt x="703874" y="60292"/>
                </a:cubicBezTo>
                <a:cubicBezTo>
                  <a:pt x="709135" y="65189"/>
                  <a:pt x="711766" y="71438"/>
                  <a:pt x="711766" y="79041"/>
                </a:cubicBezTo>
                <a:cubicBezTo>
                  <a:pt x="711766" y="86644"/>
                  <a:pt x="708750" y="93227"/>
                  <a:pt x="702720" y="98792"/>
                </a:cubicBezTo>
                <a:cubicBezTo>
                  <a:pt x="696690" y="104356"/>
                  <a:pt x="689311" y="107138"/>
                  <a:pt x="680584" y="107138"/>
                </a:cubicBezTo>
                <a:cubicBezTo>
                  <a:pt x="673399" y="107138"/>
                  <a:pt x="667047" y="105181"/>
                  <a:pt x="661530" y="101268"/>
                </a:cubicBezTo>
                <a:cubicBezTo>
                  <a:pt x="659349" y="103807"/>
                  <a:pt x="658258" y="106791"/>
                  <a:pt x="658258" y="110219"/>
                </a:cubicBezTo>
                <a:cubicBezTo>
                  <a:pt x="658258" y="113426"/>
                  <a:pt x="659220" y="116281"/>
                  <a:pt x="661145" y="118783"/>
                </a:cubicBezTo>
                <a:cubicBezTo>
                  <a:pt x="663070" y="121285"/>
                  <a:pt x="665507" y="122729"/>
                  <a:pt x="668458" y="123115"/>
                </a:cubicBezTo>
                <a:cubicBezTo>
                  <a:pt x="669357" y="123242"/>
                  <a:pt x="674168" y="123306"/>
                  <a:pt x="682893" y="123306"/>
                </a:cubicBezTo>
                <a:cubicBezTo>
                  <a:pt x="688025" y="123306"/>
                  <a:pt x="692002" y="123371"/>
                  <a:pt x="694826" y="123500"/>
                </a:cubicBezTo>
                <a:cubicBezTo>
                  <a:pt x="697649" y="123627"/>
                  <a:pt x="701081" y="124108"/>
                  <a:pt x="705122" y="124942"/>
                </a:cubicBezTo>
                <a:cubicBezTo>
                  <a:pt x="709165" y="125774"/>
                  <a:pt x="712791" y="127023"/>
                  <a:pt x="715998" y="128689"/>
                </a:cubicBezTo>
                <a:cubicBezTo>
                  <a:pt x="724339" y="133300"/>
                  <a:pt x="728509" y="140603"/>
                  <a:pt x="728509" y="150596"/>
                </a:cubicBezTo>
                <a:cubicBezTo>
                  <a:pt x="728509" y="157893"/>
                  <a:pt x="724306" y="163846"/>
                  <a:pt x="715901" y="168455"/>
                </a:cubicBezTo>
                <a:cubicBezTo>
                  <a:pt x="707497" y="173064"/>
                  <a:pt x="697457" y="175369"/>
                  <a:pt x="685780" y="175369"/>
                </a:cubicBezTo>
                <a:cubicBezTo>
                  <a:pt x="673975" y="175369"/>
                  <a:pt x="663935" y="173032"/>
                  <a:pt x="655659" y="168358"/>
                </a:cubicBezTo>
                <a:cubicBezTo>
                  <a:pt x="647383" y="163687"/>
                  <a:pt x="643245" y="157895"/>
                  <a:pt x="643245" y="150983"/>
                </a:cubicBezTo>
                <a:moveTo>
                  <a:pt x="653254" y="150983"/>
                </a:moveTo>
                <a:cubicBezTo>
                  <a:pt x="653254" y="156256"/>
                  <a:pt x="656365" y="160918"/>
                  <a:pt x="662587" y="164969"/>
                </a:cubicBezTo>
                <a:cubicBezTo>
                  <a:pt x="668811" y="169020"/>
                  <a:pt x="676607" y="171046"/>
                  <a:pt x="685974" y="171046"/>
                </a:cubicBezTo>
                <a:cubicBezTo>
                  <a:pt x="695213" y="171046"/>
                  <a:pt x="702944" y="169052"/>
                  <a:pt x="709166" y="165066"/>
                </a:cubicBezTo>
                <a:cubicBezTo>
                  <a:pt x="715391" y="161080"/>
                  <a:pt x="718503" y="156385"/>
                  <a:pt x="718503" y="150983"/>
                </a:cubicBezTo>
                <a:cubicBezTo>
                  <a:pt x="718503" y="147124"/>
                  <a:pt x="717412" y="143973"/>
                  <a:pt x="715231" y="141530"/>
                </a:cubicBezTo>
                <a:cubicBezTo>
                  <a:pt x="713050" y="139086"/>
                  <a:pt x="709714" y="137382"/>
                  <a:pt x="705222" y="136416"/>
                </a:cubicBezTo>
                <a:cubicBezTo>
                  <a:pt x="700731" y="135453"/>
                  <a:pt x="696913" y="134876"/>
                  <a:pt x="693768" y="134684"/>
                </a:cubicBezTo>
                <a:cubicBezTo>
                  <a:pt x="690626" y="134490"/>
                  <a:pt x="686168" y="134393"/>
                  <a:pt x="680394" y="134393"/>
                </a:cubicBezTo>
                <a:lnTo>
                  <a:pt x="669037" y="134393"/>
                </a:lnTo>
                <a:cubicBezTo>
                  <a:pt x="664674" y="134649"/>
                  <a:pt x="660953" y="136385"/>
                  <a:pt x="657873" y="139600"/>
                </a:cubicBezTo>
                <a:cubicBezTo>
                  <a:pt x="654794" y="142817"/>
                  <a:pt x="653254" y="146611"/>
                  <a:pt x="653254" y="150983"/>
                </a:cubicBezTo>
                <a:moveTo>
                  <a:pt x="663838" y="79041"/>
                </a:moveTo>
                <a:cubicBezTo>
                  <a:pt x="663838" y="94891"/>
                  <a:pt x="669420" y="102815"/>
                  <a:pt x="680584" y="102815"/>
                </a:cubicBezTo>
                <a:cubicBezTo>
                  <a:pt x="686231" y="102815"/>
                  <a:pt x="690786" y="100238"/>
                  <a:pt x="694250" y="95082"/>
                </a:cubicBezTo>
                <a:cubicBezTo>
                  <a:pt x="696304" y="91603"/>
                  <a:pt x="697331" y="86191"/>
                  <a:pt x="697331" y="78847"/>
                </a:cubicBezTo>
                <a:cubicBezTo>
                  <a:pt x="697331" y="62998"/>
                  <a:pt x="691749" y="55073"/>
                  <a:pt x="680584" y="55073"/>
                </a:cubicBezTo>
                <a:cubicBezTo>
                  <a:pt x="674938" y="55073"/>
                  <a:pt x="670383" y="57651"/>
                  <a:pt x="666919" y="62806"/>
                </a:cubicBezTo>
                <a:cubicBezTo>
                  <a:pt x="664865" y="66285"/>
                  <a:pt x="663838" y="71697"/>
                  <a:pt x="663838" y="79041"/>
                </a:cubicBezTo>
                <a:close/>
                <a:moveTo>
                  <a:pt x="808964" y="135430"/>
                </a:moveTo>
                <a:lnTo>
                  <a:pt x="808964" y="97082"/>
                </a:lnTo>
                <a:cubicBezTo>
                  <a:pt x="808964" y="95677"/>
                  <a:pt x="808996" y="94718"/>
                  <a:pt x="809061" y="94207"/>
                </a:cubicBezTo>
                <a:cubicBezTo>
                  <a:pt x="809125" y="93696"/>
                  <a:pt x="809349" y="93249"/>
                  <a:pt x="809733" y="92865"/>
                </a:cubicBezTo>
                <a:cubicBezTo>
                  <a:pt x="810119" y="92481"/>
                  <a:pt x="810696" y="92289"/>
                  <a:pt x="811466" y="92289"/>
                </a:cubicBezTo>
                <a:cubicBezTo>
                  <a:pt x="812876" y="92289"/>
                  <a:pt x="813645" y="92928"/>
                  <a:pt x="813774" y="94204"/>
                </a:cubicBezTo>
                <a:cubicBezTo>
                  <a:pt x="814160" y="106837"/>
                  <a:pt x="818138" y="116663"/>
                  <a:pt x="825707" y="123682"/>
                </a:cubicBezTo>
                <a:cubicBezTo>
                  <a:pt x="833149" y="130572"/>
                  <a:pt x="843286" y="134017"/>
                  <a:pt x="856119" y="134017"/>
                </a:cubicBezTo>
                <a:cubicBezTo>
                  <a:pt x="863817" y="134017"/>
                  <a:pt x="870041" y="131256"/>
                  <a:pt x="874789" y="125735"/>
                </a:cubicBezTo>
                <a:cubicBezTo>
                  <a:pt x="879537" y="120212"/>
                  <a:pt x="881911" y="113790"/>
                  <a:pt x="881911" y="106472"/>
                </a:cubicBezTo>
                <a:cubicBezTo>
                  <a:pt x="881911" y="99537"/>
                  <a:pt x="879921" y="93630"/>
                  <a:pt x="875943" y="88750"/>
                </a:cubicBezTo>
                <a:cubicBezTo>
                  <a:pt x="874277" y="86567"/>
                  <a:pt x="872384" y="84770"/>
                  <a:pt x="870266" y="83358"/>
                </a:cubicBezTo>
                <a:cubicBezTo>
                  <a:pt x="868149" y="81945"/>
                  <a:pt x="866449" y="81015"/>
                  <a:pt x="865164" y="80568"/>
                </a:cubicBezTo>
                <a:cubicBezTo>
                  <a:pt x="863882" y="80122"/>
                  <a:pt x="862022" y="79573"/>
                  <a:pt x="859584" y="78921"/>
                </a:cubicBezTo>
                <a:cubicBezTo>
                  <a:pt x="843672" y="75075"/>
                  <a:pt x="835203" y="72961"/>
                  <a:pt x="834177" y="72577"/>
                </a:cubicBezTo>
                <a:cubicBezTo>
                  <a:pt x="826606" y="69992"/>
                  <a:pt x="820511" y="65439"/>
                  <a:pt x="815892" y="58917"/>
                </a:cubicBezTo>
                <a:cubicBezTo>
                  <a:pt x="811273" y="52393"/>
                  <a:pt x="808964" y="45127"/>
                  <a:pt x="808964" y="37117"/>
                </a:cubicBezTo>
                <a:cubicBezTo>
                  <a:pt x="808964" y="26912"/>
                  <a:pt x="812589" y="18175"/>
                  <a:pt x="819839" y="10905"/>
                </a:cubicBezTo>
                <a:cubicBezTo>
                  <a:pt x="827089" y="3635"/>
                  <a:pt x="835975" y="0"/>
                  <a:pt x="846497" y="0"/>
                </a:cubicBezTo>
                <a:cubicBezTo>
                  <a:pt x="851758" y="0"/>
                  <a:pt x="856601" y="816"/>
                  <a:pt x="861026" y="2449"/>
                </a:cubicBezTo>
                <a:cubicBezTo>
                  <a:pt x="865453" y="4080"/>
                  <a:pt x="868564" y="5618"/>
                  <a:pt x="870360" y="7063"/>
                </a:cubicBezTo>
                <a:cubicBezTo>
                  <a:pt x="872157" y="8506"/>
                  <a:pt x="874467" y="10545"/>
                  <a:pt x="877291" y="13181"/>
                </a:cubicBezTo>
                <a:lnTo>
                  <a:pt x="884028" y="2446"/>
                </a:lnTo>
                <a:cubicBezTo>
                  <a:pt x="885054" y="815"/>
                  <a:pt x="886016" y="0"/>
                  <a:pt x="886915" y="0"/>
                </a:cubicBezTo>
                <a:cubicBezTo>
                  <a:pt x="887941" y="0"/>
                  <a:pt x="888550" y="288"/>
                  <a:pt x="888742" y="863"/>
                </a:cubicBezTo>
                <a:cubicBezTo>
                  <a:pt x="888936" y="1439"/>
                  <a:pt x="889033" y="2685"/>
                  <a:pt x="889033" y="4602"/>
                </a:cubicBezTo>
                <a:lnTo>
                  <a:pt x="889033" y="43140"/>
                </a:lnTo>
                <a:cubicBezTo>
                  <a:pt x="889033" y="44546"/>
                  <a:pt x="889000" y="45505"/>
                  <a:pt x="888936" y="46018"/>
                </a:cubicBezTo>
                <a:cubicBezTo>
                  <a:pt x="888871" y="46529"/>
                  <a:pt x="888646" y="46945"/>
                  <a:pt x="888260" y="47264"/>
                </a:cubicBezTo>
                <a:cubicBezTo>
                  <a:pt x="887876" y="47583"/>
                  <a:pt x="887300" y="47742"/>
                  <a:pt x="886530" y="47742"/>
                </a:cubicBezTo>
                <a:cubicBezTo>
                  <a:pt x="885248" y="47742"/>
                  <a:pt x="884478" y="46970"/>
                  <a:pt x="884222" y="45425"/>
                </a:cubicBezTo>
                <a:cubicBezTo>
                  <a:pt x="880629" y="18525"/>
                  <a:pt x="868118" y="5075"/>
                  <a:pt x="846688" y="5075"/>
                </a:cubicBezTo>
                <a:cubicBezTo>
                  <a:pt x="839373" y="5075"/>
                  <a:pt x="833310" y="7562"/>
                  <a:pt x="828497" y="12535"/>
                </a:cubicBezTo>
                <a:cubicBezTo>
                  <a:pt x="823686" y="17508"/>
                  <a:pt x="821281" y="23482"/>
                  <a:pt x="821281" y="30456"/>
                </a:cubicBezTo>
                <a:cubicBezTo>
                  <a:pt x="821281" y="36140"/>
                  <a:pt x="823045" y="41307"/>
                  <a:pt x="826573" y="45957"/>
                </a:cubicBezTo>
                <a:cubicBezTo>
                  <a:pt x="830102" y="50605"/>
                  <a:pt x="834817" y="53640"/>
                  <a:pt x="840720" y="55061"/>
                </a:cubicBezTo>
                <a:lnTo>
                  <a:pt x="865358" y="61029"/>
                </a:lnTo>
                <a:cubicBezTo>
                  <a:pt x="873570" y="62952"/>
                  <a:pt x="880434" y="67532"/>
                  <a:pt x="885952" y="74771"/>
                </a:cubicBezTo>
                <a:cubicBezTo>
                  <a:pt x="891469" y="82009"/>
                  <a:pt x="894228" y="90370"/>
                  <a:pt x="894228" y="99852"/>
                </a:cubicBezTo>
                <a:cubicBezTo>
                  <a:pt x="894228" y="110799"/>
                  <a:pt x="890667" y="120232"/>
                  <a:pt x="883546" y="128152"/>
                </a:cubicBezTo>
                <a:cubicBezTo>
                  <a:pt x="876425" y="136072"/>
                  <a:pt x="867347" y="140032"/>
                  <a:pt x="856312" y="140032"/>
                </a:cubicBezTo>
                <a:cubicBezTo>
                  <a:pt x="848357" y="140032"/>
                  <a:pt x="841300" y="138709"/>
                  <a:pt x="835140" y="136064"/>
                </a:cubicBezTo>
                <a:cubicBezTo>
                  <a:pt x="828981" y="133421"/>
                  <a:pt x="824233" y="130229"/>
                  <a:pt x="820896" y="126490"/>
                </a:cubicBezTo>
                <a:cubicBezTo>
                  <a:pt x="818329" y="130746"/>
                  <a:pt x="816213" y="134099"/>
                  <a:pt x="814547" y="136549"/>
                </a:cubicBezTo>
                <a:lnTo>
                  <a:pt x="813968" y="137518"/>
                </a:lnTo>
                <a:cubicBezTo>
                  <a:pt x="812942" y="139194"/>
                  <a:pt x="811980" y="140032"/>
                  <a:pt x="811081" y="140032"/>
                </a:cubicBezTo>
                <a:cubicBezTo>
                  <a:pt x="810055" y="140032"/>
                  <a:pt x="809445" y="139712"/>
                  <a:pt x="809251" y="139071"/>
                </a:cubicBezTo>
                <a:cubicBezTo>
                  <a:pt x="809060" y="138433"/>
                  <a:pt x="808964" y="137219"/>
                  <a:pt x="808964" y="135430"/>
                </a:cubicBezTo>
                <a:close/>
                <a:moveTo>
                  <a:pt x="911360" y="135709"/>
                </a:moveTo>
                <a:lnTo>
                  <a:pt x="911360" y="129694"/>
                </a:lnTo>
                <a:cubicBezTo>
                  <a:pt x="918160" y="129694"/>
                  <a:pt x="922362" y="129278"/>
                  <a:pt x="923965" y="128446"/>
                </a:cubicBezTo>
                <a:cubicBezTo>
                  <a:pt x="925569" y="127614"/>
                  <a:pt x="926370" y="125149"/>
                  <a:pt x="926370" y="121053"/>
                </a:cubicBezTo>
                <a:lnTo>
                  <a:pt x="926370" y="69393"/>
                </a:lnTo>
                <a:cubicBezTo>
                  <a:pt x="926370" y="64657"/>
                  <a:pt x="925569" y="61713"/>
                  <a:pt x="923965" y="60562"/>
                </a:cubicBezTo>
                <a:cubicBezTo>
                  <a:pt x="922362" y="59409"/>
                  <a:pt x="918416" y="58832"/>
                  <a:pt x="912129" y="58832"/>
                </a:cubicBezTo>
                <a:lnTo>
                  <a:pt x="912129" y="52817"/>
                </a:lnTo>
                <a:lnTo>
                  <a:pt x="939076" y="50750"/>
                </a:lnTo>
                <a:lnTo>
                  <a:pt x="939076" y="121241"/>
                </a:lnTo>
                <a:cubicBezTo>
                  <a:pt x="939076" y="125083"/>
                  <a:pt x="939749" y="127452"/>
                  <a:pt x="941096" y="128349"/>
                </a:cubicBezTo>
                <a:cubicBezTo>
                  <a:pt x="942443" y="129245"/>
                  <a:pt x="946260" y="129694"/>
                  <a:pt x="952547" y="129694"/>
                </a:cubicBezTo>
                <a:lnTo>
                  <a:pt x="952547" y="135709"/>
                </a:lnTo>
                <a:cubicBezTo>
                  <a:pt x="939460" y="135321"/>
                  <a:pt x="932789" y="135127"/>
                  <a:pt x="932532" y="135127"/>
                </a:cubicBezTo>
                <a:cubicBezTo>
                  <a:pt x="930735" y="135127"/>
                  <a:pt x="923677" y="135321"/>
                  <a:pt x="911360" y="135709"/>
                </a:cubicBezTo>
                <a:moveTo>
                  <a:pt x="919442" y="17011"/>
                </a:moveTo>
                <a:cubicBezTo>
                  <a:pt x="919442" y="14434"/>
                  <a:pt x="920437" y="12082"/>
                  <a:pt x="922426" y="9956"/>
                </a:cubicBezTo>
                <a:cubicBezTo>
                  <a:pt x="924415" y="7830"/>
                  <a:pt x="926821" y="6767"/>
                  <a:pt x="929642" y="6767"/>
                </a:cubicBezTo>
                <a:cubicBezTo>
                  <a:pt x="932466" y="6767"/>
                  <a:pt x="934872" y="7733"/>
                  <a:pt x="936861" y="9665"/>
                </a:cubicBezTo>
                <a:cubicBezTo>
                  <a:pt x="938850" y="11598"/>
                  <a:pt x="939845" y="14046"/>
                  <a:pt x="939845" y="17011"/>
                </a:cubicBezTo>
                <a:cubicBezTo>
                  <a:pt x="939845" y="19975"/>
                  <a:pt x="938850" y="22423"/>
                  <a:pt x="936861" y="24356"/>
                </a:cubicBezTo>
                <a:cubicBezTo>
                  <a:pt x="934874" y="26288"/>
                  <a:pt x="932468" y="27254"/>
                  <a:pt x="929645" y="27254"/>
                </a:cubicBezTo>
                <a:cubicBezTo>
                  <a:pt x="926693" y="27254"/>
                  <a:pt x="924254" y="26224"/>
                  <a:pt x="922329" y="24162"/>
                </a:cubicBezTo>
                <a:cubicBezTo>
                  <a:pt x="920405" y="22100"/>
                  <a:pt x="919442" y="19716"/>
                  <a:pt x="919442" y="17011"/>
                </a:cubicBezTo>
                <a:close/>
                <a:moveTo>
                  <a:pt x="963712" y="150983"/>
                </a:moveTo>
                <a:cubicBezTo>
                  <a:pt x="963712" y="146874"/>
                  <a:pt x="965283" y="143021"/>
                  <a:pt x="968426" y="139424"/>
                </a:cubicBezTo>
                <a:cubicBezTo>
                  <a:pt x="971570" y="135827"/>
                  <a:pt x="975901" y="133258"/>
                  <a:pt x="981418" y="131717"/>
                </a:cubicBezTo>
                <a:cubicBezTo>
                  <a:pt x="975774" y="128136"/>
                  <a:pt x="972951" y="122446"/>
                  <a:pt x="972951" y="114645"/>
                </a:cubicBezTo>
                <a:cubicBezTo>
                  <a:pt x="972951" y="108648"/>
                  <a:pt x="974940" y="103352"/>
                  <a:pt x="978916" y="98756"/>
                </a:cubicBezTo>
                <a:cubicBezTo>
                  <a:pt x="972886" y="93730"/>
                  <a:pt x="969871" y="87094"/>
                  <a:pt x="969871" y="78847"/>
                </a:cubicBezTo>
                <a:cubicBezTo>
                  <a:pt x="969871" y="71278"/>
                  <a:pt x="972886" y="64703"/>
                  <a:pt x="978916" y="59123"/>
                </a:cubicBezTo>
                <a:cubicBezTo>
                  <a:pt x="984947" y="53541"/>
                  <a:pt x="992325" y="50750"/>
                  <a:pt x="1001052" y="50750"/>
                </a:cubicBezTo>
                <a:cubicBezTo>
                  <a:pt x="1008750" y="50750"/>
                  <a:pt x="1015551" y="53029"/>
                  <a:pt x="1021454" y="57587"/>
                </a:cubicBezTo>
                <a:cubicBezTo>
                  <a:pt x="1027614" y="51525"/>
                  <a:pt x="1034415" y="48494"/>
                  <a:pt x="1041857" y="48494"/>
                </a:cubicBezTo>
                <a:cubicBezTo>
                  <a:pt x="1045193" y="48494"/>
                  <a:pt x="1047663" y="49509"/>
                  <a:pt x="1049267" y="51540"/>
                </a:cubicBezTo>
                <a:cubicBezTo>
                  <a:pt x="1050870" y="53570"/>
                  <a:pt x="1051672" y="55664"/>
                  <a:pt x="1051672" y="57822"/>
                </a:cubicBezTo>
                <a:cubicBezTo>
                  <a:pt x="1051672" y="59725"/>
                  <a:pt x="1051062" y="61152"/>
                  <a:pt x="1049843" y="62104"/>
                </a:cubicBezTo>
                <a:cubicBezTo>
                  <a:pt x="1048625" y="63055"/>
                  <a:pt x="1047374" y="63531"/>
                  <a:pt x="1046089" y="63531"/>
                </a:cubicBezTo>
                <a:cubicBezTo>
                  <a:pt x="1044550" y="63531"/>
                  <a:pt x="1043235" y="63030"/>
                  <a:pt x="1042145" y="62027"/>
                </a:cubicBezTo>
                <a:cubicBezTo>
                  <a:pt x="1041054" y="61025"/>
                  <a:pt x="1040509" y="59709"/>
                  <a:pt x="1040509" y="58080"/>
                </a:cubicBezTo>
                <a:cubicBezTo>
                  <a:pt x="1040509" y="55449"/>
                  <a:pt x="1041535" y="53757"/>
                  <a:pt x="1043587" y="53005"/>
                </a:cubicBezTo>
                <a:cubicBezTo>
                  <a:pt x="1043203" y="52880"/>
                  <a:pt x="1042562" y="52817"/>
                  <a:pt x="1041663" y="52817"/>
                </a:cubicBezTo>
                <a:cubicBezTo>
                  <a:pt x="1035376" y="52817"/>
                  <a:pt x="1029602" y="55309"/>
                  <a:pt x="1024341" y="60292"/>
                </a:cubicBezTo>
                <a:cubicBezTo>
                  <a:pt x="1029602" y="65189"/>
                  <a:pt x="1032233" y="71438"/>
                  <a:pt x="1032233" y="79041"/>
                </a:cubicBezTo>
                <a:cubicBezTo>
                  <a:pt x="1032233" y="86644"/>
                  <a:pt x="1029218" y="93227"/>
                  <a:pt x="1023187" y="98792"/>
                </a:cubicBezTo>
                <a:cubicBezTo>
                  <a:pt x="1017157" y="104356"/>
                  <a:pt x="1009778" y="107138"/>
                  <a:pt x="1001052" y="107138"/>
                </a:cubicBezTo>
                <a:cubicBezTo>
                  <a:pt x="993866" y="107138"/>
                  <a:pt x="987514" y="105181"/>
                  <a:pt x="981997" y="101268"/>
                </a:cubicBezTo>
                <a:cubicBezTo>
                  <a:pt x="979816" y="103807"/>
                  <a:pt x="978725" y="106791"/>
                  <a:pt x="978725" y="110219"/>
                </a:cubicBezTo>
                <a:cubicBezTo>
                  <a:pt x="978725" y="113426"/>
                  <a:pt x="979688" y="116281"/>
                  <a:pt x="981612" y="118783"/>
                </a:cubicBezTo>
                <a:cubicBezTo>
                  <a:pt x="983537" y="121285"/>
                  <a:pt x="985975" y="122729"/>
                  <a:pt x="988925" y="123115"/>
                </a:cubicBezTo>
                <a:cubicBezTo>
                  <a:pt x="989824" y="123242"/>
                  <a:pt x="994636" y="123306"/>
                  <a:pt x="1003360" y="123306"/>
                </a:cubicBezTo>
                <a:cubicBezTo>
                  <a:pt x="1008492" y="123306"/>
                  <a:pt x="1012469" y="123371"/>
                  <a:pt x="1015293" y="123500"/>
                </a:cubicBezTo>
                <a:cubicBezTo>
                  <a:pt x="1018116" y="123627"/>
                  <a:pt x="1021548" y="124108"/>
                  <a:pt x="1025590" y="124942"/>
                </a:cubicBezTo>
                <a:cubicBezTo>
                  <a:pt x="1029633" y="125774"/>
                  <a:pt x="1033258" y="127023"/>
                  <a:pt x="1036465" y="128689"/>
                </a:cubicBezTo>
                <a:cubicBezTo>
                  <a:pt x="1044806" y="133300"/>
                  <a:pt x="1048976" y="140603"/>
                  <a:pt x="1048976" y="150596"/>
                </a:cubicBezTo>
                <a:cubicBezTo>
                  <a:pt x="1048976" y="157893"/>
                  <a:pt x="1044773" y="163846"/>
                  <a:pt x="1036368" y="168455"/>
                </a:cubicBezTo>
                <a:cubicBezTo>
                  <a:pt x="1027965" y="173064"/>
                  <a:pt x="1017924" y="175369"/>
                  <a:pt x="1006247" y="175369"/>
                </a:cubicBezTo>
                <a:cubicBezTo>
                  <a:pt x="994443" y="175369"/>
                  <a:pt x="984402" y="173032"/>
                  <a:pt x="976126" y="168358"/>
                </a:cubicBezTo>
                <a:cubicBezTo>
                  <a:pt x="967850" y="163687"/>
                  <a:pt x="963712" y="157895"/>
                  <a:pt x="963712" y="150983"/>
                </a:cubicBezTo>
                <a:moveTo>
                  <a:pt x="973721" y="150983"/>
                </a:moveTo>
                <a:cubicBezTo>
                  <a:pt x="973721" y="156256"/>
                  <a:pt x="976832" y="160918"/>
                  <a:pt x="983054" y="164969"/>
                </a:cubicBezTo>
                <a:cubicBezTo>
                  <a:pt x="989279" y="169020"/>
                  <a:pt x="997074" y="171046"/>
                  <a:pt x="1006441" y="171046"/>
                </a:cubicBezTo>
                <a:cubicBezTo>
                  <a:pt x="1015680" y="171046"/>
                  <a:pt x="1023411" y="169052"/>
                  <a:pt x="1029634" y="165066"/>
                </a:cubicBezTo>
                <a:cubicBezTo>
                  <a:pt x="1035858" y="161080"/>
                  <a:pt x="1038970" y="156385"/>
                  <a:pt x="1038970" y="150983"/>
                </a:cubicBezTo>
                <a:cubicBezTo>
                  <a:pt x="1038970" y="147124"/>
                  <a:pt x="1037880" y="143973"/>
                  <a:pt x="1035698" y="141530"/>
                </a:cubicBezTo>
                <a:cubicBezTo>
                  <a:pt x="1033517" y="139086"/>
                  <a:pt x="1030181" y="137382"/>
                  <a:pt x="1025689" y="136416"/>
                </a:cubicBezTo>
                <a:cubicBezTo>
                  <a:pt x="1021198" y="135453"/>
                  <a:pt x="1017380" y="134876"/>
                  <a:pt x="1014235" y="134684"/>
                </a:cubicBezTo>
                <a:cubicBezTo>
                  <a:pt x="1011093" y="134490"/>
                  <a:pt x="1006635" y="134393"/>
                  <a:pt x="1000861" y="134393"/>
                </a:cubicBezTo>
                <a:lnTo>
                  <a:pt x="989504" y="134393"/>
                </a:lnTo>
                <a:cubicBezTo>
                  <a:pt x="985141" y="134649"/>
                  <a:pt x="981420" y="136385"/>
                  <a:pt x="978341" y="139600"/>
                </a:cubicBezTo>
                <a:cubicBezTo>
                  <a:pt x="975261" y="142817"/>
                  <a:pt x="973721" y="146611"/>
                  <a:pt x="973721" y="150983"/>
                </a:cubicBezTo>
                <a:moveTo>
                  <a:pt x="984305" y="79041"/>
                </a:moveTo>
                <a:cubicBezTo>
                  <a:pt x="984305" y="94891"/>
                  <a:pt x="989888" y="102815"/>
                  <a:pt x="1001052" y="102815"/>
                </a:cubicBezTo>
                <a:cubicBezTo>
                  <a:pt x="1006698" y="102815"/>
                  <a:pt x="1011254" y="100238"/>
                  <a:pt x="1014717" y="95082"/>
                </a:cubicBezTo>
                <a:cubicBezTo>
                  <a:pt x="1016771" y="91603"/>
                  <a:pt x="1017798" y="86191"/>
                  <a:pt x="1017798" y="78847"/>
                </a:cubicBezTo>
                <a:cubicBezTo>
                  <a:pt x="1017798" y="62998"/>
                  <a:pt x="1012216" y="55073"/>
                  <a:pt x="1001052" y="55073"/>
                </a:cubicBezTo>
                <a:cubicBezTo>
                  <a:pt x="995405" y="55073"/>
                  <a:pt x="990850" y="57651"/>
                  <a:pt x="987386" y="62806"/>
                </a:cubicBezTo>
                <a:cubicBezTo>
                  <a:pt x="985332" y="66285"/>
                  <a:pt x="984305" y="71697"/>
                  <a:pt x="984305" y="79041"/>
                </a:cubicBezTo>
                <a:close/>
                <a:moveTo>
                  <a:pt x="1060718" y="135709"/>
                </a:moveTo>
                <a:lnTo>
                  <a:pt x="1060718" y="129694"/>
                </a:lnTo>
                <a:cubicBezTo>
                  <a:pt x="1067520" y="129694"/>
                  <a:pt x="1071723" y="129278"/>
                  <a:pt x="1073327" y="128446"/>
                </a:cubicBezTo>
                <a:cubicBezTo>
                  <a:pt x="1074930" y="127614"/>
                  <a:pt x="1075732" y="125149"/>
                  <a:pt x="1075732" y="121053"/>
                </a:cubicBezTo>
                <a:lnTo>
                  <a:pt x="1075732" y="69587"/>
                </a:lnTo>
                <a:cubicBezTo>
                  <a:pt x="1075732" y="64849"/>
                  <a:pt x="1074898" y="61872"/>
                  <a:pt x="1073230" y="60656"/>
                </a:cubicBezTo>
                <a:cubicBezTo>
                  <a:pt x="1071562" y="59440"/>
                  <a:pt x="1067391" y="58832"/>
                  <a:pt x="1060718" y="58832"/>
                </a:cubicBezTo>
                <a:lnTo>
                  <a:pt x="1060718" y="52867"/>
                </a:lnTo>
                <a:lnTo>
                  <a:pt x="1087858" y="50750"/>
                </a:lnTo>
                <a:lnTo>
                  <a:pt x="1087858" y="70929"/>
                </a:lnTo>
                <a:cubicBezTo>
                  <a:pt x="1093889" y="57476"/>
                  <a:pt x="1103384" y="50750"/>
                  <a:pt x="1116344" y="50750"/>
                </a:cubicBezTo>
                <a:cubicBezTo>
                  <a:pt x="1125967" y="50750"/>
                  <a:pt x="1132703" y="53119"/>
                  <a:pt x="1136552" y="57857"/>
                </a:cubicBezTo>
                <a:cubicBezTo>
                  <a:pt x="1139376" y="61060"/>
                  <a:pt x="1141076" y="64455"/>
                  <a:pt x="1141654" y="68042"/>
                </a:cubicBezTo>
                <a:cubicBezTo>
                  <a:pt x="1142231" y="71627"/>
                  <a:pt x="1142520" y="78031"/>
                  <a:pt x="1142520" y="87253"/>
                </a:cubicBezTo>
                <a:lnTo>
                  <a:pt x="1142520" y="123932"/>
                </a:lnTo>
                <a:cubicBezTo>
                  <a:pt x="1142649" y="126620"/>
                  <a:pt x="1143740" y="128253"/>
                  <a:pt x="1145792" y="128830"/>
                </a:cubicBezTo>
                <a:cubicBezTo>
                  <a:pt x="1147846" y="129406"/>
                  <a:pt x="1151760" y="129694"/>
                  <a:pt x="1157534" y="129694"/>
                </a:cubicBezTo>
                <a:lnTo>
                  <a:pt x="1157534" y="135709"/>
                </a:lnTo>
                <a:cubicBezTo>
                  <a:pt x="1144445" y="135321"/>
                  <a:pt x="1137259" y="135127"/>
                  <a:pt x="1135977" y="135127"/>
                </a:cubicBezTo>
                <a:cubicBezTo>
                  <a:pt x="1134951" y="135127"/>
                  <a:pt x="1127701" y="135321"/>
                  <a:pt x="1114226" y="135709"/>
                </a:cubicBezTo>
                <a:lnTo>
                  <a:pt x="1114226" y="129694"/>
                </a:lnTo>
                <a:cubicBezTo>
                  <a:pt x="1121028" y="129694"/>
                  <a:pt x="1125231" y="129279"/>
                  <a:pt x="1126834" y="128449"/>
                </a:cubicBezTo>
                <a:cubicBezTo>
                  <a:pt x="1128438" y="127616"/>
                  <a:pt x="1129239" y="125154"/>
                  <a:pt x="1129239" y="121062"/>
                </a:cubicBezTo>
                <a:lnTo>
                  <a:pt x="1129239" y="76365"/>
                </a:lnTo>
                <a:cubicBezTo>
                  <a:pt x="1129239" y="69844"/>
                  <a:pt x="1128245" y="64665"/>
                  <a:pt x="1126256" y="60829"/>
                </a:cubicBezTo>
                <a:cubicBezTo>
                  <a:pt x="1124266" y="56992"/>
                  <a:pt x="1120513" y="55073"/>
                  <a:pt x="1114995" y="55073"/>
                </a:cubicBezTo>
                <a:cubicBezTo>
                  <a:pt x="1108323" y="55073"/>
                  <a:pt x="1102324" y="57855"/>
                  <a:pt x="1096998" y="63420"/>
                </a:cubicBezTo>
                <a:cubicBezTo>
                  <a:pt x="1091674" y="68982"/>
                  <a:pt x="1089013" y="76431"/>
                  <a:pt x="1089013" y="85767"/>
                </a:cubicBezTo>
                <a:lnTo>
                  <a:pt x="1089013" y="121062"/>
                </a:lnTo>
                <a:cubicBezTo>
                  <a:pt x="1089013" y="125154"/>
                  <a:pt x="1089814" y="127616"/>
                  <a:pt x="1091418" y="128449"/>
                </a:cubicBezTo>
                <a:cubicBezTo>
                  <a:pt x="1093022" y="129279"/>
                  <a:pt x="1097224" y="129694"/>
                  <a:pt x="1104026" y="129694"/>
                </a:cubicBezTo>
                <a:lnTo>
                  <a:pt x="1104026" y="135709"/>
                </a:lnTo>
                <a:cubicBezTo>
                  <a:pt x="1090937" y="135321"/>
                  <a:pt x="1083752" y="135127"/>
                  <a:pt x="1082469" y="135127"/>
                </a:cubicBezTo>
                <a:cubicBezTo>
                  <a:pt x="1081443" y="135127"/>
                  <a:pt x="1074193" y="135321"/>
                  <a:pt x="1060718" y="135709"/>
                </a:cubicBezTo>
                <a:close/>
                <a:moveTo>
                  <a:pt x="1169467" y="117421"/>
                </a:moveTo>
                <a:cubicBezTo>
                  <a:pt x="1169467" y="106499"/>
                  <a:pt x="1175883" y="98148"/>
                  <a:pt x="1188716" y="92366"/>
                </a:cubicBezTo>
                <a:cubicBezTo>
                  <a:pt x="1196414" y="88640"/>
                  <a:pt x="1208219" y="86296"/>
                  <a:pt x="1224129" y="85335"/>
                </a:cubicBezTo>
                <a:lnTo>
                  <a:pt x="1224129" y="78295"/>
                </a:lnTo>
                <a:cubicBezTo>
                  <a:pt x="1224129" y="70432"/>
                  <a:pt x="1222044" y="64408"/>
                  <a:pt x="1217873" y="60224"/>
                </a:cubicBezTo>
                <a:cubicBezTo>
                  <a:pt x="1213703" y="56038"/>
                  <a:pt x="1208987" y="53945"/>
                  <a:pt x="1203726" y="53945"/>
                </a:cubicBezTo>
                <a:cubicBezTo>
                  <a:pt x="1194360" y="53945"/>
                  <a:pt x="1187430" y="56827"/>
                  <a:pt x="1182939" y="62591"/>
                </a:cubicBezTo>
                <a:cubicBezTo>
                  <a:pt x="1186788" y="62719"/>
                  <a:pt x="1189386" y="63743"/>
                  <a:pt x="1190733" y="65663"/>
                </a:cubicBezTo>
                <a:cubicBezTo>
                  <a:pt x="1192081" y="67584"/>
                  <a:pt x="1192754" y="69505"/>
                  <a:pt x="1192754" y="71426"/>
                </a:cubicBezTo>
                <a:cubicBezTo>
                  <a:pt x="1192754" y="73987"/>
                  <a:pt x="1191952" y="76099"/>
                  <a:pt x="1190349" y="77763"/>
                </a:cubicBezTo>
                <a:cubicBezTo>
                  <a:pt x="1188745" y="79428"/>
                  <a:pt x="1186596" y="80260"/>
                  <a:pt x="1183902" y="80260"/>
                </a:cubicBezTo>
                <a:cubicBezTo>
                  <a:pt x="1181335" y="80260"/>
                  <a:pt x="1179218" y="79460"/>
                  <a:pt x="1177550" y="77860"/>
                </a:cubicBezTo>
                <a:cubicBezTo>
                  <a:pt x="1175882" y="76259"/>
                  <a:pt x="1175047" y="74050"/>
                  <a:pt x="1175047" y="71235"/>
                </a:cubicBezTo>
                <a:cubicBezTo>
                  <a:pt x="1175047" y="64987"/>
                  <a:pt x="1177870" y="59823"/>
                  <a:pt x="1183515" y="55743"/>
                </a:cubicBezTo>
                <a:cubicBezTo>
                  <a:pt x="1189161" y="51662"/>
                  <a:pt x="1196027" y="49622"/>
                  <a:pt x="1204111" y="49622"/>
                </a:cubicBezTo>
                <a:cubicBezTo>
                  <a:pt x="1214633" y="49622"/>
                  <a:pt x="1223423" y="53128"/>
                  <a:pt x="1230482" y="60139"/>
                </a:cubicBezTo>
                <a:cubicBezTo>
                  <a:pt x="1232663" y="62306"/>
                  <a:pt x="1234299" y="64793"/>
                  <a:pt x="1235389" y="67599"/>
                </a:cubicBezTo>
                <a:cubicBezTo>
                  <a:pt x="1236480" y="70403"/>
                  <a:pt x="1237089" y="72729"/>
                  <a:pt x="1237216" y="74577"/>
                </a:cubicBezTo>
                <a:cubicBezTo>
                  <a:pt x="1237345" y="76425"/>
                  <a:pt x="1237410" y="79134"/>
                  <a:pt x="1237410" y="82703"/>
                </a:cubicBezTo>
                <a:lnTo>
                  <a:pt x="1237410" y="121247"/>
                </a:lnTo>
                <a:cubicBezTo>
                  <a:pt x="1237410" y="122013"/>
                  <a:pt x="1237538" y="123003"/>
                  <a:pt x="1237794" y="124217"/>
                </a:cubicBezTo>
                <a:cubicBezTo>
                  <a:pt x="1238051" y="125428"/>
                  <a:pt x="1238757" y="126832"/>
                  <a:pt x="1239912" y="128428"/>
                </a:cubicBezTo>
                <a:cubicBezTo>
                  <a:pt x="1241067" y="130024"/>
                  <a:pt x="1242607" y="130822"/>
                  <a:pt x="1244532" y="130822"/>
                </a:cubicBezTo>
                <a:cubicBezTo>
                  <a:pt x="1249151" y="130822"/>
                  <a:pt x="1251460" y="126737"/>
                  <a:pt x="1251460" y="118569"/>
                </a:cubicBezTo>
                <a:lnTo>
                  <a:pt x="1251460" y="107846"/>
                </a:lnTo>
                <a:lnTo>
                  <a:pt x="1256271" y="107846"/>
                </a:lnTo>
                <a:lnTo>
                  <a:pt x="1256271" y="118598"/>
                </a:lnTo>
                <a:cubicBezTo>
                  <a:pt x="1256271" y="125381"/>
                  <a:pt x="1254474" y="130116"/>
                  <a:pt x="1250881" y="132804"/>
                </a:cubicBezTo>
                <a:cubicBezTo>
                  <a:pt x="1247289" y="135492"/>
                  <a:pt x="1243824" y="136836"/>
                  <a:pt x="1240488" y="136836"/>
                </a:cubicBezTo>
                <a:cubicBezTo>
                  <a:pt x="1236253" y="136836"/>
                  <a:pt x="1232788" y="135265"/>
                  <a:pt x="1230094" y="132123"/>
                </a:cubicBezTo>
                <a:cubicBezTo>
                  <a:pt x="1227400" y="128978"/>
                  <a:pt x="1225860" y="125289"/>
                  <a:pt x="1225474" y="121056"/>
                </a:cubicBezTo>
                <a:cubicBezTo>
                  <a:pt x="1223549" y="125926"/>
                  <a:pt x="1220374" y="129930"/>
                  <a:pt x="1215947" y="133068"/>
                </a:cubicBezTo>
                <a:cubicBezTo>
                  <a:pt x="1211520" y="136207"/>
                  <a:pt x="1206291" y="137776"/>
                  <a:pt x="1200261" y="137776"/>
                </a:cubicBezTo>
                <a:cubicBezTo>
                  <a:pt x="1195642" y="137776"/>
                  <a:pt x="1191151" y="137200"/>
                  <a:pt x="1186789" y="136046"/>
                </a:cubicBezTo>
                <a:cubicBezTo>
                  <a:pt x="1182427" y="134895"/>
                  <a:pt x="1178449" y="132720"/>
                  <a:pt x="1174857" y="129521"/>
                </a:cubicBezTo>
                <a:cubicBezTo>
                  <a:pt x="1171264" y="126319"/>
                  <a:pt x="1169467" y="122286"/>
                  <a:pt x="1169467" y="117421"/>
                </a:cubicBezTo>
                <a:moveTo>
                  <a:pt x="1184287" y="117227"/>
                </a:moveTo>
                <a:cubicBezTo>
                  <a:pt x="1184287" y="121936"/>
                  <a:pt x="1185986" y="125817"/>
                  <a:pt x="1189385" y="128872"/>
                </a:cubicBezTo>
                <a:cubicBezTo>
                  <a:pt x="1192786" y="131926"/>
                  <a:pt x="1196861" y="133453"/>
                  <a:pt x="1201609" y="133453"/>
                </a:cubicBezTo>
                <a:cubicBezTo>
                  <a:pt x="1206999" y="133453"/>
                  <a:pt x="1212099" y="131382"/>
                  <a:pt x="1216910" y="127239"/>
                </a:cubicBezTo>
                <a:cubicBezTo>
                  <a:pt x="1221723" y="123094"/>
                  <a:pt x="1224129" y="116942"/>
                  <a:pt x="1224129" y="108783"/>
                </a:cubicBezTo>
                <a:lnTo>
                  <a:pt x="1224129" y="89658"/>
                </a:lnTo>
                <a:cubicBezTo>
                  <a:pt x="1209885" y="90169"/>
                  <a:pt x="1199683" y="93232"/>
                  <a:pt x="1193524" y="98848"/>
                </a:cubicBezTo>
                <a:cubicBezTo>
                  <a:pt x="1187366" y="104463"/>
                  <a:pt x="1184287" y="110589"/>
                  <a:pt x="1184287" y="117227"/>
                </a:cubicBezTo>
                <a:close/>
                <a:moveTo>
                  <a:pt x="1263971" y="135709"/>
                </a:moveTo>
                <a:lnTo>
                  <a:pt x="1263971" y="129694"/>
                </a:lnTo>
                <a:cubicBezTo>
                  <a:pt x="1270771" y="129694"/>
                  <a:pt x="1274973" y="129278"/>
                  <a:pt x="1276576" y="128446"/>
                </a:cubicBezTo>
                <a:cubicBezTo>
                  <a:pt x="1278180" y="127612"/>
                  <a:pt x="1278982" y="125145"/>
                  <a:pt x="1278982" y="121045"/>
                </a:cubicBezTo>
                <a:lnTo>
                  <a:pt x="1278982" y="21102"/>
                </a:lnTo>
                <a:cubicBezTo>
                  <a:pt x="1278982" y="16360"/>
                  <a:pt x="1278148" y="13381"/>
                  <a:pt x="1276479" y="12165"/>
                </a:cubicBezTo>
                <a:cubicBezTo>
                  <a:pt x="1274811" y="10947"/>
                  <a:pt x="1270642" y="10338"/>
                  <a:pt x="1263971" y="10338"/>
                </a:cubicBezTo>
                <a:lnTo>
                  <a:pt x="1263971" y="4373"/>
                </a:lnTo>
                <a:lnTo>
                  <a:pt x="1291687" y="2256"/>
                </a:lnTo>
                <a:lnTo>
                  <a:pt x="1291687" y="121045"/>
                </a:lnTo>
                <a:cubicBezTo>
                  <a:pt x="1291687" y="125145"/>
                  <a:pt x="1292488" y="127612"/>
                  <a:pt x="1294092" y="128446"/>
                </a:cubicBezTo>
                <a:cubicBezTo>
                  <a:pt x="1295696" y="129278"/>
                  <a:pt x="1299898" y="129694"/>
                  <a:pt x="1306700" y="129694"/>
                </a:cubicBezTo>
                <a:lnTo>
                  <a:pt x="1306700" y="135709"/>
                </a:lnTo>
                <a:cubicBezTo>
                  <a:pt x="1305161" y="135709"/>
                  <a:pt x="1302755" y="135644"/>
                  <a:pt x="1299481" y="135515"/>
                </a:cubicBezTo>
                <a:cubicBezTo>
                  <a:pt x="1296210" y="135386"/>
                  <a:pt x="1293386" y="135289"/>
                  <a:pt x="1291011" y="135224"/>
                </a:cubicBezTo>
                <a:cubicBezTo>
                  <a:pt x="1288638" y="135159"/>
                  <a:pt x="1286746" y="135127"/>
                  <a:pt x="1285334" y="135127"/>
                </a:cubicBezTo>
                <a:cubicBezTo>
                  <a:pt x="1283795" y="135127"/>
                  <a:pt x="1276674" y="135321"/>
                  <a:pt x="1263971" y="135709"/>
                </a:cubicBezTo>
                <a:close/>
                <a:moveTo>
                  <a:pt x="1317287" y="133165"/>
                </a:moveTo>
                <a:lnTo>
                  <a:pt x="1317287" y="107805"/>
                </a:lnTo>
                <a:cubicBezTo>
                  <a:pt x="1317287" y="106397"/>
                  <a:pt x="1317319" y="105437"/>
                  <a:pt x="1317384" y="104924"/>
                </a:cubicBezTo>
                <a:cubicBezTo>
                  <a:pt x="1317448" y="104411"/>
                  <a:pt x="1317672" y="103963"/>
                  <a:pt x="1318056" y="103579"/>
                </a:cubicBezTo>
                <a:cubicBezTo>
                  <a:pt x="1318442" y="103195"/>
                  <a:pt x="1319019" y="103003"/>
                  <a:pt x="1319789" y="103003"/>
                </a:cubicBezTo>
                <a:cubicBezTo>
                  <a:pt x="1320686" y="103003"/>
                  <a:pt x="1321295" y="103195"/>
                  <a:pt x="1321616" y="103579"/>
                </a:cubicBezTo>
                <a:cubicBezTo>
                  <a:pt x="1321937" y="103961"/>
                  <a:pt x="1322226" y="104854"/>
                  <a:pt x="1322482" y="106260"/>
                </a:cubicBezTo>
                <a:cubicBezTo>
                  <a:pt x="1324407" y="115069"/>
                  <a:pt x="1327454" y="121803"/>
                  <a:pt x="1331625" y="126463"/>
                </a:cubicBezTo>
                <a:cubicBezTo>
                  <a:pt x="1335795" y="131123"/>
                  <a:pt x="1341666" y="133453"/>
                  <a:pt x="1349237" y="133453"/>
                </a:cubicBezTo>
                <a:cubicBezTo>
                  <a:pt x="1356423" y="133453"/>
                  <a:pt x="1361843" y="131853"/>
                  <a:pt x="1365499" y="128654"/>
                </a:cubicBezTo>
                <a:cubicBezTo>
                  <a:pt x="1369156" y="125453"/>
                  <a:pt x="1370985" y="121229"/>
                  <a:pt x="1370985" y="115981"/>
                </a:cubicBezTo>
                <a:cubicBezTo>
                  <a:pt x="1370985" y="106636"/>
                  <a:pt x="1364312" y="100748"/>
                  <a:pt x="1350967" y="98316"/>
                </a:cubicBezTo>
                <a:cubicBezTo>
                  <a:pt x="1343268" y="96779"/>
                  <a:pt x="1337815" y="95498"/>
                  <a:pt x="1334606" y="94474"/>
                </a:cubicBezTo>
                <a:cubicBezTo>
                  <a:pt x="1331398" y="93450"/>
                  <a:pt x="1328384" y="91786"/>
                  <a:pt x="1325563" y="89482"/>
                </a:cubicBezTo>
                <a:cubicBezTo>
                  <a:pt x="1320045" y="85002"/>
                  <a:pt x="1317287" y="79562"/>
                  <a:pt x="1317287" y="73161"/>
                </a:cubicBezTo>
                <a:cubicBezTo>
                  <a:pt x="1317287" y="66761"/>
                  <a:pt x="1319724" y="61237"/>
                  <a:pt x="1324600" y="56591"/>
                </a:cubicBezTo>
                <a:cubicBezTo>
                  <a:pt x="1329475" y="51945"/>
                  <a:pt x="1337302" y="49622"/>
                  <a:pt x="1348080" y="49622"/>
                </a:cubicBezTo>
                <a:cubicBezTo>
                  <a:pt x="1355266" y="49622"/>
                  <a:pt x="1361297" y="51388"/>
                  <a:pt x="1366174" y="54920"/>
                </a:cubicBezTo>
                <a:cubicBezTo>
                  <a:pt x="1367586" y="53785"/>
                  <a:pt x="1368677" y="52775"/>
                  <a:pt x="1369446" y="51892"/>
                </a:cubicBezTo>
                <a:cubicBezTo>
                  <a:pt x="1371114" y="50379"/>
                  <a:pt x="1372398" y="49622"/>
                  <a:pt x="1373296" y="49622"/>
                </a:cubicBezTo>
                <a:cubicBezTo>
                  <a:pt x="1374322" y="49622"/>
                  <a:pt x="1374931" y="49942"/>
                  <a:pt x="1375123" y="50582"/>
                </a:cubicBezTo>
                <a:cubicBezTo>
                  <a:pt x="1375317" y="51221"/>
                  <a:pt x="1375414" y="52435"/>
                  <a:pt x="1375414" y="54224"/>
                </a:cubicBezTo>
                <a:lnTo>
                  <a:pt x="1375414" y="73590"/>
                </a:lnTo>
                <a:cubicBezTo>
                  <a:pt x="1375414" y="74996"/>
                  <a:pt x="1375382" y="75955"/>
                  <a:pt x="1375317" y="76468"/>
                </a:cubicBezTo>
                <a:cubicBezTo>
                  <a:pt x="1375252" y="76979"/>
                  <a:pt x="1375027" y="77394"/>
                  <a:pt x="1374642" y="77714"/>
                </a:cubicBezTo>
                <a:cubicBezTo>
                  <a:pt x="1374258" y="78033"/>
                  <a:pt x="1373681" y="78192"/>
                  <a:pt x="1372912" y="78192"/>
                </a:cubicBezTo>
                <a:cubicBezTo>
                  <a:pt x="1371500" y="78192"/>
                  <a:pt x="1370730" y="77616"/>
                  <a:pt x="1370600" y="76462"/>
                </a:cubicBezTo>
                <a:cubicBezTo>
                  <a:pt x="1369574" y="60950"/>
                  <a:pt x="1362068" y="53193"/>
                  <a:pt x="1348080" y="53193"/>
                </a:cubicBezTo>
                <a:cubicBezTo>
                  <a:pt x="1340509" y="53193"/>
                  <a:pt x="1335023" y="54633"/>
                  <a:pt x="1331622" y="57513"/>
                </a:cubicBezTo>
                <a:cubicBezTo>
                  <a:pt x="1328223" y="60394"/>
                  <a:pt x="1326523" y="63818"/>
                  <a:pt x="1326523" y="67787"/>
                </a:cubicBezTo>
                <a:cubicBezTo>
                  <a:pt x="1326523" y="69962"/>
                  <a:pt x="1327036" y="71882"/>
                  <a:pt x="1328062" y="73546"/>
                </a:cubicBezTo>
                <a:cubicBezTo>
                  <a:pt x="1329090" y="75210"/>
                  <a:pt x="1330278" y="76523"/>
                  <a:pt x="1331625" y="77484"/>
                </a:cubicBezTo>
                <a:cubicBezTo>
                  <a:pt x="1332972" y="78444"/>
                  <a:pt x="1334896" y="79372"/>
                  <a:pt x="1337399" y="80269"/>
                </a:cubicBezTo>
                <a:cubicBezTo>
                  <a:pt x="1339901" y="81163"/>
                  <a:pt x="1341921" y="81771"/>
                  <a:pt x="1343460" y="82092"/>
                </a:cubicBezTo>
                <a:cubicBezTo>
                  <a:pt x="1345001" y="82412"/>
                  <a:pt x="1347247" y="82891"/>
                  <a:pt x="1350198" y="83532"/>
                </a:cubicBezTo>
                <a:cubicBezTo>
                  <a:pt x="1360463" y="85452"/>
                  <a:pt x="1367777" y="88524"/>
                  <a:pt x="1372139" y="92748"/>
                </a:cubicBezTo>
                <a:cubicBezTo>
                  <a:pt x="1377529" y="98124"/>
                  <a:pt x="1380225" y="104204"/>
                  <a:pt x="1380225" y="110989"/>
                </a:cubicBezTo>
                <a:cubicBezTo>
                  <a:pt x="1380225" y="118570"/>
                  <a:pt x="1377658" y="124930"/>
                  <a:pt x="1372524" y="130070"/>
                </a:cubicBezTo>
                <a:cubicBezTo>
                  <a:pt x="1367392" y="135207"/>
                  <a:pt x="1359630" y="137776"/>
                  <a:pt x="1349237" y="137776"/>
                </a:cubicBezTo>
                <a:cubicBezTo>
                  <a:pt x="1340896" y="137776"/>
                  <a:pt x="1333839" y="134991"/>
                  <a:pt x="1328065" y="129421"/>
                </a:cubicBezTo>
                <a:cubicBezTo>
                  <a:pt x="1327296" y="130190"/>
                  <a:pt x="1326622" y="130895"/>
                  <a:pt x="1326044" y="131535"/>
                </a:cubicBezTo>
                <a:cubicBezTo>
                  <a:pt x="1325467" y="132176"/>
                  <a:pt x="1325082" y="132624"/>
                  <a:pt x="1324890" y="132880"/>
                </a:cubicBezTo>
                <a:cubicBezTo>
                  <a:pt x="1324698" y="133137"/>
                  <a:pt x="1324570" y="133330"/>
                  <a:pt x="1324506" y="133459"/>
                </a:cubicBezTo>
                <a:cubicBezTo>
                  <a:pt x="1324441" y="133586"/>
                  <a:pt x="1324344" y="133715"/>
                  <a:pt x="1324215" y="133847"/>
                </a:cubicBezTo>
                <a:cubicBezTo>
                  <a:pt x="1321650" y="136466"/>
                  <a:pt x="1320046" y="137776"/>
                  <a:pt x="1319404" y="137776"/>
                </a:cubicBezTo>
                <a:cubicBezTo>
                  <a:pt x="1318378" y="137776"/>
                  <a:pt x="1317768" y="137456"/>
                  <a:pt x="1317574" y="136816"/>
                </a:cubicBezTo>
                <a:cubicBezTo>
                  <a:pt x="1317383" y="136176"/>
                  <a:pt x="1317287" y="134959"/>
                  <a:pt x="1317287" y="13316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65593-BF39-4472-80EC-822EA524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508" y="2013204"/>
            <a:ext cx="2306399" cy="624757"/>
          </a:xfrm>
          <a:custGeom xmlns:a="http://schemas.openxmlformats.org/drawingml/2006/main">
            <a:pathLst>
              <a:path w="2306399" h="624757" fill="none">
                <a:moveTo>
                  <a:pt x="0" y="0"/>
                </a:moveTo>
                <a:lnTo>
                  <a:pt x="2306399" y="0"/>
                </a:lnTo>
                <a:lnTo>
                  <a:pt x="2306399" y="624757"/>
                </a:lnTo>
                <a:lnTo>
                  <a:pt x="0" y="624757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20622" cap="flat">
            <a:solidFill>
              <a:srgbClr val="000000"/>
            </a:solidFill>
            <a:miter/>
          </a:ln>
        </p:spPr>
      </p:sp>
      <p:sp>
        <p:nvSpPr>
          <p:cNvPr id="14" name="Text Multi-taskBandit">
            <a:extLst xmlns:a="http://schemas.openxmlformats.org/drawingml/2006/main">
              <a:ext uri="{FF2B5EF4-FFF2-40B4-BE49-F238E27FC236}">
                <a16:creationId xmlns:a16="http://schemas.microsoft.com/office/drawing/2014/main" id="{F19A0944-2797-4E4C-946E-74C0CA10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3351" y="2136840"/>
            <a:ext cx="1497056" cy="135521"/>
          </a:xfrm>
          <a:custGeom xmlns:a="http://schemas.openxmlformats.org/drawingml/2006/main">
            <a:pathLst>
              <a:path w="1497056" h="135521">
                <a:moveTo>
                  <a:pt x="0" y="133453"/>
                </a:moveTo>
                <a:lnTo>
                  <a:pt x="0" y="127438"/>
                </a:lnTo>
                <a:cubicBezTo>
                  <a:pt x="4619" y="127438"/>
                  <a:pt x="8403" y="126990"/>
                  <a:pt x="11354" y="126093"/>
                </a:cubicBezTo>
                <a:cubicBezTo>
                  <a:pt x="14307" y="125196"/>
                  <a:pt x="16328" y="123884"/>
                  <a:pt x="17419" y="122155"/>
                </a:cubicBezTo>
                <a:cubicBezTo>
                  <a:pt x="18509" y="120424"/>
                  <a:pt x="19183" y="118982"/>
                  <a:pt x="19439" y="117829"/>
                </a:cubicBezTo>
                <a:cubicBezTo>
                  <a:pt x="19696" y="116676"/>
                  <a:pt x="19824" y="115138"/>
                  <a:pt x="19824" y="113215"/>
                </a:cubicBezTo>
                <a:lnTo>
                  <a:pt x="19824" y="17116"/>
                </a:lnTo>
                <a:cubicBezTo>
                  <a:pt x="19824" y="13400"/>
                  <a:pt x="19022" y="10965"/>
                  <a:pt x="17419" y="9812"/>
                </a:cubicBezTo>
                <a:cubicBezTo>
                  <a:pt x="15815" y="8659"/>
                  <a:pt x="11549" y="8082"/>
                  <a:pt x="4620" y="8082"/>
                </a:cubicBezTo>
                <a:lnTo>
                  <a:pt x="0" y="8082"/>
                </a:lnTo>
                <a:lnTo>
                  <a:pt x="0" y="2068"/>
                </a:lnTo>
                <a:lnTo>
                  <a:pt x="32526" y="2068"/>
                </a:lnTo>
                <a:cubicBezTo>
                  <a:pt x="34837" y="2068"/>
                  <a:pt x="36312" y="2257"/>
                  <a:pt x="36952" y="2634"/>
                </a:cubicBezTo>
                <a:cubicBezTo>
                  <a:pt x="37594" y="3012"/>
                  <a:pt x="38365" y="4211"/>
                  <a:pt x="39264" y="6229"/>
                </a:cubicBezTo>
                <a:lnTo>
                  <a:pt x="81029" y="114119"/>
                </a:lnTo>
                <a:lnTo>
                  <a:pt x="123183" y="5868"/>
                </a:lnTo>
                <a:cubicBezTo>
                  <a:pt x="123825" y="4002"/>
                  <a:pt x="124434" y="2903"/>
                  <a:pt x="125009" y="2570"/>
                </a:cubicBezTo>
                <a:cubicBezTo>
                  <a:pt x="125587" y="2235"/>
                  <a:pt x="127096" y="2068"/>
                  <a:pt x="129535" y="2068"/>
                </a:cubicBezTo>
                <a:lnTo>
                  <a:pt x="162062" y="2068"/>
                </a:lnTo>
                <a:lnTo>
                  <a:pt x="162062" y="8082"/>
                </a:lnTo>
                <a:lnTo>
                  <a:pt x="157442" y="8082"/>
                </a:lnTo>
                <a:cubicBezTo>
                  <a:pt x="150513" y="8082"/>
                  <a:pt x="146246" y="8659"/>
                  <a:pt x="144643" y="9812"/>
                </a:cubicBezTo>
                <a:cubicBezTo>
                  <a:pt x="143039" y="10965"/>
                  <a:pt x="142237" y="13400"/>
                  <a:pt x="142237" y="17116"/>
                </a:cubicBezTo>
                <a:lnTo>
                  <a:pt x="142237" y="118404"/>
                </a:lnTo>
                <a:cubicBezTo>
                  <a:pt x="142237" y="122121"/>
                  <a:pt x="143039" y="124555"/>
                  <a:pt x="144643" y="125708"/>
                </a:cubicBezTo>
                <a:cubicBezTo>
                  <a:pt x="146246" y="126862"/>
                  <a:pt x="150513" y="127438"/>
                  <a:pt x="157442" y="127438"/>
                </a:cubicBezTo>
                <a:lnTo>
                  <a:pt x="162062" y="127438"/>
                </a:lnTo>
                <a:lnTo>
                  <a:pt x="162062" y="133453"/>
                </a:lnTo>
                <a:cubicBezTo>
                  <a:pt x="157314" y="133065"/>
                  <a:pt x="148139" y="132872"/>
                  <a:pt x="134537" y="132872"/>
                </a:cubicBezTo>
                <a:cubicBezTo>
                  <a:pt x="120808" y="132872"/>
                  <a:pt x="111569" y="133065"/>
                  <a:pt x="106821" y="133453"/>
                </a:cubicBezTo>
                <a:lnTo>
                  <a:pt x="106821" y="127438"/>
                </a:lnTo>
                <a:lnTo>
                  <a:pt x="111441" y="127438"/>
                </a:lnTo>
                <a:cubicBezTo>
                  <a:pt x="118370" y="127438"/>
                  <a:pt x="122636" y="126862"/>
                  <a:pt x="124240" y="125708"/>
                </a:cubicBezTo>
                <a:cubicBezTo>
                  <a:pt x="125846" y="124555"/>
                  <a:pt x="126648" y="122121"/>
                  <a:pt x="126648" y="118404"/>
                </a:cubicBezTo>
                <a:lnTo>
                  <a:pt x="126648" y="8082"/>
                </a:lnTo>
                <a:lnTo>
                  <a:pt x="126454" y="8082"/>
                </a:lnTo>
                <a:lnTo>
                  <a:pt x="79106" y="129797"/>
                </a:lnTo>
                <a:cubicBezTo>
                  <a:pt x="78207" y="132234"/>
                  <a:pt x="77053" y="133453"/>
                  <a:pt x="75643" y="133453"/>
                </a:cubicBezTo>
                <a:cubicBezTo>
                  <a:pt x="74102" y="133453"/>
                  <a:pt x="72819" y="132041"/>
                  <a:pt x="71793" y="129218"/>
                </a:cubicBezTo>
                <a:lnTo>
                  <a:pt x="25407" y="9586"/>
                </a:lnTo>
                <a:lnTo>
                  <a:pt x="25213" y="9586"/>
                </a:lnTo>
                <a:lnTo>
                  <a:pt x="25213" y="113212"/>
                </a:lnTo>
                <a:cubicBezTo>
                  <a:pt x="25213" y="115135"/>
                  <a:pt x="25342" y="116673"/>
                  <a:pt x="25598" y="117826"/>
                </a:cubicBezTo>
                <a:cubicBezTo>
                  <a:pt x="25855" y="118979"/>
                  <a:pt x="26528" y="120421"/>
                  <a:pt x="27619" y="122152"/>
                </a:cubicBezTo>
                <a:cubicBezTo>
                  <a:pt x="28709" y="123883"/>
                  <a:pt x="30730" y="125196"/>
                  <a:pt x="33680" y="126093"/>
                </a:cubicBezTo>
                <a:cubicBezTo>
                  <a:pt x="36633" y="126990"/>
                  <a:pt x="40419" y="127438"/>
                  <a:pt x="45037" y="127438"/>
                </a:cubicBezTo>
                <a:lnTo>
                  <a:pt x="45037" y="133453"/>
                </a:lnTo>
                <a:cubicBezTo>
                  <a:pt x="31565" y="133065"/>
                  <a:pt x="24058" y="132872"/>
                  <a:pt x="22517" y="132872"/>
                </a:cubicBezTo>
                <a:cubicBezTo>
                  <a:pt x="20978" y="132872"/>
                  <a:pt x="13473" y="133065"/>
                  <a:pt x="0" y="133453"/>
                </a:cubicBezTo>
                <a:close/>
                <a:moveTo>
                  <a:pt x="175342" y="56577"/>
                </a:moveTo>
                <a:lnTo>
                  <a:pt x="175342" y="50562"/>
                </a:lnTo>
                <a:lnTo>
                  <a:pt x="203636" y="48494"/>
                </a:lnTo>
                <a:lnTo>
                  <a:pt x="203636" y="112202"/>
                </a:lnTo>
                <a:cubicBezTo>
                  <a:pt x="203636" y="115272"/>
                  <a:pt x="203765" y="117702"/>
                  <a:pt x="204021" y="119494"/>
                </a:cubicBezTo>
                <a:cubicBezTo>
                  <a:pt x="204278" y="121284"/>
                  <a:pt x="204919" y="123202"/>
                  <a:pt x="205945" y="125250"/>
                </a:cubicBezTo>
                <a:cubicBezTo>
                  <a:pt x="206973" y="127296"/>
                  <a:pt x="208705" y="128799"/>
                  <a:pt x="211143" y="129758"/>
                </a:cubicBezTo>
                <a:cubicBezTo>
                  <a:pt x="213581" y="130718"/>
                  <a:pt x="216724" y="131198"/>
                  <a:pt x="220573" y="131198"/>
                </a:cubicBezTo>
                <a:cubicBezTo>
                  <a:pt x="227503" y="131198"/>
                  <a:pt x="233116" y="128353"/>
                  <a:pt x="237414" y="122663"/>
                </a:cubicBezTo>
                <a:cubicBezTo>
                  <a:pt x="241713" y="116971"/>
                  <a:pt x="243863" y="109905"/>
                  <a:pt x="243863" y="101464"/>
                </a:cubicBezTo>
                <a:lnTo>
                  <a:pt x="243863" y="67320"/>
                </a:lnTo>
                <a:cubicBezTo>
                  <a:pt x="243863" y="62587"/>
                  <a:pt x="243029" y="59614"/>
                  <a:pt x="241361" y="58400"/>
                </a:cubicBezTo>
                <a:cubicBezTo>
                  <a:pt x="239693" y="57185"/>
                  <a:pt x="235522" y="56577"/>
                  <a:pt x="228850" y="56577"/>
                </a:cubicBezTo>
                <a:lnTo>
                  <a:pt x="228850" y="50562"/>
                </a:lnTo>
                <a:lnTo>
                  <a:pt x="257144" y="48494"/>
                </a:lnTo>
                <a:lnTo>
                  <a:pt x="257144" y="116683"/>
                </a:lnTo>
                <a:cubicBezTo>
                  <a:pt x="257144" y="121420"/>
                  <a:pt x="257978" y="124397"/>
                  <a:pt x="259646" y="125614"/>
                </a:cubicBezTo>
                <a:cubicBezTo>
                  <a:pt x="261314" y="126830"/>
                  <a:pt x="265485" y="127438"/>
                  <a:pt x="272157" y="127438"/>
                </a:cubicBezTo>
                <a:lnTo>
                  <a:pt x="272157" y="133403"/>
                </a:lnTo>
                <a:lnTo>
                  <a:pt x="244442" y="135521"/>
                </a:lnTo>
                <a:lnTo>
                  <a:pt x="244442" y="118219"/>
                </a:lnTo>
                <a:cubicBezTo>
                  <a:pt x="239052" y="129754"/>
                  <a:pt x="230774" y="135521"/>
                  <a:pt x="219610" y="135521"/>
                </a:cubicBezTo>
                <a:cubicBezTo>
                  <a:pt x="213965" y="135521"/>
                  <a:pt x="209218" y="134817"/>
                  <a:pt x="205369" y="133409"/>
                </a:cubicBezTo>
                <a:cubicBezTo>
                  <a:pt x="201520" y="131999"/>
                  <a:pt x="198633" y="130398"/>
                  <a:pt x="196708" y="128604"/>
                </a:cubicBezTo>
                <a:cubicBezTo>
                  <a:pt x="194784" y="126811"/>
                  <a:pt x="193307" y="124185"/>
                  <a:pt x="192279" y="120727"/>
                </a:cubicBezTo>
                <a:cubicBezTo>
                  <a:pt x="191253" y="117268"/>
                  <a:pt x="190676" y="114482"/>
                  <a:pt x="190547" y="112369"/>
                </a:cubicBezTo>
                <a:cubicBezTo>
                  <a:pt x="190419" y="110254"/>
                  <a:pt x="190356" y="107148"/>
                  <a:pt x="190356" y="103050"/>
                </a:cubicBezTo>
                <a:lnTo>
                  <a:pt x="190356" y="74245"/>
                </a:lnTo>
                <a:cubicBezTo>
                  <a:pt x="190356" y="65538"/>
                  <a:pt x="189713" y="60417"/>
                  <a:pt x="188429" y="58882"/>
                </a:cubicBezTo>
                <a:cubicBezTo>
                  <a:pt x="187147" y="57345"/>
                  <a:pt x="182784" y="56577"/>
                  <a:pt x="175342" y="56577"/>
                </a:cubicBezTo>
                <a:close/>
                <a:moveTo>
                  <a:pt x="282358" y="133453"/>
                </a:moveTo>
                <a:lnTo>
                  <a:pt x="282358" y="127438"/>
                </a:lnTo>
                <a:cubicBezTo>
                  <a:pt x="289158" y="127438"/>
                  <a:pt x="293360" y="127022"/>
                  <a:pt x="294963" y="126190"/>
                </a:cubicBezTo>
                <a:cubicBezTo>
                  <a:pt x="296567" y="125356"/>
                  <a:pt x="297368" y="122889"/>
                  <a:pt x="297368" y="118789"/>
                </a:cubicBezTo>
                <a:lnTo>
                  <a:pt x="297368" y="18846"/>
                </a:lnTo>
                <a:cubicBezTo>
                  <a:pt x="297368" y="14104"/>
                  <a:pt x="296534" y="11125"/>
                  <a:pt x="294866" y="9909"/>
                </a:cubicBezTo>
                <a:cubicBezTo>
                  <a:pt x="293198" y="8691"/>
                  <a:pt x="289029" y="8082"/>
                  <a:pt x="282358" y="8082"/>
                </a:cubicBezTo>
                <a:lnTo>
                  <a:pt x="282358" y="2118"/>
                </a:lnTo>
                <a:lnTo>
                  <a:pt x="310074" y="0"/>
                </a:lnTo>
                <a:lnTo>
                  <a:pt x="310074" y="118789"/>
                </a:lnTo>
                <a:cubicBezTo>
                  <a:pt x="310074" y="122889"/>
                  <a:pt x="310875" y="125356"/>
                  <a:pt x="312479" y="126190"/>
                </a:cubicBezTo>
                <a:cubicBezTo>
                  <a:pt x="314082" y="127022"/>
                  <a:pt x="318285" y="127438"/>
                  <a:pt x="325087" y="127438"/>
                </a:cubicBezTo>
                <a:lnTo>
                  <a:pt x="325087" y="133453"/>
                </a:lnTo>
                <a:cubicBezTo>
                  <a:pt x="323548" y="133453"/>
                  <a:pt x="321142" y="133388"/>
                  <a:pt x="317868" y="133259"/>
                </a:cubicBezTo>
                <a:cubicBezTo>
                  <a:pt x="314596" y="133130"/>
                  <a:pt x="311773" y="133033"/>
                  <a:pt x="309398" y="132969"/>
                </a:cubicBezTo>
                <a:cubicBezTo>
                  <a:pt x="307025" y="132904"/>
                  <a:pt x="305133" y="132872"/>
                  <a:pt x="303721" y="132872"/>
                </a:cubicBezTo>
                <a:cubicBezTo>
                  <a:pt x="302182" y="132872"/>
                  <a:pt x="295061" y="133065"/>
                  <a:pt x="282358" y="133453"/>
                </a:cubicBezTo>
                <a:close/>
                <a:moveTo>
                  <a:pt x="332978" y="56577"/>
                </a:moveTo>
                <a:lnTo>
                  <a:pt x="332978" y="52253"/>
                </a:lnTo>
                <a:cubicBezTo>
                  <a:pt x="338881" y="51997"/>
                  <a:pt x="343789" y="49780"/>
                  <a:pt x="347701" y="45601"/>
                </a:cubicBezTo>
                <a:cubicBezTo>
                  <a:pt x="351615" y="41423"/>
                  <a:pt x="354245" y="36763"/>
                  <a:pt x="355592" y="31622"/>
                </a:cubicBezTo>
                <a:cubicBezTo>
                  <a:pt x="356939" y="26478"/>
                  <a:pt x="357677" y="20950"/>
                  <a:pt x="357807" y="15037"/>
                </a:cubicBezTo>
                <a:lnTo>
                  <a:pt x="362620" y="15037"/>
                </a:lnTo>
                <a:lnTo>
                  <a:pt x="362620" y="50562"/>
                </a:lnTo>
                <a:lnTo>
                  <a:pt x="390142" y="50562"/>
                </a:lnTo>
                <a:lnTo>
                  <a:pt x="390142" y="56577"/>
                </a:lnTo>
                <a:lnTo>
                  <a:pt x="362620" y="56577"/>
                </a:lnTo>
                <a:lnTo>
                  <a:pt x="362620" y="109779"/>
                </a:lnTo>
                <a:cubicBezTo>
                  <a:pt x="362620" y="123557"/>
                  <a:pt x="366919" y="130446"/>
                  <a:pt x="375516" y="130446"/>
                </a:cubicBezTo>
                <a:cubicBezTo>
                  <a:pt x="379238" y="130446"/>
                  <a:pt x="382318" y="128576"/>
                  <a:pt x="384756" y="124836"/>
                </a:cubicBezTo>
                <a:cubicBezTo>
                  <a:pt x="387193" y="121095"/>
                  <a:pt x="388412" y="115863"/>
                  <a:pt x="388412" y="109141"/>
                </a:cubicBezTo>
                <a:lnTo>
                  <a:pt x="388412" y="98680"/>
                </a:lnTo>
                <a:lnTo>
                  <a:pt x="393223" y="98680"/>
                </a:lnTo>
                <a:lnTo>
                  <a:pt x="393223" y="109617"/>
                </a:lnTo>
                <a:cubicBezTo>
                  <a:pt x="393223" y="116525"/>
                  <a:pt x="391618" y="122569"/>
                  <a:pt x="388409" y="127750"/>
                </a:cubicBezTo>
                <a:cubicBezTo>
                  <a:pt x="385202" y="132930"/>
                  <a:pt x="380455" y="135521"/>
                  <a:pt x="374168" y="135521"/>
                </a:cubicBezTo>
                <a:cubicBezTo>
                  <a:pt x="371858" y="135521"/>
                  <a:pt x="369547" y="135232"/>
                  <a:pt x="367237" y="134654"/>
                </a:cubicBezTo>
                <a:cubicBezTo>
                  <a:pt x="364929" y="134079"/>
                  <a:pt x="362299" y="133023"/>
                  <a:pt x="359348" y="131488"/>
                </a:cubicBezTo>
                <a:cubicBezTo>
                  <a:pt x="356398" y="129951"/>
                  <a:pt x="353992" y="127294"/>
                  <a:pt x="352130" y="123518"/>
                </a:cubicBezTo>
                <a:cubicBezTo>
                  <a:pt x="350269" y="119739"/>
                  <a:pt x="349339" y="115096"/>
                  <a:pt x="349339" y="109591"/>
                </a:cubicBezTo>
                <a:lnTo>
                  <a:pt x="349339" y="56577"/>
                </a:lnTo>
                <a:lnTo>
                  <a:pt x="332978" y="56577"/>
                </a:lnTo>
                <a:close/>
                <a:moveTo>
                  <a:pt x="410354" y="133453"/>
                </a:moveTo>
                <a:lnTo>
                  <a:pt x="410354" y="127438"/>
                </a:lnTo>
                <a:cubicBezTo>
                  <a:pt x="417154" y="127438"/>
                  <a:pt x="421355" y="127022"/>
                  <a:pt x="422959" y="126190"/>
                </a:cubicBezTo>
                <a:cubicBezTo>
                  <a:pt x="424562" y="125358"/>
                  <a:pt x="425364" y="122894"/>
                  <a:pt x="425364" y="118798"/>
                </a:cubicBezTo>
                <a:lnTo>
                  <a:pt x="425364" y="67138"/>
                </a:lnTo>
                <a:cubicBezTo>
                  <a:pt x="425364" y="62401"/>
                  <a:pt x="424562" y="59458"/>
                  <a:pt x="422959" y="58306"/>
                </a:cubicBezTo>
                <a:cubicBezTo>
                  <a:pt x="421355" y="57153"/>
                  <a:pt x="417410" y="56577"/>
                  <a:pt x="411123" y="56577"/>
                </a:cubicBezTo>
                <a:lnTo>
                  <a:pt x="411123" y="50562"/>
                </a:lnTo>
                <a:lnTo>
                  <a:pt x="438069" y="48494"/>
                </a:lnTo>
                <a:lnTo>
                  <a:pt x="438069" y="118986"/>
                </a:lnTo>
                <a:cubicBezTo>
                  <a:pt x="438069" y="122827"/>
                  <a:pt x="438743" y="125196"/>
                  <a:pt x="440090" y="126093"/>
                </a:cubicBezTo>
                <a:cubicBezTo>
                  <a:pt x="441437" y="126990"/>
                  <a:pt x="445254" y="127438"/>
                  <a:pt x="451541" y="127438"/>
                </a:cubicBezTo>
                <a:lnTo>
                  <a:pt x="451541" y="133453"/>
                </a:lnTo>
                <a:cubicBezTo>
                  <a:pt x="438454" y="133065"/>
                  <a:pt x="431782" y="132872"/>
                  <a:pt x="431526" y="132872"/>
                </a:cubicBezTo>
                <a:cubicBezTo>
                  <a:pt x="429728" y="132872"/>
                  <a:pt x="422671" y="133065"/>
                  <a:pt x="410354" y="133453"/>
                </a:cubicBezTo>
                <a:moveTo>
                  <a:pt x="418436" y="14755"/>
                </a:moveTo>
                <a:cubicBezTo>
                  <a:pt x="418436" y="12178"/>
                  <a:pt x="419431" y="9827"/>
                  <a:pt x="421420" y="7701"/>
                </a:cubicBezTo>
                <a:cubicBezTo>
                  <a:pt x="423409" y="5574"/>
                  <a:pt x="425814" y="4511"/>
                  <a:pt x="428636" y="4511"/>
                </a:cubicBezTo>
                <a:cubicBezTo>
                  <a:pt x="431459" y="4511"/>
                  <a:pt x="433866" y="5477"/>
                  <a:pt x="435855" y="7410"/>
                </a:cubicBezTo>
                <a:cubicBezTo>
                  <a:pt x="437844" y="9342"/>
                  <a:pt x="438839" y="11791"/>
                  <a:pt x="438839" y="14755"/>
                </a:cubicBezTo>
                <a:cubicBezTo>
                  <a:pt x="438839" y="17719"/>
                  <a:pt x="437844" y="20168"/>
                  <a:pt x="435855" y="22100"/>
                </a:cubicBezTo>
                <a:cubicBezTo>
                  <a:pt x="433867" y="24033"/>
                  <a:pt x="431462" y="24999"/>
                  <a:pt x="428639" y="24999"/>
                </a:cubicBezTo>
                <a:cubicBezTo>
                  <a:pt x="425686" y="24999"/>
                  <a:pt x="423248" y="23968"/>
                  <a:pt x="421323" y="21906"/>
                </a:cubicBezTo>
                <a:cubicBezTo>
                  <a:pt x="419398" y="19845"/>
                  <a:pt x="418436" y="17461"/>
                  <a:pt x="418436" y="14755"/>
                </a:cubicBezTo>
                <a:close/>
                <a:moveTo>
                  <a:pt x="459240" y="97740"/>
                </a:moveTo>
                <a:lnTo>
                  <a:pt x="459240" y="86463"/>
                </a:lnTo>
                <a:lnTo>
                  <a:pt x="510439" y="86463"/>
                </a:lnTo>
                <a:lnTo>
                  <a:pt x="510439" y="97740"/>
                </a:lnTo>
                <a:lnTo>
                  <a:pt x="459240" y="97740"/>
                </a:lnTo>
                <a:close/>
                <a:moveTo>
                  <a:pt x="525066" y="56577"/>
                </a:moveTo>
                <a:lnTo>
                  <a:pt x="525066" y="52253"/>
                </a:lnTo>
                <a:cubicBezTo>
                  <a:pt x="530969" y="51997"/>
                  <a:pt x="535876" y="49780"/>
                  <a:pt x="539788" y="45601"/>
                </a:cubicBezTo>
                <a:cubicBezTo>
                  <a:pt x="543702" y="41423"/>
                  <a:pt x="546333" y="36763"/>
                  <a:pt x="547680" y="31622"/>
                </a:cubicBezTo>
                <a:cubicBezTo>
                  <a:pt x="549027" y="26478"/>
                  <a:pt x="549765" y="20950"/>
                  <a:pt x="549894" y="15037"/>
                </a:cubicBezTo>
                <a:lnTo>
                  <a:pt x="554708" y="15037"/>
                </a:lnTo>
                <a:lnTo>
                  <a:pt x="554708" y="50562"/>
                </a:lnTo>
                <a:lnTo>
                  <a:pt x="582230" y="50562"/>
                </a:lnTo>
                <a:lnTo>
                  <a:pt x="582230" y="56577"/>
                </a:lnTo>
                <a:lnTo>
                  <a:pt x="554708" y="56577"/>
                </a:lnTo>
                <a:lnTo>
                  <a:pt x="554708" y="109779"/>
                </a:lnTo>
                <a:cubicBezTo>
                  <a:pt x="554708" y="123557"/>
                  <a:pt x="559007" y="130446"/>
                  <a:pt x="567604" y="130446"/>
                </a:cubicBezTo>
                <a:cubicBezTo>
                  <a:pt x="571326" y="130446"/>
                  <a:pt x="574406" y="128576"/>
                  <a:pt x="576843" y="124836"/>
                </a:cubicBezTo>
                <a:cubicBezTo>
                  <a:pt x="579281" y="121095"/>
                  <a:pt x="580500" y="115863"/>
                  <a:pt x="580500" y="109141"/>
                </a:cubicBezTo>
                <a:lnTo>
                  <a:pt x="580500" y="98680"/>
                </a:lnTo>
                <a:lnTo>
                  <a:pt x="585310" y="98680"/>
                </a:lnTo>
                <a:lnTo>
                  <a:pt x="585310" y="109617"/>
                </a:lnTo>
                <a:cubicBezTo>
                  <a:pt x="585310" y="116525"/>
                  <a:pt x="583706" y="122569"/>
                  <a:pt x="580497" y="127750"/>
                </a:cubicBezTo>
                <a:cubicBezTo>
                  <a:pt x="577290" y="132930"/>
                  <a:pt x="572543" y="135521"/>
                  <a:pt x="566256" y="135521"/>
                </a:cubicBezTo>
                <a:cubicBezTo>
                  <a:pt x="563945" y="135521"/>
                  <a:pt x="561635" y="135232"/>
                  <a:pt x="559325" y="134654"/>
                </a:cubicBezTo>
                <a:cubicBezTo>
                  <a:pt x="557016" y="134079"/>
                  <a:pt x="554387" y="133023"/>
                  <a:pt x="551436" y="131488"/>
                </a:cubicBezTo>
                <a:cubicBezTo>
                  <a:pt x="548486" y="129951"/>
                  <a:pt x="546079" y="127294"/>
                  <a:pt x="544217" y="123518"/>
                </a:cubicBezTo>
                <a:cubicBezTo>
                  <a:pt x="542357" y="119739"/>
                  <a:pt x="541427" y="115096"/>
                  <a:pt x="541427" y="109591"/>
                </a:cubicBezTo>
                <a:lnTo>
                  <a:pt x="541427" y="56577"/>
                </a:lnTo>
                <a:lnTo>
                  <a:pt x="525066" y="56577"/>
                </a:lnTo>
                <a:close/>
                <a:moveTo>
                  <a:pt x="604174" y="115165"/>
                </a:moveTo>
                <a:cubicBezTo>
                  <a:pt x="604174" y="104244"/>
                  <a:pt x="610590" y="95892"/>
                  <a:pt x="623422" y="90110"/>
                </a:cubicBezTo>
                <a:cubicBezTo>
                  <a:pt x="631121" y="86384"/>
                  <a:pt x="642925" y="84041"/>
                  <a:pt x="658835" y="83079"/>
                </a:cubicBezTo>
                <a:lnTo>
                  <a:pt x="658835" y="76039"/>
                </a:lnTo>
                <a:cubicBezTo>
                  <a:pt x="658835" y="68176"/>
                  <a:pt x="656750" y="62153"/>
                  <a:pt x="652580" y="57969"/>
                </a:cubicBezTo>
                <a:cubicBezTo>
                  <a:pt x="648409" y="53783"/>
                  <a:pt x="643694" y="51690"/>
                  <a:pt x="638433" y="51690"/>
                </a:cubicBezTo>
                <a:cubicBezTo>
                  <a:pt x="629066" y="51690"/>
                  <a:pt x="622137" y="54572"/>
                  <a:pt x="617645" y="60336"/>
                </a:cubicBezTo>
                <a:cubicBezTo>
                  <a:pt x="621494" y="60463"/>
                  <a:pt x="624093" y="61487"/>
                  <a:pt x="625440" y="63408"/>
                </a:cubicBezTo>
                <a:cubicBezTo>
                  <a:pt x="626787" y="65329"/>
                  <a:pt x="627460" y="67249"/>
                  <a:pt x="627460" y="69170"/>
                </a:cubicBezTo>
                <a:cubicBezTo>
                  <a:pt x="627460" y="71731"/>
                  <a:pt x="626659" y="73844"/>
                  <a:pt x="625055" y="75508"/>
                </a:cubicBezTo>
                <a:cubicBezTo>
                  <a:pt x="623451" y="77172"/>
                  <a:pt x="621303" y="78004"/>
                  <a:pt x="618608" y="78004"/>
                </a:cubicBezTo>
                <a:cubicBezTo>
                  <a:pt x="616042" y="78004"/>
                  <a:pt x="613924" y="77204"/>
                  <a:pt x="612256" y="75605"/>
                </a:cubicBezTo>
                <a:cubicBezTo>
                  <a:pt x="610588" y="74003"/>
                  <a:pt x="609754" y="71795"/>
                  <a:pt x="609754" y="68979"/>
                </a:cubicBezTo>
                <a:cubicBezTo>
                  <a:pt x="609754" y="62731"/>
                  <a:pt x="612576" y="57567"/>
                  <a:pt x="618221" y="53487"/>
                </a:cubicBezTo>
                <a:cubicBezTo>
                  <a:pt x="623867" y="49407"/>
                  <a:pt x="630733" y="47366"/>
                  <a:pt x="638817" y="47366"/>
                </a:cubicBezTo>
                <a:cubicBezTo>
                  <a:pt x="649339" y="47366"/>
                  <a:pt x="658129" y="50872"/>
                  <a:pt x="665188" y="57884"/>
                </a:cubicBezTo>
                <a:cubicBezTo>
                  <a:pt x="667369" y="60051"/>
                  <a:pt x="669005" y="62538"/>
                  <a:pt x="670095" y="65343"/>
                </a:cubicBezTo>
                <a:cubicBezTo>
                  <a:pt x="671186" y="68147"/>
                  <a:pt x="671795" y="70473"/>
                  <a:pt x="671922" y="72321"/>
                </a:cubicBezTo>
                <a:cubicBezTo>
                  <a:pt x="672051" y="74170"/>
                  <a:pt x="672116" y="76878"/>
                  <a:pt x="672116" y="80448"/>
                </a:cubicBezTo>
                <a:lnTo>
                  <a:pt x="672116" y="118992"/>
                </a:lnTo>
                <a:cubicBezTo>
                  <a:pt x="672116" y="119757"/>
                  <a:pt x="672244" y="120747"/>
                  <a:pt x="672501" y="121961"/>
                </a:cubicBezTo>
                <a:cubicBezTo>
                  <a:pt x="672757" y="123173"/>
                  <a:pt x="673463" y="124577"/>
                  <a:pt x="674618" y="126173"/>
                </a:cubicBezTo>
                <a:cubicBezTo>
                  <a:pt x="675773" y="127768"/>
                  <a:pt x="677313" y="128566"/>
                  <a:pt x="679238" y="128566"/>
                </a:cubicBezTo>
                <a:cubicBezTo>
                  <a:pt x="683857" y="128566"/>
                  <a:pt x="686166" y="124482"/>
                  <a:pt x="686166" y="116313"/>
                </a:cubicBezTo>
                <a:lnTo>
                  <a:pt x="686166" y="105591"/>
                </a:lnTo>
                <a:lnTo>
                  <a:pt x="690977" y="105591"/>
                </a:lnTo>
                <a:lnTo>
                  <a:pt x="690977" y="116343"/>
                </a:lnTo>
                <a:cubicBezTo>
                  <a:pt x="690977" y="123125"/>
                  <a:pt x="689180" y="127860"/>
                  <a:pt x="685588" y="130548"/>
                </a:cubicBezTo>
                <a:cubicBezTo>
                  <a:pt x="681995" y="133237"/>
                  <a:pt x="678530" y="134581"/>
                  <a:pt x="675194" y="134581"/>
                </a:cubicBezTo>
                <a:cubicBezTo>
                  <a:pt x="670959" y="134581"/>
                  <a:pt x="667494" y="133010"/>
                  <a:pt x="664800" y="129867"/>
                </a:cubicBezTo>
                <a:cubicBezTo>
                  <a:pt x="662106" y="126723"/>
                  <a:pt x="660566" y="123034"/>
                  <a:pt x="660180" y="118801"/>
                </a:cubicBezTo>
                <a:cubicBezTo>
                  <a:pt x="658256" y="123670"/>
                  <a:pt x="655080" y="127674"/>
                  <a:pt x="650653" y="130813"/>
                </a:cubicBezTo>
                <a:cubicBezTo>
                  <a:pt x="646226" y="133951"/>
                  <a:pt x="640997" y="135521"/>
                  <a:pt x="634967" y="135521"/>
                </a:cubicBezTo>
                <a:cubicBezTo>
                  <a:pt x="630348" y="135521"/>
                  <a:pt x="625858" y="134944"/>
                  <a:pt x="621495" y="133791"/>
                </a:cubicBezTo>
                <a:cubicBezTo>
                  <a:pt x="617133" y="132640"/>
                  <a:pt x="613156" y="130464"/>
                  <a:pt x="609563" y="127265"/>
                </a:cubicBezTo>
                <a:cubicBezTo>
                  <a:pt x="605970" y="124064"/>
                  <a:pt x="604174" y="120030"/>
                  <a:pt x="604174" y="115165"/>
                </a:cubicBezTo>
                <a:moveTo>
                  <a:pt x="618993" y="114971"/>
                </a:moveTo>
                <a:cubicBezTo>
                  <a:pt x="618993" y="119680"/>
                  <a:pt x="620693" y="123562"/>
                  <a:pt x="624092" y="126616"/>
                </a:cubicBezTo>
                <a:cubicBezTo>
                  <a:pt x="627493" y="129670"/>
                  <a:pt x="631567" y="131198"/>
                  <a:pt x="636315" y="131198"/>
                </a:cubicBezTo>
                <a:cubicBezTo>
                  <a:pt x="641705" y="131198"/>
                  <a:pt x="646806" y="129126"/>
                  <a:pt x="651616" y="124983"/>
                </a:cubicBezTo>
                <a:cubicBezTo>
                  <a:pt x="656429" y="120838"/>
                  <a:pt x="658835" y="114686"/>
                  <a:pt x="658835" y="106528"/>
                </a:cubicBezTo>
                <a:lnTo>
                  <a:pt x="658835" y="87402"/>
                </a:lnTo>
                <a:cubicBezTo>
                  <a:pt x="644591" y="87913"/>
                  <a:pt x="634389" y="90977"/>
                  <a:pt x="628230" y="96592"/>
                </a:cubicBezTo>
                <a:cubicBezTo>
                  <a:pt x="622072" y="102207"/>
                  <a:pt x="618993" y="108334"/>
                  <a:pt x="618993" y="114971"/>
                </a:cubicBezTo>
                <a:close/>
                <a:moveTo>
                  <a:pt x="698678" y="130910"/>
                </a:moveTo>
                <a:lnTo>
                  <a:pt x="698678" y="105550"/>
                </a:lnTo>
                <a:cubicBezTo>
                  <a:pt x="698678" y="104142"/>
                  <a:pt x="698710" y="103181"/>
                  <a:pt x="698775" y="102668"/>
                </a:cubicBezTo>
                <a:cubicBezTo>
                  <a:pt x="698839" y="102155"/>
                  <a:pt x="699064" y="101707"/>
                  <a:pt x="699447" y="101323"/>
                </a:cubicBezTo>
                <a:cubicBezTo>
                  <a:pt x="699833" y="100940"/>
                  <a:pt x="700411" y="100748"/>
                  <a:pt x="701180" y="100748"/>
                </a:cubicBezTo>
                <a:cubicBezTo>
                  <a:pt x="702077" y="100748"/>
                  <a:pt x="702686" y="100940"/>
                  <a:pt x="703007" y="101323"/>
                </a:cubicBezTo>
                <a:cubicBezTo>
                  <a:pt x="703328" y="101705"/>
                  <a:pt x="703617" y="102599"/>
                  <a:pt x="703873" y="104005"/>
                </a:cubicBezTo>
                <a:cubicBezTo>
                  <a:pt x="705798" y="112813"/>
                  <a:pt x="708846" y="119548"/>
                  <a:pt x="713016" y="124208"/>
                </a:cubicBezTo>
                <a:cubicBezTo>
                  <a:pt x="717186" y="128868"/>
                  <a:pt x="723057" y="131198"/>
                  <a:pt x="730629" y="131198"/>
                </a:cubicBezTo>
                <a:cubicBezTo>
                  <a:pt x="737814" y="131198"/>
                  <a:pt x="743235" y="129598"/>
                  <a:pt x="746890" y="126399"/>
                </a:cubicBezTo>
                <a:cubicBezTo>
                  <a:pt x="750548" y="123197"/>
                  <a:pt x="752376" y="118973"/>
                  <a:pt x="752376" y="113726"/>
                </a:cubicBezTo>
                <a:cubicBezTo>
                  <a:pt x="752376" y="104381"/>
                  <a:pt x="745704" y="98492"/>
                  <a:pt x="732358" y="96060"/>
                </a:cubicBezTo>
                <a:cubicBezTo>
                  <a:pt x="724660" y="94523"/>
                  <a:pt x="719206" y="93243"/>
                  <a:pt x="715997" y="92219"/>
                </a:cubicBezTo>
                <a:cubicBezTo>
                  <a:pt x="712790" y="91195"/>
                  <a:pt x="709776" y="89531"/>
                  <a:pt x="706954" y="87226"/>
                </a:cubicBezTo>
                <a:cubicBezTo>
                  <a:pt x="701437" y="82746"/>
                  <a:pt x="698678" y="77306"/>
                  <a:pt x="698678" y="70906"/>
                </a:cubicBezTo>
                <a:cubicBezTo>
                  <a:pt x="698678" y="64505"/>
                  <a:pt x="701116" y="58982"/>
                  <a:pt x="705991" y="54336"/>
                </a:cubicBezTo>
                <a:cubicBezTo>
                  <a:pt x="710866" y="49690"/>
                  <a:pt x="718693" y="47366"/>
                  <a:pt x="729471" y="47366"/>
                </a:cubicBezTo>
                <a:cubicBezTo>
                  <a:pt x="736657" y="47366"/>
                  <a:pt x="742688" y="49133"/>
                  <a:pt x="747566" y="52665"/>
                </a:cubicBezTo>
                <a:cubicBezTo>
                  <a:pt x="748977" y="51529"/>
                  <a:pt x="750068" y="50520"/>
                  <a:pt x="750837" y="49637"/>
                </a:cubicBezTo>
                <a:cubicBezTo>
                  <a:pt x="752506" y="48123"/>
                  <a:pt x="753789" y="47366"/>
                  <a:pt x="754688" y="47366"/>
                </a:cubicBezTo>
                <a:cubicBezTo>
                  <a:pt x="755714" y="47366"/>
                  <a:pt x="756323" y="47687"/>
                  <a:pt x="756514" y="48327"/>
                </a:cubicBezTo>
                <a:cubicBezTo>
                  <a:pt x="756708" y="48965"/>
                  <a:pt x="756805" y="50179"/>
                  <a:pt x="756805" y="51969"/>
                </a:cubicBezTo>
                <a:lnTo>
                  <a:pt x="756805" y="71335"/>
                </a:lnTo>
                <a:cubicBezTo>
                  <a:pt x="756805" y="72740"/>
                  <a:pt x="756773" y="73700"/>
                  <a:pt x="756708" y="74213"/>
                </a:cubicBezTo>
                <a:cubicBezTo>
                  <a:pt x="756644" y="74724"/>
                  <a:pt x="756419" y="75139"/>
                  <a:pt x="756033" y="75458"/>
                </a:cubicBezTo>
                <a:cubicBezTo>
                  <a:pt x="755649" y="75777"/>
                  <a:pt x="755072" y="75937"/>
                  <a:pt x="754303" y="75937"/>
                </a:cubicBezTo>
                <a:cubicBezTo>
                  <a:pt x="752891" y="75937"/>
                  <a:pt x="752121" y="75360"/>
                  <a:pt x="751992" y="74207"/>
                </a:cubicBezTo>
                <a:cubicBezTo>
                  <a:pt x="750966" y="58694"/>
                  <a:pt x="743459" y="50938"/>
                  <a:pt x="729471" y="50938"/>
                </a:cubicBezTo>
                <a:cubicBezTo>
                  <a:pt x="721900" y="50938"/>
                  <a:pt x="716414" y="52378"/>
                  <a:pt x="713013" y="55258"/>
                </a:cubicBezTo>
                <a:cubicBezTo>
                  <a:pt x="709614" y="58138"/>
                  <a:pt x="707915" y="61562"/>
                  <a:pt x="707915" y="65531"/>
                </a:cubicBezTo>
                <a:cubicBezTo>
                  <a:pt x="707915" y="67706"/>
                  <a:pt x="708428" y="69626"/>
                  <a:pt x="709453" y="71291"/>
                </a:cubicBezTo>
                <a:cubicBezTo>
                  <a:pt x="710481" y="72955"/>
                  <a:pt x="711669" y="74268"/>
                  <a:pt x="713016" y="75229"/>
                </a:cubicBezTo>
                <a:cubicBezTo>
                  <a:pt x="714363" y="76188"/>
                  <a:pt x="716288" y="77116"/>
                  <a:pt x="718790" y="78013"/>
                </a:cubicBezTo>
                <a:cubicBezTo>
                  <a:pt x="721292" y="78908"/>
                  <a:pt x="723313" y="79516"/>
                  <a:pt x="724852" y="79837"/>
                </a:cubicBezTo>
                <a:cubicBezTo>
                  <a:pt x="726393" y="80156"/>
                  <a:pt x="728638" y="80636"/>
                  <a:pt x="731589" y="81276"/>
                </a:cubicBezTo>
                <a:cubicBezTo>
                  <a:pt x="741854" y="83197"/>
                  <a:pt x="749168" y="86269"/>
                  <a:pt x="753531" y="90492"/>
                </a:cubicBezTo>
                <a:cubicBezTo>
                  <a:pt x="758921" y="95869"/>
                  <a:pt x="761616" y="101949"/>
                  <a:pt x="761616" y="108733"/>
                </a:cubicBezTo>
                <a:cubicBezTo>
                  <a:pt x="761616" y="116314"/>
                  <a:pt x="759049" y="122675"/>
                  <a:pt x="753915" y="127814"/>
                </a:cubicBezTo>
                <a:cubicBezTo>
                  <a:pt x="748784" y="132952"/>
                  <a:pt x="741021" y="135521"/>
                  <a:pt x="730629" y="135521"/>
                </a:cubicBezTo>
                <a:cubicBezTo>
                  <a:pt x="722288" y="135521"/>
                  <a:pt x="715230" y="132736"/>
                  <a:pt x="709456" y="127165"/>
                </a:cubicBezTo>
                <a:cubicBezTo>
                  <a:pt x="708687" y="127935"/>
                  <a:pt x="708013" y="128640"/>
                  <a:pt x="707436" y="129280"/>
                </a:cubicBezTo>
                <a:cubicBezTo>
                  <a:pt x="706858" y="129920"/>
                  <a:pt x="706473" y="130368"/>
                  <a:pt x="706282" y="130625"/>
                </a:cubicBezTo>
                <a:cubicBezTo>
                  <a:pt x="706090" y="130881"/>
                  <a:pt x="705961" y="131074"/>
                  <a:pt x="705897" y="131203"/>
                </a:cubicBezTo>
                <a:cubicBezTo>
                  <a:pt x="705832" y="131331"/>
                  <a:pt x="705735" y="131460"/>
                  <a:pt x="705606" y="131591"/>
                </a:cubicBezTo>
                <a:cubicBezTo>
                  <a:pt x="703041" y="134211"/>
                  <a:pt x="701438" y="135521"/>
                  <a:pt x="700795" y="135521"/>
                </a:cubicBezTo>
                <a:cubicBezTo>
                  <a:pt x="699770" y="135521"/>
                  <a:pt x="699160" y="135201"/>
                  <a:pt x="698966" y="134560"/>
                </a:cubicBezTo>
                <a:cubicBezTo>
                  <a:pt x="698774" y="133920"/>
                  <a:pt x="698678" y="132703"/>
                  <a:pt x="698678" y="130910"/>
                </a:cubicBezTo>
                <a:close/>
                <a:moveTo>
                  <a:pt x="773549" y="133453"/>
                </a:moveTo>
                <a:lnTo>
                  <a:pt x="773549" y="127438"/>
                </a:lnTo>
                <a:cubicBezTo>
                  <a:pt x="780351" y="127438"/>
                  <a:pt x="784554" y="127022"/>
                  <a:pt x="786157" y="126190"/>
                </a:cubicBezTo>
                <a:cubicBezTo>
                  <a:pt x="787761" y="125356"/>
                  <a:pt x="788562" y="122889"/>
                  <a:pt x="788562" y="118789"/>
                </a:cubicBezTo>
                <a:lnTo>
                  <a:pt x="788562" y="18846"/>
                </a:lnTo>
                <a:cubicBezTo>
                  <a:pt x="788562" y="14104"/>
                  <a:pt x="787728" y="11125"/>
                  <a:pt x="786060" y="9909"/>
                </a:cubicBezTo>
                <a:cubicBezTo>
                  <a:pt x="784392" y="8691"/>
                  <a:pt x="780222" y="8082"/>
                  <a:pt x="773549" y="8082"/>
                </a:cubicBezTo>
                <a:lnTo>
                  <a:pt x="773549" y="2068"/>
                </a:lnTo>
                <a:lnTo>
                  <a:pt x="801265" y="0"/>
                </a:lnTo>
                <a:lnTo>
                  <a:pt x="801265" y="92263"/>
                </a:lnTo>
                <a:lnTo>
                  <a:pt x="828405" y="68782"/>
                </a:lnTo>
                <a:cubicBezTo>
                  <a:pt x="831228" y="66366"/>
                  <a:pt x="832640" y="63887"/>
                  <a:pt x="832640" y="61343"/>
                </a:cubicBezTo>
                <a:cubicBezTo>
                  <a:pt x="832640" y="58420"/>
                  <a:pt x="830779" y="56831"/>
                  <a:pt x="827057" y="56577"/>
                </a:cubicBezTo>
                <a:lnTo>
                  <a:pt x="827057" y="50562"/>
                </a:lnTo>
                <a:cubicBezTo>
                  <a:pt x="832447" y="50949"/>
                  <a:pt x="839632" y="51143"/>
                  <a:pt x="848613" y="51143"/>
                </a:cubicBezTo>
                <a:cubicBezTo>
                  <a:pt x="853874" y="51143"/>
                  <a:pt x="858366" y="50949"/>
                  <a:pt x="862088" y="50562"/>
                </a:cubicBezTo>
                <a:lnTo>
                  <a:pt x="862088" y="56577"/>
                </a:lnTo>
                <a:cubicBezTo>
                  <a:pt x="854004" y="56958"/>
                  <a:pt x="845919" y="60386"/>
                  <a:pt x="837835" y="66859"/>
                </a:cubicBezTo>
                <a:cubicBezTo>
                  <a:pt x="836040" y="68288"/>
                  <a:pt x="832992" y="70852"/>
                  <a:pt x="828692" y="74550"/>
                </a:cubicBezTo>
                <a:cubicBezTo>
                  <a:pt x="824395" y="78249"/>
                  <a:pt x="822246" y="80293"/>
                  <a:pt x="822246" y="80683"/>
                </a:cubicBezTo>
                <a:cubicBezTo>
                  <a:pt x="822246" y="80814"/>
                  <a:pt x="822309" y="81042"/>
                  <a:pt x="822437" y="81367"/>
                </a:cubicBezTo>
                <a:cubicBezTo>
                  <a:pt x="822566" y="81692"/>
                  <a:pt x="822759" y="81985"/>
                  <a:pt x="823015" y="82245"/>
                </a:cubicBezTo>
                <a:cubicBezTo>
                  <a:pt x="823272" y="82506"/>
                  <a:pt x="823400" y="82701"/>
                  <a:pt x="823400" y="82833"/>
                </a:cubicBezTo>
                <a:lnTo>
                  <a:pt x="847844" y="117285"/>
                </a:lnTo>
                <a:cubicBezTo>
                  <a:pt x="851180" y="121883"/>
                  <a:pt x="854067" y="124725"/>
                  <a:pt x="856505" y="125811"/>
                </a:cubicBezTo>
                <a:cubicBezTo>
                  <a:pt x="858943" y="126896"/>
                  <a:pt x="862279" y="127438"/>
                  <a:pt x="866514" y="127438"/>
                </a:cubicBezTo>
                <a:lnTo>
                  <a:pt x="866514" y="133453"/>
                </a:lnTo>
                <a:cubicBezTo>
                  <a:pt x="860996" y="133065"/>
                  <a:pt x="855414" y="132872"/>
                  <a:pt x="849768" y="132872"/>
                </a:cubicBezTo>
                <a:cubicBezTo>
                  <a:pt x="846690" y="132872"/>
                  <a:pt x="839761" y="133065"/>
                  <a:pt x="828980" y="133453"/>
                </a:cubicBezTo>
                <a:lnTo>
                  <a:pt x="828980" y="127438"/>
                </a:lnTo>
                <a:cubicBezTo>
                  <a:pt x="833601" y="127438"/>
                  <a:pt x="835911" y="125960"/>
                  <a:pt x="835911" y="123004"/>
                </a:cubicBezTo>
                <a:cubicBezTo>
                  <a:pt x="835911" y="120946"/>
                  <a:pt x="830714" y="112717"/>
                  <a:pt x="820319" y="98316"/>
                </a:cubicBezTo>
                <a:cubicBezTo>
                  <a:pt x="819550" y="97304"/>
                  <a:pt x="818331" y="95722"/>
                  <a:pt x="816663" y="93570"/>
                </a:cubicBezTo>
                <a:cubicBezTo>
                  <a:pt x="815124" y="91254"/>
                  <a:pt x="813905" y="89517"/>
                  <a:pt x="813006" y="88360"/>
                </a:cubicBezTo>
                <a:lnTo>
                  <a:pt x="800689" y="98974"/>
                </a:lnTo>
                <a:lnTo>
                  <a:pt x="800689" y="118783"/>
                </a:lnTo>
                <a:cubicBezTo>
                  <a:pt x="800689" y="122887"/>
                  <a:pt x="801491" y="125356"/>
                  <a:pt x="803094" y="126190"/>
                </a:cubicBezTo>
                <a:cubicBezTo>
                  <a:pt x="804698" y="127022"/>
                  <a:pt x="808900" y="127438"/>
                  <a:pt x="815699" y="127438"/>
                </a:cubicBezTo>
                <a:lnTo>
                  <a:pt x="815699" y="133453"/>
                </a:lnTo>
                <a:cubicBezTo>
                  <a:pt x="808001" y="133065"/>
                  <a:pt x="800943" y="132872"/>
                  <a:pt x="794527" y="132872"/>
                </a:cubicBezTo>
                <a:cubicBezTo>
                  <a:pt x="793245" y="132872"/>
                  <a:pt x="786252" y="133065"/>
                  <a:pt x="773549" y="133453"/>
                </a:cubicBezTo>
                <a:close/>
                <a:moveTo>
                  <a:pt x="940615" y="133453"/>
                </a:moveTo>
                <a:lnTo>
                  <a:pt x="940615" y="127438"/>
                </a:lnTo>
                <a:lnTo>
                  <a:pt x="945235" y="127438"/>
                </a:lnTo>
                <a:cubicBezTo>
                  <a:pt x="952164" y="127438"/>
                  <a:pt x="956430" y="126862"/>
                  <a:pt x="958034" y="125708"/>
                </a:cubicBezTo>
                <a:cubicBezTo>
                  <a:pt x="959639" y="124555"/>
                  <a:pt x="960442" y="122121"/>
                  <a:pt x="960442" y="118404"/>
                </a:cubicBezTo>
                <a:lnTo>
                  <a:pt x="960442" y="17116"/>
                </a:lnTo>
                <a:cubicBezTo>
                  <a:pt x="960442" y="13400"/>
                  <a:pt x="959639" y="10965"/>
                  <a:pt x="958034" y="9812"/>
                </a:cubicBezTo>
                <a:cubicBezTo>
                  <a:pt x="956430" y="8659"/>
                  <a:pt x="952164" y="8082"/>
                  <a:pt x="945235" y="8082"/>
                </a:cubicBezTo>
                <a:lnTo>
                  <a:pt x="940615" y="8082"/>
                </a:lnTo>
                <a:lnTo>
                  <a:pt x="940615" y="2068"/>
                </a:lnTo>
                <a:lnTo>
                  <a:pt x="1011060" y="2068"/>
                </a:lnTo>
                <a:cubicBezTo>
                  <a:pt x="1023250" y="2068"/>
                  <a:pt x="1033419" y="5336"/>
                  <a:pt x="1041566" y="11874"/>
                </a:cubicBezTo>
                <a:cubicBezTo>
                  <a:pt x="1049714" y="18411"/>
                  <a:pt x="1053789" y="25975"/>
                  <a:pt x="1053789" y="34564"/>
                </a:cubicBezTo>
                <a:cubicBezTo>
                  <a:pt x="1053789" y="41611"/>
                  <a:pt x="1050805" y="47953"/>
                  <a:pt x="1044837" y="53590"/>
                </a:cubicBezTo>
                <a:cubicBezTo>
                  <a:pt x="1038871" y="59227"/>
                  <a:pt x="1031205" y="62942"/>
                  <a:pt x="1021838" y="64735"/>
                </a:cubicBezTo>
                <a:cubicBezTo>
                  <a:pt x="1032489" y="65891"/>
                  <a:pt x="1041343" y="69676"/>
                  <a:pt x="1048400" y="76092"/>
                </a:cubicBezTo>
                <a:cubicBezTo>
                  <a:pt x="1055458" y="82509"/>
                  <a:pt x="1058987" y="89887"/>
                  <a:pt x="1058987" y="98228"/>
                </a:cubicBezTo>
                <a:cubicBezTo>
                  <a:pt x="1058987" y="107595"/>
                  <a:pt x="1054945" y="115807"/>
                  <a:pt x="1046861" y="122866"/>
                </a:cubicBezTo>
                <a:cubicBezTo>
                  <a:pt x="1038778" y="129924"/>
                  <a:pt x="1028514" y="133453"/>
                  <a:pt x="1016067" y="133453"/>
                </a:cubicBezTo>
                <a:lnTo>
                  <a:pt x="940615" y="133453"/>
                </a:lnTo>
                <a:moveTo>
                  <a:pt x="976416" y="119752"/>
                </a:moveTo>
                <a:cubicBezTo>
                  <a:pt x="976416" y="123083"/>
                  <a:pt x="976897" y="125196"/>
                  <a:pt x="977858" y="126093"/>
                </a:cubicBezTo>
                <a:cubicBezTo>
                  <a:pt x="978821" y="126990"/>
                  <a:pt x="981484" y="127438"/>
                  <a:pt x="985846" y="127438"/>
                </a:cubicBezTo>
                <a:lnTo>
                  <a:pt x="1009906" y="127438"/>
                </a:lnTo>
                <a:cubicBezTo>
                  <a:pt x="1019145" y="127438"/>
                  <a:pt x="1026427" y="124428"/>
                  <a:pt x="1031750" y="118407"/>
                </a:cubicBezTo>
                <a:cubicBezTo>
                  <a:pt x="1037076" y="112385"/>
                  <a:pt x="1039739" y="105595"/>
                  <a:pt x="1039739" y="98037"/>
                </a:cubicBezTo>
                <a:cubicBezTo>
                  <a:pt x="1039739" y="90479"/>
                  <a:pt x="1037397" y="83466"/>
                  <a:pt x="1032714" y="76997"/>
                </a:cubicBezTo>
                <a:cubicBezTo>
                  <a:pt x="1028030" y="70526"/>
                  <a:pt x="1021326" y="67290"/>
                  <a:pt x="1012602" y="67290"/>
                </a:cubicBezTo>
                <a:lnTo>
                  <a:pt x="976416" y="67290"/>
                </a:lnTo>
                <a:lnTo>
                  <a:pt x="976416" y="119752"/>
                </a:lnTo>
                <a:moveTo>
                  <a:pt x="976416" y="62967"/>
                </a:moveTo>
                <a:lnTo>
                  <a:pt x="1004323" y="62967"/>
                </a:lnTo>
                <a:cubicBezTo>
                  <a:pt x="1014204" y="62967"/>
                  <a:pt x="1021807" y="59993"/>
                  <a:pt x="1027131" y="54045"/>
                </a:cubicBezTo>
                <a:cubicBezTo>
                  <a:pt x="1032456" y="48095"/>
                  <a:pt x="1035119" y="41601"/>
                  <a:pt x="1035119" y="34564"/>
                </a:cubicBezTo>
                <a:cubicBezTo>
                  <a:pt x="1035119" y="28295"/>
                  <a:pt x="1033001" y="22315"/>
                  <a:pt x="1028766" y="16623"/>
                </a:cubicBezTo>
                <a:cubicBezTo>
                  <a:pt x="1024533" y="10929"/>
                  <a:pt x="1018182" y="8082"/>
                  <a:pt x="1009712" y="8082"/>
                </a:cubicBezTo>
                <a:lnTo>
                  <a:pt x="985846" y="8082"/>
                </a:lnTo>
                <a:cubicBezTo>
                  <a:pt x="981484" y="8082"/>
                  <a:pt x="978821" y="8531"/>
                  <a:pt x="977858" y="9427"/>
                </a:cubicBezTo>
                <a:cubicBezTo>
                  <a:pt x="976897" y="10322"/>
                  <a:pt x="976416" y="12433"/>
                  <a:pt x="976416" y="15759"/>
                </a:cubicBezTo>
                <a:lnTo>
                  <a:pt x="976416" y="62967"/>
                </a:lnTo>
                <a:close/>
                <a:moveTo>
                  <a:pt x="1078043" y="115165"/>
                </a:moveTo>
                <a:cubicBezTo>
                  <a:pt x="1078043" y="104244"/>
                  <a:pt x="1084460" y="95892"/>
                  <a:pt x="1097292" y="90110"/>
                </a:cubicBezTo>
                <a:cubicBezTo>
                  <a:pt x="1104990" y="86384"/>
                  <a:pt x="1116795" y="84041"/>
                  <a:pt x="1132705" y="83079"/>
                </a:cubicBezTo>
                <a:lnTo>
                  <a:pt x="1132705" y="76039"/>
                </a:lnTo>
                <a:cubicBezTo>
                  <a:pt x="1132705" y="68176"/>
                  <a:pt x="1130620" y="62153"/>
                  <a:pt x="1126449" y="57969"/>
                </a:cubicBezTo>
                <a:cubicBezTo>
                  <a:pt x="1122279" y="53783"/>
                  <a:pt x="1117563" y="51690"/>
                  <a:pt x="1112302" y="51690"/>
                </a:cubicBezTo>
                <a:cubicBezTo>
                  <a:pt x="1102936" y="51690"/>
                  <a:pt x="1096006" y="54572"/>
                  <a:pt x="1091515" y="60336"/>
                </a:cubicBezTo>
                <a:cubicBezTo>
                  <a:pt x="1095364" y="60463"/>
                  <a:pt x="1097962" y="61487"/>
                  <a:pt x="1099310" y="63408"/>
                </a:cubicBezTo>
                <a:cubicBezTo>
                  <a:pt x="1100657" y="65329"/>
                  <a:pt x="1101330" y="67249"/>
                  <a:pt x="1101330" y="69170"/>
                </a:cubicBezTo>
                <a:cubicBezTo>
                  <a:pt x="1101330" y="71731"/>
                  <a:pt x="1100528" y="73844"/>
                  <a:pt x="1098925" y="75508"/>
                </a:cubicBezTo>
                <a:cubicBezTo>
                  <a:pt x="1097321" y="77172"/>
                  <a:pt x="1095172" y="78004"/>
                  <a:pt x="1092478" y="78004"/>
                </a:cubicBezTo>
                <a:cubicBezTo>
                  <a:pt x="1089911" y="78004"/>
                  <a:pt x="1087794" y="77204"/>
                  <a:pt x="1086126" y="75605"/>
                </a:cubicBezTo>
                <a:cubicBezTo>
                  <a:pt x="1084458" y="74003"/>
                  <a:pt x="1083623" y="71795"/>
                  <a:pt x="1083623" y="68979"/>
                </a:cubicBezTo>
                <a:cubicBezTo>
                  <a:pt x="1083623" y="62731"/>
                  <a:pt x="1086446" y="57567"/>
                  <a:pt x="1092091" y="53487"/>
                </a:cubicBezTo>
                <a:cubicBezTo>
                  <a:pt x="1097737" y="49407"/>
                  <a:pt x="1104603" y="47366"/>
                  <a:pt x="1112687" y="47366"/>
                </a:cubicBezTo>
                <a:cubicBezTo>
                  <a:pt x="1123209" y="47366"/>
                  <a:pt x="1131999" y="50872"/>
                  <a:pt x="1139058" y="57884"/>
                </a:cubicBezTo>
                <a:cubicBezTo>
                  <a:pt x="1141239" y="60051"/>
                  <a:pt x="1142875" y="62538"/>
                  <a:pt x="1143965" y="65343"/>
                </a:cubicBezTo>
                <a:cubicBezTo>
                  <a:pt x="1145056" y="68147"/>
                  <a:pt x="1145665" y="70473"/>
                  <a:pt x="1145792" y="72321"/>
                </a:cubicBezTo>
                <a:cubicBezTo>
                  <a:pt x="1145921" y="74170"/>
                  <a:pt x="1145986" y="76878"/>
                  <a:pt x="1145986" y="80448"/>
                </a:cubicBezTo>
                <a:lnTo>
                  <a:pt x="1145986" y="118992"/>
                </a:lnTo>
                <a:cubicBezTo>
                  <a:pt x="1145986" y="119757"/>
                  <a:pt x="1146114" y="120747"/>
                  <a:pt x="1146371" y="121961"/>
                </a:cubicBezTo>
                <a:cubicBezTo>
                  <a:pt x="1146627" y="123173"/>
                  <a:pt x="1147333" y="124577"/>
                  <a:pt x="1148488" y="126173"/>
                </a:cubicBezTo>
                <a:cubicBezTo>
                  <a:pt x="1149643" y="127768"/>
                  <a:pt x="1151183" y="128566"/>
                  <a:pt x="1153108" y="128566"/>
                </a:cubicBezTo>
                <a:cubicBezTo>
                  <a:pt x="1157727" y="128566"/>
                  <a:pt x="1160036" y="124482"/>
                  <a:pt x="1160036" y="116313"/>
                </a:cubicBezTo>
                <a:lnTo>
                  <a:pt x="1160036" y="105591"/>
                </a:lnTo>
                <a:lnTo>
                  <a:pt x="1164847" y="105591"/>
                </a:lnTo>
                <a:lnTo>
                  <a:pt x="1164847" y="116343"/>
                </a:lnTo>
                <a:cubicBezTo>
                  <a:pt x="1164847" y="123125"/>
                  <a:pt x="1163050" y="127860"/>
                  <a:pt x="1159457" y="130548"/>
                </a:cubicBezTo>
                <a:cubicBezTo>
                  <a:pt x="1155865" y="133237"/>
                  <a:pt x="1152400" y="134581"/>
                  <a:pt x="1149064" y="134581"/>
                </a:cubicBezTo>
                <a:cubicBezTo>
                  <a:pt x="1144829" y="134581"/>
                  <a:pt x="1141364" y="133010"/>
                  <a:pt x="1138670" y="129867"/>
                </a:cubicBezTo>
                <a:cubicBezTo>
                  <a:pt x="1135976" y="126723"/>
                  <a:pt x="1134436" y="123034"/>
                  <a:pt x="1134050" y="118801"/>
                </a:cubicBezTo>
                <a:cubicBezTo>
                  <a:pt x="1132126" y="123670"/>
                  <a:pt x="1128950" y="127674"/>
                  <a:pt x="1124523" y="130813"/>
                </a:cubicBezTo>
                <a:cubicBezTo>
                  <a:pt x="1120096" y="133951"/>
                  <a:pt x="1114867" y="135521"/>
                  <a:pt x="1108837" y="135521"/>
                </a:cubicBezTo>
                <a:cubicBezTo>
                  <a:pt x="1104218" y="135521"/>
                  <a:pt x="1099728" y="134944"/>
                  <a:pt x="1095365" y="133791"/>
                </a:cubicBezTo>
                <a:cubicBezTo>
                  <a:pt x="1091003" y="132640"/>
                  <a:pt x="1087025" y="130464"/>
                  <a:pt x="1083433" y="127265"/>
                </a:cubicBezTo>
                <a:cubicBezTo>
                  <a:pt x="1079840" y="124064"/>
                  <a:pt x="1078043" y="120030"/>
                  <a:pt x="1078043" y="115165"/>
                </a:cubicBezTo>
                <a:moveTo>
                  <a:pt x="1092863" y="114971"/>
                </a:moveTo>
                <a:cubicBezTo>
                  <a:pt x="1092863" y="119680"/>
                  <a:pt x="1094562" y="123562"/>
                  <a:pt x="1097961" y="126616"/>
                </a:cubicBezTo>
                <a:cubicBezTo>
                  <a:pt x="1101362" y="129670"/>
                  <a:pt x="1105437" y="131198"/>
                  <a:pt x="1110185" y="131198"/>
                </a:cubicBezTo>
                <a:cubicBezTo>
                  <a:pt x="1115575" y="131198"/>
                  <a:pt x="1120676" y="129126"/>
                  <a:pt x="1125486" y="124983"/>
                </a:cubicBezTo>
                <a:cubicBezTo>
                  <a:pt x="1130299" y="120838"/>
                  <a:pt x="1132705" y="114686"/>
                  <a:pt x="1132705" y="106528"/>
                </a:cubicBezTo>
                <a:lnTo>
                  <a:pt x="1132705" y="87402"/>
                </a:lnTo>
                <a:cubicBezTo>
                  <a:pt x="1118461" y="87913"/>
                  <a:pt x="1108259" y="90977"/>
                  <a:pt x="1102100" y="96592"/>
                </a:cubicBezTo>
                <a:cubicBezTo>
                  <a:pt x="1095942" y="102207"/>
                  <a:pt x="1092863" y="108334"/>
                  <a:pt x="1092863" y="114971"/>
                </a:cubicBezTo>
                <a:close/>
                <a:moveTo>
                  <a:pt x="1172352" y="133453"/>
                </a:moveTo>
                <a:lnTo>
                  <a:pt x="1172352" y="127438"/>
                </a:lnTo>
                <a:cubicBezTo>
                  <a:pt x="1179154" y="127438"/>
                  <a:pt x="1183357" y="127022"/>
                  <a:pt x="1184961" y="126190"/>
                </a:cubicBezTo>
                <a:cubicBezTo>
                  <a:pt x="1186564" y="125358"/>
                  <a:pt x="1187366" y="122894"/>
                  <a:pt x="1187366" y="118798"/>
                </a:cubicBezTo>
                <a:lnTo>
                  <a:pt x="1187366" y="67332"/>
                </a:lnTo>
                <a:cubicBezTo>
                  <a:pt x="1187366" y="62593"/>
                  <a:pt x="1186532" y="59616"/>
                  <a:pt x="1184864" y="58400"/>
                </a:cubicBezTo>
                <a:cubicBezTo>
                  <a:pt x="1183196" y="57185"/>
                  <a:pt x="1179025" y="56577"/>
                  <a:pt x="1172352" y="56577"/>
                </a:cubicBezTo>
                <a:lnTo>
                  <a:pt x="1172352" y="50612"/>
                </a:lnTo>
                <a:lnTo>
                  <a:pt x="1199492" y="48494"/>
                </a:lnTo>
                <a:lnTo>
                  <a:pt x="1199492" y="68674"/>
                </a:lnTo>
                <a:cubicBezTo>
                  <a:pt x="1205523" y="55221"/>
                  <a:pt x="1215018" y="48494"/>
                  <a:pt x="1227978" y="48494"/>
                </a:cubicBezTo>
                <a:cubicBezTo>
                  <a:pt x="1237601" y="48494"/>
                  <a:pt x="1244337" y="50863"/>
                  <a:pt x="1248186" y="55602"/>
                </a:cubicBezTo>
                <a:cubicBezTo>
                  <a:pt x="1251010" y="58805"/>
                  <a:pt x="1252710" y="62200"/>
                  <a:pt x="1253288" y="65787"/>
                </a:cubicBezTo>
                <a:cubicBezTo>
                  <a:pt x="1253865" y="69372"/>
                  <a:pt x="1254154" y="75775"/>
                  <a:pt x="1254154" y="84997"/>
                </a:cubicBezTo>
                <a:lnTo>
                  <a:pt x="1254154" y="121676"/>
                </a:lnTo>
                <a:cubicBezTo>
                  <a:pt x="1254283" y="124364"/>
                  <a:pt x="1255374" y="125997"/>
                  <a:pt x="1257426" y="126575"/>
                </a:cubicBezTo>
                <a:cubicBezTo>
                  <a:pt x="1259480" y="127150"/>
                  <a:pt x="1263394" y="127438"/>
                  <a:pt x="1269168" y="127438"/>
                </a:cubicBezTo>
                <a:lnTo>
                  <a:pt x="1269168" y="133453"/>
                </a:lnTo>
                <a:cubicBezTo>
                  <a:pt x="1256079" y="133065"/>
                  <a:pt x="1248893" y="132872"/>
                  <a:pt x="1247611" y="132872"/>
                </a:cubicBezTo>
                <a:cubicBezTo>
                  <a:pt x="1246585" y="132872"/>
                  <a:pt x="1239335" y="133065"/>
                  <a:pt x="1225860" y="133453"/>
                </a:cubicBezTo>
                <a:lnTo>
                  <a:pt x="1225860" y="127438"/>
                </a:lnTo>
                <a:cubicBezTo>
                  <a:pt x="1232662" y="127438"/>
                  <a:pt x="1236865" y="127023"/>
                  <a:pt x="1238468" y="126193"/>
                </a:cubicBezTo>
                <a:cubicBezTo>
                  <a:pt x="1240072" y="125361"/>
                  <a:pt x="1240873" y="122899"/>
                  <a:pt x="1240873" y="118807"/>
                </a:cubicBezTo>
                <a:lnTo>
                  <a:pt x="1240873" y="74110"/>
                </a:lnTo>
                <a:cubicBezTo>
                  <a:pt x="1240873" y="67588"/>
                  <a:pt x="1239879" y="62409"/>
                  <a:pt x="1237890" y="58574"/>
                </a:cubicBezTo>
                <a:cubicBezTo>
                  <a:pt x="1235900" y="54736"/>
                  <a:pt x="1232147" y="52817"/>
                  <a:pt x="1226629" y="52817"/>
                </a:cubicBezTo>
                <a:cubicBezTo>
                  <a:pt x="1219957" y="52817"/>
                  <a:pt x="1213958" y="55600"/>
                  <a:pt x="1208632" y="61164"/>
                </a:cubicBezTo>
                <a:cubicBezTo>
                  <a:pt x="1203308" y="66727"/>
                  <a:pt x="1200647" y="74176"/>
                  <a:pt x="1200647" y="83511"/>
                </a:cubicBezTo>
                <a:lnTo>
                  <a:pt x="1200647" y="118807"/>
                </a:lnTo>
                <a:cubicBezTo>
                  <a:pt x="1200647" y="122899"/>
                  <a:pt x="1201448" y="125361"/>
                  <a:pt x="1203052" y="126193"/>
                </a:cubicBezTo>
                <a:cubicBezTo>
                  <a:pt x="1204656" y="127023"/>
                  <a:pt x="1208858" y="127438"/>
                  <a:pt x="1215660" y="127438"/>
                </a:cubicBezTo>
                <a:lnTo>
                  <a:pt x="1215660" y="133453"/>
                </a:lnTo>
                <a:cubicBezTo>
                  <a:pt x="1202571" y="133065"/>
                  <a:pt x="1195386" y="132872"/>
                  <a:pt x="1194103" y="132872"/>
                </a:cubicBezTo>
                <a:cubicBezTo>
                  <a:pt x="1193077" y="132872"/>
                  <a:pt x="1185827" y="133065"/>
                  <a:pt x="1172352" y="133453"/>
                </a:cubicBezTo>
                <a:close/>
                <a:moveTo>
                  <a:pt x="1279561" y="92143"/>
                </a:moveTo>
                <a:cubicBezTo>
                  <a:pt x="1279561" y="79964"/>
                  <a:pt x="1283827" y="69645"/>
                  <a:pt x="1292360" y="61185"/>
                </a:cubicBezTo>
                <a:cubicBezTo>
                  <a:pt x="1300895" y="52724"/>
                  <a:pt x="1310936" y="48494"/>
                  <a:pt x="1322484" y="48494"/>
                </a:cubicBezTo>
                <a:cubicBezTo>
                  <a:pt x="1332235" y="48494"/>
                  <a:pt x="1340318" y="52493"/>
                  <a:pt x="1346734" y="60491"/>
                </a:cubicBezTo>
                <a:lnTo>
                  <a:pt x="1346734" y="18873"/>
                </a:lnTo>
                <a:cubicBezTo>
                  <a:pt x="1346734" y="14121"/>
                  <a:pt x="1345900" y="11135"/>
                  <a:pt x="1344232" y="9915"/>
                </a:cubicBezTo>
                <a:cubicBezTo>
                  <a:pt x="1342564" y="8693"/>
                  <a:pt x="1338393" y="8082"/>
                  <a:pt x="1331721" y="8082"/>
                </a:cubicBezTo>
                <a:lnTo>
                  <a:pt x="1331721" y="2068"/>
                </a:lnTo>
                <a:lnTo>
                  <a:pt x="1359439" y="0"/>
                </a:lnTo>
                <a:lnTo>
                  <a:pt x="1359439" y="116675"/>
                </a:lnTo>
                <a:cubicBezTo>
                  <a:pt x="1359439" y="121415"/>
                  <a:pt x="1360273" y="124394"/>
                  <a:pt x="1361941" y="125612"/>
                </a:cubicBezTo>
                <a:cubicBezTo>
                  <a:pt x="1363610" y="126829"/>
                  <a:pt x="1367779" y="127438"/>
                  <a:pt x="1374450" y="127438"/>
                </a:cubicBezTo>
                <a:lnTo>
                  <a:pt x="1374450" y="133453"/>
                </a:lnTo>
                <a:lnTo>
                  <a:pt x="1346158" y="135521"/>
                </a:lnTo>
                <a:lnTo>
                  <a:pt x="1346158" y="122833"/>
                </a:lnTo>
                <a:cubicBezTo>
                  <a:pt x="1339486" y="131292"/>
                  <a:pt x="1330889" y="135521"/>
                  <a:pt x="1320367" y="135521"/>
                </a:cubicBezTo>
                <a:cubicBezTo>
                  <a:pt x="1309332" y="135521"/>
                  <a:pt x="1299772" y="131298"/>
                  <a:pt x="1291688" y="122854"/>
                </a:cubicBezTo>
                <a:cubicBezTo>
                  <a:pt x="1283603" y="114407"/>
                  <a:pt x="1279561" y="104170"/>
                  <a:pt x="1279561" y="92143"/>
                </a:cubicBezTo>
                <a:moveTo>
                  <a:pt x="1295538" y="92333"/>
                </a:moveTo>
                <a:cubicBezTo>
                  <a:pt x="1295538" y="104202"/>
                  <a:pt x="1297399" y="113073"/>
                  <a:pt x="1301121" y="118945"/>
                </a:cubicBezTo>
                <a:cubicBezTo>
                  <a:pt x="1306253" y="127113"/>
                  <a:pt x="1312989" y="131198"/>
                  <a:pt x="1321330" y="131198"/>
                </a:cubicBezTo>
                <a:cubicBezTo>
                  <a:pt x="1330826" y="131198"/>
                  <a:pt x="1338396" y="126726"/>
                  <a:pt x="1344041" y="117782"/>
                </a:cubicBezTo>
                <a:cubicBezTo>
                  <a:pt x="1345453" y="115610"/>
                  <a:pt x="1346158" y="113247"/>
                  <a:pt x="1346158" y="110692"/>
                </a:cubicBezTo>
                <a:lnTo>
                  <a:pt x="1346158" y="71405"/>
                </a:lnTo>
                <a:cubicBezTo>
                  <a:pt x="1346158" y="68850"/>
                  <a:pt x="1345453" y="66487"/>
                  <a:pt x="1344041" y="64315"/>
                </a:cubicBezTo>
                <a:cubicBezTo>
                  <a:pt x="1338780" y="56650"/>
                  <a:pt x="1331851" y="52817"/>
                  <a:pt x="1323254" y="52817"/>
                </a:cubicBezTo>
                <a:cubicBezTo>
                  <a:pt x="1314272" y="52817"/>
                  <a:pt x="1307023" y="56909"/>
                  <a:pt x="1301506" y="65094"/>
                </a:cubicBezTo>
                <a:cubicBezTo>
                  <a:pt x="1297527" y="71232"/>
                  <a:pt x="1295538" y="80312"/>
                  <a:pt x="1295538" y="92333"/>
                </a:cubicBezTo>
                <a:close/>
                <a:moveTo>
                  <a:pt x="1386192" y="133453"/>
                </a:moveTo>
                <a:lnTo>
                  <a:pt x="1386192" y="127438"/>
                </a:lnTo>
                <a:cubicBezTo>
                  <a:pt x="1392992" y="127438"/>
                  <a:pt x="1397194" y="127022"/>
                  <a:pt x="1398798" y="126190"/>
                </a:cubicBezTo>
                <a:cubicBezTo>
                  <a:pt x="1400401" y="125358"/>
                  <a:pt x="1401203" y="122894"/>
                  <a:pt x="1401203" y="118798"/>
                </a:cubicBezTo>
                <a:lnTo>
                  <a:pt x="1401203" y="67138"/>
                </a:lnTo>
                <a:cubicBezTo>
                  <a:pt x="1401203" y="62401"/>
                  <a:pt x="1400401" y="59458"/>
                  <a:pt x="1398798" y="58306"/>
                </a:cubicBezTo>
                <a:cubicBezTo>
                  <a:pt x="1397194" y="57153"/>
                  <a:pt x="1393249" y="56577"/>
                  <a:pt x="1386962" y="56577"/>
                </a:cubicBezTo>
                <a:lnTo>
                  <a:pt x="1386962" y="50562"/>
                </a:lnTo>
                <a:lnTo>
                  <a:pt x="1413908" y="48494"/>
                </a:lnTo>
                <a:lnTo>
                  <a:pt x="1413908" y="118986"/>
                </a:lnTo>
                <a:cubicBezTo>
                  <a:pt x="1413908" y="122827"/>
                  <a:pt x="1414582" y="125196"/>
                  <a:pt x="1415929" y="126093"/>
                </a:cubicBezTo>
                <a:cubicBezTo>
                  <a:pt x="1417276" y="126990"/>
                  <a:pt x="1421093" y="127438"/>
                  <a:pt x="1427380" y="127438"/>
                </a:cubicBezTo>
                <a:lnTo>
                  <a:pt x="1427380" y="133453"/>
                </a:lnTo>
                <a:cubicBezTo>
                  <a:pt x="1414293" y="133065"/>
                  <a:pt x="1407621" y="132872"/>
                  <a:pt x="1407365" y="132872"/>
                </a:cubicBezTo>
                <a:cubicBezTo>
                  <a:pt x="1405567" y="132872"/>
                  <a:pt x="1398510" y="133065"/>
                  <a:pt x="1386192" y="133453"/>
                </a:cubicBezTo>
                <a:moveTo>
                  <a:pt x="1394275" y="14755"/>
                </a:moveTo>
                <a:cubicBezTo>
                  <a:pt x="1394275" y="12178"/>
                  <a:pt x="1395269" y="9827"/>
                  <a:pt x="1397259" y="7701"/>
                </a:cubicBezTo>
                <a:cubicBezTo>
                  <a:pt x="1399248" y="5574"/>
                  <a:pt x="1401653" y="4511"/>
                  <a:pt x="1404475" y="4511"/>
                </a:cubicBezTo>
                <a:cubicBezTo>
                  <a:pt x="1407298" y="4511"/>
                  <a:pt x="1409704" y="5477"/>
                  <a:pt x="1411694" y="7410"/>
                </a:cubicBezTo>
                <a:cubicBezTo>
                  <a:pt x="1413683" y="9342"/>
                  <a:pt x="1414678" y="11791"/>
                  <a:pt x="1414678" y="14755"/>
                </a:cubicBezTo>
                <a:cubicBezTo>
                  <a:pt x="1414678" y="17719"/>
                  <a:pt x="1413683" y="20168"/>
                  <a:pt x="1411694" y="22100"/>
                </a:cubicBezTo>
                <a:cubicBezTo>
                  <a:pt x="1409706" y="24033"/>
                  <a:pt x="1407301" y="24999"/>
                  <a:pt x="1404478" y="24999"/>
                </a:cubicBezTo>
                <a:cubicBezTo>
                  <a:pt x="1401525" y="24999"/>
                  <a:pt x="1399086" y="23968"/>
                  <a:pt x="1397162" y="21906"/>
                </a:cubicBezTo>
                <a:cubicBezTo>
                  <a:pt x="1395237" y="19845"/>
                  <a:pt x="1394275" y="17461"/>
                  <a:pt x="1394275" y="14755"/>
                </a:cubicBezTo>
                <a:close/>
                <a:moveTo>
                  <a:pt x="1436811" y="56577"/>
                </a:moveTo>
                <a:lnTo>
                  <a:pt x="1436811" y="52253"/>
                </a:lnTo>
                <a:cubicBezTo>
                  <a:pt x="1442714" y="51997"/>
                  <a:pt x="1447622" y="49780"/>
                  <a:pt x="1451534" y="45601"/>
                </a:cubicBezTo>
                <a:cubicBezTo>
                  <a:pt x="1455448" y="41423"/>
                  <a:pt x="1458078" y="36763"/>
                  <a:pt x="1459425" y="31622"/>
                </a:cubicBezTo>
                <a:cubicBezTo>
                  <a:pt x="1460772" y="26478"/>
                  <a:pt x="1461510" y="20950"/>
                  <a:pt x="1461640" y="15037"/>
                </a:cubicBezTo>
                <a:lnTo>
                  <a:pt x="1466453" y="15037"/>
                </a:lnTo>
                <a:lnTo>
                  <a:pt x="1466453" y="50562"/>
                </a:lnTo>
                <a:lnTo>
                  <a:pt x="1493975" y="50562"/>
                </a:lnTo>
                <a:lnTo>
                  <a:pt x="1493975" y="56577"/>
                </a:lnTo>
                <a:lnTo>
                  <a:pt x="1466453" y="56577"/>
                </a:lnTo>
                <a:lnTo>
                  <a:pt x="1466453" y="109779"/>
                </a:lnTo>
                <a:cubicBezTo>
                  <a:pt x="1466453" y="123557"/>
                  <a:pt x="1470752" y="130446"/>
                  <a:pt x="1479349" y="130446"/>
                </a:cubicBezTo>
                <a:cubicBezTo>
                  <a:pt x="1483071" y="130446"/>
                  <a:pt x="1486151" y="128576"/>
                  <a:pt x="1488589" y="124836"/>
                </a:cubicBezTo>
                <a:cubicBezTo>
                  <a:pt x="1491026" y="121095"/>
                  <a:pt x="1492245" y="115863"/>
                  <a:pt x="1492245" y="109141"/>
                </a:cubicBezTo>
                <a:lnTo>
                  <a:pt x="1492245" y="98680"/>
                </a:lnTo>
                <a:lnTo>
                  <a:pt x="1497056" y="98680"/>
                </a:lnTo>
                <a:lnTo>
                  <a:pt x="1497056" y="109617"/>
                </a:lnTo>
                <a:cubicBezTo>
                  <a:pt x="1497056" y="116525"/>
                  <a:pt x="1495451" y="122569"/>
                  <a:pt x="1492242" y="127750"/>
                </a:cubicBezTo>
                <a:cubicBezTo>
                  <a:pt x="1489035" y="132930"/>
                  <a:pt x="1484288" y="135521"/>
                  <a:pt x="1478001" y="135521"/>
                </a:cubicBezTo>
                <a:cubicBezTo>
                  <a:pt x="1475691" y="135521"/>
                  <a:pt x="1473380" y="135232"/>
                  <a:pt x="1471070" y="134654"/>
                </a:cubicBezTo>
                <a:cubicBezTo>
                  <a:pt x="1468762" y="134079"/>
                  <a:pt x="1466132" y="133023"/>
                  <a:pt x="1463182" y="131488"/>
                </a:cubicBezTo>
                <a:cubicBezTo>
                  <a:pt x="1460231" y="129951"/>
                  <a:pt x="1457825" y="127294"/>
                  <a:pt x="1455963" y="123518"/>
                </a:cubicBezTo>
                <a:cubicBezTo>
                  <a:pt x="1454103" y="119739"/>
                  <a:pt x="1453173" y="115096"/>
                  <a:pt x="1453173" y="109591"/>
                </a:cubicBezTo>
                <a:lnTo>
                  <a:pt x="1453173" y="56577"/>
                </a:lnTo>
                <a:lnTo>
                  <a:pt x="1436811" y="5657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Training">
            <a:extLst xmlns:a="http://schemas.openxmlformats.org/drawingml/2006/main">
              <a:ext uri="{FF2B5EF4-FFF2-40B4-BE49-F238E27FC236}">
                <a16:creationId xmlns:a16="http://schemas.microsoft.com/office/drawing/2014/main" id="{7AADB099-1FA5-4EFF-B53B-ABAB18EA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5136" y="2385163"/>
            <a:ext cx="701181" cy="169918"/>
          </a:xfrm>
          <a:custGeom xmlns:a="http://schemas.openxmlformats.org/drawingml/2006/main">
            <a:pathLst>
              <a:path w="701181" h="169918">
                <a:moveTo>
                  <a:pt x="0" y="43231"/>
                </a:moveTo>
                <a:lnTo>
                  <a:pt x="3656" y="0"/>
                </a:lnTo>
                <a:lnTo>
                  <a:pt x="121259" y="0"/>
                </a:lnTo>
                <a:lnTo>
                  <a:pt x="124916" y="43231"/>
                </a:lnTo>
                <a:lnTo>
                  <a:pt x="120105" y="43231"/>
                </a:lnTo>
                <a:cubicBezTo>
                  <a:pt x="119592" y="37477"/>
                  <a:pt x="119110" y="32937"/>
                  <a:pt x="118660" y="29613"/>
                </a:cubicBezTo>
                <a:cubicBezTo>
                  <a:pt x="118212" y="26286"/>
                  <a:pt x="117442" y="23057"/>
                  <a:pt x="116351" y="19924"/>
                </a:cubicBezTo>
                <a:cubicBezTo>
                  <a:pt x="115261" y="16789"/>
                  <a:pt x="114042" y="14455"/>
                  <a:pt x="112695" y="12922"/>
                </a:cubicBezTo>
                <a:cubicBezTo>
                  <a:pt x="111348" y="11387"/>
                  <a:pt x="109391" y="10013"/>
                  <a:pt x="106824" y="8799"/>
                </a:cubicBezTo>
                <a:cubicBezTo>
                  <a:pt x="104257" y="7583"/>
                  <a:pt x="101306" y="6816"/>
                  <a:pt x="97969" y="6496"/>
                </a:cubicBezTo>
                <a:cubicBezTo>
                  <a:pt x="94633" y="6175"/>
                  <a:pt x="90463" y="6015"/>
                  <a:pt x="85458" y="6015"/>
                </a:cubicBezTo>
                <a:cubicBezTo>
                  <a:pt x="79557" y="6015"/>
                  <a:pt x="75900" y="6143"/>
                  <a:pt x="74489" y="6400"/>
                </a:cubicBezTo>
                <a:cubicBezTo>
                  <a:pt x="72948" y="6783"/>
                  <a:pt x="71985" y="7520"/>
                  <a:pt x="71599" y="8611"/>
                </a:cubicBezTo>
                <a:cubicBezTo>
                  <a:pt x="71215" y="9700"/>
                  <a:pt x="71023" y="11397"/>
                  <a:pt x="71023" y="13704"/>
                </a:cubicBezTo>
                <a:lnTo>
                  <a:pt x="71023" y="115015"/>
                </a:lnTo>
                <a:cubicBezTo>
                  <a:pt x="71023" y="117578"/>
                  <a:pt x="71280" y="119373"/>
                  <a:pt x="71793" y="120399"/>
                </a:cubicBezTo>
                <a:cubicBezTo>
                  <a:pt x="72306" y="121424"/>
                  <a:pt x="74037" y="122322"/>
                  <a:pt x="76988" y="123092"/>
                </a:cubicBezTo>
                <a:cubicBezTo>
                  <a:pt x="79941" y="123859"/>
                  <a:pt x="84689" y="124243"/>
                  <a:pt x="91232" y="124243"/>
                </a:cubicBezTo>
                <a:lnTo>
                  <a:pt x="98933" y="124243"/>
                </a:lnTo>
                <a:lnTo>
                  <a:pt x="98933" y="130258"/>
                </a:lnTo>
                <a:cubicBezTo>
                  <a:pt x="93672" y="129870"/>
                  <a:pt x="81482" y="129676"/>
                  <a:pt x="62362" y="129676"/>
                </a:cubicBezTo>
                <a:cubicBezTo>
                  <a:pt x="43372" y="129676"/>
                  <a:pt x="31247" y="129870"/>
                  <a:pt x="25986" y="130258"/>
                </a:cubicBezTo>
                <a:lnTo>
                  <a:pt x="25986" y="124243"/>
                </a:lnTo>
                <a:lnTo>
                  <a:pt x="33683" y="124243"/>
                </a:lnTo>
                <a:cubicBezTo>
                  <a:pt x="40227" y="124243"/>
                  <a:pt x="44974" y="123859"/>
                  <a:pt x="47924" y="123092"/>
                </a:cubicBezTo>
                <a:cubicBezTo>
                  <a:pt x="50877" y="122322"/>
                  <a:pt x="52610" y="121424"/>
                  <a:pt x="53123" y="120399"/>
                </a:cubicBezTo>
                <a:cubicBezTo>
                  <a:pt x="53636" y="119373"/>
                  <a:pt x="53892" y="117578"/>
                  <a:pt x="53892" y="115015"/>
                </a:cubicBezTo>
                <a:lnTo>
                  <a:pt x="53892" y="13704"/>
                </a:lnTo>
                <a:cubicBezTo>
                  <a:pt x="53892" y="11910"/>
                  <a:pt x="53828" y="10629"/>
                  <a:pt x="53698" y="9859"/>
                </a:cubicBezTo>
                <a:cubicBezTo>
                  <a:pt x="53571" y="9090"/>
                  <a:pt x="53219" y="8385"/>
                  <a:pt x="52641" y="7745"/>
                </a:cubicBezTo>
                <a:cubicBezTo>
                  <a:pt x="52064" y="7104"/>
                  <a:pt x="51133" y="6656"/>
                  <a:pt x="49848" y="6400"/>
                </a:cubicBezTo>
                <a:cubicBezTo>
                  <a:pt x="48566" y="6143"/>
                  <a:pt x="45102" y="6015"/>
                  <a:pt x="39457" y="6015"/>
                </a:cubicBezTo>
                <a:cubicBezTo>
                  <a:pt x="34453" y="6015"/>
                  <a:pt x="30282" y="6175"/>
                  <a:pt x="26946" y="6496"/>
                </a:cubicBezTo>
                <a:cubicBezTo>
                  <a:pt x="23610" y="6816"/>
                  <a:pt x="20658" y="7583"/>
                  <a:pt x="18091" y="8799"/>
                </a:cubicBezTo>
                <a:cubicBezTo>
                  <a:pt x="15526" y="10013"/>
                  <a:pt x="13570" y="11387"/>
                  <a:pt x="12223" y="12922"/>
                </a:cubicBezTo>
                <a:cubicBezTo>
                  <a:pt x="10876" y="14455"/>
                  <a:pt x="9658" y="16789"/>
                  <a:pt x="8567" y="19924"/>
                </a:cubicBezTo>
                <a:cubicBezTo>
                  <a:pt x="7476" y="23057"/>
                  <a:pt x="6706" y="26286"/>
                  <a:pt x="6256" y="29613"/>
                </a:cubicBezTo>
                <a:cubicBezTo>
                  <a:pt x="5807" y="32937"/>
                  <a:pt x="5327" y="37477"/>
                  <a:pt x="4814" y="43231"/>
                </a:cubicBezTo>
                <a:lnTo>
                  <a:pt x="0" y="43231"/>
                </a:lnTo>
                <a:close/>
                <a:moveTo>
                  <a:pt x="121451" y="130258"/>
                </a:moveTo>
                <a:lnTo>
                  <a:pt x="121451" y="124243"/>
                </a:lnTo>
                <a:cubicBezTo>
                  <a:pt x="128253" y="124243"/>
                  <a:pt x="132456" y="123827"/>
                  <a:pt x="134059" y="122995"/>
                </a:cubicBezTo>
                <a:cubicBezTo>
                  <a:pt x="135663" y="122163"/>
                  <a:pt x="136464" y="119699"/>
                  <a:pt x="136464" y="115603"/>
                </a:cubicBezTo>
                <a:lnTo>
                  <a:pt x="136464" y="64136"/>
                </a:lnTo>
                <a:cubicBezTo>
                  <a:pt x="136464" y="59398"/>
                  <a:pt x="135630" y="56421"/>
                  <a:pt x="133962" y="55205"/>
                </a:cubicBezTo>
                <a:cubicBezTo>
                  <a:pt x="132294" y="53989"/>
                  <a:pt x="128124" y="53381"/>
                  <a:pt x="121451" y="53381"/>
                </a:cubicBezTo>
                <a:lnTo>
                  <a:pt x="121451" y="47416"/>
                </a:lnTo>
                <a:lnTo>
                  <a:pt x="148206" y="45299"/>
                </a:lnTo>
                <a:lnTo>
                  <a:pt x="148206" y="66439"/>
                </a:lnTo>
                <a:cubicBezTo>
                  <a:pt x="150002" y="60929"/>
                  <a:pt x="152824" y="56028"/>
                  <a:pt x="156673" y="51737"/>
                </a:cubicBezTo>
                <a:cubicBezTo>
                  <a:pt x="160523" y="47445"/>
                  <a:pt x="165591" y="45299"/>
                  <a:pt x="171878" y="45299"/>
                </a:cubicBezTo>
                <a:cubicBezTo>
                  <a:pt x="175984" y="45299"/>
                  <a:pt x="179383" y="46453"/>
                  <a:pt x="182078" y="48761"/>
                </a:cubicBezTo>
                <a:cubicBezTo>
                  <a:pt x="184774" y="51068"/>
                  <a:pt x="186122" y="53824"/>
                  <a:pt x="186122" y="57029"/>
                </a:cubicBezTo>
                <a:cubicBezTo>
                  <a:pt x="186122" y="59823"/>
                  <a:pt x="185255" y="61919"/>
                  <a:pt x="183523" y="63317"/>
                </a:cubicBezTo>
                <a:cubicBezTo>
                  <a:pt x="181792" y="64713"/>
                  <a:pt x="179899" y="65411"/>
                  <a:pt x="177846" y="65411"/>
                </a:cubicBezTo>
                <a:cubicBezTo>
                  <a:pt x="175535" y="65411"/>
                  <a:pt x="173578" y="64681"/>
                  <a:pt x="171975" y="63223"/>
                </a:cubicBezTo>
                <a:cubicBezTo>
                  <a:pt x="170371" y="61762"/>
                  <a:pt x="169569" y="59762"/>
                  <a:pt x="169569" y="57223"/>
                </a:cubicBezTo>
                <a:cubicBezTo>
                  <a:pt x="169569" y="55701"/>
                  <a:pt x="169922" y="54340"/>
                  <a:pt x="170627" y="53137"/>
                </a:cubicBezTo>
                <a:cubicBezTo>
                  <a:pt x="171333" y="51933"/>
                  <a:pt x="171975" y="51110"/>
                  <a:pt x="172550" y="50668"/>
                </a:cubicBezTo>
                <a:cubicBezTo>
                  <a:pt x="173128" y="50223"/>
                  <a:pt x="173610" y="49937"/>
                  <a:pt x="173995" y="49810"/>
                </a:cubicBezTo>
                <a:cubicBezTo>
                  <a:pt x="173739" y="49685"/>
                  <a:pt x="173033" y="49622"/>
                  <a:pt x="171878" y="49622"/>
                </a:cubicBezTo>
                <a:cubicBezTo>
                  <a:pt x="164821" y="49622"/>
                  <a:pt x="159272" y="53139"/>
                  <a:pt x="155228" y="60174"/>
                </a:cubicBezTo>
                <a:cubicBezTo>
                  <a:pt x="151187" y="67207"/>
                  <a:pt x="149167" y="75711"/>
                  <a:pt x="149167" y="85684"/>
                </a:cubicBezTo>
                <a:lnTo>
                  <a:pt x="149167" y="115227"/>
                </a:lnTo>
                <a:cubicBezTo>
                  <a:pt x="149167" y="118935"/>
                  <a:pt x="149936" y="121365"/>
                  <a:pt x="151475" y="122516"/>
                </a:cubicBezTo>
                <a:cubicBezTo>
                  <a:pt x="153016" y="123667"/>
                  <a:pt x="157123" y="124243"/>
                  <a:pt x="163795" y="124243"/>
                </a:cubicBezTo>
                <a:lnTo>
                  <a:pt x="167837" y="124243"/>
                </a:lnTo>
                <a:lnTo>
                  <a:pt x="167837" y="130258"/>
                </a:lnTo>
                <a:cubicBezTo>
                  <a:pt x="162705" y="129870"/>
                  <a:pt x="154557" y="129676"/>
                  <a:pt x="143393" y="129676"/>
                </a:cubicBezTo>
                <a:cubicBezTo>
                  <a:pt x="141854" y="129676"/>
                  <a:pt x="139864" y="129709"/>
                  <a:pt x="137425" y="129773"/>
                </a:cubicBezTo>
                <a:cubicBezTo>
                  <a:pt x="134987" y="129838"/>
                  <a:pt x="132164" y="129935"/>
                  <a:pt x="128955" y="130064"/>
                </a:cubicBezTo>
                <a:cubicBezTo>
                  <a:pt x="125748" y="130193"/>
                  <a:pt x="123246" y="130258"/>
                  <a:pt x="121451" y="130258"/>
                </a:cubicBezTo>
                <a:close/>
                <a:moveTo>
                  <a:pt x="199405" y="111970"/>
                </a:moveTo>
                <a:cubicBezTo>
                  <a:pt x="199405" y="101048"/>
                  <a:pt x="205821" y="92697"/>
                  <a:pt x="218653" y="86915"/>
                </a:cubicBezTo>
                <a:cubicBezTo>
                  <a:pt x="226352" y="83189"/>
                  <a:pt x="238156" y="80845"/>
                  <a:pt x="254067" y="79884"/>
                </a:cubicBezTo>
                <a:lnTo>
                  <a:pt x="254067" y="72844"/>
                </a:lnTo>
                <a:cubicBezTo>
                  <a:pt x="254067" y="64981"/>
                  <a:pt x="251981" y="58957"/>
                  <a:pt x="247811" y="54773"/>
                </a:cubicBezTo>
                <a:cubicBezTo>
                  <a:pt x="243640" y="50587"/>
                  <a:pt x="238925" y="48494"/>
                  <a:pt x="233664" y="48494"/>
                </a:cubicBezTo>
                <a:cubicBezTo>
                  <a:pt x="224297" y="48494"/>
                  <a:pt x="217368" y="51376"/>
                  <a:pt x="212876" y="57140"/>
                </a:cubicBezTo>
                <a:cubicBezTo>
                  <a:pt x="216726" y="57268"/>
                  <a:pt x="219324" y="58292"/>
                  <a:pt x="220671" y="60212"/>
                </a:cubicBezTo>
                <a:cubicBezTo>
                  <a:pt x="222018" y="62133"/>
                  <a:pt x="222692" y="64054"/>
                  <a:pt x="222692" y="65975"/>
                </a:cubicBezTo>
                <a:cubicBezTo>
                  <a:pt x="222692" y="68536"/>
                  <a:pt x="221890" y="70648"/>
                  <a:pt x="220286" y="72313"/>
                </a:cubicBezTo>
                <a:cubicBezTo>
                  <a:pt x="218683" y="73977"/>
                  <a:pt x="216534" y="74809"/>
                  <a:pt x="213840" y="74809"/>
                </a:cubicBezTo>
                <a:cubicBezTo>
                  <a:pt x="211273" y="74809"/>
                  <a:pt x="209155" y="74009"/>
                  <a:pt x="207487" y="72409"/>
                </a:cubicBezTo>
                <a:cubicBezTo>
                  <a:pt x="205819" y="70808"/>
                  <a:pt x="204985" y="68599"/>
                  <a:pt x="204985" y="65784"/>
                </a:cubicBezTo>
                <a:cubicBezTo>
                  <a:pt x="204985" y="59536"/>
                  <a:pt x="207807" y="54372"/>
                  <a:pt x="213452" y="50292"/>
                </a:cubicBezTo>
                <a:cubicBezTo>
                  <a:pt x="219099" y="46211"/>
                  <a:pt x="225964" y="44171"/>
                  <a:pt x="234049" y="44171"/>
                </a:cubicBezTo>
                <a:cubicBezTo>
                  <a:pt x="244571" y="44171"/>
                  <a:pt x="253361" y="47677"/>
                  <a:pt x="260419" y="54688"/>
                </a:cubicBezTo>
                <a:cubicBezTo>
                  <a:pt x="262600" y="56856"/>
                  <a:pt x="264236" y="59342"/>
                  <a:pt x="265327" y="62148"/>
                </a:cubicBezTo>
                <a:cubicBezTo>
                  <a:pt x="266417" y="64952"/>
                  <a:pt x="267026" y="67278"/>
                  <a:pt x="267153" y="69126"/>
                </a:cubicBezTo>
                <a:cubicBezTo>
                  <a:pt x="267283" y="70974"/>
                  <a:pt x="267347" y="73683"/>
                  <a:pt x="267347" y="77252"/>
                </a:cubicBezTo>
                <a:lnTo>
                  <a:pt x="267347" y="115796"/>
                </a:lnTo>
                <a:cubicBezTo>
                  <a:pt x="267347" y="116562"/>
                  <a:pt x="267475" y="117552"/>
                  <a:pt x="267732" y="118766"/>
                </a:cubicBezTo>
                <a:cubicBezTo>
                  <a:pt x="267988" y="119978"/>
                  <a:pt x="268694" y="121381"/>
                  <a:pt x="269849" y="122977"/>
                </a:cubicBezTo>
                <a:cubicBezTo>
                  <a:pt x="271005" y="124573"/>
                  <a:pt x="272545" y="125371"/>
                  <a:pt x="274469" y="125371"/>
                </a:cubicBezTo>
                <a:cubicBezTo>
                  <a:pt x="279088" y="125371"/>
                  <a:pt x="281397" y="121286"/>
                  <a:pt x="281397" y="113118"/>
                </a:cubicBezTo>
                <a:lnTo>
                  <a:pt x="281397" y="102395"/>
                </a:lnTo>
                <a:lnTo>
                  <a:pt x="286208" y="102395"/>
                </a:lnTo>
                <a:lnTo>
                  <a:pt x="286208" y="113147"/>
                </a:lnTo>
                <a:cubicBezTo>
                  <a:pt x="286208" y="119930"/>
                  <a:pt x="284412" y="124665"/>
                  <a:pt x="280819" y="127353"/>
                </a:cubicBezTo>
                <a:cubicBezTo>
                  <a:pt x="277226" y="130041"/>
                  <a:pt x="273761" y="131386"/>
                  <a:pt x="270425" y="131386"/>
                </a:cubicBezTo>
                <a:cubicBezTo>
                  <a:pt x="266190" y="131386"/>
                  <a:pt x="262725" y="129814"/>
                  <a:pt x="260031" y="126672"/>
                </a:cubicBezTo>
                <a:cubicBezTo>
                  <a:pt x="257337" y="123527"/>
                  <a:pt x="255797" y="119839"/>
                  <a:pt x="255412" y="115606"/>
                </a:cubicBezTo>
                <a:cubicBezTo>
                  <a:pt x="253487" y="120475"/>
                  <a:pt x="250311" y="124479"/>
                  <a:pt x="245884" y="127617"/>
                </a:cubicBezTo>
                <a:cubicBezTo>
                  <a:pt x="241457" y="130756"/>
                  <a:pt x="236229" y="132325"/>
                  <a:pt x="230198" y="132325"/>
                </a:cubicBezTo>
                <a:cubicBezTo>
                  <a:pt x="225579" y="132325"/>
                  <a:pt x="221089" y="131749"/>
                  <a:pt x="216727" y="130595"/>
                </a:cubicBezTo>
                <a:cubicBezTo>
                  <a:pt x="212364" y="129444"/>
                  <a:pt x="208387" y="127269"/>
                  <a:pt x="204794" y="124070"/>
                </a:cubicBezTo>
                <a:cubicBezTo>
                  <a:pt x="201201" y="120868"/>
                  <a:pt x="199405" y="116835"/>
                  <a:pt x="199405" y="111970"/>
                </a:cubicBezTo>
                <a:moveTo>
                  <a:pt x="214224" y="111776"/>
                </a:moveTo>
                <a:cubicBezTo>
                  <a:pt x="214224" y="116485"/>
                  <a:pt x="215924" y="120366"/>
                  <a:pt x="219323" y="123421"/>
                </a:cubicBezTo>
                <a:cubicBezTo>
                  <a:pt x="222724" y="126475"/>
                  <a:pt x="226798" y="128002"/>
                  <a:pt x="231546" y="128002"/>
                </a:cubicBezTo>
                <a:cubicBezTo>
                  <a:pt x="236937" y="128002"/>
                  <a:pt x="242037" y="125931"/>
                  <a:pt x="246848" y="121788"/>
                </a:cubicBezTo>
                <a:cubicBezTo>
                  <a:pt x="251660" y="117643"/>
                  <a:pt x="254067" y="111491"/>
                  <a:pt x="254067" y="103332"/>
                </a:cubicBezTo>
                <a:lnTo>
                  <a:pt x="254067" y="84207"/>
                </a:lnTo>
                <a:cubicBezTo>
                  <a:pt x="239823" y="84718"/>
                  <a:pt x="229621" y="87781"/>
                  <a:pt x="223461" y="93397"/>
                </a:cubicBezTo>
                <a:cubicBezTo>
                  <a:pt x="217303" y="99012"/>
                  <a:pt x="214224" y="105138"/>
                  <a:pt x="214224" y="111776"/>
                </a:cubicBezTo>
                <a:close/>
                <a:moveTo>
                  <a:pt x="293909" y="130258"/>
                </a:moveTo>
                <a:lnTo>
                  <a:pt x="293909" y="124243"/>
                </a:lnTo>
                <a:cubicBezTo>
                  <a:pt x="300709" y="124243"/>
                  <a:pt x="304910" y="123827"/>
                  <a:pt x="306514" y="122995"/>
                </a:cubicBezTo>
                <a:cubicBezTo>
                  <a:pt x="308117" y="122163"/>
                  <a:pt x="308919" y="119699"/>
                  <a:pt x="308919" y="115603"/>
                </a:cubicBezTo>
                <a:lnTo>
                  <a:pt x="308919" y="63942"/>
                </a:lnTo>
                <a:cubicBezTo>
                  <a:pt x="308919" y="59206"/>
                  <a:pt x="308117" y="56262"/>
                  <a:pt x="306514" y="55111"/>
                </a:cubicBezTo>
                <a:cubicBezTo>
                  <a:pt x="304910" y="53958"/>
                  <a:pt x="300965" y="53381"/>
                  <a:pt x="294678" y="53381"/>
                </a:cubicBezTo>
                <a:lnTo>
                  <a:pt x="294678" y="47366"/>
                </a:lnTo>
                <a:lnTo>
                  <a:pt x="321624" y="45299"/>
                </a:lnTo>
                <a:lnTo>
                  <a:pt x="321624" y="115791"/>
                </a:lnTo>
                <a:cubicBezTo>
                  <a:pt x="321624" y="119632"/>
                  <a:pt x="322298" y="122001"/>
                  <a:pt x="323645" y="122898"/>
                </a:cubicBezTo>
                <a:cubicBezTo>
                  <a:pt x="324992" y="123795"/>
                  <a:pt x="328809" y="124243"/>
                  <a:pt x="335096" y="124243"/>
                </a:cubicBezTo>
                <a:lnTo>
                  <a:pt x="335096" y="130258"/>
                </a:lnTo>
                <a:cubicBezTo>
                  <a:pt x="322009" y="129870"/>
                  <a:pt x="315337" y="129676"/>
                  <a:pt x="315081" y="129676"/>
                </a:cubicBezTo>
                <a:cubicBezTo>
                  <a:pt x="313283" y="129676"/>
                  <a:pt x="306226" y="129870"/>
                  <a:pt x="293909" y="130258"/>
                </a:cubicBezTo>
                <a:moveTo>
                  <a:pt x="301991" y="11560"/>
                </a:moveTo>
                <a:cubicBezTo>
                  <a:pt x="301991" y="8983"/>
                  <a:pt x="302986" y="6632"/>
                  <a:pt x="304975" y="4505"/>
                </a:cubicBezTo>
                <a:cubicBezTo>
                  <a:pt x="306964" y="2379"/>
                  <a:pt x="309369" y="1316"/>
                  <a:pt x="312191" y="1316"/>
                </a:cubicBezTo>
                <a:cubicBezTo>
                  <a:pt x="315014" y="1316"/>
                  <a:pt x="317421" y="2282"/>
                  <a:pt x="319410" y="4214"/>
                </a:cubicBezTo>
                <a:cubicBezTo>
                  <a:pt x="321399" y="6147"/>
                  <a:pt x="322394" y="8595"/>
                  <a:pt x="322394" y="11560"/>
                </a:cubicBezTo>
                <a:cubicBezTo>
                  <a:pt x="322394" y="14524"/>
                  <a:pt x="321399" y="16972"/>
                  <a:pt x="319410" y="18905"/>
                </a:cubicBezTo>
                <a:cubicBezTo>
                  <a:pt x="317422" y="20837"/>
                  <a:pt x="315017" y="21804"/>
                  <a:pt x="312194" y="21804"/>
                </a:cubicBezTo>
                <a:cubicBezTo>
                  <a:pt x="309241" y="21804"/>
                  <a:pt x="306803" y="20773"/>
                  <a:pt x="304878" y="18711"/>
                </a:cubicBezTo>
                <a:cubicBezTo>
                  <a:pt x="302953" y="16649"/>
                  <a:pt x="301991" y="14266"/>
                  <a:pt x="301991" y="11560"/>
                </a:cubicBezTo>
                <a:close/>
                <a:moveTo>
                  <a:pt x="347029" y="130258"/>
                </a:moveTo>
                <a:lnTo>
                  <a:pt x="347029" y="124243"/>
                </a:lnTo>
                <a:cubicBezTo>
                  <a:pt x="353831" y="124243"/>
                  <a:pt x="358034" y="123827"/>
                  <a:pt x="359638" y="122995"/>
                </a:cubicBezTo>
                <a:cubicBezTo>
                  <a:pt x="361241" y="122163"/>
                  <a:pt x="362043" y="119699"/>
                  <a:pt x="362043" y="115603"/>
                </a:cubicBezTo>
                <a:lnTo>
                  <a:pt x="362043" y="64136"/>
                </a:lnTo>
                <a:cubicBezTo>
                  <a:pt x="362043" y="59398"/>
                  <a:pt x="361209" y="56421"/>
                  <a:pt x="359541" y="55205"/>
                </a:cubicBezTo>
                <a:cubicBezTo>
                  <a:pt x="357872" y="53989"/>
                  <a:pt x="353702" y="53381"/>
                  <a:pt x="347029" y="53381"/>
                </a:cubicBezTo>
                <a:lnTo>
                  <a:pt x="347029" y="47416"/>
                </a:lnTo>
                <a:lnTo>
                  <a:pt x="374169" y="45299"/>
                </a:lnTo>
                <a:lnTo>
                  <a:pt x="374169" y="65478"/>
                </a:lnTo>
                <a:cubicBezTo>
                  <a:pt x="380200" y="52025"/>
                  <a:pt x="389695" y="45299"/>
                  <a:pt x="402654" y="45299"/>
                </a:cubicBezTo>
                <a:cubicBezTo>
                  <a:pt x="412278" y="45299"/>
                  <a:pt x="419014" y="47668"/>
                  <a:pt x="422863" y="52406"/>
                </a:cubicBezTo>
                <a:cubicBezTo>
                  <a:pt x="425687" y="55609"/>
                  <a:pt x="427387" y="59004"/>
                  <a:pt x="427965" y="62591"/>
                </a:cubicBezTo>
                <a:cubicBezTo>
                  <a:pt x="428542" y="66176"/>
                  <a:pt x="428831" y="72580"/>
                  <a:pt x="428831" y="81802"/>
                </a:cubicBezTo>
                <a:lnTo>
                  <a:pt x="428831" y="118481"/>
                </a:lnTo>
                <a:cubicBezTo>
                  <a:pt x="428960" y="121169"/>
                  <a:pt x="430051" y="122802"/>
                  <a:pt x="432103" y="123379"/>
                </a:cubicBezTo>
                <a:cubicBezTo>
                  <a:pt x="434157" y="123955"/>
                  <a:pt x="438071" y="124243"/>
                  <a:pt x="443845" y="124243"/>
                </a:cubicBezTo>
                <a:lnTo>
                  <a:pt x="443845" y="130258"/>
                </a:lnTo>
                <a:cubicBezTo>
                  <a:pt x="430756" y="129870"/>
                  <a:pt x="423570" y="129676"/>
                  <a:pt x="422288" y="129676"/>
                </a:cubicBezTo>
                <a:cubicBezTo>
                  <a:pt x="421262" y="129676"/>
                  <a:pt x="414011" y="129870"/>
                  <a:pt x="400537" y="130258"/>
                </a:cubicBezTo>
                <a:lnTo>
                  <a:pt x="400537" y="124243"/>
                </a:lnTo>
                <a:cubicBezTo>
                  <a:pt x="407339" y="124243"/>
                  <a:pt x="411542" y="123828"/>
                  <a:pt x="413145" y="122998"/>
                </a:cubicBezTo>
                <a:cubicBezTo>
                  <a:pt x="414749" y="122166"/>
                  <a:pt x="415550" y="119703"/>
                  <a:pt x="415550" y="115611"/>
                </a:cubicBezTo>
                <a:lnTo>
                  <a:pt x="415550" y="70915"/>
                </a:lnTo>
                <a:cubicBezTo>
                  <a:pt x="415550" y="64393"/>
                  <a:pt x="414556" y="59214"/>
                  <a:pt x="412567" y="55378"/>
                </a:cubicBezTo>
                <a:cubicBezTo>
                  <a:pt x="410577" y="51541"/>
                  <a:pt x="406824" y="49622"/>
                  <a:pt x="401306" y="49622"/>
                </a:cubicBezTo>
                <a:cubicBezTo>
                  <a:pt x="394634" y="49622"/>
                  <a:pt x="388635" y="52404"/>
                  <a:pt x="383309" y="57969"/>
                </a:cubicBezTo>
                <a:cubicBezTo>
                  <a:pt x="377985" y="63531"/>
                  <a:pt x="375324" y="70980"/>
                  <a:pt x="375324" y="80316"/>
                </a:cubicBezTo>
                <a:lnTo>
                  <a:pt x="375324" y="115611"/>
                </a:lnTo>
                <a:cubicBezTo>
                  <a:pt x="375324" y="119703"/>
                  <a:pt x="376125" y="122166"/>
                  <a:pt x="377729" y="122998"/>
                </a:cubicBezTo>
                <a:cubicBezTo>
                  <a:pt x="379332" y="123828"/>
                  <a:pt x="383535" y="124243"/>
                  <a:pt x="390337" y="124243"/>
                </a:cubicBezTo>
                <a:lnTo>
                  <a:pt x="390337" y="130258"/>
                </a:lnTo>
                <a:cubicBezTo>
                  <a:pt x="377248" y="129870"/>
                  <a:pt x="370063" y="129676"/>
                  <a:pt x="368780" y="129676"/>
                </a:cubicBezTo>
                <a:cubicBezTo>
                  <a:pt x="367754" y="129676"/>
                  <a:pt x="360504" y="129870"/>
                  <a:pt x="347029" y="130258"/>
                </a:cubicBezTo>
                <a:close/>
                <a:moveTo>
                  <a:pt x="454046" y="130258"/>
                </a:moveTo>
                <a:lnTo>
                  <a:pt x="454046" y="124243"/>
                </a:lnTo>
                <a:cubicBezTo>
                  <a:pt x="460846" y="124243"/>
                  <a:pt x="465047" y="123827"/>
                  <a:pt x="466651" y="122995"/>
                </a:cubicBezTo>
                <a:cubicBezTo>
                  <a:pt x="468255" y="122163"/>
                  <a:pt x="469056" y="119699"/>
                  <a:pt x="469056" y="115603"/>
                </a:cubicBezTo>
                <a:lnTo>
                  <a:pt x="469056" y="63942"/>
                </a:lnTo>
                <a:cubicBezTo>
                  <a:pt x="469056" y="59206"/>
                  <a:pt x="468255" y="56262"/>
                  <a:pt x="466651" y="55111"/>
                </a:cubicBezTo>
                <a:cubicBezTo>
                  <a:pt x="465047" y="53958"/>
                  <a:pt x="461102" y="53381"/>
                  <a:pt x="454815" y="53381"/>
                </a:cubicBezTo>
                <a:lnTo>
                  <a:pt x="454815" y="47366"/>
                </a:lnTo>
                <a:lnTo>
                  <a:pt x="481761" y="45299"/>
                </a:lnTo>
                <a:lnTo>
                  <a:pt x="481761" y="115791"/>
                </a:lnTo>
                <a:cubicBezTo>
                  <a:pt x="481761" y="119632"/>
                  <a:pt x="482435" y="122001"/>
                  <a:pt x="483782" y="122898"/>
                </a:cubicBezTo>
                <a:cubicBezTo>
                  <a:pt x="485129" y="123795"/>
                  <a:pt x="488946" y="124243"/>
                  <a:pt x="495233" y="124243"/>
                </a:cubicBezTo>
                <a:lnTo>
                  <a:pt x="495233" y="130258"/>
                </a:lnTo>
                <a:cubicBezTo>
                  <a:pt x="482146" y="129870"/>
                  <a:pt x="475474" y="129676"/>
                  <a:pt x="475218" y="129676"/>
                </a:cubicBezTo>
                <a:cubicBezTo>
                  <a:pt x="473421" y="129676"/>
                  <a:pt x="466363" y="129870"/>
                  <a:pt x="454046" y="130258"/>
                </a:cubicBezTo>
                <a:moveTo>
                  <a:pt x="462128" y="11560"/>
                </a:moveTo>
                <a:cubicBezTo>
                  <a:pt x="462128" y="8983"/>
                  <a:pt x="463123" y="6632"/>
                  <a:pt x="465112" y="4505"/>
                </a:cubicBezTo>
                <a:cubicBezTo>
                  <a:pt x="467101" y="2379"/>
                  <a:pt x="469507" y="1316"/>
                  <a:pt x="472328" y="1316"/>
                </a:cubicBezTo>
                <a:cubicBezTo>
                  <a:pt x="475151" y="1316"/>
                  <a:pt x="477558" y="2282"/>
                  <a:pt x="479547" y="4214"/>
                </a:cubicBezTo>
                <a:cubicBezTo>
                  <a:pt x="481536" y="6147"/>
                  <a:pt x="482531" y="8595"/>
                  <a:pt x="482531" y="11560"/>
                </a:cubicBezTo>
                <a:cubicBezTo>
                  <a:pt x="482531" y="14524"/>
                  <a:pt x="481536" y="16972"/>
                  <a:pt x="479547" y="18905"/>
                </a:cubicBezTo>
                <a:cubicBezTo>
                  <a:pt x="477560" y="20837"/>
                  <a:pt x="475154" y="21804"/>
                  <a:pt x="472331" y="21804"/>
                </a:cubicBezTo>
                <a:cubicBezTo>
                  <a:pt x="469378" y="21804"/>
                  <a:pt x="466940" y="20773"/>
                  <a:pt x="465015" y="18711"/>
                </a:cubicBezTo>
                <a:cubicBezTo>
                  <a:pt x="463090" y="16649"/>
                  <a:pt x="462128" y="14266"/>
                  <a:pt x="462128" y="11560"/>
                </a:cubicBezTo>
                <a:close/>
                <a:moveTo>
                  <a:pt x="507167" y="130258"/>
                </a:moveTo>
                <a:lnTo>
                  <a:pt x="507167" y="124243"/>
                </a:lnTo>
                <a:cubicBezTo>
                  <a:pt x="513969" y="124243"/>
                  <a:pt x="518172" y="123827"/>
                  <a:pt x="519776" y="122995"/>
                </a:cubicBezTo>
                <a:cubicBezTo>
                  <a:pt x="521379" y="122163"/>
                  <a:pt x="522181" y="119699"/>
                  <a:pt x="522181" y="115603"/>
                </a:cubicBezTo>
                <a:lnTo>
                  <a:pt x="522181" y="64136"/>
                </a:lnTo>
                <a:cubicBezTo>
                  <a:pt x="522181" y="59398"/>
                  <a:pt x="521347" y="56421"/>
                  <a:pt x="519679" y="55205"/>
                </a:cubicBezTo>
                <a:cubicBezTo>
                  <a:pt x="518011" y="53989"/>
                  <a:pt x="513840" y="53381"/>
                  <a:pt x="507167" y="53381"/>
                </a:cubicBezTo>
                <a:lnTo>
                  <a:pt x="507167" y="47416"/>
                </a:lnTo>
                <a:lnTo>
                  <a:pt x="534307" y="45299"/>
                </a:lnTo>
                <a:lnTo>
                  <a:pt x="534307" y="65478"/>
                </a:lnTo>
                <a:cubicBezTo>
                  <a:pt x="540338" y="52025"/>
                  <a:pt x="549833" y="45299"/>
                  <a:pt x="562792" y="45299"/>
                </a:cubicBezTo>
                <a:cubicBezTo>
                  <a:pt x="572416" y="45299"/>
                  <a:pt x="579152" y="47668"/>
                  <a:pt x="583001" y="52406"/>
                </a:cubicBezTo>
                <a:cubicBezTo>
                  <a:pt x="585825" y="55609"/>
                  <a:pt x="587525" y="59004"/>
                  <a:pt x="588103" y="62591"/>
                </a:cubicBezTo>
                <a:cubicBezTo>
                  <a:pt x="588680" y="66176"/>
                  <a:pt x="588969" y="72580"/>
                  <a:pt x="588969" y="81802"/>
                </a:cubicBezTo>
                <a:lnTo>
                  <a:pt x="588969" y="118481"/>
                </a:lnTo>
                <a:cubicBezTo>
                  <a:pt x="589098" y="121169"/>
                  <a:pt x="590189" y="122802"/>
                  <a:pt x="592241" y="123379"/>
                </a:cubicBezTo>
                <a:cubicBezTo>
                  <a:pt x="594295" y="123955"/>
                  <a:pt x="598209" y="124243"/>
                  <a:pt x="603983" y="124243"/>
                </a:cubicBezTo>
                <a:lnTo>
                  <a:pt x="603983" y="130258"/>
                </a:lnTo>
                <a:cubicBezTo>
                  <a:pt x="590894" y="129870"/>
                  <a:pt x="583708" y="129676"/>
                  <a:pt x="582426" y="129676"/>
                </a:cubicBezTo>
                <a:cubicBezTo>
                  <a:pt x="581400" y="129676"/>
                  <a:pt x="574150" y="129870"/>
                  <a:pt x="560675" y="130258"/>
                </a:cubicBezTo>
                <a:lnTo>
                  <a:pt x="560675" y="124243"/>
                </a:lnTo>
                <a:cubicBezTo>
                  <a:pt x="567477" y="124243"/>
                  <a:pt x="571680" y="123828"/>
                  <a:pt x="573283" y="122998"/>
                </a:cubicBezTo>
                <a:cubicBezTo>
                  <a:pt x="574887" y="122166"/>
                  <a:pt x="575688" y="119703"/>
                  <a:pt x="575688" y="115611"/>
                </a:cubicBezTo>
                <a:lnTo>
                  <a:pt x="575688" y="70915"/>
                </a:lnTo>
                <a:cubicBezTo>
                  <a:pt x="575688" y="64393"/>
                  <a:pt x="574694" y="59214"/>
                  <a:pt x="572705" y="55378"/>
                </a:cubicBezTo>
                <a:cubicBezTo>
                  <a:pt x="570715" y="51541"/>
                  <a:pt x="566962" y="49622"/>
                  <a:pt x="561444" y="49622"/>
                </a:cubicBezTo>
                <a:cubicBezTo>
                  <a:pt x="554772" y="49622"/>
                  <a:pt x="548773" y="52404"/>
                  <a:pt x="543447" y="57969"/>
                </a:cubicBezTo>
                <a:cubicBezTo>
                  <a:pt x="538123" y="63531"/>
                  <a:pt x="535462" y="70980"/>
                  <a:pt x="535462" y="80316"/>
                </a:cubicBezTo>
                <a:lnTo>
                  <a:pt x="535462" y="115611"/>
                </a:lnTo>
                <a:cubicBezTo>
                  <a:pt x="535462" y="119703"/>
                  <a:pt x="536263" y="122166"/>
                  <a:pt x="537867" y="122998"/>
                </a:cubicBezTo>
                <a:cubicBezTo>
                  <a:pt x="539470" y="123828"/>
                  <a:pt x="543673" y="124243"/>
                  <a:pt x="550475" y="124243"/>
                </a:cubicBezTo>
                <a:lnTo>
                  <a:pt x="550475" y="130258"/>
                </a:lnTo>
                <a:cubicBezTo>
                  <a:pt x="537386" y="129870"/>
                  <a:pt x="530201" y="129676"/>
                  <a:pt x="528918" y="129676"/>
                </a:cubicBezTo>
                <a:cubicBezTo>
                  <a:pt x="527892" y="129676"/>
                  <a:pt x="520642" y="129870"/>
                  <a:pt x="507167" y="130258"/>
                </a:cubicBezTo>
                <a:close/>
                <a:moveTo>
                  <a:pt x="613220" y="145533"/>
                </a:moveTo>
                <a:cubicBezTo>
                  <a:pt x="613220" y="141423"/>
                  <a:pt x="614791" y="137570"/>
                  <a:pt x="617934" y="133973"/>
                </a:cubicBezTo>
                <a:cubicBezTo>
                  <a:pt x="621078" y="130376"/>
                  <a:pt x="625409" y="127807"/>
                  <a:pt x="630927" y="126266"/>
                </a:cubicBezTo>
                <a:cubicBezTo>
                  <a:pt x="625282" y="122685"/>
                  <a:pt x="622460" y="116995"/>
                  <a:pt x="622460" y="109194"/>
                </a:cubicBezTo>
                <a:cubicBezTo>
                  <a:pt x="622460" y="103197"/>
                  <a:pt x="624448" y="97901"/>
                  <a:pt x="628425" y="93306"/>
                </a:cubicBezTo>
                <a:cubicBezTo>
                  <a:pt x="622394" y="88280"/>
                  <a:pt x="619379" y="81643"/>
                  <a:pt x="619379" y="73396"/>
                </a:cubicBezTo>
                <a:cubicBezTo>
                  <a:pt x="619379" y="65827"/>
                  <a:pt x="622394" y="59252"/>
                  <a:pt x="628425" y="53672"/>
                </a:cubicBezTo>
                <a:cubicBezTo>
                  <a:pt x="634455" y="48090"/>
                  <a:pt x="641833" y="45299"/>
                  <a:pt x="650560" y="45299"/>
                </a:cubicBezTo>
                <a:cubicBezTo>
                  <a:pt x="658259" y="45299"/>
                  <a:pt x="665060" y="47578"/>
                  <a:pt x="670963" y="52136"/>
                </a:cubicBezTo>
                <a:cubicBezTo>
                  <a:pt x="677122" y="46074"/>
                  <a:pt x="683923" y="43043"/>
                  <a:pt x="691365" y="43043"/>
                </a:cubicBezTo>
                <a:cubicBezTo>
                  <a:pt x="694702" y="43043"/>
                  <a:pt x="697172" y="44059"/>
                  <a:pt x="698775" y="46089"/>
                </a:cubicBezTo>
                <a:cubicBezTo>
                  <a:pt x="700379" y="48119"/>
                  <a:pt x="701181" y="50213"/>
                  <a:pt x="701181" y="52371"/>
                </a:cubicBezTo>
                <a:cubicBezTo>
                  <a:pt x="701181" y="54274"/>
                  <a:pt x="700571" y="55701"/>
                  <a:pt x="699351" y="56653"/>
                </a:cubicBezTo>
                <a:cubicBezTo>
                  <a:pt x="698133" y="57605"/>
                  <a:pt x="696882" y="58080"/>
                  <a:pt x="695598" y="58080"/>
                </a:cubicBezTo>
                <a:cubicBezTo>
                  <a:pt x="694059" y="58080"/>
                  <a:pt x="692744" y="57579"/>
                  <a:pt x="691653" y="56577"/>
                </a:cubicBezTo>
                <a:cubicBezTo>
                  <a:pt x="690563" y="55574"/>
                  <a:pt x="690017" y="54258"/>
                  <a:pt x="690017" y="52629"/>
                </a:cubicBezTo>
                <a:cubicBezTo>
                  <a:pt x="690017" y="49998"/>
                  <a:pt x="691043" y="48306"/>
                  <a:pt x="693095" y="47554"/>
                </a:cubicBezTo>
                <a:cubicBezTo>
                  <a:pt x="692712" y="47429"/>
                  <a:pt x="692070" y="47366"/>
                  <a:pt x="691172" y="47366"/>
                </a:cubicBezTo>
                <a:cubicBezTo>
                  <a:pt x="684885" y="47366"/>
                  <a:pt x="679111" y="49858"/>
                  <a:pt x="673850" y="54841"/>
                </a:cubicBezTo>
                <a:cubicBezTo>
                  <a:pt x="679111" y="59738"/>
                  <a:pt x="681741" y="65987"/>
                  <a:pt x="681741" y="73590"/>
                </a:cubicBezTo>
                <a:cubicBezTo>
                  <a:pt x="681741" y="81193"/>
                  <a:pt x="678726" y="87776"/>
                  <a:pt x="672696" y="93341"/>
                </a:cubicBezTo>
                <a:cubicBezTo>
                  <a:pt x="666665" y="98905"/>
                  <a:pt x="659287" y="101687"/>
                  <a:pt x="650560" y="101687"/>
                </a:cubicBezTo>
                <a:cubicBezTo>
                  <a:pt x="643374" y="101687"/>
                  <a:pt x="637023" y="99731"/>
                  <a:pt x="631505" y="95817"/>
                </a:cubicBezTo>
                <a:cubicBezTo>
                  <a:pt x="629324" y="98356"/>
                  <a:pt x="628234" y="101340"/>
                  <a:pt x="628234" y="104768"/>
                </a:cubicBezTo>
                <a:cubicBezTo>
                  <a:pt x="628234" y="107975"/>
                  <a:pt x="629196" y="110830"/>
                  <a:pt x="631121" y="113332"/>
                </a:cubicBezTo>
                <a:cubicBezTo>
                  <a:pt x="633045" y="115835"/>
                  <a:pt x="635483" y="117279"/>
                  <a:pt x="638434" y="117664"/>
                </a:cubicBezTo>
                <a:cubicBezTo>
                  <a:pt x="639332" y="117792"/>
                  <a:pt x="644144" y="117855"/>
                  <a:pt x="652868" y="117855"/>
                </a:cubicBezTo>
                <a:cubicBezTo>
                  <a:pt x="658000" y="117855"/>
                  <a:pt x="661978" y="117920"/>
                  <a:pt x="664801" y="118049"/>
                </a:cubicBezTo>
                <a:cubicBezTo>
                  <a:pt x="667624" y="118176"/>
                  <a:pt x="671057" y="118657"/>
                  <a:pt x="675098" y="119491"/>
                </a:cubicBezTo>
                <a:cubicBezTo>
                  <a:pt x="679141" y="120323"/>
                  <a:pt x="682766" y="121572"/>
                  <a:pt x="685973" y="123239"/>
                </a:cubicBezTo>
                <a:cubicBezTo>
                  <a:pt x="694314" y="127849"/>
                  <a:pt x="698484" y="135152"/>
                  <a:pt x="698484" y="145145"/>
                </a:cubicBezTo>
                <a:cubicBezTo>
                  <a:pt x="698484" y="152442"/>
                  <a:pt x="694282" y="158395"/>
                  <a:pt x="685876" y="163004"/>
                </a:cubicBezTo>
                <a:cubicBezTo>
                  <a:pt x="677473" y="167613"/>
                  <a:pt x="667433" y="169918"/>
                  <a:pt x="655755" y="169918"/>
                </a:cubicBezTo>
                <a:cubicBezTo>
                  <a:pt x="643951" y="169918"/>
                  <a:pt x="633911" y="167581"/>
                  <a:pt x="625634" y="162907"/>
                </a:cubicBezTo>
                <a:cubicBezTo>
                  <a:pt x="617358" y="158236"/>
                  <a:pt x="613220" y="152444"/>
                  <a:pt x="613220" y="145533"/>
                </a:cubicBezTo>
                <a:moveTo>
                  <a:pt x="623229" y="145533"/>
                </a:moveTo>
                <a:cubicBezTo>
                  <a:pt x="623229" y="150805"/>
                  <a:pt x="626340" y="155467"/>
                  <a:pt x="632563" y="159518"/>
                </a:cubicBezTo>
                <a:cubicBezTo>
                  <a:pt x="638787" y="163569"/>
                  <a:pt x="646582" y="165595"/>
                  <a:pt x="655949" y="165595"/>
                </a:cubicBezTo>
                <a:cubicBezTo>
                  <a:pt x="665189" y="165595"/>
                  <a:pt x="672920" y="163601"/>
                  <a:pt x="679142" y="159615"/>
                </a:cubicBezTo>
                <a:cubicBezTo>
                  <a:pt x="685366" y="155629"/>
                  <a:pt x="688478" y="150935"/>
                  <a:pt x="688478" y="145533"/>
                </a:cubicBezTo>
                <a:cubicBezTo>
                  <a:pt x="688478" y="141673"/>
                  <a:pt x="687388" y="138522"/>
                  <a:pt x="685207" y="136079"/>
                </a:cubicBezTo>
                <a:cubicBezTo>
                  <a:pt x="683026" y="133635"/>
                  <a:pt x="679689" y="131931"/>
                  <a:pt x="675198" y="130966"/>
                </a:cubicBezTo>
                <a:cubicBezTo>
                  <a:pt x="670706" y="130002"/>
                  <a:pt x="666888" y="129425"/>
                  <a:pt x="663744" y="129233"/>
                </a:cubicBezTo>
                <a:cubicBezTo>
                  <a:pt x="660601" y="129039"/>
                  <a:pt x="656143" y="128942"/>
                  <a:pt x="650369" y="128942"/>
                </a:cubicBezTo>
                <a:lnTo>
                  <a:pt x="639012" y="128942"/>
                </a:lnTo>
                <a:cubicBezTo>
                  <a:pt x="634650" y="129198"/>
                  <a:pt x="630929" y="130934"/>
                  <a:pt x="627849" y="134149"/>
                </a:cubicBezTo>
                <a:cubicBezTo>
                  <a:pt x="624769" y="137366"/>
                  <a:pt x="623229" y="141161"/>
                  <a:pt x="623229" y="145533"/>
                </a:cubicBezTo>
                <a:moveTo>
                  <a:pt x="633814" y="73590"/>
                </a:moveTo>
                <a:cubicBezTo>
                  <a:pt x="633814" y="89440"/>
                  <a:pt x="639396" y="97364"/>
                  <a:pt x="650560" y="97364"/>
                </a:cubicBezTo>
                <a:cubicBezTo>
                  <a:pt x="656207" y="97364"/>
                  <a:pt x="660762" y="94787"/>
                  <a:pt x="664225" y="89631"/>
                </a:cubicBezTo>
                <a:cubicBezTo>
                  <a:pt x="666279" y="86152"/>
                  <a:pt x="667306" y="80740"/>
                  <a:pt x="667306" y="73396"/>
                </a:cubicBezTo>
                <a:cubicBezTo>
                  <a:pt x="667306" y="57547"/>
                  <a:pt x="661724" y="49622"/>
                  <a:pt x="650560" y="49622"/>
                </a:cubicBezTo>
                <a:cubicBezTo>
                  <a:pt x="644913" y="49622"/>
                  <a:pt x="640358" y="52200"/>
                  <a:pt x="636895" y="57355"/>
                </a:cubicBezTo>
                <a:cubicBezTo>
                  <a:pt x="634841" y="60834"/>
                  <a:pt x="633814" y="66246"/>
                  <a:pt x="633814" y="735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43783C-F4FF-4184-A092-42C1889A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7213" y="169658"/>
            <a:ext cx="512297" cy="408549"/>
          </a:xfrm>
          <a:custGeom xmlns:a="http://schemas.openxmlformats.org/drawingml/2006/main">
            <a:pathLst>
              <a:path w="512297" h="408549" fill="none">
                <a:moveTo>
                  <a:pt x="0" y="408549"/>
                </a:moveTo>
                <a:lnTo>
                  <a:pt x="51229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1D3D75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816186-B500-47E0-91F3-98DF3D55D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0457" y="166206"/>
            <a:ext cx="535806" cy="415454"/>
          </a:xfrm>
          <a:custGeom xmlns:a="http://schemas.openxmlformats.org/drawingml/2006/main">
            <a:pathLst>
              <a:path w="535806" h="415454" fill="none">
                <a:moveTo>
                  <a:pt x="535806" y="415454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1D3D75"/>
            </a:solidFill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5BD515-6594-4728-A038-1BDEAABD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1032" y="223212"/>
            <a:ext cx="687404" cy="687405"/>
          </a:xfrm>
          <a:custGeom xmlns:a="http://schemas.openxmlformats.org/drawingml/2006/main">
            <a:pathLst>
              <a:path w="687404" h="687405">
                <a:moveTo>
                  <a:pt x="551539" y="69908"/>
                </a:moveTo>
                <a:lnTo>
                  <a:pt x="532818" y="56625"/>
                </a:lnTo>
                <a:lnTo>
                  <a:pt x="513446" y="44741"/>
                </a:lnTo>
                <a:lnTo>
                  <a:pt x="493495" y="34255"/>
                </a:lnTo>
                <a:lnTo>
                  <a:pt x="473037" y="25167"/>
                </a:lnTo>
                <a:lnTo>
                  <a:pt x="452145" y="17477"/>
                </a:lnTo>
                <a:lnTo>
                  <a:pt x="430890" y="11185"/>
                </a:lnTo>
                <a:lnTo>
                  <a:pt x="409346" y="6292"/>
                </a:lnTo>
                <a:lnTo>
                  <a:pt x="387585" y="2796"/>
                </a:lnTo>
                <a:lnTo>
                  <a:pt x="365680" y="699"/>
                </a:lnTo>
                <a:lnTo>
                  <a:pt x="343702" y="0"/>
                </a:lnTo>
                <a:lnTo>
                  <a:pt x="321723" y="699"/>
                </a:lnTo>
                <a:lnTo>
                  <a:pt x="299818" y="2796"/>
                </a:lnTo>
                <a:lnTo>
                  <a:pt x="278057" y="6292"/>
                </a:lnTo>
                <a:lnTo>
                  <a:pt x="256513" y="11185"/>
                </a:lnTo>
                <a:lnTo>
                  <a:pt x="235259" y="17477"/>
                </a:lnTo>
                <a:lnTo>
                  <a:pt x="214366" y="25167"/>
                </a:lnTo>
                <a:lnTo>
                  <a:pt x="193909" y="34255"/>
                </a:lnTo>
                <a:lnTo>
                  <a:pt x="173958" y="44741"/>
                </a:lnTo>
                <a:lnTo>
                  <a:pt x="154586" y="56625"/>
                </a:lnTo>
                <a:lnTo>
                  <a:pt x="135865" y="69908"/>
                </a:lnTo>
                <a:lnTo>
                  <a:pt x="117869" y="84588"/>
                </a:lnTo>
                <a:lnTo>
                  <a:pt x="100668" y="100667"/>
                </a:lnTo>
                <a:lnTo>
                  <a:pt x="84589" y="117868"/>
                </a:lnTo>
                <a:lnTo>
                  <a:pt x="69909" y="135864"/>
                </a:lnTo>
                <a:lnTo>
                  <a:pt x="56626" y="154585"/>
                </a:lnTo>
                <a:lnTo>
                  <a:pt x="44742" y="173957"/>
                </a:lnTo>
                <a:lnTo>
                  <a:pt x="34255" y="193908"/>
                </a:lnTo>
                <a:lnTo>
                  <a:pt x="25167" y="214366"/>
                </a:lnTo>
                <a:lnTo>
                  <a:pt x="17477" y="235259"/>
                </a:lnTo>
                <a:lnTo>
                  <a:pt x="11185" y="256513"/>
                </a:lnTo>
                <a:lnTo>
                  <a:pt x="6292" y="278057"/>
                </a:lnTo>
                <a:lnTo>
                  <a:pt x="2796" y="299818"/>
                </a:lnTo>
                <a:lnTo>
                  <a:pt x="699" y="321724"/>
                </a:lnTo>
                <a:lnTo>
                  <a:pt x="0" y="343702"/>
                </a:lnTo>
                <a:lnTo>
                  <a:pt x="699" y="365680"/>
                </a:lnTo>
                <a:lnTo>
                  <a:pt x="2796" y="387586"/>
                </a:lnTo>
                <a:lnTo>
                  <a:pt x="6292" y="409347"/>
                </a:lnTo>
                <a:lnTo>
                  <a:pt x="11185" y="430891"/>
                </a:lnTo>
                <a:lnTo>
                  <a:pt x="17477" y="452145"/>
                </a:lnTo>
                <a:lnTo>
                  <a:pt x="25167" y="473037"/>
                </a:lnTo>
                <a:lnTo>
                  <a:pt x="34255" y="493495"/>
                </a:lnTo>
                <a:lnTo>
                  <a:pt x="44742" y="513446"/>
                </a:lnTo>
                <a:lnTo>
                  <a:pt x="56626" y="532819"/>
                </a:lnTo>
                <a:lnTo>
                  <a:pt x="69909" y="551539"/>
                </a:lnTo>
                <a:lnTo>
                  <a:pt x="84589" y="569536"/>
                </a:lnTo>
                <a:lnTo>
                  <a:pt x="100668" y="586736"/>
                </a:lnTo>
                <a:lnTo>
                  <a:pt x="117869" y="602815"/>
                </a:lnTo>
                <a:lnTo>
                  <a:pt x="135865" y="617496"/>
                </a:lnTo>
                <a:lnTo>
                  <a:pt x="154586" y="630779"/>
                </a:lnTo>
                <a:lnTo>
                  <a:pt x="173958" y="642663"/>
                </a:lnTo>
                <a:lnTo>
                  <a:pt x="193909" y="653149"/>
                </a:lnTo>
                <a:lnTo>
                  <a:pt x="214366" y="662238"/>
                </a:lnTo>
                <a:lnTo>
                  <a:pt x="235259" y="669928"/>
                </a:lnTo>
                <a:lnTo>
                  <a:pt x="256513" y="676219"/>
                </a:lnTo>
                <a:lnTo>
                  <a:pt x="278057" y="681113"/>
                </a:lnTo>
                <a:lnTo>
                  <a:pt x="299818" y="684608"/>
                </a:lnTo>
                <a:lnTo>
                  <a:pt x="321723" y="686706"/>
                </a:lnTo>
                <a:lnTo>
                  <a:pt x="343702" y="687405"/>
                </a:lnTo>
                <a:lnTo>
                  <a:pt x="365680" y="686706"/>
                </a:lnTo>
                <a:lnTo>
                  <a:pt x="387585" y="684608"/>
                </a:lnTo>
                <a:lnTo>
                  <a:pt x="409346" y="681113"/>
                </a:lnTo>
                <a:lnTo>
                  <a:pt x="430890" y="676219"/>
                </a:lnTo>
                <a:lnTo>
                  <a:pt x="452145" y="669928"/>
                </a:lnTo>
                <a:lnTo>
                  <a:pt x="473037" y="662238"/>
                </a:lnTo>
                <a:lnTo>
                  <a:pt x="493495" y="653149"/>
                </a:lnTo>
                <a:lnTo>
                  <a:pt x="513446" y="642663"/>
                </a:lnTo>
                <a:lnTo>
                  <a:pt x="532818" y="630779"/>
                </a:lnTo>
                <a:lnTo>
                  <a:pt x="551539" y="617496"/>
                </a:lnTo>
                <a:lnTo>
                  <a:pt x="569535" y="602815"/>
                </a:lnTo>
                <a:lnTo>
                  <a:pt x="586736" y="586736"/>
                </a:lnTo>
                <a:lnTo>
                  <a:pt x="602815" y="569536"/>
                </a:lnTo>
                <a:lnTo>
                  <a:pt x="617496" y="551539"/>
                </a:lnTo>
                <a:lnTo>
                  <a:pt x="630778" y="532819"/>
                </a:lnTo>
                <a:lnTo>
                  <a:pt x="642663" y="513446"/>
                </a:lnTo>
                <a:lnTo>
                  <a:pt x="653149" y="493495"/>
                </a:lnTo>
                <a:lnTo>
                  <a:pt x="662237" y="473037"/>
                </a:lnTo>
                <a:lnTo>
                  <a:pt x="669927" y="452145"/>
                </a:lnTo>
                <a:lnTo>
                  <a:pt x="676219" y="430891"/>
                </a:lnTo>
                <a:lnTo>
                  <a:pt x="681112" y="409347"/>
                </a:lnTo>
                <a:lnTo>
                  <a:pt x="684608" y="387586"/>
                </a:lnTo>
                <a:lnTo>
                  <a:pt x="686705" y="365680"/>
                </a:lnTo>
                <a:lnTo>
                  <a:pt x="687404" y="343702"/>
                </a:lnTo>
                <a:lnTo>
                  <a:pt x="686705" y="321724"/>
                </a:lnTo>
                <a:lnTo>
                  <a:pt x="684608" y="299818"/>
                </a:lnTo>
                <a:lnTo>
                  <a:pt x="681112" y="278057"/>
                </a:lnTo>
                <a:lnTo>
                  <a:pt x="676219" y="256513"/>
                </a:lnTo>
                <a:lnTo>
                  <a:pt x="669927" y="235259"/>
                </a:lnTo>
                <a:lnTo>
                  <a:pt x="662237" y="214366"/>
                </a:lnTo>
                <a:lnTo>
                  <a:pt x="653149" y="193908"/>
                </a:lnTo>
                <a:lnTo>
                  <a:pt x="642663" y="173957"/>
                </a:lnTo>
                <a:lnTo>
                  <a:pt x="630778" y="154585"/>
                </a:lnTo>
                <a:lnTo>
                  <a:pt x="617496" y="135864"/>
                </a:lnTo>
                <a:lnTo>
                  <a:pt x="602815" y="117868"/>
                </a:lnTo>
                <a:lnTo>
                  <a:pt x="586736" y="100667"/>
                </a:lnTo>
                <a:lnTo>
                  <a:pt x="569535" y="84588"/>
                </a:lnTo>
                <a:lnTo>
                  <a:pt x="551539" y="69908"/>
                </a:lnTo>
                <a:close/>
              </a:path>
            </a:pathLst>
          </a:custGeom>
          <a:solidFill xmlns:a="http://schemas.openxmlformats.org/drawingml/2006/main">
            <a:srgbClr val="1D3D7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18829-1F82-4EE2-AF6E-03511A86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43" y="580662"/>
            <a:ext cx="1237328" cy="883805"/>
          </a:xfrm>
          <a:custGeom xmlns:a="http://schemas.openxmlformats.org/drawingml/2006/main">
            <a:pathLst>
              <a:path w="1237328" h="883805">
                <a:moveTo>
                  <a:pt x="0" y="883805"/>
                </a:moveTo>
                <a:lnTo>
                  <a:pt x="1237328" y="883805"/>
                </a:lnTo>
                <a:lnTo>
                  <a:pt x="1237328" y="0"/>
                </a:lnTo>
                <a:lnTo>
                  <a:pt x="0" y="0"/>
                </a:lnTo>
                <a:lnTo>
                  <a:pt x="0" y="883805"/>
                </a:lnTo>
                <a:close/>
              </a:path>
            </a:pathLst>
          </a:custGeom>
          <a:solidFill xmlns:a="http://schemas.openxmlformats.org/drawingml/2006/main">
            <a:srgbClr val="7CA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581BFC-E880-40A3-AAB3-CC2D92AAB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043" y="580662"/>
            <a:ext cx="1237328" cy="883805"/>
          </a:xfrm>
          <a:custGeom xmlns:a="http://schemas.openxmlformats.org/drawingml/2006/main">
            <a:pathLst>
              <a:path w="1237328" h="883805" fill="none">
                <a:moveTo>
                  <a:pt x="0" y="0"/>
                </a:moveTo>
                <a:lnTo>
                  <a:pt x="1237328" y="0"/>
                </a:lnTo>
                <a:lnTo>
                  <a:pt x="1237328" y="883805"/>
                </a:lnTo>
                <a:lnTo>
                  <a:pt x="0" y="8838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785DD5-D037-4FF4-B106-F97FA949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805" y="1095284"/>
            <a:ext cx="866129" cy="241148"/>
          </a:xfrm>
          <a:custGeom xmlns:a="http://schemas.openxmlformats.org/drawingml/2006/main">
            <a:pathLst>
              <a:path w="866129" h="241148">
                <a:moveTo>
                  <a:pt x="0" y="241148"/>
                </a:moveTo>
                <a:lnTo>
                  <a:pt x="866129" y="241148"/>
                </a:lnTo>
                <a:lnTo>
                  <a:pt x="866129" y="0"/>
                </a:lnTo>
                <a:lnTo>
                  <a:pt x="0" y="0"/>
                </a:lnTo>
                <a:lnTo>
                  <a:pt x="0" y="241148"/>
                </a:lnTo>
                <a:close/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0AE29-A535-48F7-94CD-2BE10D49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804" y="1095283"/>
            <a:ext cx="866129" cy="241148"/>
          </a:xfrm>
          <a:custGeom xmlns:a="http://schemas.openxmlformats.org/drawingml/2006/main">
            <a:pathLst>
              <a:path w="866129" h="241148" fill="none">
                <a:moveTo>
                  <a:pt x="0" y="0"/>
                </a:moveTo>
                <a:lnTo>
                  <a:pt x="866129" y="0"/>
                </a:lnTo>
                <a:lnTo>
                  <a:pt x="866129" y="241148"/>
                </a:lnTo>
                <a:lnTo>
                  <a:pt x="0" y="24114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D20549-BF15-4183-9789-D975EFB3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041" y="765324"/>
            <a:ext cx="211006" cy="211006"/>
          </a:xfrm>
          <a:custGeom xmlns:a="http://schemas.openxmlformats.org/drawingml/2006/main">
            <a:pathLst>
              <a:path w="211006" h="211006">
                <a:moveTo>
                  <a:pt x="0" y="211006"/>
                </a:moveTo>
                <a:lnTo>
                  <a:pt x="211006" y="211006"/>
                </a:lnTo>
                <a:lnTo>
                  <a:pt x="211006" y="0"/>
                </a:lnTo>
                <a:lnTo>
                  <a:pt x="0" y="0"/>
                </a:lnTo>
                <a:lnTo>
                  <a:pt x="0" y="211006"/>
                </a:lnTo>
                <a:close/>
              </a:path>
            </a:pathLst>
          </a:custGeom>
          <a:solidFill xmlns:a="http://schemas.openxmlformats.org/drawingml/2006/main">
            <a:srgbClr val="FFBD1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E0AF0F-6A78-4589-8869-AA7C087B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0894" y="765324"/>
            <a:ext cx="211006" cy="211006"/>
          </a:xfrm>
          <a:custGeom xmlns:a="http://schemas.openxmlformats.org/drawingml/2006/main">
            <a:pathLst>
              <a:path w="211006" h="211006">
                <a:moveTo>
                  <a:pt x="0" y="211006"/>
                </a:moveTo>
                <a:lnTo>
                  <a:pt x="211006" y="211006"/>
                </a:lnTo>
                <a:lnTo>
                  <a:pt x="211006" y="0"/>
                </a:lnTo>
                <a:lnTo>
                  <a:pt x="0" y="0"/>
                </a:lnTo>
                <a:lnTo>
                  <a:pt x="0" y="211006"/>
                </a:lnTo>
                <a:close/>
              </a:path>
            </a:pathLst>
          </a:custGeom>
          <a:solidFill xmlns:a="http://schemas.openxmlformats.org/drawingml/2006/main">
            <a:srgbClr val="FFBD1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5DDFB-664D-4D88-8E50-409BCCD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548" y="836458"/>
            <a:ext cx="65992" cy="68740"/>
          </a:xfrm>
          <a:custGeom xmlns:a="http://schemas.openxmlformats.org/drawingml/2006/main">
            <a:pathLst>
              <a:path w="65992" h="68740">
                <a:moveTo>
                  <a:pt x="0" y="68740"/>
                </a:moveTo>
                <a:lnTo>
                  <a:pt x="65992" y="68740"/>
                </a:lnTo>
                <a:lnTo>
                  <a:pt x="65992" y="0"/>
                </a:lnTo>
                <a:lnTo>
                  <a:pt x="0" y="0"/>
                </a:lnTo>
                <a:lnTo>
                  <a:pt x="0" y="687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DC938B-DA91-4D32-A167-7CBBB901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400" y="836458"/>
            <a:ext cx="65991" cy="68740"/>
          </a:xfrm>
          <a:custGeom xmlns:a="http://schemas.openxmlformats.org/drawingml/2006/main">
            <a:pathLst>
              <a:path w="65991" h="68740">
                <a:moveTo>
                  <a:pt x="0" y="68740"/>
                </a:moveTo>
                <a:lnTo>
                  <a:pt x="65991" y="68740"/>
                </a:lnTo>
                <a:lnTo>
                  <a:pt x="65991" y="0"/>
                </a:lnTo>
                <a:lnTo>
                  <a:pt x="0" y="0"/>
                </a:lnTo>
                <a:lnTo>
                  <a:pt x="0" y="6874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3835E3-EDDA-4256-B3DE-DB7E7416B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95" y="68433"/>
            <a:ext cx="206221" cy="206220"/>
          </a:xfrm>
          <a:custGeom xmlns:a="http://schemas.openxmlformats.org/drawingml/2006/main">
            <a:pathLst>
              <a:path w="206221" h="206220">
                <a:moveTo>
                  <a:pt x="165462" y="20972"/>
                </a:moveTo>
                <a:lnTo>
                  <a:pt x="159846" y="16987"/>
                </a:lnTo>
                <a:lnTo>
                  <a:pt x="154034" y="13422"/>
                </a:lnTo>
                <a:lnTo>
                  <a:pt x="148049" y="10276"/>
                </a:lnTo>
                <a:lnTo>
                  <a:pt x="141911" y="7550"/>
                </a:lnTo>
                <a:lnTo>
                  <a:pt x="135644" y="5243"/>
                </a:lnTo>
                <a:lnTo>
                  <a:pt x="129267" y="3356"/>
                </a:lnTo>
                <a:lnTo>
                  <a:pt x="122804" y="1887"/>
                </a:lnTo>
                <a:lnTo>
                  <a:pt x="116276" y="839"/>
                </a:lnTo>
                <a:lnTo>
                  <a:pt x="109704" y="210"/>
                </a:lnTo>
                <a:lnTo>
                  <a:pt x="103111" y="0"/>
                </a:lnTo>
                <a:lnTo>
                  <a:pt x="96517" y="210"/>
                </a:lnTo>
                <a:lnTo>
                  <a:pt x="89945" y="839"/>
                </a:lnTo>
                <a:lnTo>
                  <a:pt x="83417" y="1887"/>
                </a:lnTo>
                <a:lnTo>
                  <a:pt x="76954" y="3356"/>
                </a:lnTo>
                <a:lnTo>
                  <a:pt x="70578" y="5243"/>
                </a:lnTo>
                <a:lnTo>
                  <a:pt x="64310" y="7550"/>
                </a:lnTo>
                <a:lnTo>
                  <a:pt x="58173" y="10276"/>
                </a:lnTo>
                <a:lnTo>
                  <a:pt x="52187" y="13422"/>
                </a:lnTo>
                <a:lnTo>
                  <a:pt x="46376" y="16987"/>
                </a:lnTo>
                <a:lnTo>
                  <a:pt x="40760" y="20972"/>
                </a:lnTo>
                <a:lnTo>
                  <a:pt x="35361" y="25376"/>
                </a:lnTo>
                <a:lnTo>
                  <a:pt x="30201" y="30200"/>
                </a:lnTo>
                <a:lnTo>
                  <a:pt x="25377" y="35360"/>
                </a:lnTo>
                <a:lnTo>
                  <a:pt x="20973" y="40759"/>
                </a:lnTo>
                <a:lnTo>
                  <a:pt x="16988" y="46375"/>
                </a:lnTo>
                <a:lnTo>
                  <a:pt x="13423" y="52187"/>
                </a:lnTo>
                <a:lnTo>
                  <a:pt x="10277" y="58172"/>
                </a:lnTo>
                <a:lnTo>
                  <a:pt x="7550" y="64309"/>
                </a:lnTo>
                <a:lnTo>
                  <a:pt x="5243" y="70577"/>
                </a:lnTo>
                <a:lnTo>
                  <a:pt x="3356" y="76953"/>
                </a:lnTo>
                <a:lnTo>
                  <a:pt x="1888" y="83417"/>
                </a:lnTo>
                <a:lnTo>
                  <a:pt x="839" y="89945"/>
                </a:lnTo>
                <a:lnTo>
                  <a:pt x="210" y="96517"/>
                </a:lnTo>
                <a:lnTo>
                  <a:pt x="0" y="103110"/>
                </a:lnTo>
                <a:lnTo>
                  <a:pt x="210" y="109704"/>
                </a:lnTo>
                <a:lnTo>
                  <a:pt x="839" y="116275"/>
                </a:lnTo>
                <a:lnTo>
                  <a:pt x="1888" y="122804"/>
                </a:lnTo>
                <a:lnTo>
                  <a:pt x="3356" y="129267"/>
                </a:lnTo>
                <a:lnTo>
                  <a:pt x="5243" y="135643"/>
                </a:lnTo>
                <a:lnTo>
                  <a:pt x="7550" y="141911"/>
                </a:lnTo>
                <a:lnTo>
                  <a:pt x="10277" y="148048"/>
                </a:lnTo>
                <a:lnTo>
                  <a:pt x="13423" y="154034"/>
                </a:lnTo>
                <a:lnTo>
                  <a:pt x="16988" y="159846"/>
                </a:lnTo>
                <a:lnTo>
                  <a:pt x="20973" y="165462"/>
                </a:lnTo>
                <a:lnTo>
                  <a:pt x="25377" y="170861"/>
                </a:lnTo>
                <a:lnTo>
                  <a:pt x="30201" y="176021"/>
                </a:lnTo>
                <a:lnTo>
                  <a:pt x="35361" y="180844"/>
                </a:lnTo>
                <a:lnTo>
                  <a:pt x="40760" y="185249"/>
                </a:lnTo>
                <a:lnTo>
                  <a:pt x="46376" y="189233"/>
                </a:lnTo>
                <a:lnTo>
                  <a:pt x="52187" y="192798"/>
                </a:lnTo>
                <a:lnTo>
                  <a:pt x="58173" y="195944"/>
                </a:lnTo>
                <a:lnTo>
                  <a:pt x="64310" y="198671"/>
                </a:lnTo>
                <a:lnTo>
                  <a:pt x="70578" y="200977"/>
                </a:lnTo>
                <a:lnTo>
                  <a:pt x="76954" y="202865"/>
                </a:lnTo>
                <a:lnTo>
                  <a:pt x="83417" y="204333"/>
                </a:lnTo>
                <a:lnTo>
                  <a:pt x="89945" y="205382"/>
                </a:lnTo>
                <a:lnTo>
                  <a:pt x="96517" y="206011"/>
                </a:lnTo>
                <a:lnTo>
                  <a:pt x="103111" y="206220"/>
                </a:lnTo>
                <a:lnTo>
                  <a:pt x="109704" y="206011"/>
                </a:lnTo>
                <a:lnTo>
                  <a:pt x="116276" y="205382"/>
                </a:lnTo>
                <a:lnTo>
                  <a:pt x="122804" y="204333"/>
                </a:lnTo>
                <a:lnTo>
                  <a:pt x="129267" y="202865"/>
                </a:lnTo>
                <a:lnTo>
                  <a:pt x="135644" y="200977"/>
                </a:lnTo>
                <a:lnTo>
                  <a:pt x="141911" y="198671"/>
                </a:lnTo>
                <a:lnTo>
                  <a:pt x="148049" y="195944"/>
                </a:lnTo>
                <a:lnTo>
                  <a:pt x="154034" y="192798"/>
                </a:lnTo>
                <a:lnTo>
                  <a:pt x="159846" y="189233"/>
                </a:lnTo>
                <a:lnTo>
                  <a:pt x="165462" y="185249"/>
                </a:lnTo>
                <a:lnTo>
                  <a:pt x="170861" y="180844"/>
                </a:lnTo>
                <a:lnTo>
                  <a:pt x="176020" y="176021"/>
                </a:lnTo>
                <a:lnTo>
                  <a:pt x="180844" y="170861"/>
                </a:lnTo>
                <a:lnTo>
                  <a:pt x="185249" y="165462"/>
                </a:lnTo>
                <a:lnTo>
                  <a:pt x="189233" y="159846"/>
                </a:lnTo>
                <a:lnTo>
                  <a:pt x="192799" y="154034"/>
                </a:lnTo>
                <a:lnTo>
                  <a:pt x="195945" y="148048"/>
                </a:lnTo>
                <a:lnTo>
                  <a:pt x="198671" y="141911"/>
                </a:lnTo>
                <a:lnTo>
                  <a:pt x="200978" y="135643"/>
                </a:lnTo>
                <a:lnTo>
                  <a:pt x="202866" y="129267"/>
                </a:lnTo>
                <a:lnTo>
                  <a:pt x="204334" y="122804"/>
                </a:lnTo>
                <a:lnTo>
                  <a:pt x="205382" y="116275"/>
                </a:lnTo>
                <a:lnTo>
                  <a:pt x="206012" y="109704"/>
                </a:lnTo>
                <a:lnTo>
                  <a:pt x="206221" y="103110"/>
                </a:lnTo>
                <a:lnTo>
                  <a:pt x="206012" y="96517"/>
                </a:lnTo>
                <a:lnTo>
                  <a:pt x="205382" y="89945"/>
                </a:lnTo>
                <a:lnTo>
                  <a:pt x="204334" y="83417"/>
                </a:lnTo>
                <a:lnTo>
                  <a:pt x="202866" y="76953"/>
                </a:lnTo>
                <a:lnTo>
                  <a:pt x="200978" y="70577"/>
                </a:lnTo>
                <a:lnTo>
                  <a:pt x="198671" y="64309"/>
                </a:lnTo>
                <a:lnTo>
                  <a:pt x="195945" y="58172"/>
                </a:lnTo>
                <a:lnTo>
                  <a:pt x="192799" y="52187"/>
                </a:lnTo>
                <a:lnTo>
                  <a:pt x="189233" y="46375"/>
                </a:lnTo>
                <a:lnTo>
                  <a:pt x="185249" y="40759"/>
                </a:lnTo>
                <a:lnTo>
                  <a:pt x="180844" y="35360"/>
                </a:lnTo>
                <a:lnTo>
                  <a:pt x="176020" y="30200"/>
                </a:lnTo>
                <a:lnTo>
                  <a:pt x="170861" y="25376"/>
                </a:lnTo>
                <a:lnTo>
                  <a:pt x="165462" y="20972"/>
                </a:lnTo>
                <a:close/>
              </a:path>
            </a:pathLst>
          </a:custGeom>
          <a:solidFill xmlns:a="http://schemas.openxmlformats.org/drawingml/2006/main">
            <a:srgbClr val="45B43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D7C12-AF73-4049-B8CF-087FDF9A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9897" y="68433"/>
            <a:ext cx="206221" cy="206220"/>
          </a:xfrm>
          <a:custGeom xmlns:a="http://schemas.openxmlformats.org/drawingml/2006/main">
            <a:pathLst>
              <a:path w="206221" h="206220">
                <a:moveTo>
                  <a:pt x="165462" y="20972"/>
                </a:moveTo>
                <a:lnTo>
                  <a:pt x="159846" y="16987"/>
                </a:lnTo>
                <a:lnTo>
                  <a:pt x="154034" y="13422"/>
                </a:lnTo>
                <a:lnTo>
                  <a:pt x="148049" y="10276"/>
                </a:lnTo>
                <a:lnTo>
                  <a:pt x="141911" y="7550"/>
                </a:lnTo>
                <a:lnTo>
                  <a:pt x="135644" y="5243"/>
                </a:lnTo>
                <a:lnTo>
                  <a:pt x="129267" y="3356"/>
                </a:lnTo>
                <a:lnTo>
                  <a:pt x="122804" y="1887"/>
                </a:lnTo>
                <a:lnTo>
                  <a:pt x="116276" y="839"/>
                </a:lnTo>
                <a:lnTo>
                  <a:pt x="109704" y="210"/>
                </a:lnTo>
                <a:lnTo>
                  <a:pt x="103111" y="0"/>
                </a:lnTo>
                <a:lnTo>
                  <a:pt x="96517" y="210"/>
                </a:lnTo>
                <a:lnTo>
                  <a:pt x="89945" y="839"/>
                </a:lnTo>
                <a:lnTo>
                  <a:pt x="83417" y="1887"/>
                </a:lnTo>
                <a:lnTo>
                  <a:pt x="76954" y="3356"/>
                </a:lnTo>
                <a:lnTo>
                  <a:pt x="70578" y="5243"/>
                </a:lnTo>
                <a:lnTo>
                  <a:pt x="64310" y="7550"/>
                </a:lnTo>
                <a:lnTo>
                  <a:pt x="58173" y="10276"/>
                </a:lnTo>
                <a:lnTo>
                  <a:pt x="52187" y="13422"/>
                </a:lnTo>
                <a:lnTo>
                  <a:pt x="46376" y="16987"/>
                </a:lnTo>
                <a:lnTo>
                  <a:pt x="40760" y="20972"/>
                </a:lnTo>
                <a:lnTo>
                  <a:pt x="35361" y="25376"/>
                </a:lnTo>
                <a:lnTo>
                  <a:pt x="30201" y="30200"/>
                </a:lnTo>
                <a:lnTo>
                  <a:pt x="25377" y="35360"/>
                </a:lnTo>
                <a:lnTo>
                  <a:pt x="20973" y="40759"/>
                </a:lnTo>
                <a:lnTo>
                  <a:pt x="16988" y="46375"/>
                </a:lnTo>
                <a:lnTo>
                  <a:pt x="13423" y="52187"/>
                </a:lnTo>
                <a:lnTo>
                  <a:pt x="10277" y="58172"/>
                </a:lnTo>
                <a:lnTo>
                  <a:pt x="7550" y="64309"/>
                </a:lnTo>
                <a:lnTo>
                  <a:pt x="5243" y="70577"/>
                </a:lnTo>
                <a:lnTo>
                  <a:pt x="3356" y="76953"/>
                </a:lnTo>
                <a:lnTo>
                  <a:pt x="1888" y="83417"/>
                </a:lnTo>
                <a:lnTo>
                  <a:pt x="839" y="89945"/>
                </a:lnTo>
                <a:lnTo>
                  <a:pt x="210" y="96517"/>
                </a:lnTo>
                <a:lnTo>
                  <a:pt x="0" y="103110"/>
                </a:lnTo>
                <a:lnTo>
                  <a:pt x="210" y="109704"/>
                </a:lnTo>
                <a:lnTo>
                  <a:pt x="839" y="116275"/>
                </a:lnTo>
                <a:lnTo>
                  <a:pt x="1888" y="122804"/>
                </a:lnTo>
                <a:lnTo>
                  <a:pt x="3356" y="129267"/>
                </a:lnTo>
                <a:lnTo>
                  <a:pt x="5243" y="135643"/>
                </a:lnTo>
                <a:lnTo>
                  <a:pt x="7550" y="141911"/>
                </a:lnTo>
                <a:lnTo>
                  <a:pt x="10277" y="148048"/>
                </a:lnTo>
                <a:lnTo>
                  <a:pt x="13423" y="154034"/>
                </a:lnTo>
                <a:lnTo>
                  <a:pt x="16988" y="159846"/>
                </a:lnTo>
                <a:lnTo>
                  <a:pt x="20973" y="165462"/>
                </a:lnTo>
                <a:lnTo>
                  <a:pt x="25377" y="170861"/>
                </a:lnTo>
                <a:lnTo>
                  <a:pt x="30201" y="176021"/>
                </a:lnTo>
                <a:lnTo>
                  <a:pt x="35361" y="180844"/>
                </a:lnTo>
                <a:lnTo>
                  <a:pt x="40760" y="185249"/>
                </a:lnTo>
                <a:lnTo>
                  <a:pt x="46376" y="189233"/>
                </a:lnTo>
                <a:lnTo>
                  <a:pt x="52187" y="192798"/>
                </a:lnTo>
                <a:lnTo>
                  <a:pt x="58173" y="195944"/>
                </a:lnTo>
                <a:lnTo>
                  <a:pt x="64310" y="198671"/>
                </a:lnTo>
                <a:lnTo>
                  <a:pt x="70578" y="200977"/>
                </a:lnTo>
                <a:lnTo>
                  <a:pt x="76954" y="202865"/>
                </a:lnTo>
                <a:lnTo>
                  <a:pt x="83417" y="204333"/>
                </a:lnTo>
                <a:lnTo>
                  <a:pt x="89945" y="205382"/>
                </a:lnTo>
                <a:lnTo>
                  <a:pt x="96517" y="206011"/>
                </a:lnTo>
                <a:lnTo>
                  <a:pt x="103111" y="206220"/>
                </a:lnTo>
                <a:lnTo>
                  <a:pt x="109704" y="206011"/>
                </a:lnTo>
                <a:lnTo>
                  <a:pt x="116276" y="205382"/>
                </a:lnTo>
                <a:lnTo>
                  <a:pt x="122804" y="204333"/>
                </a:lnTo>
                <a:lnTo>
                  <a:pt x="129267" y="202865"/>
                </a:lnTo>
                <a:lnTo>
                  <a:pt x="135644" y="200977"/>
                </a:lnTo>
                <a:lnTo>
                  <a:pt x="141911" y="198671"/>
                </a:lnTo>
                <a:lnTo>
                  <a:pt x="148049" y="195944"/>
                </a:lnTo>
                <a:lnTo>
                  <a:pt x="154034" y="192798"/>
                </a:lnTo>
                <a:lnTo>
                  <a:pt x="159846" y="189233"/>
                </a:lnTo>
                <a:lnTo>
                  <a:pt x="165462" y="185249"/>
                </a:lnTo>
                <a:lnTo>
                  <a:pt x="170861" y="180844"/>
                </a:lnTo>
                <a:lnTo>
                  <a:pt x="176020" y="176021"/>
                </a:lnTo>
                <a:lnTo>
                  <a:pt x="180844" y="170861"/>
                </a:lnTo>
                <a:lnTo>
                  <a:pt x="185249" y="165462"/>
                </a:lnTo>
                <a:lnTo>
                  <a:pt x="189233" y="159846"/>
                </a:lnTo>
                <a:lnTo>
                  <a:pt x="192799" y="154034"/>
                </a:lnTo>
                <a:lnTo>
                  <a:pt x="195945" y="148048"/>
                </a:lnTo>
                <a:lnTo>
                  <a:pt x="198671" y="141911"/>
                </a:lnTo>
                <a:lnTo>
                  <a:pt x="200978" y="135643"/>
                </a:lnTo>
                <a:lnTo>
                  <a:pt x="202866" y="129267"/>
                </a:lnTo>
                <a:lnTo>
                  <a:pt x="204334" y="122804"/>
                </a:lnTo>
                <a:lnTo>
                  <a:pt x="205382" y="116275"/>
                </a:lnTo>
                <a:lnTo>
                  <a:pt x="206012" y="109704"/>
                </a:lnTo>
                <a:lnTo>
                  <a:pt x="206221" y="103110"/>
                </a:lnTo>
                <a:lnTo>
                  <a:pt x="206012" y="96517"/>
                </a:lnTo>
                <a:lnTo>
                  <a:pt x="205382" y="89945"/>
                </a:lnTo>
                <a:lnTo>
                  <a:pt x="204334" y="83417"/>
                </a:lnTo>
                <a:lnTo>
                  <a:pt x="202866" y="76953"/>
                </a:lnTo>
                <a:lnTo>
                  <a:pt x="200978" y="70577"/>
                </a:lnTo>
                <a:lnTo>
                  <a:pt x="198671" y="64309"/>
                </a:lnTo>
                <a:lnTo>
                  <a:pt x="195945" y="58172"/>
                </a:lnTo>
                <a:lnTo>
                  <a:pt x="192799" y="52187"/>
                </a:lnTo>
                <a:lnTo>
                  <a:pt x="189233" y="46375"/>
                </a:lnTo>
                <a:lnTo>
                  <a:pt x="185249" y="40759"/>
                </a:lnTo>
                <a:lnTo>
                  <a:pt x="180844" y="35360"/>
                </a:lnTo>
                <a:lnTo>
                  <a:pt x="176020" y="30200"/>
                </a:lnTo>
                <a:lnTo>
                  <a:pt x="170861" y="25376"/>
                </a:lnTo>
                <a:lnTo>
                  <a:pt x="165462" y="20972"/>
                </a:lnTo>
                <a:close/>
              </a:path>
            </a:pathLst>
          </a:custGeom>
          <a:solidFill xmlns:a="http://schemas.openxmlformats.org/drawingml/2006/main">
            <a:srgbClr val="45B43B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DD9901-3B81-48AF-B36C-6964C0E2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51" y="1033235"/>
            <a:ext cx="882443" cy="10"/>
          </a:xfrm>
          <a:custGeom xmlns:a="http://schemas.openxmlformats.org/drawingml/2006/main">
            <a:pathLst>
              <a:path w="882443" h="1" fill="none">
                <a:moveTo>
                  <a:pt x="882443" y="0"/>
                </a:moveTo>
                <a:lnTo>
                  <a:pt x="13748" y="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938A1-9D75-47B8-9B4D-FA8E6F7C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7115" y="975493"/>
            <a:ext cx="115484" cy="115484"/>
          </a:xfrm>
          <a:custGeom xmlns:a="http://schemas.openxmlformats.org/drawingml/2006/main">
            <a:pathLst>
              <a:path w="115484" h="115484">
                <a:moveTo>
                  <a:pt x="115484" y="0"/>
                </a:moveTo>
                <a:lnTo>
                  <a:pt x="0" y="57742"/>
                </a:lnTo>
                <a:lnTo>
                  <a:pt x="115484" y="115484"/>
                </a:lnTo>
                <a:lnTo>
                  <a:pt x="11548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4F3D1D-5786-4F28-98F4-A67ED452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18" y="1418981"/>
            <a:ext cx="8520204" cy="10"/>
          </a:xfrm>
          <a:custGeom xmlns:a="http://schemas.openxmlformats.org/drawingml/2006/main">
            <a:pathLst>
              <a:path w="8520204" h="1" fill="none">
                <a:moveTo>
                  <a:pt x="0" y="0"/>
                </a:moveTo>
                <a:lnTo>
                  <a:pt x="8520204" y="0"/>
                </a:lnTo>
              </a:path>
            </a:pathLst>
          </a:custGeom>
          <a:noFill xmlns:a="http://schemas.openxmlformats.org/drawingml/2006/main"/>
          <a:ln xmlns:a="http://schemas.openxmlformats.org/drawingml/2006/main" w="6874" cap="flat">
            <a:solidFill>
              <a:srgbClr val="000000"/>
            </a:solidFill>
            <a:custDash>
              <a:ds d="200000" sp="200000"/>
            </a:custDash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AE224E-ACE9-4CA5-8529-1BE4F6C5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5561" y="2808301"/>
            <a:ext cx="2774106" cy="518561"/>
          </a:xfrm>
          <a:custGeom xmlns:a="http://schemas.openxmlformats.org/drawingml/2006/main">
            <a:pathLst>
              <a:path w="2774106" h="518561" fill="none">
                <a:moveTo>
                  <a:pt x="308687" y="0"/>
                </a:moveTo>
                <a:lnTo>
                  <a:pt x="308687" y="415020"/>
                </a:lnTo>
                <a:lnTo>
                  <a:pt x="0" y="518561"/>
                </a:lnTo>
                <a:lnTo>
                  <a:pt x="1018003" y="491494"/>
                </a:lnTo>
                <a:lnTo>
                  <a:pt x="2774106" y="491494"/>
                </a:lnTo>
                <a:lnTo>
                  <a:pt x="2774106" y="0"/>
                </a:lnTo>
                <a:lnTo>
                  <a:pt x="308687" y="0"/>
                </a:lnTo>
                <a:close/>
                <a:moveTo>
                  <a:pt x="308687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33" name="Text Personwithraisedfoot">
            <a:extLst xmlns:a="http://schemas.openxmlformats.org/drawingml/2006/main">
              <a:ext uri="{FF2B5EF4-FFF2-40B4-BE49-F238E27FC236}">
                <a16:creationId xmlns:a16="http://schemas.microsoft.com/office/drawing/2014/main" id="{725D601A-5101-4B41-9DB9-AB7F4D4D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064" y="2964052"/>
            <a:ext cx="1937820" cy="137776"/>
          </a:xfrm>
          <a:custGeom xmlns:a="http://schemas.openxmlformats.org/drawingml/2006/main">
            <a:pathLst>
              <a:path w="1937820" h="137776">
                <a:moveTo>
                  <a:pt x="0" y="135709"/>
                </a:moveTo>
                <a:lnTo>
                  <a:pt x="0" y="129694"/>
                </a:lnTo>
                <a:lnTo>
                  <a:pt x="4620" y="129694"/>
                </a:lnTo>
                <a:cubicBezTo>
                  <a:pt x="11549" y="129694"/>
                  <a:pt x="15815" y="129117"/>
                  <a:pt x="17419" y="127964"/>
                </a:cubicBezTo>
                <a:cubicBezTo>
                  <a:pt x="19022" y="126811"/>
                  <a:pt x="19824" y="124376"/>
                  <a:pt x="19824" y="120660"/>
                </a:cubicBezTo>
                <a:lnTo>
                  <a:pt x="19824" y="19372"/>
                </a:lnTo>
                <a:cubicBezTo>
                  <a:pt x="19824" y="15656"/>
                  <a:pt x="19022" y="13221"/>
                  <a:pt x="17419" y="12068"/>
                </a:cubicBezTo>
                <a:cubicBezTo>
                  <a:pt x="15815" y="10915"/>
                  <a:pt x="11549" y="10338"/>
                  <a:pt x="4620" y="10338"/>
                </a:cubicBezTo>
                <a:lnTo>
                  <a:pt x="0" y="10338"/>
                </a:lnTo>
                <a:lnTo>
                  <a:pt x="0" y="4323"/>
                </a:lnTo>
                <a:lnTo>
                  <a:pt x="67942" y="4323"/>
                </a:lnTo>
                <a:cubicBezTo>
                  <a:pt x="80902" y="4323"/>
                  <a:pt x="91712" y="7885"/>
                  <a:pt x="100372" y="15008"/>
                </a:cubicBezTo>
                <a:cubicBezTo>
                  <a:pt x="109034" y="22131"/>
                  <a:pt x="113365" y="30505"/>
                  <a:pt x="113365" y="40130"/>
                </a:cubicBezTo>
                <a:cubicBezTo>
                  <a:pt x="113365" y="49634"/>
                  <a:pt x="108970" y="57821"/>
                  <a:pt x="100181" y="64691"/>
                </a:cubicBezTo>
                <a:cubicBezTo>
                  <a:pt x="91392" y="71562"/>
                  <a:pt x="81159" y="74997"/>
                  <a:pt x="69481" y="74997"/>
                </a:cubicBezTo>
                <a:lnTo>
                  <a:pt x="36955" y="74997"/>
                </a:lnTo>
                <a:lnTo>
                  <a:pt x="36955" y="120675"/>
                </a:lnTo>
                <a:cubicBezTo>
                  <a:pt x="36955" y="124385"/>
                  <a:pt x="37757" y="126816"/>
                  <a:pt x="39360" y="127967"/>
                </a:cubicBezTo>
                <a:cubicBezTo>
                  <a:pt x="40964" y="129118"/>
                  <a:pt x="45230" y="129694"/>
                  <a:pt x="52159" y="129694"/>
                </a:cubicBezTo>
                <a:lnTo>
                  <a:pt x="56779" y="129694"/>
                </a:lnTo>
                <a:lnTo>
                  <a:pt x="56779" y="135709"/>
                </a:lnTo>
                <a:cubicBezTo>
                  <a:pt x="52288" y="135321"/>
                  <a:pt x="42793" y="135127"/>
                  <a:pt x="28294" y="135127"/>
                </a:cubicBezTo>
                <a:cubicBezTo>
                  <a:pt x="13923" y="135127"/>
                  <a:pt x="4492" y="135321"/>
                  <a:pt x="0" y="135709"/>
                </a:cubicBezTo>
                <a:moveTo>
                  <a:pt x="36377" y="69922"/>
                </a:moveTo>
                <a:lnTo>
                  <a:pt x="62938" y="69922"/>
                </a:lnTo>
                <a:cubicBezTo>
                  <a:pt x="68712" y="69922"/>
                  <a:pt x="73684" y="69121"/>
                  <a:pt x="77854" y="67520"/>
                </a:cubicBezTo>
                <a:cubicBezTo>
                  <a:pt x="82025" y="65918"/>
                  <a:pt x="85072" y="64124"/>
                  <a:pt x="86997" y="62139"/>
                </a:cubicBezTo>
                <a:cubicBezTo>
                  <a:pt x="88922" y="60152"/>
                  <a:pt x="90429" y="57557"/>
                  <a:pt x="91520" y="54353"/>
                </a:cubicBezTo>
                <a:cubicBezTo>
                  <a:pt x="92610" y="51150"/>
                  <a:pt x="93219" y="48652"/>
                  <a:pt x="93347" y="46858"/>
                </a:cubicBezTo>
                <a:cubicBezTo>
                  <a:pt x="93476" y="45063"/>
                  <a:pt x="93541" y="42820"/>
                  <a:pt x="93541" y="40130"/>
                </a:cubicBezTo>
                <a:cubicBezTo>
                  <a:pt x="93541" y="37310"/>
                  <a:pt x="93476" y="35004"/>
                  <a:pt x="93347" y="33211"/>
                </a:cubicBezTo>
                <a:cubicBezTo>
                  <a:pt x="93219" y="31417"/>
                  <a:pt x="92610" y="28919"/>
                  <a:pt x="91520" y="25716"/>
                </a:cubicBezTo>
                <a:cubicBezTo>
                  <a:pt x="90429" y="22510"/>
                  <a:pt x="88922" y="19915"/>
                  <a:pt x="86997" y="17930"/>
                </a:cubicBezTo>
                <a:cubicBezTo>
                  <a:pt x="85072" y="15944"/>
                  <a:pt x="82025" y="14183"/>
                  <a:pt x="77854" y="12646"/>
                </a:cubicBezTo>
                <a:cubicBezTo>
                  <a:pt x="73684" y="11107"/>
                  <a:pt x="68712" y="10338"/>
                  <a:pt x="62938" y="10338"/>
                </a:cubicBezTo>
                <a:lnTo>
                  <a:pt x="45807" y="10338"/>
                </a:lnTo>
                <a:cubicBezTo>
                  <a:pt x="41445" y="10338"/>
                  <a:pt x="38782" y="10786"/>
                  <a:pt x="37819" y="11683"/>
                </a:cubicBezTo>
                <a:cubicBezTo>
                  <a:pt x="36857" y="12580"/>
                  <a:pt x="36377" y="14694"/>
                  <a:pt x="36377" y="18027"/>
                </a:cubicBezTo>
                <a:lnTo>
                  <a:pt x="36377" y="69922"/>
                </a:lnTo>
                <a:close/>
                <a:moveTo>
                  <a:pt x="124144" y="93447"/>
                </a:moveTo>
                <a:cubicBezTo>
                  <a:pt x="124144" y="81401"/>
                  <a:pt x="128026" y="71086"/>
                  <a:pt x="135789" y="62500"/>
                </a:cubicBezTo>
                <a:cubicBezTo>
                  <a:pt x="143552" y="53915"/>
                  <a:pt x="153015" y="49622"/>
                  <a:pt x="164177" y="49622"/>
                </a:cubicBezTo>
                <a:cubicBezTo>
                  <a:pt x="175469" y="49622"/>
                  <a:pt x="184034" y="53248"/>
                  <a:pt x="189872" y="60500"/>
                </a:cubicBezTo>
                <a:cubicBezTo>
                  <a:pt x="195711" y="67753"/>
                  <a:pt x="198630" y="76595"/>
                  <a:pt x="198630" y="87026"/>
                </a:cubicBezTo>
                <a:cubicBezTo>
                  <a:pt x="198630" y="89084"/>
                  <a:pt x="198374" y="90320"/>
                  <a:pt x="197861" y="90733"/>
                </a:cubicBezTo>
                <a:cubicBezTo>
                  <a:pt x="197348" y="91144"/>
                  <a:pt x="196001" y="91350"/>
                  <a:pt x="193819" y="91350"/>
                </a:cubicBezTo>
                <a:lnTo>
                  <a:pt x="140118" y="91350"/>
                </a:lnTo>
                <a:cubicBezTo>
                  <a:pt x="140118" y="104307"/>
                  <a:pt x="142043" y="113836"/>
                  <a:pt x="145892" y="119935"/>
                </a:cubicBezTo>
                <a:cubicBezTo>
                  <a:pt x="151282" y="128446"/>
                  <a:pt x="158533" y="132701"/>
                  <a:pt x="167643" y="132701"/>
                </a:cubicBezTo>
                <a:cubicBezTo>
                  <a:pt x="168925" y="132701"/>
                  <a:pt x="170305" y="132575"/>
                  <a:pt x="171781" y="132322"/>
                </a:cubicBezTo>
                <a:cubicBezTo>
                  <a:pt x="173257" y="132070"/>
                  <a:pt x="175535" y="131407"/>
                  <a:pt x="178615" y="130334"/>
                </a:cubicBezTo>
                <a:cubicBezTo>
                  <a:pt x="181695" y="129259"/>
                  <a:pt x="184582" y="127268"/>
                  <a:pt x="187276" y="124360"/>
                </a:cubicBezTo>
                <a:cubicBezTo>
                  <a:pt x="189972" y="121453"/>
                  <a:pt x="192090" y="117725"/>
                  <a:pt x="193629" y="113177"/>
                </a:cubicBezTo>
                <a:cubicBezTo>
                  <a:pt x="194014" y="111407"/>
                  <a:pt x="194848" y="110522"/>
                  <a:pt x="196131" y="110522"/>
                </a:cubicBezTo>
                <a:cubicBezTo>
                  <a:pt x="197797" y="110522"/>
                  <a:pt x="198630" y="111289"/>
                  <a:pt x="198630" y="112824"/>
                </a:cubicBezTo>
                <a:cubicBezTo>
                  <a:pt x="198630" y="113976"/>
                  <a:pt x="198020" y="115799"/>
                  <a:pt x="196800" y="118296"/>
                </a:cubicBezTo>
                <a:cubicBezTo>
                  <a:pt x="195583" y="120790"/>
                  <a:pt x="193818" y="123541"/>
                  <a:pt x="191508" y="126548"/>
                </a:cubicBezTo>
                <a:cubicBezTo>
                  <a:pt x="189200" y="129556"/>
                  <a:pt x="185800" y="132179"/>
                  <a:pt x="181308" y="134419"/>
                </a:cubicBezTo>
                <a:cubicBezTo>
                  <a:pt x="176817" y="136657"/>
                  <a:pt x="171877" y="137776"/>
                  <a:pt x="166489" y="137776"/>
                </a:cubicBezTo>
                <a:cubicBezTo>
                  <a:pt x="155197" y="137776"/>
                  <a:pt x="145316" y="133523"/>
                  <a:pt x="136846" y="125015"/>
                </a:cubicBezTo>
                <a:cubicBezTo>
                  <a:pt x="128378" y="116508"/>
                  <a:pt x="124144" y="105985"/>
                  <a:pt x="124144" y="93447"/>
                </a:cubicBezTo>
                <a:moveTo>
                  <a:pt x="140312" y="87026"/>
                </a:moveTo>
                <a:lnTo>
                  <a:pt x="185928" y="87026"/>
                </a:lnTo>
                <a:cubicBezTo>
                  <a:pt x="185928" y="84366"/>
                  <a:pt x="185703" y="81546"/>
                  <a:pt x="185253" y="78568"/>
                </a:cubicBezTo>
                <a:cubicBezTo>
                  <a:pt x="184804" y="75588"/>
                  <a:pt x="183906" y="72038"/>
                  <a:pt x="182559" y="67919"/>
                </a:cubicBezTo>
                <a:cubicBezTo>
                  <a:pt x="181212" y="63799"/>
                  <a:pt x="178967" y="60441"/>
                  <a:pt x="175822" y="57842"/>
                </a:cubicBezTo>
                <a:cubicBezTo>
                  <a:pt x="172680" y="55244"/>
                  <a:pt x="168798" y="53945"/>
                  <a:pt x="164177" y="53945"/>
                </a:cubicBezTo>
                <a:cubicBezTo>
                  <a:pt x="162125" y="53945"/>
                  <a:pt x="159977" y="54389"/>
                  <a:pt x="157731" y="55276"/>
                </a:cubicBezTo>
                <a:cubicBezTo>
                  <a:pt x="155485" y="56162"/>
                  <a:pt x="153015" y="57652"/>
                  <a:pt x="150321" y="59746"/>
                </a:cubicBezTo>
                <a:cubicBezTo>
                  <a:pt x="147627" y="61837"/>
                  <a:pt x="145349" y="65259"/>
                  <a:pt x="143487" y="70013"/>
                </a:cubicBezTo>
                <a:cubicBezTo>
                  <a:pt x="141627" y="74765"/>
                  <a:pt x="140568" y="80436"/>
                  <a:pt x="140312" y="87026"/>
                </a:cubicBezTo>
                <a:close/>
                <a:moveTo>
                  <a:pt x="209602" y="135709"/>
                </a:moveTo>
                <a:lnTo>
                  <a:pt x="209602" y="129694"/>
                </a:lnTo>
                <a:cubicBezTo>
                  <a:pt x="216404" y="129694"/>
                  <a:pt x="220607" y="129278"/>
                  <a:pt x="222211" y="128446"/>
                </a:cubicBezTo>
                <a:cubicBezTo>
                  <a:pt x="223814" y="127614"/>
                  <a:pt x="224616" y="125149"/>
                  <a:pt x="224616" y="121053"/>
                </a:cubicBezTo>
                <a:lnTo>
                  <a:pt x="224616" y="69587"/>
                </a:lnTo>
                <a:cubicBezTo>
                  <a:pt x="224616" y="64849"/>
                  <a:pt x="223782" y="61872"/>
                  <a:pt x="222114" y="60656"/>
                </a:cubicBezTo>
                <a:cubicBezTo>
                  <a:pt x="220445" y="59440"/>
                  <a:pt x="216275" y="58832"/>
                  <a:pt x="209602" y="58832"/>
                </a:cubicBezTo>
                <a:lnTo>
                  <a:pt x="209602" y="52867"/>
                </a:lnTo>
                <a:lnTo>
                  <a:pt x="236358" y="50750"/>
                </a:lnTo>
                <a:lnTo>
                  <a:pt x="236358" y="71890"/>
                </a:lnTo>
                <a:cubicBezTo>
                  <a:pt x="238153" y="66380"/>
                  <a:pt x="240975" y="61479"/>
                  <a:pt x="244825" y="57187"/>
                </a:cubicBezTo>
                <a:cubicBezTo>
                  <a:pt x="248674" y="52896"/>
                  <a:pt x="253742" y="50750"/>
                  <a:pt x="260029" y="50750"/>
                </a:cubicBezTo>
                <a:cubicBezTo>
                  <a:pt x="264135" y="50750"/>
                  <a:pt x="267535" y="51904"/>
                  <a:pt x="270229" y="54212"/>
                </a:cubicBezTo>
                <a:cubicBezTo>
                  <a:pt x="272925" y="56519"/>
                  <a:pt x="274273" y="59275"/>
                  <a:pt x="274273" y="62480"/>
                </a:cubicBezTo>
                <a:cubicBezTo>
                  <a:pt x="274273" y="65274"/>
                  <a:pt x="273407" y="67370"/>
                  <a:pt x="271674" y="68768"/>
                </a:cubicBezTo>
                <a:cubicBezTo>
                  <a:pt x="269943" y="70164"/>
                  <a:pt x="268051" y="70862"/>
                  <a:pt x="265997" y="70862"/>
                </a:cubicBezTo>
                <a:cubicBezTo>
                  <a:pt x="263687" y="70862"/>
                  <a:pt x="261730" y="70132"/>
                  <a:pt x="260126" y="68674"/>
                </a:cubicBezTo>
                <a:cubicBezTo>
                  <a:pt x="258522" y="67213"/>
                  <a:pt x="257721" y="65213"/>
                  <a:pt x="257721" y="62674"/>
                </a:cubicBezTo>
                <a:cubicBezTo>
                  <a:pt x="257721" y="61152"/>
                  <a:pt x="258073" y="59791"/>
                  <a:pt x="258778" y="58588"/>
                </a:cubicBezTo>
                <a:cubicBezTo>
                  <a:pt x="259485" y="57384"/>
                  <a:pt x="260126" y="56561"/>
                  <a:pt x="260702" y="56118"/>
                </a:cubicBezTo>
                <a:cubicBezTo>
                  <a:pt x="261279" y="55674"/>
                  <a:pt x="261761" y="55388"/>
                  <a:pt x="262147" y="55261"/>
                </a:cubicBezTo>
                <a:cubicBezTo>
                  <a:pt x="261890" y="55136"/>
                  <a:pt x="261184" y="55073"/>
                  <a:pt x="260029" y="55073"/>
                </a:cubicBezTo>
                <a:cubicBezTo>
                  <a:pt x="252973" y="55073"/>
                  <a:pt x="247423" y="58590"/>
                  <a:pt x="243380" y="65625"/>
                </a:cubicBezTo>
                <a:cubicBezTo>
                  <a:pt x="239339" y="72658"/>
                  <a:pt x="237318" y="81161"/>
                  <a:pt x="237318" y="91135"/>
                </a:cubicBezTo>
                <a:lnTo>
                  <a:pt x="237318" y="120678"/>
                </a:lnTo>
                <a:cubicBezTo>
                  <a:pt x="237318" y="124386"/>
                  <a:pt x="238087" y="126816"/>
                  <a:pt x="239626" y="127967"/>
                </a:cubicBezTo>
                <a:cubicBezTo>
                  <a:pt x="241167" y="129118"/>
                  <a:pt x="245274" y="129694"/>
                  <a:pt x="251947" y="129694"/>
                </a:cubicBezTo>
                <a:lnTo>
                  <a:pt x="255988" y="129694"/>
                </a:lnTo>
                <a:lnTo>
                  <a:pt x="255988" y="135709"/>
                </a:lnTo>
                <a:cubicBezTo>
                  <a:pt x="250856" y="135321"/>
                  <a:pt x="242708" y="135127"/>
                  <a:pt x="231544" y="135127"/>
                </a:cubicBezTo>
                <a:cubicBezTo>
                  <a:pt x="230005" y="135127"/>
                  <a:pt x="228016" y="135159"/>
                  <a:pt x="225576" y="135224"/>
                </a:cubicBezTo>
                <a:cubicBezTo>
                  <a:pt x="223139" y="135289"/>
                  <a:pt x="220315" y="135386"/>
                  <a:pt x="217106" y="135515"/>
                </a:cubicBezTo>
                <a:cubicBezTo>
                  <a:pt x="213899" y="135644"/>
                  <a:pt x="211398" y="135709"/>
                  <a:pt x="209602" y="135709"/>
                </a:cubicBezTo>
                <a:close/>
                <a:moveTo>
                  <a:pt x="285823" y="133165"/>
                </a:moveTo>
                <a:lnTo>
                  <a:pt x="285823" y="107805"/>
                </a:lnTo>
                <a:cubicBezTo>
                  <a:pt x="285823" y="106397"/>
                  <a:pt x="285855" y="105437"/>
                  <a:pt x="285920" y="104924"/>
                </a:cubicBezTo>
                <a:cubicBezTo>
                  <a:pt x="285984" y="104411"/>
                  <a:pt x="286209" y="103963"/>
                  <a:pt x="286592" y="103579"/>
                </a:cubicBezTo>
                <a:cubicBezTo>
                  <a:pt x="286978" y="103195"/>
                  <a:pt x="287556" y="103003"/>
                  <a:pt x="288325" y="103003"/>
                </a:cubicBezTo>
                <a:cubicBezTo>
                  <a:pt x="289222" y="103003"/>
                  <a:pt x="289831" y="103195"/>
                  <a:pt x="290152" y="103579"/>
                </a:cubicBezTo>
                <a:cubicBezTo>
                  <a:pt x="290473" y="103961"/>
                  <a:pt x="290762" y="104854"/>
                  <a:pt x="291018" y="106260"/>
                </a:cubicBezTo>
                <a:cubicBezTo>
                  <a:pt x="292943" y="115069"/>
                  <a:pt x="295990" y="121803"/>
                  <a:pt x="300161" y="126463"/>
                </a:cubicBezTo>
                <a:cubicBezTo>
                  <a:pt x="304331" y="131123"/>
                  <a:pt x="310202" y="133453"/>
                  <a:pt x="317773" y="133453"/>
                </a:cubicBezTo>
                <a:cubicBezTo>
                  <a:pt x="324959" y="133453"/>
                  <a:pt x="330380" y="131853"/>
                  <a:pt x="334035" y="128654"/>
                </a:cubicBezTo>
                <a:cubicBezTo>
                  <a:pt x="337693" y="125453"/>
                  <a:pt x="339521" y="121229"/>
                  <a:pt x="339521" y="115981"/>
                </a:cubicBezTo>
                <a:cubicBezTo>
                  <a:pt x="339521" y="106636"/>
                  <a:pt x="332849" y="100748"/>
                  <a:pt x="319503" y="98316"/>
                </a:cubicBezTo>
                <a:cubicBezTo>
                  <a:pt x="311805" y="96779"/>
                  <a:pt x="306351" y="95498"/>
                  <a:pt x="303142" y="94474"/>
                </a:cubicBezTo>
                <a:cubicBezTo>
                  <a:pt x="299935" y="93450"/>
                  <a:pt x="296920" y="91786"/>
                  <a:pt x="294099" y="89482"/>
                </a:cubicBezTo>
                <a:cubicBezTo>
                  <a:pt x="288582" y="85002"/>
                  <a:pt x="285823" y="79562"/>
                  <a:pt x="285823" y="73161"/>
                </a:cubicBezTo>
                <a:cubicBezTo>
                  <a:pt x="285823" y="66761"/>
                  <a:pt x="288260" y="61237"/>
                  <a:pt x="293136" y="56591"/>
                </a:cubicBezTo>
                <a:cubicBezTo>
                  <a:pt x="298011" y="51945"/>
                  <a:pt x="305838" y="49622"/>
                  <a:pt x="316616" y="49622"/>
                </a:cubicBezTo>
                <a:cubicBezTo>
                  <a:pt x="323802" y="49622"/>
                  <a:pt x="329833" y="51388"/>
                  <a:pt x="334711" y="54920"/>
                </a:cubicBezTo>
                <a:cubicBezTo>
                  <a:pt x="336122" y="53785"/>
                  <a:pt x="337213" y="52775"/>
                  <a:pt x="337982" y="51892"/>
                </a:cubicBezTo>
                <a:cubicBezTo>
                  <a:pt x="339650" y="50379"/>
                  <a:pt x="340934" y="49622"/>
                  <a:pt x="341833" y="49622"/>
                </a:cubicBezTo>
                <a:cubicBezTo>
                  <a:pt x="342859" y="49622"/>
                  <a:pt x="343467" y="49942"/>
                  <a:pt x="343659" y="50582"/>
                </a:cubicBezTo>
                <a:cubicBezTo>
                  <a:pt x="343853" y="51221"/>
                  <a:pt x="343950" y="52435"/>
                  <a:pt x="343950" y="54224"/>
                </a:cubicBezTo>
                <a:lnTo>
                  <a:pt x="343950" y="73590"/>
                </a:lnTo>
                <a:cubicBezTo>
                  <a:pt x="343950" y="74996"/>
                  <a:pt x="343918" y="75955"/>
                  <a:pt x="343853" y="76468"/>
                </a:cubicBezTo>
                <a:cubicBezTo>
                  <a:pt x="343789" y="76979"/>
                  <a:pt x="343563" y="77394"/>
                  <a:pt x="343178" y="77714"/>
                </a:cubicBezTo>
                <a:cubicBezTo>
                  <a:pt x="342794" y="78033"/>
                  <a:pt x="342217" y="78192"/>
                  <a:pt x="341448" y="78192"/>
                </a:cubicBezTo>
                <a:cubicBezTo>
                  <a:pt x="340036" y="78192"/>
                  <a:pt x="339266" y="77616"/>
                  <a:pt x="339136" y="76462"/>
                </a:cubicBezTo>
                <a:cubicBezTo>
                  <a:pt x="338111" y="60950"/>
                  <a:pt x="330604" y="53193"/>
                  <a:pt x="316616" y="53193"/>
                </a:cubicBezTo>
                <a:cubicBezTo>
                  <a:pt x="309045" y="53193"/>
                  <a:pt x="303559" y="54633"/>
                  <a:pt x="300158" y="57513"/>
                </a:cubicBezTo>
                <a:cubicBezTo>
                  <a:pt x="296759" y="60394"/>
                  <a:pt x="295059" y="63818"/>
                  <a:pt x="295059" y="67787"/>
                </a:cubicBezTo>
                <a:cubicBezTo>
                  <a:pt x="295059" y="69962"/>
                  <a:pt x="295572" y="71882"/>
                  <a:pt x="296598" y="73546"/>
                </a:cubicBezTo>
                <a:cubicBezTo>
                  <a:pt x="297626" y="75210"/>
                  <a:pt x="298814" y="76523"/>
                  <a:pt x="300161" y="77484"/>
                </a:cubicBezTo>
                <a:cubicBezTo>
                  <a:pt x="301508" y="78444"/>
                  <a:pt x="303433" y="79372"/>
                  <a:pt x="305935" y="80269"/>
                </a:cubicBezTo>
                <a:cubicBezTo>
                  <a:pt x="308437" y="81163"/>
                  <a:pt x="310458" y="81771"/>
                  <a:pt x="311997" y="82092"/>
                </a:cubicBezTo>
                <a:cubicBezTo>
                  <a:pt x="313537" y="82412"/>
                  <a:pt x="315783" y="82891"/>
                  <a:pt x="318734" y="83532"/>
                </a:cubicBezTo>
                <a:cubicBezTo>
                  <a:pt x="328999" y="85452"/>
                  <a:pt x="336313" y="88524"/>
                  <a:pt x="340675" y="92748"/>
                </a:cubicBezTo>
                <a:cubicBezTo>
                  <a:pt x="346066" y="98124"/>
                  <a:pt x="348761" y="104204"/>
                  <a:pt x="348761" y="110989"/>
                </a:cubicBezTo>
                <a:cubicBezTo>
                  <a:pt x="348761" y="118570"/>
                  <a:pt x="346194" y="124930"/>
                  <a:pt x="341060" y="130070"/>
                </a:cubicBezTo>
                <a:cubicBezTo>
                  <a:pt x="335928" y="135207"/>
                  <a:pt x="328166" y="137776"/>
                  <a:pt x="317773" y="137776"/>
                </a:cubicBezTo>
                <a:cubicBezTo>
                  <a:pt x="309433" y="137776"/>
                  <a:pt x="302375" y="134991"/>
                  <a:pt x="296601" y="129421"/>
                </a:cubicBezTo>
                <a:cubicBezTo>
                  <a:pt x="295832" y="130190"/>
                  <a:pt x="295158" y="130895"/>
                  <a:pt x="294581" y="131535"/>
                </a:cubicBezTo>
                <a:cubicBezTo>
                  <a:pt x="294003" y="132176"/>
                  <a:pt x="293618" y="132624"/>
                  <a:pt x="293426" y="132880"/>
                </a:cubicBezTo>
                <a:cubicBezTo>
                  <a:pt x="293235" y="133137"/>
                  <a:pt x="293106" y="133330"/>
                  <a:pt x="293042" y="133459"/>
                </a:cubicBezTo>
                <a:cubicBezTo>
                  <a:pt x="292977" y="133586"/>
                  <a:pt x="292880" y="133715"/>
                  <a:pt x="292751" y="133847"/>
                </a:cubicBezTo>
                <a:cubicBezTo>
                  <a:pt x="290186" y="136466"/>
                  <a:pt x="288583" y="137776"/>
                  <a:pt x="287940" y="137776"/>
                </a:cubicBezTo>
                <a:cubicBezTo>
                  <a:pt x="286914" y="137776"/>
                  <a:pt x="286304" y="137456"/>
                  <a:pt x="286111" y="136816"/>
                </a:cubicBezTo>
                <a:cubicBezTo>
                  <a:pt x="285919" y="136176"/>
                  <a:pt x="285823" y="134959"/>
                  <a:pt x="285823" y="133165"/>
                </a:cubicBezTo>
                <a:close/>
                <a:moveTo>
                  <a:pt x="373396" y="125203"/>
                </a:moveTo>
                <a:cubicBezTo>
                  <a:pt x="364928" y="116821"/>
                  <a:pt x="360694" y="106577"/>
                  <a:pt x="360694" y="94472"/>
                </a:cubicBezTo>
                <a:cubicBezTo>
                  <a:pt x="360694" y="82364"/>
                  <a:pt x="364832" y="71862"/>
                  <a:pt x="373108" y="62967"/>
                </a:cubicBezTo>
                <a:cubicBezTo>
                  <a:pt x="381385" y="54070"/>
                  <a:pt x="391490" y="49622"/>
                  <a:pt x="403423" y="49622"/>
                </a:cubicBezTo>
                <a:cubicBezTo>
                  <a:pt x="415100" y="49622"/>
                  <a:pt x="425108" y="54030"/>
                  <a:pt x="433447" y="62847"/>
                </a:cubicBezTo>
                <a:cubicBezTo>
                  <a:pt x="441788" y="71663"/>
                  <a:pt x="445958" y="82205"/>
                  <a:pt x="445958" y="94472"/>
                </a:cubicBezTo>
                <a:cubicBezTo>
                  <a:pt x="445958" y="106532"/>
                  <a:pt x="441756" y="116766"/>
                  <a:pt x="433350" y="125171"/>
                </a:cubicBezTo>
                <a:cubicBezTo>
                  <a:pt x="424947" y="133574"/>
                  <a:pt x="414906" y="137776"/>
                  <a:pt x="403229" y="137776"/>
                </a:cubicBezTo>
                <a:cubicBezTo>
                  <a:pt x="391809" y="137776"/>
                  <a:pt x="381864" y="133585"/>
                  <a:pt x="373396" y="125203"/>
                </a:cubicBezTo>
                <a:moveTo>
                  <a:pt x="376668" y="92941"/>
                </a:moveTo>
                <a:cubicBezTo>
                  <a:pt x="376668" y="105302"/>
                  <a:pt x="378271" y="114286"/>
                  <a:pt x="381479" y="119893"/>
                </a:cubicBezTo>
                <a:cubicBezTo>
                  <a:pt x="386483" y="128432"/>
                  <a:pt x="393798" y="132701"/>
                  <a:pt x="403423" y="132701"/>
                </a:cubicBezTo>
                <a:cubicBezTo>
                  <a:pt x="408171" y="132701"/>
                  <a:pt x="412533" y="131428"/>
                  <a:pt x="416510" y="128880"/>
                </a:cubicBezTo>
                <a:cubicBezTo>
                  <a:pt x="420489" y="126331"/>
                  <a:pt x="423568" y="122890"/>
                  <a:pt x="425750" y="118557"/>
                </a:cubicBezTo>
                <a:cubicBezTo>
                  <a:pt x="428573" y="112950"/>
                  <a:pt x="429985" y="104411"/>
                  <a:pt x="429985" y="92941"/>
                </a:cubicBezTo>
                <a:cubicBezTo>
                  <a:pt x="429985" y="80706"/>
                  <a:pt x="428316" y="71849"/>
                  <a:pt x="424980" y="66371"/>
                </a:cubicBezTo>
                <a:cubicBezTo>
                  <a:pt x="419976" y="58087"/>
                  <a:pt x="412725" y="53945"/>
                  <a:pt x="403229" y="53945"/>
                </a:cubicBezTo>
                <a:cubicBezTo>
                  <a:pt x="399124" y="53945"/>
                  <a:pt x="395049" y="55029"/>
                  <a:pt x="391006" y="57196"/>
                </a:cubicBezTo>
                <a:cubicBezTo>
                  <a:pt x="386965" y="59362"/>
                  <a:pt x="383725" y="62547"/>
                  <a:pt x="381288" y="66753"/>
                </a:cubicBezTo>
                <a:cubicBezTo>
                  <a:pt x="378208" y="72361"/>
                  <a:pt x="376668" y="81090"/>
                  <a:pt x="376668" y="92941"/>
                </a:cubicBezTo>
                <a:close/>
                <a:moveTo>
                  <a:pt x="457700" y="135709"/>
                </a:moveTo>
                <a:lnTo>
                  <a:pt x="457700" y="129694"/>
                </a:lnTo>
                <a:cubicBezTo>
                  <a:pt x="464502" y="129694"/>
                  <a:pt x="468705" y="129278"/>
                  <a:pt x="470308" y="128446"/>
                </a:cubicBezTo>
                <a:cubicBezTo>
                  <a:pt x="471912" y="127614"/>
                  <a:pt x="472714" y="125149"/>
                  <a:pt x="472714" y="121053"/>
                </a:cubicBezTo>
                <a:lnTo>
                  <a:pt x="472714" y="69587"/>
                </a:lnTo>
                <a:cubicBezTo>
                  <a:pt x="472714" y="64849"/>
                  <a:pt x="471880" y="61872"/>
                  <a:pt x="470211" y="60656"/>
                </a:cubicBezTo>
                <a:cubicBezTo>
                  <a:pt x="468543" y="59440"/>
                  <a:pt x="464373" y="58832"/>
                  <a:pt x="457700" y="58832"/>
                </a:cubicBezTo>
                <a:lnTo>
                  <a:pt x="457700" y="52867"/>
                </a:lnTo>
                <a:lnTo>
                  <a:pt x="484840" y="50750"/>
                </a:lnTo>
                <a:lnTo>
                  <a:pt x="484840" y="70929"/>
                </a:lnTo>
                <a:cubicBezTo>
                  <a:pt x="490871" y="57476"/>
                  <a:pt x="500366" y="50750"/>
                  <a:pt x="513325" y="50750"/>
                </a:cubicBezTo>
                <a:cubicBezTo>
                  <a:pt x="522948" y="50750"/>
                  <a:pt x="529685" y="53119"/>
                  <a:pt x="533534" y="57857"/>
                </a:cubicBezTo>
                <a:cubicBezTo>
                  <a:pt x="536357" y="61060"/>
                  <a:pt x="538058" y="64455"/>
                  <a:pt x="538635" y="68042"/>
                </a:cubicBezTo>
                <a:cubicBezTo>
                  <a:pt x="539213" y="71627"/>
                  <a:pt x="539502" y="78031"/>
                  <a:pt x="539502" y="87253"/>
                </a:cubicBezTo>
                <a:lnTo>
                  <a:pt x="539502" y="123932"/>
                </a:lnTo>
                <a:cubicBezTo>
                  <a:pt x="539631" y="126620"/>
                  <a:pt x="540722" y="128253"/>
                  <a:pt x="542774" y="128830"/>
                </a:cubicBezTo>
                <a:cubicBezTo>
                  <a:pt x="544827" y="129406"/>
                  <a:pt x="548741" y="129694"/>
                  <a:pt x="554515" y="129694"/>
                </a:cubicBezTo>
                <a:lnTo>
                  <a:pt x="554515" y="135709"/>
                </a:lnTo>
                <a:cubicBezTo>
                  <a:pt x="541426" y="135321"/>
                  <a:pt x="534241" y="135127"/>
                  <a:pt x="532958" y="135127"/>
                </a:cubicBezTo>
                <a:cubicBezTo>
                  <a:pt x="531932" y="135127"/>
                  <a:pt x="524682" y="135321"/>
                  <a:pt x="511208" y="135709"/>
                </a:cubicBezTo>
                <a:lnTo>
                  <a:pt x="511208" y="129694"/>
                </a:lnTo>
                <a:cubicBezTo>
                  <a:pt x="518010" y="129694"/>
                  <a:pt x="522212" y="129279"/>
                  <a:pt x="523816" y="128449"/>
                </a:cubicBezTo>
                <a:cubicBezTo>
                  <a:pt x="525419" y="127616"/>
                  <a:pt x="526221" y="125154"/>
                  <a:pt x="526221" y="121062"/>
                </a:cubicBezTo>
                <a:lnTo>
                  <a:pt x="526221" y="76365"/>
                </a:lnTo>
                <a:cubicBezTo>
                  <a:pt x="526221" y="69844"/>
                  <a:pt x="525227" y="64665"/>
                  <a:pt x="523237" y="60829"/>
                </a:cubicBezTo>
                <a:cubicBezTo>
                  <a:pt x="521248" y="56992"/>
                  <a:pt x="517495" y="55073"/>
                  <a:pt x="511977" y="55073"/>
                </a:cubicBezTo>
                <a:cubicBezTo>
                  <a:pt x="505304" y="55073"/>
                  <a:pt x="499305" y="57855"/>
                  <a:pt x="493980" y="63420"/>
                </a:cubicBezTo>
                <a:cubicBezTo>
                  <a:pt x="488656" y="68982"/>
                  <a:pt x="485994" y="76431"/>
                  <a:pt x="485994" y="85767"/>
                </a:cubicBezTo>
                <a:lnTo>
                  <a:pt x="485994" y="121062"/>
                </a:lnTo>
                <a:cubicBezTo>
                  <a:pt x="485994" y="125154"/>
                  <a:pt x="486796" y="127616"/>
                  <a:pt x="488400" y="128449"/>
                </a:cubicBezTo>
                <a:cubicBezTo>
                  <a:pt x="490003" y="129279"/>
                  <a:pt x="494206" y="129694"/>
                  <a:pt x="501008" y="129694"/>
                </a:cubicBezTo>
                <a:lnTo>
                  <a:pt x="501008" y="135709"/>
                </a:lnTo>
                <a:cubicBezTo>
                  <a:pt x="487919" y="135321"/>
                  <a:pt x="480733" y="135127"/>
                  <a:pt x="479451" y="135127"/>
                </a:cubicBezTo>
                <a:cubicBezTo>
                  <a:pt x="478425" y="135127"/>
                  <a:pt x="471175" y="135321"/>
                  <a:pt x="457700" y="135709"/>
                </a:cubicBezTo>
                <a:close/>
                <a:moveTo>
                  <a:pt x="625923" y="58832"/>
                </a:moveTo>
                <a:lnTo>
                  <a:pt x="625923" y="52817"/>
                </a:lnTo>
                <a:cubicBezTo>
                  <a:pt x="632852" y="53205"/>
                  <a:pt x="638818" y="53399"/>
                  <a:pt x="643820" y="53399"/>
                </a:cubicBezTo>
                <a:cubicBezTo>
                  <a:pt x="646260" y="53399"/>
                  <a:pt x="653254" y="53205"/>
                  <a:pt x="664802" y="52817"/>
                </a:cubicBezTo>
                <a:lnTo>
                  <a:pt x="664802" y="58832"/>
                </a:lnTo>
                <a:cubicBezTo>
                  <a:pt x="657230" y="58832"/>
                  <a:pt x="653445" y="60542"/>
                  <a:pt x="653445" y="63963"/>
                </a:cubicBezTo>
                <a:cubicBezTo>
                  <a:pt x="653445" y="64723"/>
                  <a:pt x="653766" y="65862"/>
                  <a:pt x="654408" y="67381"/>
                </a:cubicBezTo>
                <a:lnTo>
                  <a:pt x="672693" y="118771"/>
                </a:lnTo>
                <a:lnTo>
                  <a:pt x="689246" y="72192"/>
                </a:lnTo>
                <a:cubicBezTo>
                  <a:pt x="686935" y="65958"/>
                  <a:pt x="685460" y="62459"/>
                  <a:pt x="684820" y="61696"/>
                </a:cubicBezTo>
                <a:cubicBezTo>
                  <a:pt x="683279" y="59787"/>
                  <a:pt x="679237" y="58832"/>
                  <a:pt x="672693" y="58832"/>
                </a:cubicBezTo>
                <a:lnTo>
                  <a:pt x="672693" y="52817"/>
                </a:lnTo>
                <a:cubicBezTo>
                  <a:pt x="678467" y="53205"/>
                  <a:pt x="684178" y="53399"/>
                  <a:pt x="689824" y="53399"/>
                </a:cubicBezTo>
                <a:cubicBezTo>
                  <a:pt x="692005" y="53399"/>
                  <a:pt x="698677" y="53205"/>
                  <a:pt x="709839" y="52817"/>
                </a:cubicBezTo>
                <a:lnTo>
                  <a:pt x="709839" y="58832"/>
                </a:lnTo>
                <a:cubicBezTo>
                  <a:pt x="702268" y="58832"/>
                  <a:pt x="698482" y="60542"/>
                  <a:pt x="698482" y="63963"/>
                </a:cubicBezTo>
                <a:cubicBezTo>
                  <a:pt x="698482" y="64470"/>
                  <a:pt x="698803" y="65673"/>
                  <a:pt x="699446" y="67572"/>
                </a:cubicBezTo>
                <a:lnTo>
                  <a:pt x="718500" y="121274"/>
                </a:lnTo>
                <a:lnTo>
                  <a:pt x="736016" y="71992"/>
                </a:lnTo>
                <a:cubicBezTo>
                  <a:pt x="736658" y="70340"/>
                  <a:pt x="736979" y="69005"/>
                  <a:pt x="736979" y="67986"/>
                </a:cubicBezTo>
                <a:cubicBezTo>
                  <a:pt x="736979" y="65189"/>
                  <a:pt x="735985" y="62996"/>
                  <a:pt x="733995" y="61408"/>
                </a:cubicBezTo>
                <a:cubicBezTo>
                  <a:pt x="732006" y="59818"/>
                  <a:pt x="729280" y="58959"/>
                  <a:pt x="725816" y="58832"/>
                </a:cubicBezTo>
                <a:lnTo>
                  <a:pt x="725816" y="52817"/>
                </a:lnTo>
                <a:cubicBezTo>
                  <a:pt x="733129" y="53205"/>
                  <a:pt x="739096" y="53399"/>
                  <a:pt x="743716" y="53399"/>
                </a:cubicBezTo>
                <a:cubicBezTo>
                  <a:pt x="748848" y="53399"/>
                  <a:pt x="753532" y="53205"/>
                  <a:pt x="757767" y="52817"/>
                </a:cubicBezTo>
                <a:lnTo>
                  <a:pt x="757767" y="58832"/>
                </a:lnTo>
                <a:cubicBezTo>
                  <a:pt x="749812" y="59094"/>
                  <a:pt x="744422" y="63297"/>
                  <a:pt x="741599" y="71440"/>
                </a:cubicBezTo>
                <a:lnTo>
                  <a:pt x="719079" y="134801"/>
                </a:lnTo>
                <a:cubicBezTo>
                  <a:pt x="717667" y="136681"/>
                  <a:pt x="716384" y="137672"/>
                  <a:pt x="715228" y="137776"/>
                </a:cubicBezTo>
                <a:cubicBezTo>
                  <a:pt x="713562" y="137776"/>
                  <a:pt x="712280" y="136574"/>
                  <a:pt x="711381" y="134170"/>
                </a:cubicBezTo>
                <a:lnTo>
                  <a:pt x="691748" y="79188"/>
                </a:lnTo>
                <a:lnTo>
                  <a:pt x="672309" y="133888"/>
                </a:lnTo>
                <a:cubicBezTo>
                  <a:pt x="671796" y="135442"/>
                  <a:pt x="671314" y="136479"/>
                  <a:pt x="670864" y="136998"/>
                </a:cubicBezTo>
                <a:cubicBezTo>
                  <a:pt x="670415" y="137517"/>
                  <a:pt x="669613" y="137776"/>
                  <a:pt x="668458" y="137776"/>
                </a:cubicBezTo>
                <a:cubicBezTo>
                  <a:pt x="667303" y="137776"/>
                  <a:pt x="666469" y="137459"/>
                  <a:pt x="665956" y="136825"/>
                </a:cubicBezTo>
                <a:cubicBezTo>
                  <a:pt x="665443" y="136190"/>
                  <a:pt x="664930" y="135112"/>
                  <a:pt x="664417" y="133591"/>
                </a:cubicBezTo>
                <a:lnTo>
                  <a:pt x="640164" y="65455"/>
                </a:lnTo>
                <a:cubicBezTo>
                  <a:pt x="639009" y="62553"/>
                  <a:pt x="637597" y="60724"/>
                  <a:pt x="635929" y="59969"/>
                </a:cubicBezTo>
                <a:cubicBezTo>
                  <a:pt x="634263" y="59211"/>
                  <a:pt x="630927" y="58832"/>
                  <a:pt x="625923" y="58832"/>
                </a:cubicBezTo>
                <a:close/>
                <a:moveTo>
                  <a:pt x="767776" y="135709"/>
                </a:moveTo>
                <a:lnTo>
                  <a:pt x="767776" y="129694"/>
                </a:lnTo>
                <a:cubicBezTo>
                  <a:pt x="774576" y="129694"/>
                  <a:pt x="778777" y="129278"/>
                  <a:pt x="780381" y="128446"/>
                </a:cubicBezTo>
                <a:cubicBezTo>
                  <a:pt x="781984" y="127614"/>
                  <a:pt x="782786" y="125149"/>
                  <a:pt x="782786" y="121053"/>
                </a:cubicBezTo>
                <a:lnTo>
                  <a:pt x="782786" y="69393"/>
                </a:lnTo>
                <a:cubicBezTo>
                  <a:pt x="782786" y="64657"/>
                  <a:pt x="781984" y="61713"/>
                  <a:pt x="780381" y="60562"/>
                </a:cubicBezTo>
                <a:cubicBezTo>
                  <a:pt x="778777" y="59409"/>
                  <a:pt x="774832" y="58832"/>
                  <a:pt x="768545" y="58832"/>
                </a:cubicBezTo>
                <a:lnTo>
                  <a:pt x="768545" y="52817"/>
                </a:lnTo>
                <a:lnTo>
                  <a:pt x="795491" y="50750"/>
                </a:lnTo>
                <a:lnTo>
                  <a:pt x="795491" y="121241"/>
                </a:lnTo>
                <a:cubicBezTo>
                  <a:pt x="795491" y="125083"/>
                  <a:pt x="796165" y="127452"/>
                  <a:pt x="797512" y="128349"/>
                </a:cubicBezTo>
                <a:cubicBezTo>
                  <a:pt x="798859" y="129245"/>
                  <a:pt x="802676" y="129694"/>
                  <a:pt x="808963" y="129694"/>
                </a:cubicBezTo>
                <a:lnTo>
                  <a:pt x="808963" y="135709"/>
                </a:lnTo>
                <a:cubicBezTo>
                  <a:pt x="795876" y="135321"/>
                  <a:pt x="789204" y="135127"/>
                  <a:pt x="788948" y="135127"/>
                </a:cubicBezTo>
                <a:cubicBezTo>
                  <a:pt x="787150" y="135127"/>
                  <a:pt x="780093" y="135321"/>
                  <a:pt x="767776" y="135709"/>
                </a:cubicBezTo>
                <a:moveTo>
                  <a:pt x="775858" y="17011"/>
                </a:moveTo>
                <a:cubicBezTo>
                  <a:pt x="775858" y="14434"/>
                  <a:pt x="776853" y="12082"/>
                  <a:pt x="778842" y="9956"/>
                </a:cubicBezTo>
                <a:cubicBezTo>
                  <a:pt x="780831" y="7830"/>
                  <a:pt x="783236" y="6767"/>
                  <a:pt x="786058" y="6767"/>
                </a:cubicBezTo>
                <a:cubicBezTo>
                  <a:pt x="788881" y="6767"/>
                  <a:pt x="791288" y="7733"/>
                  <a:pt x="793277" y="9665"/>
                </a:cubicBezTo>
                <a:cubicBezTo>
                  <a:pt x="795266" y="11598"/>
                  <a:pt x="796261" y="14046"/>
                  <a:pt x="796261" y="17011"/>
                </a:cubicBezTo>
                <a:cubicBezTo>
                  <a:pt x="796261" y="19975"/>
                  <a:pt x="795266" y="22423"/>
                  <a:pt x="793277" y="24356"/>
                </a:cubicBezTo>
                <a:cubicBezTo>
                  <a:pt x="791289" y="26288"/>
                  <a:pt x="788884" y="27254"/>
                  <a:pt x="786061" y="27254"/>
                </a:cubicBezTo>
                <a:cubicBezTo>
                  <a:pt x="783108" y="27254"/>
                  <a:pt x="780670" y="26224"/>
                  <a:pt x="778745" y="24162"/>
                </a:cubicBezTo>
                <a:cubicBezTo>
                  <a:pt x="776820" y="22100"/>
                  <a:pt x="775858" y="19716"/>
                  <a:pt x="775858" y="17011"/>
                </a:cubicBezTo>
                <a:close/>
                <a:moveTo>
                  <a:pt x="818395" y="58832"/>
                </a:moveTo>
                <a:lnTo>
                  <a:pt x="818395" y="54509"/>
                </a:lnTo>
                <a:cubicBezTo>
                  <a:pt x="824298" y="54253"/>
                  <a:pt x="829206" y="52035"/>
                  <a:pt x="833117" y="47857"/>
                </a:cubicBezTo>
                <a:cubicBezTo>
                  <a:pt x="837031" y="43679"/>
                  <a:pt x="839662" y="39019"/>
                  <a:pt x="841009" y="33877"/>
                </a:cubicBezTo>
                <a:cubicBezTo>
                  <a:pt x="842356" y="28734"/>
                  <a:pt x="843094" y="23205"/>
                  <a:pt x="843223" y="17293"/>
                </a:cubicBezTo>
                <a:lnTo>
                  <a:pt x="848037" y="17293"/>
                </a:lnTo>
                <a:lnTo>
                  <a:pt x="848037" y="52817"/>
                </a:lnTo>
                <a:lnTo>
                  <a:pt x="875559" y="52817"/>
                </a:lnTo>
                <a:lnTo>
                  <a:pt x="875559" y="58832"/>
                </a:lnTo>
                <a:lnTo>
                  <a:pt x="848037" y="58832"/>
                </a:lnTo>
                <a:lnTo>
                  <a:pt x="848037" y="112034"/>
                </a:lnTo>
                <a:cubicBezTo>
                  <a:pt x="848037" y="125812"/>
                  <a:pt x="852336" y="132701"/>
                  <a:pt x="860933" y="132701"/>
                </a:cubicBezTo>
                <a:cubicBezTo>
                  <a:pt x="864655" y="132701"/>
                  <a:pt x="867735" y="130831"/>
                  <a:pt x="870172" y="127092"/>
                </a:cubicBezTo>
                <a:cubicBezTo>
                  <a:pt x="872610" y="123350"/>
                  <a:pt x="873829" y="118119"/>
                  <a:pt x="873829" y="111397"/>
                </a:cubicBezTo>
                <a:lnTo>
                  <a:pt x="873829" y="100936"/>
                </a:lnTo>
                <a:lnTo>
                  <a:pt x="878640" y="100936"/>
                </a:lnTo>
                <a:lnTo>
                  <a:pt x="878640" y="111873"/>
                </a:lnTo>
                <a:cubicBezTo>
                  <a:pt x="878640" y="118780"/>
                  <a:pt x="877035" y="124824"/>
                  <a:pt x="873826" y="130005"/>
                </a:cubicBezTo>
                <a:cubicBezTo>
                  <a:pt x="870619" y="135186"/>
                  <a:pt x="865872" y="137776"/>
                  <a:pt x="859585" y="137776"/>
                </a:cubicBezTo>
                <a:cubicBezTo>
                  <a:pt x="857275" y="137776"/>
                  <a:pt x="854964" y="137487"/>
                  <a:pt x="852654" y="136910"/>
                </a:cubicBezTo>
                <a:cubicBezTo>
                  <a:pt x="850345" y="136334"/>
                  <a:pt x="847716" y="135279"/>
                  <a:pt x="844765" y="133744"/>
                </a:cubicBezTo>
                <a:cubicBezTo>
                  <a:pt x="841815" y="132207"/>
                  <a:pt x="839408" y="129550"/>
                  <a:pt x="837546" y="125773"/>
                </a:cubicBezTo>
                <a:cubicBezTo>
                  <a:pt x="835686" y="121994"/>
                  <a:pt x="834756" y="117352"/>
                  <a:pt x="834756" y="111846"/>
                </a:cubicBezTo>
                <a:lnTo>
                  <a:pt x="834756" y="58832"/>
                </a:lnTo>
                <a:lnTo>
                  <a:pt x="818395" y="58832"/>
                </a:lnTo>
                <a:close/>
                <a:moveTo>
                  <a:pt x="895577" y="135709"/>
                </a:moveTo>
                <a:lnTo>
                  <a:pt x="895577" y="129694"/>
                </a:lnTo>
                <a:cubicBezTo>
                  <a:pt x="902378" y="129694"/>
                  <a:pt x="906581" y="129278"/>
                  <a:pt x="908185" y="128446"/>
                </a:cubicBezTo>
                <a:cubicBezTo>
                  <a:pt x="909788" y="127612"/>
                  <a:pt x="910590" y="125145"/>
                  <a:pt x="910590" y="121045"/>
                </a:cubicBezTo>
                <a:lnTo>
                  <a:pt x="910590" y="21102"/>
                </a:lnTo>
                <a:cubicBezTo>
                  <a:pt x="910590" y="16360"/>
                  <a:pt x="909756" y="13381"/>
                  <a:pt x="908088" y="12165"/>
                </a:cubicBezTo>
                <a:cubicBezTo>
                  <a:pt x="906420" y="10947"/>
                  <a:pt x="902249" y="10338"/>
                  <a:pt x="895577" y="10338"/>
                </a:cubicBezTo>
                <a:lnTo>
                  <a:pt x="895577" y="4373"/>
                </a:lnTo>
                <a:lnTo>
                  <a:pt x="923292" y="2256"/>
                </a:lnTo>
                <a:lnTo>
                  <a:pt x="923292" y="69267"/>
                </a:lnTo>
                <a:lnTo>
                  <a:pt x="923486" y="69267"/>
                </a:lnTo>
                <a:cubicBezTo>
                  <a:pt x="925540" y="64638"/>
                  <a:pt x="928876" y="60396"/>
                  <a:pt x="933495" y="56538"/>
                </a:cubicBezTo>
                <a:cubicBezTo>
                  <a:pt x="938114" y="52679"/>
                  <a:pt x="944016" y="50750"/>
                  <a:pt x="951202" y="50750"/>
                </a:cubicBezTo>
                <a:cubicBezTo>
                  <a:pt x="960825" y="50750"/>
                  <a:pt x="967561" y="53122"/>
                  <a:pt x="971411" y="57866"/>
                </a:cubicBezTo>
                <a:cubicBezTo>
                  <a:pt x="974234" y="61073"/>
                  <a:pt x="975934" y="64472"/>
                  <a:pt x="976512" y="68063"/>
                </a:cubicBezTo>
                <a:cubicBezTo>
                  <a:pt x="977090" y="71654"/>
                  <a:pt x="977378" y="78066"/>
                  <a:pt x="977378" y="87300"/>
                </a:cubicBezTo>
                <a:lnTo>
                  <a:pt x="977378" y="123938"/>
                </a:lnTo>
                <a:cubicBezTo>
                  <a:pt x="977508" y="126624"/>
                  <a:pt x="978598" y="128255"/>
                  <a:pt x="980650" y="128830"/>
                </a:cubicBezTo>
                <a:cubicBezTo>
                  <a:pt x="982704" y="129406"/>
                  <a:pt x="986618" y="129694"/>
                  <a:pt x="992392" y="129694"/>
                </a:cubicBezTo>
                <a:lnTo>
                  <a:pt x="992392" y="135709"/>
                </a:lnTo>
                <a:cubicBezTo>
                  <a:pt x="979303" y="135321"/>
                  <a:pt x="972117" y="135127"/>
                  <a:pt x="970835" y="135127"/>
                </a:cubicBezTo>
                <a:cubicBezTo>
                  <a:pt x="969809" y="135127"/>
                  <a:pt x="962559" y="135321"/>
                  <a:pt x="949084" y="135709"/>
                </a:cubicBezTo>
                <a:lnTo>
                  <a:pt x="949084" y="129694"/>
                </a:lnTo>
                <a:cubicBezTo>
                  <a:pt x="955886" y="129694"/>
                  <a:pt x="960089" y="129279"/>
                  <a:pt x="961692" y="128449"/>
                </a:cubicBezTo>
                <a:cubicBezTo>
                  <a:pt x="963296" y="127616"/>
                  <a:pt x="964098" y="125154"/>
                  <a:pt x="964098" y="121062"/>
                </a:cubicBezTo>
                <a:lnTo>
                  <a:pt x="964098" y="76365"/>
                </a:lnTo>
                <a:cubicBezTo>
                  <a:pt x="964098" y="69844"/>
                  <a:pt x="963103" y="64665"/>
                  <a:pt x="961114" y="60829"/>
                </a:cubicBezTo>
                <a:cubicBezTo>
                  <a:pt x="959124" y="56992"/>
                  <a:pt x="955371" y="55073"/>
                  <a:pt x="949854" y="55073"/>
                </a:cubicBezTo>
                <a:cubicBezTo>
                  <a:pt x="943181" y="55073"/>
                  <a:pt x="937182" y="57855"/>
                  <a:pt x="931856" y="63420"/>
                </a:cubicBezTo>
                <a:cubicBezTo>
                  <a:pt x="926533" y="68982"/>
                  <a:pt x="923871" y="76431"/>
                  <a:pt x="923871" y="85767"/>
                </a:cubicBezTo>
                <a:lnTo>
                  <a:pt x="923871" y="121062"/>
                </a:lnTo>
                <a:cubicBezTo>
                  <a:pt x="923871" y="125154"/>
                  <a:pt x="924673" y="127616"/>
                  <a:pt x="926276" y="128449"/>
                </a:cubicBezTo>
                <a:cubicBezTo>
                  <a:pt x="927880" y="129279"/>
                  <a:pt x="932082" y="129694"/>
                  <a:pt x="938884" y="129694"/>
                </a:cubicBezTo>
                <a:lnTo>
                  <a:pt x="938884" y="135709"/>
                </a:lnTo>
                <a:cubicBezTo>
                  <a:pt x="925795" y="135321"/>
                  <a:pt x="918610" y="135127"/>
                  <a:pt x="917327" y="135127"/>
                </a:cubicBezTo>
                <a:cubicBezTo>
                  <a:pt x="916301" y="135127"/>
                  <a:pt x="909051" y="135321"/>
                  <a:pt x="895577" y="135709"/>
                </a:cubicBezTo>
                <a:close/>
                <a:moveTo>
                  <a:pt x="1065723" y="135709"/>
                </a:moveTo>
                <a:lnTo>
                  <a:pt x="1065723" y="129694"/>
                </a:lnTo>
                <a:cubicBezTo>
                  <a:pt x="1072525" y="129694"/>
                  <a:pt x="1076728" y="129278"/>
                  <a:pt x="1078331" y="128446"/>
                </a:cubicBezTo>
                <a:cubicBezTo>
                  <a:pt x="1079935" y="127614"/>
                  <a:pt x="1080737" y="125149"/>
                  <a:pt x="1080737" y="121053"/>
                </a:cubicBezTo>
                <a:lnTo>
                  <a:pt x="1080737" y="69587"/>
                </a:lnTo>
                <a:cubicBezTo>
                  <a:pt x="1080737" y="64849"/>
                  <a:pt x="1079902" y="61872"/>
                  <a:pt x="1078234" y="60656"/>
                </a:cubicBezTo>
                <a:cubicBezTo>
                  <a:pt x="1076566" y="59440"/>
                  <a:pt x="1072396" y="58832"/>
                  <a:pt x="1065723" y="58832"/>
                </a:cubicBezTo>
                <a:lnTo>
                  <a:pt x="1065723" y="52867"/>
                </a:lnTo>
                <a:lnTo>
                  <a:pt x="1092478" y="50750"/>
                </a:lnTo>
                <a:lnTo>
                  <a:pt x="1092478" y="71890"/>
                </a:lnTo>
                <a:cubicBezTo>
                  <a:pt x="1094274" y="66380"/>
                  <a:pt x="1097096" y="61479"/>
                  <a:pt x="1100945" y="57187"/>
                </a:cubicBezTo>
                <a:cubicBezTo>
                  <a:pt x="1104795" y="52896"/>
                  <a:pt x="1109863" y="50750"/>
                  <a:pt x="1116150" y="50750"/>
                </a:cubicBezTo>
                <a:cubicBezTo>
                  <a:pt x="1120256" y="50750"/>
                  <a:pt x="1123656" y="51904"/>
                  <a:pt x="1126350" y="54212"/>
                </a:cubicBezTo>
                <a:cubicBezTo>
                  <a:pt x="1129046" y="56519"/>
                  <a:pt x="1130394" y="59275"/>
                  <a:pt x="1130394" y="62480"/>
                </a:cubicBezTo>
                <a:cubicBezTo>
                  <a:pt x="1130394" y="65274"/>
                  <a:pt x="1129527" y="67370"/>
                  <a:pt x="1127795" y="68768"/>
                </a:cubicBezTo>
                <a:cubicBezTo>
                  <a:pt x="1126064" y="70164"/>
                  <a:pt x="1124171" y="70862"/>
                  <a:pt x="1122118" y="70862"/>
                </a:cubicBezTo>
                <a:cubicBezTo>
                  <a:pt x="1119807" y="70862"/>
                  <a:pt x="1117850" y="70132"/>
                  <a:pt x="1116247" y="68674"/>
                </a:cubicBezTo>
                <a:cubicBezTo>
                  <a:pt x="1114643" y="67213"/>
                  <a:pt x="1113841" y="65213"/>
                  <a:pt x="1113841" y="62674"/>
                </a:cubicBezTo>
                <a:cubicBezTo>
                  <a:pt x="1113841" y="61152"/>
                  <a:pt x="1114194" y="59791"/>
                  <a:pt x="1114899" y="58588"/>
                </a:cubicBezTo>
                <a:cubicBezTo>
                  <a:pt x="1115605" y="57384"/>
                  <a:pt x="1116247" y="56561"/>
                  <a:pt x="1116822" y="56118"/>
                </a:cubicBezTo>
                <a:cubicBezTo>
                  <a:pt x="1117400" y="55674"/>
                  <a:pt x="1117882" y="55388"/>
                  <a:pt x="1118267" y="55261"/>
                </a:cubicBezTo>
                <a:cubicBezTo>
                  <a:pt x="1118011" y="55136"/>
                  <a:pt x="1117305" y="55073"/>
                  <a:pt x="1116150" y="55073"/>
                </a:cubicBezTo>
                <a:cubicBezTo>
                  <a:pt x="1109093" y="55073"/>
                  <a:pt x="1103544" y="58590"/>
                  <a:pt x="1099500" y="65625"/>
                </a:cubicBezTo>
                <a:cubicBezTo>
                  <a:pt x="1095459" y="72658"/>
                  <a:pt x="1093439" y="81161"/>
                  <a:pt x="1093439" y="91135"/>
                </a:cubicBezTo>
                <a:lnTo>
                  <a:pt x="1093439" y="120678"/>
                </a:lnTo>
                <a:cubicBezTo>
                  <a:pt x="1093439" y="124386"/>
                  <a:pt x="1094208" y="126816"/>
                  <a:pt x="1095747" y="127967"/>
                </a:cubicBezTo>
                <a:cubicBezTo>
                  <a:pt x="1097288" y="129118"/>
                  <a:pt x="1101395" y="129694"/>
                  <a:pt x="1108067" y="129694"/>
                </a:cubicBezTo>
                <a:lnTo>
                  <a:pt x="1112109" y="129694"/>
                </a:lnTo>
                <a:lnTo>
                  <a:pt x="1112109" y="135709"/>
                </a:lnTo>
                <a:cubicBezTo>
                  <a:pt x="1106977" y="135321"/>
                  <a:pt x="1098829" y="135127"/>
                  <a:pt x="1087665" y="135127"/>
                </a:cubicBezTo>
                <a:cubicBezTo>
                  <a:pt x="1086126" y="135127"/>
                  <a:pt x="1084137" y="135159"/>
                  <a:pt x="1081697" y="135224"/>
                </a:cubicBezTo>
                <a:cubicBezTo>
                  <a:pt x="1079259" y="135289"/>
                  <a:pt x="1076436" y="135386"/>
                  <a:pt x="1073227" y="135515"/>
                </a:cubicBezTo>
                <a:cubicBezTo>
                  <a:pt x="1070020" y="135644"/>
                  <a:pt x="1067519" y="135709"/>
                  <a:pt x="1065723" y="135709"/>
                </a:cubicBezTo>
                <a:close/>
                <a:moveTo>
                  <a:pt x="1143676" y="117421"/>
                </a:moveTo>
                <a:cubicBezTo>
                  <a:pt x="1143676" y="106499"/>
                  <a:pt x="1150092" y="98148"/>
                  <a:pt x="1162925" y="92366"/>
                </a:cubicBezTo>
                <a:cubicBezTo>
                  <a:pt x="1170623" y="88640"/>
                  <a:pt x="1182428" y="86296"/>
                  <a:pt x="1198338" y="85335"/>
                </a:cubicBezTo>
                <a:lnTo>
                  <a:pt x="1198338" y="78295"/>
                </a:lnTo>
                <a:cubicBezTo>
                  <a:pt x="1198338" y="70432"/>
                  <a:pt x="1196253" y="64408"/>
                  <a:pt x="1192082" y="60224"/>
                </a:cubicBezTo>
                <a:cubicBezTo>
                  <a:pt x="1187912" y="56038"/>
                  <a:pt x="1183196" y="53945"/>
                  <a:pt x="1177935" y="53945"/>
                </a:cubicBezTo>
                <a:cubicBezTo>
                  <a:pt x="1168569" y="53945"/>
                  <a:pt x="1161639" y="56827"/>
                  <a:pt x="1157148" y="62591"/>
                </a:cubicBezTo>
                <a:cubicBezTo>
                  <a:pt x="1160997" y="62719"/>
                  <a:pt x="1163595" y="63743"/>
                  <a:pt x="1164942" y="65663"/>
                </a:cubicBezTo>
                <a:cubicBezTo>
                  <a:pt x="1166290" y="67584"/>
                  <a:pt x="1166963" y="69505"/>
                  <a:pt x="1166963" y="71426"/>
                </a:cubicBezTo>
                <a:cubicBezTo>
                  <a:pt x="1166963" y="73987"/>
                  <a:pt x="1166161" y="76099"/>
                  <a:pt x="1164558" y="77763"/>
                </a:cubicBezTo>
                <a:cubicBezTo>
                  <a:pt x="1162954" y="79428"/>
                  <a:pt x="1160805" y="80260"/>
                  <a:pt x="1158111" y="80260"/>
                </a:cubicBezTo>
                <a:cubicBezTo>
                  <a:pt x="1155544" y="80260"/>
                  <a:pt x="1153427" y="79460"/>
                  <a:pt x="1151759" y="77860"/>
                </a:cubicBezTo>
                <a:cubicBezTo>
                  <a:pt x="1150091" y="76259"/>
                  <a:pt x="1149256" y="74050"/>
                  <a:pt x="1149256" y="71235"/>
                </a:cubicBezTo>
                <a:cubicBezTo>
                  <a:pt x="1149256" y="64987"/>
                  <a:pt x="1152079" y="59823"/>
                  <a:pt x="1157724" y="55743"/>
                </a:cubicBezTo>
                <a:cubicBezTo>
                  <a:pt x="1163370" y="51662"/>
                  <a:pt x="1170236" y="49622"/>
                  <a:pt x="1178320" y="49622"/>
                </a:cubicBezTo>
                <a:cubicBezTo>
                  <a:pt x="1188842" y="49622"/>
                  <a:pt x="1197632" y="53128"/>
                  <a:pt x="1204691" y="60139"/>
                </a:cubicBezTo>
                <a:cubicBezTo>
                  <a:pt x="1206872" y="62306"/>
                  <a:pt x="1208508" y="64793"/>
                  <a:pt x="1209598" y="67599"/>
                </a:cubicBezTo>
                <a:cubicBezTo>
                  <a:pt x="1210689" y="70403"/>
                  <a:pt x="1211298" y="72729"/>
                  <a:pt x="1211425" y="74577"/>
                </a:cubicBezTo>
                <a:cubicBezTo>
                  <a:pt x="1211554" y="76425"/>
                  <a:pt x="1211619" y="79134"/>
                  <a:pt x="1211619" y="82703"/>
                </a:cubicBezTo>
                <a:lnTo>
                  <a:pt x="1211619" y="121247"/>
                </a:lnTo>
                <a:cubicBezTo>
                  <a:pt x="1211619" y="122013"/>
                  <a:pt x="1211747" y="123003"/>
                  <a:pt x="1212003" y="124217"/>
                </a:cubicBezTo>
                <a:cubicBezTo>
                  <a:pt x="1212260" y="125428"/>
                  <a:pt x="1212966" y="126832"/>
                  <a:pt x="1214121" y="128428"/>
                </a:cubicBezTo>
                <a:cubicBezTo>
                  <a:pt x="1215276" y="130024"/>
                  <a:pt x="1216816" y="130822"/>
                  <a:pt x="1218741" y="130822"/>
                </a:cubicBezTo>
                <a:cubicBezTo>
                  <a:pt x="1223360" y="130822"/>
                  <a:pt x="1225669" y="126737"/>
                  <a:pt x="1225669" y="118569"/>
                </a:cubicBezTo>
                <a:lnTo>
                  <a:pt x="1225669" y="107846"/>
                </a:lnTo>
                <a:lnTo>
                  <a:pt x="1230480" y="107846"/>
                </a:lnTo>
                <a:lnTo>
                  <a:pt x="1230480" y="118598"/>
                </a:lnTo>
                <a:cubicBezTo>
                  <a:pt x="1230480" y="125381"/>
                  <a:pt x="1228683" y="130116"/>
                  <a:pt x="1225090" y="132804"/>
                </a:cubicBezTo>
                <a:cubicBezTo>
                  <a:pt x="1221498" y="135492"/>
                  <a:pt x="1218033" y="136836"/>
                  <a:pt x="1214697" y="136836"/>
                </a:cubicBezTo>
                <a:cubicBezTo>
                  <a:pt x="1210462" y="136836"/>
                  <a:pt x="1206997" y="135265"/>
                  <a:pt x="1204303" y="132123"/>
                </a:cubicBezTo>
                <a:cubicBezTo>
                  <a:pt x="1201609" y="128978"/>
                  <a:pt x="1200069" y="125289"/>
                  <a:pt x="1199683" y="121056"/>
                </a:cubicBezTo>
                <a:cubicBezTo>
                  <a:pt x="1197758" y="125926"/>
                  <a:pt x="1194583" y="129930"/>
                  <a:pt x="1190156" y="133068"/>
                </a:cubicBezTo>
                <a:cubicBezTo>
                  <a:pt x="1185729" y="136207"/>
                  <a:pt x="1180500" y="137776"/>
                  <a:pt x="1174470" y="137776"/>
                </a:cubicBezTo>
                <a:cubicBezTo>
                  <a:pt x="1169851" y="137776"/>
                  <a:pt x="1165360" y="137200"/>
                  <a:pt x="1160998" y="136046"/>
                </a:cubicBezTo>
                <a:cubicBezTo>
                  <a:pt x="1156636" y="134895"/>
                  <a:pt x="1152658" y="132720"/>
                  <a:pt x="1149066" y="129521"/>
                </a:cubicBezTo>
                <a:cubicBezTo>
                  <a:pt x="1145473" y="126319"/>
                  <a:pt x="1143676" y="122286"/>
                  <a:pt x="1143676" y="117421"/>
                </a:cubicBezTo>
                <a:moveTo>
                  <a:pt x="1158496" y="117227"/>
                </a:moveTo>
                <a:cubicBezTo>
                  <a:pt x="1158496" y="121936"/>
                  <a:pt x="1160195" y="125817"/>
                  <a:pt x="1163594" y="128872"/>
                </a:cubicBezTo>
                <a:cubicBezTo>
                  <a:pt x="1166995" y="131926"/>
                  <a:pt x="1171070" y="133453"/>
                  <a:pt x="1175818" y="133453"/>
                </a:cubicBezTo>
                <a:cubicBezTo>
                  <a:pt x="1181208" y="133453"/>
                  <a:pt x="1186308" y="131382"/>
                  <a:pt x="1191119" y="127239"/>
                </a:cubicBezTo>
                <a:cubicBezTo>
                  <a:pt x="1195932" y="123094"/>
                  <a:pt x="1198338" y="116942"/>
                  <a:pt x="1198338" y="108783"/>
                </a:cubicBezTo>
                <a:lnTo>
                  <a:pt x="1198338" y="89658"/>
                </a:lnTo>
                <a:cubicBezTo>
                  <a:pt x="1184094" y="90169"/>
                  <a:pt x="1173892" y="93232"/>
                  <a:pt x="1167733" y="98848"/>
                </a:cubicBezTo>
                <a:cubicBezTo>
                  <a:pt x="1161575" y="104463"/>
                  <a:pt x="1158496" y="110589"/>
                  <a:pt x="1158496" y="117227"/>
                </a:cubicBezTo>
                <a:close/>
                <a:moveTo>
                  <a:pt x="1238180" y="135709"/>
                </a:moveTo>
                <a:lnTo>
                  <a:pt x="1238180" y="129694"/>
                </a:lnTo>
                <a:cubicBezTo>
                  <a:pt x="1244980" y="129694"/>
                  <a:pt x="1249182" y="129278"/>
                  <a:pt x="1250785" y="128446"/>
                </a:cubicBezTo>
                <a:cubicBezTo>
                  <a:pt x="1252389" y="127614"/>
                  <a:pt x="1253191" y="125149"/>
                  <a:pt x="1253191" y="121053"/>
                </a:cubicBezTo>
                <a:lnTo>
                  <a:pt x="1253191" y="69393"/>
                </a:lnTo>
                <a:cubicBezTo>
                  <a:pt x="1253191" y="64657"/>
                  <a:pt x="1252389" y="61713"/>
                  <a:pt x="1250785" y="60562"/>
                </a:cubicBezTo>
                <a:cubicBezTo>
                  <a:pt x="1249182" y="59409"/>
                  <a:pt x="1245237" y="58832"/>
                  <a:pt x="1238950" y="58832"/>
                </a:cubicBezTo>
                <a:lnTo>
                  <a:pt x="1238950" y="52817"/>
                </a:lnTo>
                <a:lnTo>
                  <a:pt x="1265896" y="50750"/>
                </a:lnTo>
                <a:lnTo>
                  <a:pt x="1265896" y="121241"/>
                </a:lnTo>
                <a:cubicBezTo>
                  <a:pt x="1265896" y="125083"/>
                  <a:pt x="1266569" y="127452"/>
                  <a:pt x="1267916" y="128349"/>
                </a:cubicBezTo>
                <a:cubicBezTo>
                  <a:pt x="1269263" y="129245"/>
                  <a:pt x="1273080" y="129694"/>
                  <a:pt x="1279367" y="129694"/>
                </a:cubicBezTo>
                <a:lnTo>
                  <a:pt x="1279367" y="135709"/>
                </a:lnTo>
                <a:cubicBezTo>
                  <a:pt x="1266280" y="135321"/>
                  <a:pt x="1259609" y="135127"/>
                  <a:pt x="1259352" y="135127"/>
                </a:cubicBezTo>
                <a:cubicBezTo>
                  <a:pt x="1257555" y="135127"/>
                  <a:pt x="1250498" y="135321"/>
                  <a:pt x="1238180" y="135709"/>
                </a:cubicBezTo>
                <a:moveTo>
                  <a:pt x="1246262" y="17011"/>
                </a:moveTo>
                <a:cubicBezTo>
                  <a:pt x="1246262" y="14434"/>
                  <a:pt x="1247257" y="12082"/>
                  <a:pt x="1249246" y="9956"/>
                </a:cubicBezTo>
                <a:cubicBezTo>
                  <a:pt x="1251236" y="7830"/>
                  <a:pt x="1253641" y="6767"/>
                  <a:pt x="1256462" y="6767"/>
                </a:cubicBezTo>
                <a:cubicBezTo>
                  <a:pt x="1259286" y="6767"/>
                  <a:pt x="1261692" y="7733"/>
                  <a:pt x="1263681" y="9665"/>
                </a:cubicBezTo>
                <a:cubicBezTo>
                  <a:pt x="1265671" y="11598"/>
                  <a:pt x="1266665" y="14046"/>
                  <a:pt x="1266665" y="17011"/>
                </a:cubicBezTo>
                <a:cubicBezTo>
                  <a:pt x="1266665" y="19975"/>
                  <a:pt x="1265671" y="22423"/>
                  <a:pt x="1263681" y="24356"/>
                </a:cubicBezTo>
                <a:cubicBezTo>
                  <a:pt x="1261694" y="26288"/>
                  <a:pt x="1259289" y="27254"/>
                  <a:pt x="1256465" y="27254"/>
                </a:cubicBezTo>
                <a:cubicBezTo>
                  <a:pt x="1253513" y="27254"/>
                  <a:pt x="1251074" y="26224"/>
                  <a:pt x="1249149" y="24162"/>
                </a:cubicBezTo>
                <a:cubicBezTo>
                  <a:pt x="1247225" y="22100"/>
                  <a:pt x="1246262" y="19716"/>
                  <a:pt x="1246262" y="17011"/>
                </a:cubicBezTo>
                <a:close/>
                <a:moveTo>
                  <a:pt x="1291495" y="133165"/>
                </a:moveTo>
                <a:lnTo>
                  <a:pt x="1291495" y="107805"/>
                </a:lnTo>
                <a:cubicBezTo>
                  <a:pt x="1291495" y="106397"/>
                  <a:pt x="1291528" y="105437"/>
                  <a:pt x="1291592" y="104924"/>
                </a:cubicBezTo>
                <a:cubicBezTo>
                  <a:pt x="1291657" y="104411"/>
                  <a:pt x="1291881" y="103963"/>
                  <a:pt x="1292265" y="103579"/>
                </a:cubicBezTo>
                <a:cubicBezTo>
                  <a:pt x="1292651" y="103195"/>
                  <a:pt x="1293228" y="103003"/>
                  <a:pt x="1293998" y="103003"/>
                </a:cubicBezTo>
                <a:cubicBezTo>
                  <a:pt x="1294894" y="103003"/>
                  <a:pt x="1295503" y="103195"/>
                  <a:pt x="1295824" y="103579"/>
                </a:cubicBezTo>
                <a:cubicBezTo>
                  <a:pt x="1296145" y="103961"/>
                  <a:pt x="1296434" y="104854"/>
                  <a:pt x="1296691" y="106260"/>
                </a:cubicBezTo>
                <a:cubicBezTo>
                  <a:pt x="1298615" y="115069"/>
                  <a:pt x="1301663" y="121803"/>
                  <a:pt x="1305833" y="126463"/>
                </a:cubicBezTo>
                <a:cubicBezTo>
                  <a:pt x="1310004" y="131123"/>
                  <a:pt x="1315875" y="133453"/>
                  <a:pt x="1323446" y="133453"/>
                </a:cubicBezTo>
                <a:cubicBezTo>
                  <a:pt x="1330632" y="133453"/>
                  <a:pt x="1336052" y="131853"/>
                  <a:pt x="1339708" y="128654"/>
                </a:cubicBezTo>
                <a:cubicBezTo>
                  <a:pt x="1343365" y="125453"/>
                  <a:pt x="1345194" y="121229"/>
                  <a:pt x="1345194" y="115981"/>
                </a:cubicBezTo>
                <a:cubicBezTo>
                  <a:pt x="1345194" y="106636"/>
                  <a:pt x="1338521" y="100748"/>
                  <a:pt x="1325176" y="98316"/>
                </a:cubicBezTo>
                <a:cubicBezTo>
                  <a:pt x="1317477" y="96779"/>
                  <a:pt x="1312023" y="95498"/>
                  <a:pt x="1308814" y="94474"/>
                </a:cubicBezTo>
                <a:cubicBezTo>
                  <a:pt x="1305607" y="93450"/>
                  <a:pt x="1302593" y="91786"/>
                  <a:pt x="1299772" y="89482"/>
                </a:cubicBezTo>
                <a:cubicBezTo>
                  <a:pt x="1294254" y="85002"/>
                  <a:pt x="1291495" y="79562"/>
                  <a:pt x="1291495" y="73161"/>
                </a:cubicBezTo>
                <a:cubicBezTo>
                  <a:pt x="1291495" y="66761"/>
                  <a:pt x="1293933" y="61237"/>
                  <a:pt x="1298808" y="56591"/>
                </a:cubicBezTo>
                <a:cubicBezTo>
                  <a:pt x="1303684" y="51945"/>
                  <a:pt x="1311510" y="49622"/>
                  <a:pt x="1322289" y="49622"/>
                </a:cubicBezTo>
                <a:cubicBezTo>
                  <a:pt x="1329474" y="49622"/>
                  <a:pt x="1335506" y="51388"/>
                  <a:pt x="1340383" y="54920"/>
                </a:cubicBezTo>
                <a:cubicBezTo>
                  <a:pt x="1341795" y="53785"/>
                  <a:pt x="1342885" y="52775"/>
                  <a:pt x="1343655" y="51892"/>
                </a:cubicBezTo>
                <a:cubicBezTo>
                  <a:pt x="1345323" y="50379"/>
                  <a:pt x="1346606" y="49622"/>
                  <a:pt x="1347505" y="49622"/>
                </a:cubicBezTo>
                <a:cubicBezTo>
                  <a:pt x="1348531" y="49622"/>
                  <a:pt x="1349140" y="49942"/>
                  <a:pt x="1349332" y="50582"/>
                </a:cubicBezTo>
                <a:cubicBezTo>
                  <a:pt x="1349526" y="51221"/>
                  <a:pt x="1349623" y="52435"/>
                  <a:pt x="1349623" y="54224"/>
                </a:cubicBezTo>
                <a:lnTo>
                  <a:pt x="1349623" y="73590"/>
                </a:lnTo>
                <a:cubicBezTo>
                  <a:pt x="1349623" y="74996"/>
                  <a:pt x="1349590" y="75955"/>
                  <a:pt x="1349526" y="76468"/>
                </a:cubicBezTo>
                <a:cubicBezTo>
                  <a:pt x="1349461" y="76979"/>
                  <a:pt x="1349236" y="77394"/>
                  <a:pt x="1348850" y="77714"/>
                </a:cubicBezTo>
                <a:cubicBezTo>
                  <a:pt x="1348466" y="78033"/>
                  <a:pt x="1347890" y="78192"/>
                  <a:pt x="1347120" y="78192"/>
                </a:cubicBezTo>
                <a:cubicBezTo>
                  <a:pt x="1345709" y="78192"/>
                  <a:pt x="1344938" y="77616"/>
                  <a:pt x="1344809" y="76462"/>
                </a:cubicBezTo>
                <a:cubicBezTo>
                  <a:pt x="1343783" y="60950"/>
                  <a:pt x="1336276" y="53193"/>
                  <a:pt x="1322289" y="53193"/>
                </a:cubicBezTo>
                <a:cubicBezTo>
                  <a:pt x="1314717" y="53193"/>
                  <a:pt x="1309231" y="54633"/>
                  <a:pt x="1305830" y="57513"/>
                </a:cubicBezTo>
                <a:cubicBezTo>
                  <a:pt x="1302431" y="60394"/>
                  <a:pt x="1300732" y="63818"/>
                  <a:pt x="1300732" y="67787"/>
                </a:cubicBezTo>
                <a:cubicBezTo>
                  <a:pt x="1300732" y="69962"/>
                  <a:pt x="1301245" y="71882"/>
                  <a:pt x="1302271" y="73546"/>
                </a:cubicBezTo>
                <a:cubicBezTo>
                  <a:pt x="1303299" y="75210"/>
                  <a:pt x="1304486" y="76523"/>
                  <a:pt x="1305833" y="77484"/>
                </a:cubicBezTo>
                <a:cubicBezTo>
                  <a:pt x="1307180" y="78444"/>
                  <a:pt x="1309105" y="79372"/>
                  <a:pt x="1311607" y="80269"/>
                </a:cubicBezTo>
                <a:cubicBezTo>
                  <a:pt x="1314110" y="81163"/>
                  <a:pt x="1316130" y="81771"/>
                  <a:pt x="1317669" y="82092"/>
                </a:cubicBezTo>
                <a:cubicBezTo>
                  <a:pt x="1319210" y="82412"/>
                  <a:pt x="1321456" y="82891"/>
                  <a:pt x="1324406" y="83532"/>
                </a:cubicBezTo>
                <a:cubicBezTo>
                  <a:pt x="1334672" y="85452"/>
                  <a:pt x="1341986" y="88524"/>
                  <a:pt x="1346348" y="92748"/>
                </a:cubicBezTo>
                <a:cubicBezTo>
                  <a:pt x="1351738" y="98124"/>
                  <a:pt x="1354433" y="104204"/>
                  <a:pt x="1354433" y="110989"/>
                </a:cubicBezTo>
                <a:cubicBezTo>
                  <a:pt x="1354433" y="118570"/>
                  <a:pt x="1351866" y="124930"/>
                  <a:pt x="1346733" y="130070"/>
                </a:cubicBezTo>
                <a:cubicBezTo>
                  <a:pt x="1341601" y="135207"/>
                  <a:pt x="1333839" y="137776"/>
                  <a:pt x="1323446" y="137776"/>
                </a:cubicBezTo>
                <a:cubicBezTo>
                  <a:pt x="1315105" y="137776"/>
                  <a:pt x="1308048" y="134991"/>
                  <a:pt x="1302274" y="129421"/>
                </a:cubicBezTo>
                <a:cubicBezTo>
                  <a:pt x="1301504" y="130190"/>
                  <a:pt x="1300831" y="130895"/>
                  <a:pt x="1300253" y="131535"/>
                </a:cubicBezTo>
                <a:cubicBezTo>
                  <a:pt x="1299676" y="132176"/>
                  <a:pt x="1299291" y="132624"/>
                  <a:pt x="1299099" y="132880"/>
                </a:cubicBezTo>
                <a:cubicBezTo>
                  <a:pt x="1298907" y="133137"/>
                  <a:pt x="1298779" y="133330"/>
                  <a:pt x="1298714" y="133459"/>
                </a:cubicBezTo>
                <a:cubicBezTo>
                  <a:pt x="1298650" y="133586"/>
                  <a:pt x="1298553" y="133715"/>
                  <a:pt x="1298424" y="133847"/>
                </a:cubicBezTo>
                <a:cubicBezTo>
                  <a:pt x="1295859" y="136466"/>
                  <a:pt x="1294255" y="137776"/>
                  <a:pt x="1293613" y="137776"/>
                </a:cubicBezTo>
                <a:cubicBezTo>
                  <a:pt x="1292587" y="137776"/>
                  <a:pt x="1291977" y="137456"/>
                  <a:pt x="1291783" y="136816"/>
                </a:cubicBezTo>
                <a:cubicBezTo>
                  <a:pt x="1291591" y="136176"/>
                  <a:pt x="1291495" y="134959"/>
                  <a:pt x="1291495" y="133165"/>
                </a:cubicBezTo>
                <a:close/>
                <a:moveTo>
                  <a:pt x="1366366" y="93447"/>
                </a:moveTo>
                <a:cubicBezTo>
                  <a:pt x="1366366" y="81401"/>
                  <a:pt x="1370248" y="71086"/>
                  <a:pt x="1378011" y="62500"/>
                </a:cubicBezTo>
                <a:cubicBezTo>
                  <a:pt x="1385774" y="53915"/>
                  <a:pt x="1395237" y="49622"/>
                  <a:pt x="1406399" y="49622"/>
                </a:cubicBezTo>
                <a:cubicBezTo>
                  <a:pt x="1417691" y="49622"/>
                  <a:pt x="1426256" y="53248"/>
                  <a:pt x="1432094" y="60500"/>
                </a:cubicBezTo>
                <a:cubicBezTo>
                  <a:pt x="1437933" y="67753"/>
                  <a:pt x="1440852" y="76595"/>
                  <a:pt x="1440852" y="87026"/>
                </a:cubicBezTo>
                <a:cubicBezTo>
                  <a:pt x="1440852" y="89084"/>
                  <a:pt x="1440596" y="90320"/>
                  <a:pt x="1440083" y="90733"/>
                </a:cubicBezTo>
                <a:cubicBezTo>
                  <a:pt x="1439570" y="91144"/>
                  <a:pt x="1438223" y="91350"/>
                  <a:pt x="1436042" y="91350"/>
                </a:cubicBezTo>
                <a:lnTo>
                  <a:pt x="1382340" y="91350"/>
                </a:lnTo>
                <a:cubicBezTo>
                  <a:pt x="1382340" y="104307"/>
                  <a:pt x="1384265" y="113836"/>
                  <a:pt x="1388114" y="119935"/>
                </a:cubicBezTo>
                <a:cubicBezTo>
                  <a:pt x="1393504" y="128446"/>
                  <a:pt x="1400755" y="132701"/>
                  <a:pt x="1409865" y="132701"/>
                </a:cubicBezTo>
                <a:cubicBezTo>
                  <a:pt x="1411147" y="132701"/>
                  <a:pt x="1412527" y="132575"/>
                  <a:pt x="1414003" y="132322"/>
                </a:cubicBezTo>
                <a:cubicBezTo>
                  <a:pt x="1415479" y="132070"/>
                  <a:pt x="1417757" y="131407"/>
                  <a:pt x="1420837" y="130334"/>
                </a:cubicBezTo>
                <a:cubicBezTo>
                  <a:pt x="1423917" y="129259"/>
                  <a:pt x="1426804" y="127268"/>
                  <a:pt x="1429498" y="124360"/>
                </a:cubicBezTo>
                <a:cubicBezTo>
                  <a:pt x="1432194" y="121453"/>
                  <a:pt x="1434312" y="117725"/>
                  <a:pt x="1435851" y="113177"/>
                </a:cubicBezTo>
                <a:cubicBezTo>
                  <a:pt x="1436236" y="111407"/>
                  <a:pt x="1437070" y="110522"/>
                  <a:pt x="1438353" y="110522"/>
                </a:cubicBezTo>
                <a:cubicBezTo>
                  <a:pt x="1440019" y="110522"/>
                  <a:pt x="1440852" y="111289"/>
                  <a:pt x="1440852" y="112824"/>
                </a:cubicBezTo>
                <a:cubicBezTo>
                  <a:pt x="1440852" y="113976"/>
                  <a:pt x="1440242" y="115799"/>
                  <a:pt x="1439023" y="118296"/>
                </a:cubicBezTo>
                <a:cubicBezTo>
                  <a:pt x="1437805" y="120790"/>
                  <a:pt x="1436041" y="123541"/>
                  <a:pt x="1433730" y="126548"/>
                </a:cubicBezTo>
                <a:cubicBezTo>
                  <a:pt x="1431422" y="129556"/>
                  <a:pt x="1428022" y="132179"/>
                  <a:pt x="1423530" y="134419"/>
                </a:cubicBezTo>
                <a:cubicBezTo>
                  <a:pt x="1419039" y="136657"/>
                  <a:pt x="1414099" y="137776"/>
                  <a:pt x="1408711" y="137776"/>
                </a:cubicBezTo>
                <a:cubicBezTo>
                  <a:pt x="1397419" y="137776"/>
                  <a:pt x="1387539" y="133523"/>
                  <a:pt x="1379068" y="125015"/>
                </a:cubicBezTo>
                <a:cubicBezTo>
                  <a:pt x="1370600" y="116508"/>
                  <a:pt x="1366366" y="105985"/>
                  <a:pt x="1366366" y="93447"/>
                </a:cubicBezTo>
                <a:moveTo>
                  <a:pt x="1382534" y="87026"/>
                </a:moveTo>
                <a:lnTo>
                  <a:pt x="1428150" y="87026"/>
                </a:lnTo>
                <a:cubicBezTo>
                  <a:pt x="1428150" y="84366"/>
                  <a:pt x="1427925" y="81546"/>
                  <a:pt x="1427475" y="78568"/>
                </a:cubicBezTo>
                <a:cubicBezTo>
                  <a:pt x="1427026" y="75588"/>
                  <a:pt x="1426129" y="72038"/>
                  <a:pt x="1424781" y="67919"/>
                </a:cubicBezTo>
                <a:cubicBezTo>
                  <a:pt x="1423434" y="63799"/>
                  <a:pt x="1421189" y="60441"/>
                  <a:pt x="1418044" y="57842"/>
                </a:cubicBezTo>
                <a:cubicBezTo>
                  <a:pt x="1414902" y="55244"/>
                  <a:pt x="1411020" y="53945"/>
                  <a:pt x="1406399" y="53945"/>
                </a:cubicBezTo>
                <a:cubicBezTo>
                  <a:pt x="1404347" y="53945"/>
                  <a:pt x="1402199" y="54389"/>
                  <a:pt x="1399953" y="55276"/>
                </a:cubicBezTo>
                <a:cubicBezTo>
                  <a:pt x="1397707" y="56162"/>
                  <a:pt x="1395237" y="57652"/>
                  <a:pt x="1392543" y="59746"/>
                </a:cubicBezTo>
                <a:cubicBezTo>
                  <a:pt x="1389849" y="61837"/>
                  <a:pt x="1387571" y="65259"/>
                  <a:pt x="1385709" y="70013"/>
                </a:cubicBezTo>
                <a:cubicBezTo>
                  <a:pt x="1383849" y="74765"/>
                  <a:pt x="1382791" y="80436"/>
                  <a:pt x="1382534" y="87026"/>
                </a:cubicBezTo>
                <a:close/>
                <a:moveTo>
                  <a:pt x="1452979" y="94398"/>
                </a:moveTo>
                <a:cubicBezTo>
                  <a:pt x="1452979" y="82220"/>
                  <a:pt x="1457245" y="71900"/>
                  <a:pt x="1465778" y="63440"/>
                </a:cubicBezTo>
                <a:cubicBezTo>
                  <a:pt x="1474312" y="54980"/>
                  <a:pt x="1484354" y="50750"/>
                  <a:pt x="1495902" y="50750"/>
                </a:cubicBezTo>
                <a:cubicBezTo>
                  <a:pt x="1505652" y="50750"/>
                  <a:pt x="1513735" y="54749"/>
                  <a:pt x="1520152" y="62747"/>
                </a:cubicBezTo>
                <a:lnTo>
                  <a:pt x="1520152" y="21128"/>
                </a:lnTo>
                <a:cubicBezTo>
                  <a:pt x="1520152" y="16376"/>
                  <a:pt x="1519318" y="13390"/>
                  <a:pt x="1517649" y="12171"/>
                </a:cubicBezTo>
                <a:cubicBezTo>
                  <a:pt x="1515981" y="10949"/>
                  <a:pt x="1511811" y="10338"/>
                  <a:pt x="1505138" y="10338"/>
                </a:cubicBezTo>
                <a:lnTo>
                  <a:pt x="1505138" y="4323"/>
                </a:lnTo>
                <a:lnTo>
                  <a:pt x="1532857" y="2256"/>
                </a:lnTo>
                <a:lnTo>
                  <a:pt x="1532857" y="118930"/>
                </a:lnTo>
                <a:cubicBezTo>
                  <a:pt x="1532857" y="123670"/>
                  <a:pt x="1533691" y="126649"/>
                  <a:pt x="1535359" y="127867"/>
                </a:cubicBezTo>
                <a:cubicBezTo>
                  <a:pt x="1537027" y="129085"/>
                  <a:pt x="1541197" y="129694"/>
                  <a:pt x="1547867" y="129694"/>
                </a:cubicBezTo>
                <a:lnTo>
                  <a:pt x="1547867" y="135709"/>
                </a:lnTo>
                <a:lnTo>
                  <a:pt x="1519576" y="137776"/>
                </a:lnTo>
                <a:lnTo>
                  <a:pt x="1519576" y="125089"/>
                </a:lnTo>
                <a:cubicBezTo>
                  <a:pt x="1512903" y="133547"/>
                  <a:pt x="1504306" y="137776"/>
                  <a:pt x="1493784" y="137776"/>
                </a:cubicBezTo>
                <a:cubicBezTo>
                  <a:pt x="1482749" y="137776"/>
                  <a:pt x="1473190" y="133554"/>
                  <a:pt x="1465105" y="125109"/>
                </a:cubicBezTo>
                <a:cubicBezTo>
                  <a:pt x="1457021" y="116663"/>
                  <a:pt x="1452979" y="106426"/>
                  <a:pt x="1452979" y="94398"/>
                </a:cubicBezTo>
                <a:moveTo>
                  <a:pt x="1468955" y="94589"/>
                </a:moveTo>
                <a:cubicBezTo>
                  <a:pt x="1468955" y="106458"/>
                  <a:pt x="1470817" y="115328"/>
                  <a:pt x="1474539" y="121200"/>
                </a:cubicBezTo>
                <a:cubicBezTo>
                  <a:pt x="1479670" y="129369"/>
                  <a:pt x="1486407" y="133453"/>
                  <a:pt x="1494747" y="133453"/>
                </a:cubicBezTo>
                <a:cubicBezTo>
                  <a:pt x="1504243" y="133453"/>
                  <a:pt x="1511814" y="128981"/>
                  <a:pt x="1517459" y="120037"/>
                </a:cubicBezTo>
                <a:cubicBezTo>
                  <a:pt x="1518870" y="117866"/>
                  <a:pt x="1519576" y="115503"/>
                  <a:pt x="1519576" y="112948"/>
                </a:cubicBezTo>
                <a:lnTo>
                  <a:pt x="1519576" y="73661"/>
                </a:lnTo>
                <a:cubicBezTo>
                  <a:pt x="1519576" y="71105"/>
                  <a:pt x="1518870" y="68742"/>
                  <a:pt x="1517459" y="66571"/>
                </a:cubicBezTo>
                <a:cubicBezTo>
                  <a:pt x="1512198" y="58906"/>
                  <a:pt x="1505268" y="55073"/>
                  <a:pt x="1496671" y="55073"/>
                </a:cubicBezTo>
                <a:cubicBezTo>
                  <a:pt x="1487690" y="55073"/>
                  <a:pt x="1480441" y="59165"/>
                  <a:pt x="1474923" y="67349"/>
                </a:cubicBezTo>
                <a:cubicBezTo>
                  <a:pt x="1470945" y="73487"/>
                  <a:pt x="1468955" y="82567"/>
                  <a:pt x="1468955" y="94589"/>
                </a:cubicBezTo>
                <a:close/>
                <a:moveTo>
                  <a:pt x="1623704" y="58832"/>
                </a:moveTo>
                <a:lnTo>
                  <a:pt x="1623704" y="52817"/>
                </a:lnTo>
                <a:lnTo>
                  <a:pt x="1638908" y="52817"/>
                </a:lnTo>
                <a:lnTo>
                  <a:pt x="1638908" y="30650"/>
                </a:lnTo>
                <a:cubicBezTo>
                  <a:pt x="1638908" y="21140"/>
                  <a:pt x="1641987" y="13655"/>
                  <a:pt x="1648145" y="8194"/>
                </a:cubicBezTo>
                <a:cubicBezTo>
                  <a:pt x="1654304" y="2731"/>
                  <a:pt x="1661170" y="0"/>
                  <a:pt x="1668741" y="0"/>
                </a:cubicBezTo>
                <a:cubicBezTo>
                  <a:pt x="1673746" y="0"/>
                  <a:pt x="1677884" y="1355"/>
                  <a:pt x="1681156" y="4065"/>
                </a:cubicBezTo>
                <a:cubicBezTo>
                  <a:pt x="1684427" y="6773"/>
                  <a:pt x="1686063" y="9932"/>
                  <a:pt x="1686063" y="13542"/>
                </a:cubicBezTo>
                <a:cubicBezTo>
                  <a:pt x="1686063" y="15974"/>
                  <a:pt x="1685325" y="17991"/>
                  <a:pt x="1683849" y="19592"/>
                </a:cubicBezTo>
                <a:cubicBezTo>
                  <a:pt x="1682374" y="21192"/>
                  <a:pt x="1680290" y="21992"/>
                  <a:pt x="1677596" y="21992"/>
                </a:cubicBezTo>
                <a:cubicBezTo>
                  <a:pt x="1675029" y="21992"/>
                  <a:pt x="1673008" y="21192"/>
                  <a:pt x="1671531" y="19592"/>
                </a:cubicBezTo>
                <a:cubicBezTo>
                  <a:pt x="1670057" y="17991"/>
                  <a:pt x="1669320" y="16037"/>
                  <a:pt x="1669320" y="13733"/>
                </a:cubicBezTo>
                <a:cubicBezTo>
                  <a:pt x="1669320" y="9637"/>
                  <a:pt x="1671244" y="6949"/>
                  <a:pt x="1675094" y="5668"/>
                </a:cubicBezTo>
                <a:cubicBezTo>
                  <a:pt x="1673169" y="4771"/>
                  <a:pt x="1671052" y="4323"/>
                  <a:pt x="1668741" y="4323"/>
                </a:cubicBezTo>
                <a:cubicBezTo>
                  <a:pt x="1664122" y="4323"/>
                  <a:pt x="1660017" y="6697"/>
                  <a:pt x="1656424" y="11445"/>
                </a:cubicBezTo>
                <a:cubicBezTo>
                  <a:pt x="1652831" y="16191"/>
                  <a:pt x="1651035" y="22541"/>
                  <a:pt x="1651035" y="30494"/>
                </a:cubicBezTo>
                <a:lnTo>
                  <a:pt x="1651035" y="52817"/>
                </a:lnTo>
                <a:lnTo>
                  <a:pt x="1673555" y="52817"/>
                </a:lnTo>
                <a:lnTo>
                  <a:pt x="1673555" y="58832"/>
                </a:lnTo>
                <a:lnTo>
                  <a:pt x="1651610" y="58832"/>
                </a:lnTo>
                <a:lnTo>
                  <a:pt x="1651610" y="120669"/>
                </a:lnTo>
                <a:cubicBezTo>
                  <a:pt x="1651610" y="124381"/>
                  <a:pt x="1652380" y="126814"/>
                  <a:pt x="1653919" y="127967"/>
                </a:cubicBezTo>
                <a:cubicBezTo>
                  <a:pt x="1655460" y="129118"/>
                  <a:pt x="1659566" y="129694"/>
                  <a:pt x="1666239" y="129694"/>
                </a:cubicBezTo>
                <a:lnTo>
                  <a:pt x="1670280" y="129694"/>
                </a:lnTo>
                <a:lnTo>
                  <a:pt x="1670280" y="135709"/>
                </a:lnTo>
                <a:cubicBezTo>
                  <a:pt x="1665148" y="135321"/>
                  <a:pt x="1657000" y="135127"/>
                  <a:pt x="1645836" y="135127"/>
                </a:cubicBezTo>
                <a:cubicBezTo>
                  <a:pt x="1644297" y="135127"/>
                  <a:pt x="1642309" y="135159"/>
                  <a:pt x="1639871" y="135224"/>
                </a:cubicBezTo>
                <a:cubicBezTo>
                  <a:pt x="1637434" y="135289"/>
                  <a:pt x="1634610" y="135386"/>
                  <a:pt x="1631401" y="135515"/>
                </a:cubicBezTo>
                <a:cubicBezTo>
                  <a:pt x="1628194" y="135644"/>
                  <a:pt x="1625692" y="135709"/>
                  <a:pt x="1623895" y="135709"/>
                </a:cubicBezTo>
                <a:lnTo>
                  <a:pt x="1623895" y="129694"/>
                </a:lnTo>
                <a:cubicBezTo>
                  <a:pt x="1630697" y="129694"/>
                  <a:pt x="1634899" y="129278"/>
                  <a:pt x="1636503" y="128446"/>
                </a:cubicBezTo>
                <a:cubicBezTo>
                  <a:pt x="1638106" y="127614"/>
                  <a:pt x="1638908" y="125149"/>
                  <a:pt x="1638908" y="121053"/>
                </a:cubicBezTo>
                <a:lnTo>
                  <a:pt x="1638908" y="58832"/>
                </a:lnTo>
                <a:lnTo>
                  <a:pt x="1623704" y="58832"/>
                </a:lnTo>
                <a:close/>
                <a:moveTo>
                  <a:pt x="1694147" y="125203"/>
                </a:moveTo>
                <a:cubicBezTo>
                  <a:pt x="1685679" y="116821"/>
                  <a:pt x="1681445" y="106577"/>
                  <a:pt x="1681445" y="94472"/>
                </a:cubicBezTo>
                <a:cubicBezTo>
                  <a:pt x="1681445" y="82364"/>
                  <a:pt x="1685583" y="71862"/>
                  <a:pt x="1693859" y="62967"/>
                </a:cubicBezTo>
                <a:cubicBezTo>
                  <a:pt x="1702135" y="54070"/>
                  <a:pt x="1712240" y="49622"/>
                  <a:pt x="1724174" y="49622"/>
                </a:cubicBezTo>
                <a:cubicBezTo>
                  <a:pt x="1735851" y="49622"/>
                  <a:pt x="1745859" y="54030"/>
                  <a:pt x="1754198" y="62847"/>
                </a:cubicBezTo>
                <a:cubicBezTo>
                  <a:pt x="1762539" y="71663"/>
                  <a:pt x="1766709" y="82205"/>
                  <a:pt x="1766709" y="94472"/>
                </a:cubicBezTo>
                <a:cubicBezTo>
                  <a:pt x="1766709" y="106532"/>
                  <a:pt x="1762507" y="116766"/>
                  <a:pt x="1754101" y="125171"/>
                </a:cubicBezTo>
                <a:cubicBezTo>
                  <a:pt x="1745698" y="133574"/>
                  <a:pt x="1735657" y="137776"/>
                  <a:pt x="1723980" y="137776"/>
                </a:cubicBezTo>
                <a:cubicBezTo>
                  <a:pt x="1712559" y="137776"/>
                  <a:pt x="1702615" y="133585"/>
                  <a:pt x="1694147" y="125203"/>
                </a:cubicBezTo>
                <a:moveTo>
                  <a:pt x="1697419" y="92941"/>
                </a:moveTo>
                <a:cubicBezTo>
                  <a:pt x="1697419" y="105302"/>
                  <a:pt x="1699022" y="114286"/>
                  <a:pt x="1702229" y="119893"/>
                </a:cubicBezTo>
                <a:cubicBezTo>
                  <a:pt x="1707234" y="128432"/>
                  <a:pt x="1714549" y="132701"/>
                  <a:pt x="1724174" y="132701"/>
                </a:cubicBezTo>
                <a:cubicBezTo>
                  <a:pt x="1728922" y="132701"/>
                  <a:pt x="1733284" y="131428"/>
                  <a:pt x="1737261" y="128880"/>
                </a:cubicBezTo>
                <a:cubicBezTo>
                  <a:pt x="1741239" y="126331"/>
                  <a:pt x="1744319" y="122890"/>
                  <a:pt x="1746500" y="118557"/>
                </a:cubicBezTo>
                <a:cubicBezTo>
                  <a:pt x="1749324" y="112950"/>
                  <a:pt x="1750735" y="104411"/>
                  <a:pt x="1750735" y="92941"/>
                </a:cubicBezTo>
                <a:cubicBezTo>
                  <a:pt x="1750735" y="80706"/>
                  <a:pt x="1749067" y="71849"/>
                  <a:pt x="1745731" y="66371"/>
                </a:cubicBezTo>
                <a:cubicBezTo>
                  <a:pt x="1740726" y="58087"/>
                  <a:pt x="1733476" y="53945"/>
                  <a:pt x="1723980" y="53945"/>
                </a:cubicBezTo>
                <a:cubicBezTo>
                  <a:pt x="1719874" y="53945"/>
                  <a:pt x="1715800" y="55029"/>
                  <a:pt x="1711757" y="57196"/>
                </a:cubicBezTo>
                <a:cubicBezTo>
                  <a:pt x="1707716" y="59362"/>
                  <a:pt x="1704476" y="62547"/>
                  <a:pt x="1702039" y="66753"/>
                </a:cubicBezTo>
                <a:cubicBezTo>
                  <a:pt x="1698959" y="72361"/>
                  <a:pt x="1697419" y="81090"/>
                  <a:pt x="1697419" y="92941"/>
                </a:cubicBezTo>
                <a:close/>
                <a:moveTo>
                  <a:pt x="1795773" y="125203"/>
                </a:moveTo>
                <a:cubicBezTo>
                  <a:pt x="1787305" y="116821"/>
                  <a:pt x="1783070" y="106577"/>
                  <a:pt x="1783070" y="94472"/>
                </a:cubicBezTo>
                <a:cubicBezTo>
                  <a:pt x="1783070" y="82364"/>
                  <a:pt x="1787209" y="71862"/>
                  <a:pt x="1795485" y="62967"/>
                </a:cubicBezTo>
                <a:cubicBezTo>
                  <a:pt x="1803761" y="54070"/>
                  <a:pt x="1813866" y="49622"/>
                  <a:pt x="1825800" y="49622"/>
                </a:cubicBezTo>
                <a:cubicBezTo>
                  <a:pt x="1837477" y="49622"/>
                  <a:pt x="1847485" y="54030"/>
                  <a:pt x="1855824" y="62847"/>
                </a:cubicBezTo>
                <a:cubicBezTo>
                  <a:pt x="1864164" y="71663"/>
                  <a:pt x="1868335" y="82205"/>
                  <a:pt x="1868335" y="94472"/>
                </a:cubicBezTo>
                <a:cubicBezTo>
                  <a:pt x="1868335" y="106532"/>
                  <a:pt x="1864132" y="116766"/>
                  <a:pt x="1855727" y="125171"/>
                </a:cubicBezTo>
                <a:cubicBezTo>
                  <a:pt x="1847323" y="133574"/>
                  <a:pt x="1837283" y="137776"/>
                  <a:pt x="1825606" y="137776"/>
                </a:cubicBezTo>
                <a:cubicBezTo>
                  <a:pt x="1814185" y="137776"/>
                  <a:pt x="1804241" y="133585"/>
                  <a:pt x="1795773" y="125203"/>
                </a:cubicBezTo>
                <a:moveTo>
                  <a:pt x="1799044" y="92941"/>
                </a:moveTo>
                <a:cubicBezTo>
                  <a:pt x="1799044" y="105302"/>
                  <a:pt x="1800648" y="114286"/>
                  <a:pt x="1803855" y="119893"/>
                </a:cubicBezTo>
                <a:cubicBezTo>
                  <a:pt x="1808859" y="128432"/>
                  <a:pt x="1816174" y="132701"/>
                  <a:pt x="1825800" y="132701"/>
                </a:cubicBezTo>
                <a:cubicBezTo>
                  <a:pt x="1830548" y="132701"/>
                  <a:pt x="1834910" y="131428"/>
                  <a:pt x="1838886" y="128880"/>
                </a:cubicBezTo>
                <a:cubicBezTo>
                  <a:pt x="1842865" y="126331"/>
                  <a:pt x="1845945" y="122890"/>
                  <a:pt x="1848126" y="118557"/>
                </a:cubicBezTo>
                <a:cubicBezTo>
                  <a:pt x="1850949" y="112950"/>
                  <a:pt x="1852361" y="104411"/>
                  <a:pt x="1852361" y="92941"/>
                </a:cubicBezTo>
                <a:cubicBezTo>
                  <a:pt x="1852361" y="80706"/>
                  <a:pt x="1850693" y="71849"/>
                  <a:pt x="1847356" y="66371"/>
                </a:cubicBezTo>
                <a:cubicBezTo>
                  <a:pt x="1842352" y="58087"/>
                  <a:pt x="1835102" y="53945"/>
                  <a:pt x="1825606" y="53945"/>
                </a:cubicBezTo>
                <a:cubicBezTo>
                  <a:pt x="1821500" y="53945"/>
                  <a:pt x="1817425" y="55029"/>
                  <a:pt x="1813382" y="57196"/>
                </a:cubicBezTo>
                <a:cubicBezTo>
                  <a:pt x="1809341" y="59362"/>
                  <a:pt x="1806102" y="62547"/>
                  <a:pt x="1803664" y="66753"/>
                </a:cubicBezTo>
                <a:cubicBezTo>
                  <a:pt x="1800584" y="72361"/>
                  <a:pt x="1799044" y="81090"/>
                  <a:pt x="1799044" y="92941"/>
                </a:cubicBezTo>
                <a:close/>
                <a:moveTo>
                  <a:pt x="1877575" y="58832"/>
                </a:moveTo>
                <a:lnTo>
                  <a:pt x="1877575" y="54509"/>
                </a:lnTo>
                <a:cubicBezTo>
                  <a:pt x="1883478" y="54253"/>
                  <a:pt x="1888386" y="52035"/>
                  <a:pt x="1892298" y="47857"/>
                </a:cubicBezTo>
                <a:cubicBezTo>
                  <a:pt x="1896212" y="43679"/>
                  <a:pt x="1898842" y="39019"/>
                  <a:pt x="1900189" y="33877"/>
                </a:cubicBezTo>
                <a:cubicBezTo>
                  <a:pt x="1901536" y="28734"/>
                  <a:pt x="1902274" y="23205"/>
                  <a:pt x="1902403" y="17293"/>
                </a:cubicBezTo>
                <a:lnTo>
                  <a:pt x="1907217" y="17293"/>
                </a:lnTo>
                <a:lnTo>
                  <a:pt x="1907217" y="52817"/>
                </a:lnTo>
                <a:lnTo>
                  <a:pt x="1934739" y="52817"/>
                </a:lnTo>
                <a:lnTo>
                  <a:pt x="1934739" y="58832"/>
                </a:lnTo>
                <a:lnTo>
                  <a:pt x="1907217" y="58832"/>
                </a:lnTo>
                <a:lnTo>
                  <a:pt x="1907217" y="112034"/>
                </a:lnTo>
                <a:cubicBezTo>
                  <a:pt x="1907217" y="125812"/>
                  <a:pt x="1911516" y="132701"/>
                  <a:pt x="1920113" y="132701"/>
                </a:cubicBezTo>
                <a:cubicBezTo>
                  <a:pt x="1923835" y="132701"/>
                  <a:pt x="1926915" y="130831"/>
                  <a:pt x="1929353" y="127092"/>
                </a:cubicBezTo>
                <a:cubicBezTo>
                  <a:pt x="1931790" y="123350"/>
                  <a:pt x="1933009" y="118119"/>
                  <a:pt x="1933009" y="111397"/>
                </a:cubicBezTo>
                <a:lnTo>
                  <a:pt x="1933009" y="100936"/>
                </a:lnTo>
                <a:lnTo>
                  <a:pt x="1937820" y="100936"/>
                </a:lnTo>
                <a:lnTo>
                  <a:pt x="1937820" y="111873"/>
                </a:lnTo>
                <a:cubicBezTo>
                  <a:pt x="1937820" y="118780"/>
                  <a:pt x="1936215" y="124824"/>
                  <a:pt x="1933006" y="130005"/>
                </a:cubicBezTo>
                <a:cubicBezTo>
                  <a:pt x="1929799" y="135186"/>
                  <a:pt x="1925052" y="137776"/>
                  <a:pt x="1918765" y="137776"/>
                </a:cubicBezTo>
                <a:cubicBezTo>
                  <a:pt x="1916455" y="137776"/>
                  <a:pt x="1914144" y="137487"/>
                  <a:pt x="1911834" y="136910"/>
                </a:cubicBezTo>
                <a:cubicBezTo>
                  <a:pt x="1909525" y="136334"/>
                  <a:pt x="1906896" y="135279"/>
                  <a:pt x="1903945" y="133744"/>
                </a:cubicBezTo>
                <a:cubicBezTo>
                  <a:pt x="1900995" y="132207"/>
                  <a:pt x="1898588" y="129550"/>
                  <a:pt x="1896726" y="125773"/>
                </a:cubicBezTo>
                <a:cubicBezTo>
                  <a:pt x="1894866" y="121994"/>
                  <a:pt x="1893936" y="117352"/>
                  <a:pt x="1893936" y="111846"/>
                </a:cubicBezTo>
                <a:lnTo>
                  <a:pt x="1893936" y="58832"/>
                </a:lnTo>
                <a:lnTo>
                  <a:pt x="1877575" y="58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b0d5900d9d4157"/>
          <a:stretch xmlns:a="http://schemas.openxmlformats.org/drawingml/2006/main"/>
        </p:blipFill>
        <p:spPr>
          <a:xfrm xmlns:a="http://schemas.openxmlformats.org/drawingml/2006/main">
            <a:off x="430654" y="622882"/>
            <a:ext cx="705224" cy="705224"/>
          </a:xfrm>
          <a:prstGeom xmlns:a="http://schemas.openxmlformats.org/drawingml/2006/main" prst="rect">
            <a:avLst/>
          </a:prstGeom>
        </p:spPr>
      </p:pic>
      <p:pic>
        <p:nvPicPr>
          <p:cNvPr id="1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afdd0e49364bd4"/>
          <a:stretch xmlns:a="http://schemas.openxmlformats.org/drawingml/2006/main"/>
        </p:blipFill>
        <p:spPr>
          <a:xfrm xmlns:a="http://schemas.openxmlformats.org/drawingml/2006/main">
            <a:off x="1270753" y="622882"/>
            <a:ext cx="705224" cy="705224"/>
          </a:xfrm>
          <a:prstGeom xmlns:a="http://schemas.openxmlformats.org/drawingml/2006/main" prst="rect">
            <a:avLst/>
          </a:prstGeom>
        </p:spPr>
      </p:pic>
      <p:pic>
        <p:nvPicPr>
          <p:cNvPr id="1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d27920913946bc"/>
          <a:stretch xmlns:a="http://schemas.openxmlformats.org/drawingml/2006/main"/>
        </p:blipFill>
        <p:spPr>
          <a:xfrm xmlns:a="http://schemas.openxmlformats.org/drawingml/2006/main">
            <a:off x="2110852" y="622882"/>
            <a:ext cx="705223" cy="705223"/>
          </a:xfrm>
          <a:prstGeom xmlns:a="http://schemas.openxmlformats.org/drawingml/2006/main" prst="rect">
            <a:avLst/>
          </a:prstGeom>
        </p:spPr>
      </p:pic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7486954bfb4af9"/>
          <a:stretch xmlns:a="http://schemas.openxmlformats.org/drawingml/2006/main"/>
        </p:blipFill>
        <p:spPr>
          <a:xfrm xmlns:a="http://schemas.openxmlformats.org/drawingml/2006/main">
            <a:off x="2950950" y="622882"/>
            <a:ext cx="705224" cy="705224"/>
          </a:xfrm>
          <a:prstGeom xmlns:a="http://schemas.openxmlformats.org/drawingml/2006/main" prst="rect">
            <a:avLst/>
          </a:prstGeom>
        </p:spPr>
      </p:pic>
      <p:pic>
        <p:nvPicPr>
          <p:cNvPr id="1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4ac95dafd34e2d"/>
          <a:stretch xmlns:a="http://schemas.openxmlformats.org/drawingml/2006/main"/>
        </p:blipFill>
        <p:spPr>
          <a:xfrm xmlns:a="http://schemas.openxmlformats.org/drawingml/2006/main">
            <a:off x="3786306" y="622882"/>
            <a:ext cx="705224" cy="705224"/>
          </a:xfrm>
          <a:prstGeom xmlns:a="http://schemas.openxmlformats.org/drawingml/2006/main" prst="rect">
            <a:avLst/>
          </a:prstGeom>
        </p:spPr>
      </p:pic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838f1f6b8f4b9f"/>
          <a:stretch xmlns:a="http://schemas.openxmlformats.org/drawingml/2006/main"/>
        </p:blipFill>
        <p:spPr>
          <a:xfrm xmlns:a="http://schemas.openxmlformats.org/drawingml/2006/main">
            <a:off x="4624939" y="617783"/>
            <a:ext cx="715424" cy="715424"/>
          </a:xfrm>
          <a:prstGeom xmlns:a="http://schemas.openxmlformats.org/drawingml/2006/main" prst="rect">
            <a:avLst/>
          </a:prstGeom>
        </p:spPr>
      </p:pic>
      <p:pic>
        <p:nvPicPr>
          <p:cNvPr id="1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034c27b2547d7"/>
          <a:stretch xmlns:a="http://schemas.openxmlformats.org/drawingml/2006/main"/>
        </p:blipFill>
        <p:spPr>
          <a:xfrm xmlns:a="http://schemas.openxmlformats.org/drawingml/2006/main">
            <a:off x="5463572" y="617783"/>
            <a:ext cx="715424" cy="715424"/>
          </a:xfrm>
          <a:prstGeom xmlns:a="http://schemas.openxmlformats.org/drawingml/2006/main" prst="rect">
            <a:avLst/>
          </a:prstGeom>
        </p:spPr>
      </p:pic>
      <p:pic>
        <p:nvPicPr>
          <p:cNvPr id="1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a4710d617b44f6"/>
          <a:stretch xmlns:a="http://schemas.openxmlformats.org/drawingml/2006/main"/>
        </p:blipFill>
        <p:spPr>
          <a:xfrm xmlns:a="http://schemas.openxmlformats.org/drawingml/2006/main">
            <a:off x="6302205" y="617783"/>
            <a:ext cx="715424" cy="715424"/>
          </a:xfrm>
          <a:prstGeom xmlns:a="http://schemas.openxmlformats.org/drawingml/2006/main" prst="rect">
            <a:avLst/>
          </a:prstGeom>
        </p:spPr>
      </p:pic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d3504dcdfa4326"/>
          <a:stretch xmlns:a="http://schemas.openxmlformats.org/drawingml/2006/main"/>
        </p:blipFill>
        <p:spPr>
          <a:xfrm xmlns:a="http://schemas.openxmlformats.org/drawingml/2006/main">
            <a:off x="7140838" y="617783"/>
            <a:ext cx="715424" cy="715424"/>
          </a:xfrm>
          <a:prstGeom xmlns:a="http://schemas.openxmlformats.org/drawingml/2006/main" prst="rect">
            <a:avLst/>
          </a:prstGeom>
        </p:spPr>
      </p:pic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9a761889c94a73"/>
          <a:stretch xmlns:a="http://schemas.openxmlformats.org/drawingml/2006/main"/>
        </p:blipFill>
        <p:spPr>
          <a:xfrm xmlns:a="http://schemas.openxmlformats.org/drawingml/2006/main">
            <a:off x="7979472" y="617783"/>
            <a:ext cx="715424" cy="715424"/>
          </a:xfrm>
          <a:prstGeom xmlns:a="http://schemas.openxmlformats.org/drawingml/2006/main" prst="rect">
            <a:avLst/>
          </a:prstGeom>
        </p:spPr>
      </p:pic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9B964-BE2B-4F92-B6B5-51EA6947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73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45" name="Text A">
            <a:extLst xmlns:a="http://schemas.openxmlformats.org/drawingml/2006/main">
              <a:ext uri="{FF2B5EF4-FFF2-40B4-BE49-F238E27FC236}">
                <a16:creationId xmlns:a16="http://schemas.microsoft.com/office/drawing/2014/main" id="{651827EF-0BE9-4A84-AA06-16B13A4D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965" y="394123"/>
            <a:ext cx="129671" cy="115194"/>
          </a:xfrm>
          <a:custGeom xmlns:a="http://schemas.openxmlformats.org/drawingml/2006/main">
            <a:pathLst>
              <a:path w="129671" h="115194">
                <a:moveTo>
                  <a:pt x="0" y="115194"/>
                </a:moveTo>
                <a:lnTo>
                  <a:pt x="0" y="107461"/>
                </a:lnTo>
                <a:lnTo>
                  <a:pt x="3464" y="107461"/>
                </a:lnTo>
                <a:cubicBezTo>
                  <a:pt x="9183" y="107461"/>
                  <a:pt x="12812" y="107185"/>
                  <a:pt x="14351" y="106632"/>
                </a:cubicBezTo>
                <a:cubicBezTo>
                  <a:pt x="15892" y="106079"/>
                  <a:pt x="16938" y="105083"/>
                  <a:pt x="17488" y="103644"/>
                </a:cubicBezTo>
                <a:lnTo>
                  <a:pt x="58403" y="4322"/>
                </a:lnTo>
                <a:cubicBezTo>
                  <a:pt x="58842" y="3104"/>
                  <a:pt x="59227" y="2245"/>
                  <a:pt x="59555" y="1747"/>
                </a:cubicBezTo>
                <a:cubicBezTo>
                  <a:pt x="59886" y="1247"/>
                  <a:pt x="60463" y="831"/>
                  <a:pt x="61287" y="498"/>
                </a:cubicBezTo>
                <a:cubicBezTo>
                  <a:pt x="62113" y="166"/>
                  <a:pt x="63296" y="0"/>
                  <a:pt x="64837" y="0"/>
                </a:cubicBezTo>
                <a:cubicBezTo>
                  <a:pt x="66047" y="0"/>
                  <a:pt x="66926" y="55"/>
                  <a:pt x="67475" y="166"/>
                </a:cubicBezTo>
                <a:cubicBezTo>
                  <a:pt x="68025" y="277"/>
                  <a:pt x="68685" y="665"/>
                  <a:pt x="69454" y="1332"/>
                </a:cubicBezTo>
                <a:cubicBezTo>
                  <a:pt x="70224" y="1998"/>
                  <a:pt x="70884" y="2997"/>
                  <a:pt x="71435" y="4330"/>
                </a:cubicBezTo>
                <a:lnTo>
                  <a:pt x="113668" y="107461"/>
                </a:lnTo>
                <a:lnTo>
                  <a:pt x="129671" y="107461"/>
                </a:lnTo>
                <a:lnTo>
                  <a:pt x="129671" y="115194"/>
                </a:lnTo>
                <a:cubicBezTo>
                  <a:pt x="125823" y="114865"/>
                  <a:pt x="116860" y="114701"/>
                  <a:pt x="102781" y="114701"/>
                </a:cubicBezTo>
                <a:cubicBezTo>
                  <a:pt x="87603" y="114701"/>
                  <a:pt x="77925" y="114865"/>
                  <a:pt x="73746" y="115194"/>
                </a:cubicBezTo>
                <a:lnTo>
                  <a:pt x="73746" y="107461"/>
                </a:lnTo>
                <a:lnTo>
                  <a:pt x="89416" y="107461"/>
                </a:lnTo>
                <a:lnTo>
                  <a:pt x="79518" y="83294"/>
                </a:lnTo>
                <a:lnTo>
                  <a:pt x="35306" y="83294"/>
                </a:lnTo>
                <a:lnTo>
                  <a:pt x="27056" y="103262"/>
                </a:lnTo>
                <a:cubicBezTo>
                  <a:pt x="26617" y="103710"/>
                  <a:pt x="26397" y="104382"/>
                  <a:pt x="26397" y="105278"/>
                </a:cubicBezTo>
                <a:cubicBezTo>
                  <a:pt x="26397" y="106733"/>
                  <a:pt x="31291" y="107461"/>
                  <a:pt x="41078" y="107461"/>
                </a:cubicBezTo>
                <a:lnTo>
                  <a:pt x="41078" y="115194"/>
                </a:lnTo>
                <a:cubicBezTo>
                  <a:pt x="37010" y="114865"/>
                  <a:pt x="29752" y="114701"/>
                  <a:pt x="19303" y="114701"/>
                </a:cubicBezTo>
                <a:cubicBezTo>
                  <a:pt x="18972" y="114701"/>
                  <a:pt x="12538" y="114865"/>
                  <a:pt x="0" y="115194"/>
                </a:cubicBezTo>
                <a:moveTo>
                  <a:pt x="38604" y="75561"/>
                </a:moveTo>
                <a:lnTo>
                  <a:pt x="76220" y="75561"/>
                </a:lnTo>
                <a:lnTo>
                  <a:pt x="57413" y="29569"/>
                </a:lnTo>
                <a:lnTo>
                  <a:pt x="38604" y="755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5B2C72-74DE-4272-834A-2D5302448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406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47" name="Text B">
            <a:extLst xmlns:a="http://schemas.openxmlformats.org/drawingml/2006/main">
              <a:ext uri="{FF2B5EF4-FFF2-40B4-BE49-F238E27FC236}">
                <a16:creationId xmlns:a16="http://schemas.microsoft.com/office/drawing/2014/main" id="{60FBF3BB-8E81-400A-9EE6-1BCD552F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2476" y="396217"/>
            <a:ext cx="117794" cy="113099"/>
          </a:xfrm>
          <a:custGeom xmlns:a="http://schemas.openxmlformats.org/drawingml/2006/main">
            <a:pathLst>
              <a:path w="117794" h="113099">
                <a:moveTo>
                  <a:pt x="0" y="113099"/>
                </a:moveTo>
                <a:lnTo>
                  <a:pt x="0" y="105366"/>
                </a:lnTo>
                <a:lnTo>
                  <a:pt x="17818" y="105366"/>
                </a:lnTo>
                <a:lnTo>
                  <a:pt x="17818" y="7733"/>
                </a:lnTo>
                <a:lnTo>
                  <a:pt x="0" y="7733"/>
                </a:lnTo>
                <a:lnTo>
                  <a:pt x="0" y="0"/>
                </a:lnTo>
                <a:lnTo>
                  <a:pt x="71598" y="0"/>
                </a:lnTo>
                <a:cubicBezTo>
                  <a:pt x="84356" y="0"/>
                  <a:pt x="94365" y="2718"/>
                  <a:pt x="101623" y="8154"/>
                </a:cubicBezTo>
                <a:cubicBezTo>
                  <a:pt x="108883" y="13589"/>
                  <a:pt x="112513" y="20315"/>
                  <a:pt x="112513" y="28330"/>
                </a:cubicBezTo>
                <a:cubicBezTo>
                  <a:pt x="112513" y="34704"/>
                  <a:pt x="109983" y="40200"/>
                  <a:pt x="104923" y="44816"/>
                </a:cubicBezTo>
                <a:cubicBezTo>
                  <a:pt x="99865" y="49432"/>
                  <a:pt x="92882" y="52509"/>
                  <a:pt x="83974" y="54047"/>
                </a:cubicBezTo>
                <a:cubicBezTo>
                  <a:pt x="93872" y="54821"/>
                  <a:pt x="101983" y="57793"/>
                  <a:pt x="108306" y="62964"/>
                </a:cubicBezTo>
                <a:cubicBezTo>
                  <a:pt x="114632" y="68135"/>
                  <a:pt x="117794" y="74625"/>
                  <a:pt x="117794" y="82436"/>
                </a:cubicBezTo>
                <a:cubicBezTo>
                  <a:pt x="117794" y="91008"/>
                  <a:pt x="114192" y="98262"/>
                  <a:pt x="106987" y="104198"/>
                </a:cubicBezTo>
                <a:cubicBezTo>
                  <a:pt x="99784" y="110132"/>
                  <a:pt x="89639" y="113099"/>
                  <a:pt x="76550" y="113099"/>
                </a:cubicBezTo>
                <a:lnTo>
                  <a:pt x="0" y="113099"/>
                </a:lnTo>
                <a:moveTo>
                  <a:pt x="39429" y="105366"/>
                </a:moveTo>
                <a:lnTo>
                  <a:pt x="69786" y="105366"/>
                </a:lnTo>
                <a:cubicBezTo>
                  <a:pt x="73525" y="105366"/>
                  <a:pt x="76851" y="104871"/>
                  <a:pt x="79765" y="103881"/>
                </a:cubicBezTo>
                <a:cubicBezTo>
                  <a:pt x="82680" y="102891"/>
                  <a:pt x="84935" y="101516"/>
                  <a:pt x="86529" y="99758"/>
                </a:cubicBezTo>
                <a:cubicBezTo>
                  <a:pt x="88125" y="97997"/>
                  <a:pt x="89445" y="96292"/>
                  <a:pt x="90489" y="94642"/>
                </a:cubicBezTo>
                <a:cubicBezTo>
                  <a:pt x="91534" y="92993"/>
                  <a:pt x="92249" y="91151"/>
                  <a:pt x="92633" y="89117"/>
                </a:cubicBezTo>
                <a:cubicBezTo>
                  <a:pt x="93019" y="87081"/>
                  <a:pt x="93267" y="85623"/>
                  <a:pt x="93376" y="84744"/>
                </a:cubicBezTo>
                <a:cubicBezTo>
                  <a:pt x="93487" y="83865"/>
                  <a:pt x="93542" y="83040"/>
                  <a:pt x="93542" y="82270"/>
                </a:cubicBezTo>
                <a:cubicBezTo>
                  <a:pt x="93542" y="74900"/>
                  <a:pt x="91727" y="68907"/>
                  <a:pt x="88097" y="64288"/>
                </a:cubicBezTo>
                <a:cubicBezTo>
                  <a:pt x="84358" y="59559"/>
                  <a:pt x="78804" y="57194"/>
                  <a:pt x="71435" y="57194"/>
                </a:cubicBezTo>
                <a:lnTo>
                  <a:pt x="39429" y="57194"/>
                </a:lnTo>
                <a:lnTo>
                  <a:pt x="39429" y="105366"/>
                </a:lnTo>
                <a:moveTo>
                  <a:pt x="39429" y="51233"/>
                </a:moveTo>
                <a:lnTo>
                  <a:pt x="65164" y="51233"/>
                </a:lnTo>
                <a:cubicBezTo>
                  <a:pt x="72864" y="51233"/>
                  <a:pt x="78775" y="49092"/>
                  <a:pt x="82899" y="44809"/>
                </a:cubicBezTo>
                <a:cubicBezTo>
                  <a:pt x="87024" y="40524"/>
                  <a:pt x="89086" y="35031"/>
                  <a:pt x="89086" y="28330"/>
                </a:cubicBezTo>
                <a:cubicBezTo>
                  <a:pt x="89086" y="26133"/>
                  <a:pt x="88811" y="23964"/>
                  <a:pt x="88261" y="21823"/>
                </a:cubicBezTo>
                <a:cubicBezTo>
                  <a:pt x="87712" y="19680"/>
                  <a:pt x="86805" y="17482"/>
                  <a:pt x="85540" y="15230"/>
                </a:cubicBezTo>
                <a:cubicBezTo>
                  <a:pt x="84274" y="12978"/>
                  <a:pt x="82267" y="11165"/>
                  <a:pt x="79518" y="9792"/>
                </a:cubicBezTo>
                <a:cubicBezTo>
                  <a:pt x="76769" y="8420"/>
                  <a:pt x="73414" y="7733"/>
                  <a:pt x="69454" y="7733"/>
                </a:cubicBezTo>
                <a:lnTo>
                  <a:pt x="39429" y="7733"/>
                </a:lnTo>
                <a:lnTo>
                  <a:pt x="39429" y="512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F58B0E-1575-477E-ACEF-A02B4FFF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2165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49" name="Text C">
            <a:extLst xmlns:a="http://schemas.openxmlformats.org/drawingml/2006/main">
              <a:ext uri="{FF2B5EF4-FFF2-40B4-BE49-F238E27FC236}">
                <a16:creationId xmlns:a16="http://schemas.microsoft.com/office/drawing/2014/main" id="{E0A10300-4569-44A2-8139-90A27722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368" y="394284"/>
            <a:ext cx="115816" cy="116805"/>
          </a:xfrm>
          <a:custGeom xmlns:a="http://schemas.openxmlformats.org/drawingml/2006/main">
            <a:pathLst>
              <a:path w="115816" h="116805">
                <a:moveTo>
                  <a:pt x="17981" y="100477"/>
                </a:moveTo>
                <a:cubicBezTo>
                  <a:pt x="5994" y="89592"/>
                  <a:pt x="0" y="75567"/>
                  <a:pt x="0" y="58403"/>
                </a:cubicBezTo>
                <a:cubicBezTo>
                  <a:pt x="0" y="41238"/>
                  <a:pt x="5994" y="27213"/>
                  <a:pt x="17981" y="16328"/>
                </a:cubicBezTo>
                <a:cubicBezTo>
                  <a:pt x="29971" y="5443"/>
                  <a:pt x="46084" y="0"/>
                  <a:pt x="66322" y="0"/>
                </a:cubicBezTo>
                <a:cubicBezTo>
                  <a:pt x="78749" y="0"/>
                  <a:pt x="89582" y="3733"/>
                  <a:pt x="98821" y="11200"/>
                </a:cubicBezTo>
                <a:lnTo>
                  <a:pt x="109711" y="1483"/>
                </a:lnTo>
                <a:cubicBezTo>
                  <a:pt x="110810" y="494"/>
                  <a:pt x="111855" y="0"/>
                  <a:pt x="112845" y="0"/>
                </a:cubicBezTo>
                <a:cubicBezTo>
                  <a:pt x="114166" y="0"/>
                  <a:pt x="114991" y="302"/>
                  <a:pt x="115320" y="906"/>
                </a:cubicBezTo>
                <a:cubicBezTo>
                  <a:pt x="115650" y="1510"/>
                  <a:pt x="115816" y="2746"/>
                  <a:pt x="115816" y="4612"/>
                </a:cubicBezTo>
                <a:lnTo>
                  <a:pt x="115816" y="40016"/>
                </a:lnTo>
                <a:cubicBezTo>
                  <a:pt x="115816" y="42213"/>
                  <a:pt x="115596" y="43531"/>
                  <a:pt x="115156" y="43971"/>
                </a:cubicBezTo>
                <a:cubicBezTo>
                  <a:pt x="114716" y="44409"/>
                  <a:pt x="113451" y="44628"/>
                  <a:pt x="111360" y="44628"/>
                </a:cubicBezTo>
                <a:cubicBezTo>
                  <a:pt x="109490" y="44628"/>
                  <a:pt x="108336" y="44463"/>
                  <a:pt x="107896" y="44134"/>
                </a:cubicBezTo>
                <a:cubicBezTo>
                  <a:pt x="107456" y="43804"/>
                  <a:pt x="107127" y="42815"/>
                  <a:pt x="106907" y="41169"/>
                </a:cubicBezTo>
                <a:cubicBezTo>
                  <a:pt x="105146" y="30957"/>
                  <a:pt x="100801" y="22832"/>
                  <a:pt x="93872" y="16793"/>
                </a:cubicBezTo>
                <a:cubicBezTo>
                  <a:pt x="86944" y="10753"/>
                  <a:pt x="78916" y="7733"/>
                  <a:pt x="69786" y="7733"/>
                </a:cubicBezTo>
                <a:cubicBezTo>
                  <a:pt x="55707" y="7733"/>
                  <a:pt x="44488" y="11969"/>
                  <a:pt x="36129" y="20441"/>
                </a:cubicBezTo>
                <a:cubicBezTo>
                  <a:pt x="28871" y="28033"/>
                  <a:pt x="25241" y="40687"/>
                  <a:pt x="25241" y="58403"/>
                </a:cubicBezTo>
                <a:cubicBezTo>
                  <a:pt x="25241" y="74908"/>
                  <a:pt x="28486" y="87121"/>
                  <a:pt x="34976" y="95043"/>
                </a:cubicBezTo>
                <a:cubicBezTo>
                  <a:pt x="42894" y="104395"/>
                  <a:pt x="54662" y="109072"/>
                  <a:pt x="70279" y="109072"/>
                </a:cubicBezTo>
                <a:cubicBezTo>
                  <a:pt x="79629" y="109072"/>
                  <a:pt x="88125" y="106268"/>
                  <a:pt x="95768" y="100661"/>
                </a:cubicBezTo>
                <a:cubicBezTo>
                  <a:pt x="103412" y="95054"/>
                  <a:pt x="107509" y="87139"/>
                  <a:pt x="108060" y="76915"/>
                </a:cubicBezTo>
                <a:cubicBezTo>
                  <a:pt x="108171" y="75596"/>
                  <a:pt x="108500" y="74799"/>
                  <a:pt x="109049" y="74524"/>
                </a:cubicBezTo>
                <a:cubicBezTo>
                  <a:pt x="109600" y="74248"/>
                  <a:pt x="110535" y="74111"/>
                  <a:pt x="111856" y="74111"/>
                </a:cubicBezTo>
                <a:cubicBezTo>
                  <a:pt x="113395" y="74111"/>
                  <a:pt x="114440" y="74303"/>
                  <a:pt x="114990" y="74687"/>
                </a:cubicBezTo>
                <a:cubicBezTo>
                  <a:pt x="115540" y="75072"/>
                  <a:pt x="115816" y="76033"/>
                  <a:pt x="115816" y="77572"/>
                </a:cubicBezTo>
                <a:cubicBezTo>
                  <a:pt x="115816" y="87683"/>
                  <a:pt x="111223" y="96750"/>
                  <a:pt x="102038" y="104772"/>
                </a:cubicBezTo>
                <a:cubicBezTo>
                  <a:pt x="92855" y="112794"/>
                  <a:pt x="80950" y="116805"/>
                  <a:pt x="66322" y="116805"/>
                </a:cubicBezTo>
                <a:cubicBezTo>
                  <a:pt x="46084" y="116805"/>
                  <a:pt x="29971" y="111363"/>
                  <a:pt x="17981" y="1004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9B8758-224B-4310-B9DB-6CF2A8D3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167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51" name="Text D">
            <a:extLst xmlns:a="http://schemas.openxmlformats.org/drawingml/2006/main">
              <a:ext uri="{FF2B5EF4-FFF2-40B4-BE49-F238E27FC236}">
                <a16:creationId xmlns:a16="http://schemas.microsoft.com/office/drawing/2014/main" id="{36508636-DAF3-4CA1-81D5-BD06B0C1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5041" y="396217"/>
            <a:ext cx="128352" cy="113099"/>
          </a:xfrm>
          <a:custGeom xmlns:a="http://schemas.openxmlformats.org/drawingml/2006/main">
            <a:pathLst>
              <a:path w="128352" h="113099">
                <a:moveTo>
                  <a:pt x="0" y="113099"/>
                </a:moveTo>
                <a:lnTo>
                  <a:pt x="0" y="105366"/>
                </a:lnTo>
                <a:lnTo>
                  <a:pt x="17818" y="105366"/>
                </a:lnTo>
                <a:lnTo>
                  <a:pt x="17818" y="7733"/>
                </a:lnTo>
                <a:lnTo>
                  <a:pt x="0" y="7733"/>
                </a:lnTo>
                <a:lnTo>
                  <a:pt x="0" y="0"/>
                </a:lnTo>
                <a:lnTo>
                  <a:pt x="70941" y="0"/>
                </a:lnTo>
                <a:cubicBezTo>
                  <a:pt x="87658" y="0"/>
                  <a:pt x="101406" y="5166"/>
                  <a:pt x="112183" y="15499"/>
                </a:cubicBezTo>
                <a:cubicBezTo>
                  <a:pt x="122962" y="25831"/>
                  <a:pt x="128352" y="39844"/>
                  <a:pt x="128352" y="57539"/>
                </a:cubicBezTo>
                <a:cubicBezTo>
                  <a:pt x="128352" y="74795"/>
                  <a:pt x="122990" y="88369"/>
                  <a:pt x="112266" y="98262"/>
                </a:cubicBezTo>
                <a:cubicBezTo>
                  <a:pt x="101544" y="108154"/>
                  <a:pt x="87824" y="113099"/>
                  <a:pt x="71105" y="113099"/>
                </a:cubicBezTo>
                <a:lnTo>
                  <a:pt x="0" y="113099"/>
                </a:lnTo>
                <a:moveTo>
                  <a:pt x="40255" y="105366"/>
                </a:moveTo>
                <a:lnTo>
                  <a:pt x="64341" y="105366"/>
                </a:lnTo>
                <a:cubicBezTo>
                  <a:pt x="79519" y="105366"/>
                  <a:pt x="90352" y="100749"/>
                  <a:pt x="96840" y="91513"/>
                </a:cubicBezTo>
                <a:cubicBezTo>
                  <a:pt x="99480" y="87774"/>
                  <a:pt x="101349" y="83376"/>
                  <a:pt x="102449" y="78320"/>
                </a:cubicBezTo>
                <a:cubicBezTo>
                  <a:pt x="103549" y="73262"/>
                  <a:pt x="104100" y="66280"/>
                  <a:pt x="104100" y="57375"/>
                </a:cubicBezTo>
                <a:cubicBezTo>
                  <a:pt x="104100" y="40993"/>
                  <a:pt x="101735" y="29338"/>
                  <a:pt x="97006" y="22412"/>
                </a:cubicBezTo>
                <a:cubicBezTo>
                  <a:pt x="90187" y="12626"/>
                  <a:pt x="79299" y="7733"/>
                  <a:pt x="64341" y="7733"/>
                </a:cubicBezTo>
                <a:lnTo>
                  <a:pt x="40255" y="7733"/>
                </a:lnTo>
                <a:lnTo>
                  <a:pt x="40255" y="10536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3E4879-7A5D-4032-B471-F5D5239E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306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53" name="Text E">
            <a:extLst xmlns:a="http://schemas.openxmlformats.org/drawingml/2006/main">
              <a:ext uri="{FF2B5EF4-FFF2-40B4-BE49-F238E27FC236}">
                <a16:creationId xmlns:a16="http://schemas.microsoft.com/office/drawing/2014/main" id="{1378134B-53FD-4D6F-A21F-208B99C7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3571" y="397184"/>
            <a:ext cx="112845" cy="112133"/>
          </a:xfrm>
          <a:custGeom xmlns:a="http://schemas.openxmlformats.org/drawingml/2006/main">
            <a:pathLst>
              <a:path w="112845" h="112133">
                <a:moveTo>
                  <a:pt x="0" y="112133"/>
                </a:moveTo>
                <a:lnTo>
                  <a:pt x="0" y="104400"/>
                </a:lnTo>
                <a:lnTo>
                  <a:pt x="17818" y="104400"/>
                </a:lnTo>
                <a:lnTo>
                  <a:pt x="17818" y="7894"/>
                </a:lnTo>
                <a:lnTo>
                  <a:pt x="0" y="7894"/>
                </a:lnTo>
                <a:lnTo>
                  <a:pt x="0" y="0"/>
                </a:lnTo>
                <a:lnTo>
                  <a:pt x="102451" y="0"/>
                </a:lnTo>
                <a:lnTo>
                  <a:pt x="107564" y="39759"/>
                </a:lnTo>
                <a:lnTo>
                  <a:pt x="99810" y="39759"/>
                </a:lnTo>
                <a:cubicBezTo>
                  <a:pt x="99262" y="35270"/>
                  <a:pt x="98630" y="31574"/>
                  <a:pt x="97915" y="28673"/>
                </a:cubicBezTo>
                <a:cubicBezTo>
                  <a:pt x="97200" y="25771"/>
                  <a:pt x="96072" y="22897"/>
                  <a:pt x="94532" y="20051"/>
                </a:cubicBezTo>
                <a:cubicBezTo>
                  <a:pt x="92993" y="17203"/>
                  <a:pt x="91068" y="14957"/>
                  <a:pt x="88757" y="13314"/>
                </a:cubicBezTo>
                <a:cubicBezTo>
                  <a:pt x="86447" y="11671"/>
                  <a:pt x="83423" y="10357"/>
                  <a:pt x="79684" y="9372"/>
                </a:cubicBezTo>
                <a:cubicBezTo>
                  <a:pt x="75945" y="8387"/>
                  <a:pt x="71490" y="7894"/>
                  <a:pt x="66320" y="7894"/>
                </a:cubicBezTo>
                <a:lnTo>
                  <a:pt x="41244" y="7894"/>
                </a:lnTo>
                <a:lnTo>
                  <a:pt x="41244" y="50105"/>
                </a:lnTo>
                <a:lnTo>
                  <a:pt x="50317" y="50105"/>
                </a:lnTo>
                <a:cubicBezTo>
                  <a:pt x="57686" y="50105"/>
                  <a:pt x="62443" y="48631"/>
                  <a:pt x="64588" y="45682"/>
                </a:cubicBezTo>
                <a:cubicBezTo>
                  <a:pt x="66732" y="42732"/>
                  <a:pt x="67805" y="37816"/>
                  <a:pt x="67805" y="30933"/>
                </a:cubicBezTo>
                <a:lnTo>
                  <a:pt x="75558" y="30933"/>
                </a:lnTo>
                <a:lnTo>
                  <a:pt x="75558" y="77011"/>
                </a:lnTo>
                <a:lnTo>
                  <a:pt x="67805" y="77011"/>
                </a:lnTo>
                <a:cubicBezTo>
                  <a:pt x="67805" y="70128"/>
                  <a:pt x="66732" y="65213"/>
                  <a:pt x="64588" y="62264"/>
                </a:cubicBezTo>
                <a:cubicBezTo>
                  <a:pt x="62443" y="59314"/>
                  <a:pt x="57686" y="57839"/>
                  <a:pt x="50317" y="57839"/>
                </a:cubicBezTo>
                <a:lnTo>
                  <a:pt x="41244" y="57839"/>
                </a:lnTo>
                <a:lnTo>
                  <a:pt x="41244" y="104400"/>
                </a:lnTo>
                <a:lnTo>
                  <a:pt x="66322" y="104400"/>
                </a:lnTo>
                <a:cubicBezTo>
                  <a:pt x="71271" y="104400"/>
                  <a:pt x="75643" y="104143"/>
                  <a:pt x="79437" y="103629"/>
                </a:cubicBezTo>
                <a:cubicBezTo>
                  <a:pt x="83232" y="103114"/>
                  <a:pt x="86448" y="102243"/>
                  <a:pt x="89086" y="101016"/>
                </a:cubicBezTo>
                <a:cubicBezTo>
                  <a:pt x="91726" y="99789"/>
                  <a:pt x="93953" y="98484"/>
                  <a:pt x="95768" y="97099"/>
                </a:cubicBezTo>
                <a:cubicBezTo>
                  <a:pt x="97583" y="95713"/>
                  <a:pt x="99096" y="93892"/>
                  <a:pt x="100306" y="91637"/>
                </a:cubicBezTo>
                <a:cubicBezTo>
                  <a:pt x="101516" y="89381"/>
                  <a:pt x="102451" y="86237"/>
                  <a:pt x="103111" y="82204"/>
                </a:cubicBezTo>
                <a:cubicBezTo>
                  <a:pt x="103770" y="78171"/>
                  <a:pt x="104430" y="73111"/>
                  <a:pt x="105089" y="67022"/>
                </a:cubicBezTo>
                <a:lnTo>
                  <a:pt x="112845" y="67022"/>
                </a:lnTo>
                <a:lnTo>
                  <a:pt x="105255" y="112133"/>
                </a:lnTo>
                <a:lnTo>
                  <a:pt x="0" y="11213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206E85-CDF4-4E6C-B1A1-FE791BE8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4939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55" name="Text F">
            <a:extLst xmlns:a="http://schemas.openxmlformats.org/drawingml/2006/main">
              <a:ext uri="{FF2B5EF4-FFF2-40B4-BE49-F238E27FC236}">
                <a16:creationId xmlns:a16="http://schemas.microsoft.com/office/drawing/2014/main" id="{6DD021CF-7A27-4A3D-BEC3-50C155789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4844" y="397184"/>
            <a:ext cx="104926" cy="112133"/>
          </a:xfrm>
          <a:custGeom xmlns:a="http://schemas.openxmlformats.org/drawingml/2006/main">
            <a:pathLst>
              <a:path w="104926" h="112133">
                <a:moveTo>
                  <a:pt x="0" y="112133"/>
                </a:moveTo>
                <a:lnTo>
                  <a:pt x="0" y="104400"/>
                </a:lnTo>
                <a:lnTo>
                  <a:pt x="17818" y="104400"/>
                </a:lnTo>
                <a:lnTo>
                  <a:pt x="17818" y="7894"/>
                </a:lnTo>
                <a:lnTo>
                  <a:pt x="0" y="7894"/>
                </a:lnTo>
                <a:lnTo>
                  <a:pt x="0" y="0"/>
                </a:lnTo>
                <a:lnTo>
                  <a:pt x="99810" y="0"/>
                </a:lnTo>
                <a:lnTo>
                  <a:pt x="104926" y="39847"/>
                </a:lnTo>
                <a:lnTo>
                  <a:pt x="97172" y="39847"/>
                </a:lnTo>
                <a:cubicBezTo>
                  <a:pt x="96622" y="35455"/>
                  <a:pt x="96017" y="31860"/>
                  <a:pt x="95357" y="29060"/>
                </a:cubicBezTo>
                <a:cubicBezTo>
                  <a:pt x="94698" y="26259"/>
                  <a:pt x="93653" y="23377"/>
                  <a:pt x="92223" y="20413"/>
                </a:cubicBezTo>
                <a:cubicBezTo>
                  <a:pt x="90793" y="17448"/>
                  <a:pt x="88951" y="15142"/>
                  <a:pt x="86695" y="13496"/>
                </a:cubicBezTo>
                <a:cubicBezTo>
                  <a:pt x="84441" y="11847"/>
                  <a:pt x="81444" y="10502"/>
                  <a:pt x="77703" y="9460"/>
                </a:cubicBezTo>
                <a:cubicBezTo>
                  <a:pt x="73964" y="8416"/>
                  <a:pt x="69510" y="7894"/>
                  <a:pt x="64341" y="7894"/>
                </a:cubicBezTo>
                <a:lnTo>
                  <a:pt x="41244" y="7894"/>
                </a:lnTo>
                <a:lnTo>
                  <a:pt x="41244" y="52200"/>
                </a:lnTo>
                <a:lnTo>
                  <a:pt x="49494" y="52200"/>
                </a:lnTo>
                <a:cubicBezTo>
                  <a:pt x="56863" y="52200"/>
                  <a:pt x="61592" y="50725"/>
                  <a:pt x="63681" y="47777"/>
                </a:cubicBezTo>
                <a:cubicBezTo>
                  <a:pt x="65771" y="44826"/>
                  <a:pt x="66815" y="39910"/>
                  <a:pt x="66815" y="33028"/>
                </a:cubicBezTo>
                <a:lnTo>
                  <a:pt x="74569" y="33028"/>
                </a:lnTo>
                <a:lnTo>
                  <a:pt x="74569" y="79105"/>
                </a:lnTo>
                <a:lnTo>
                  <a:pt x="66815" y="79105"/>
                </a:lnTo>
                <a:cubicBezTo>
                  <a:pt x="66815" y="72223"/>
                  <a:pt x="65771" y="67307"/>
                  <a:pt x="63681" y="64359"/>
                </a:cubicBezTo>
                <a:cubicBezTo>
                  <a:pt x="61592" y="61408"/>
                  <a:pt x="56863" y="59933"/>
                  <a:pt x="49494" y="59933"/>
                </a:cubicBezTo>
                <a:lnTo>
                  <a:pt x="41244" y="59933"/>
                </a:lnTo>
                <a:lnTo>
                  <a:pt x="41244" y="104400"/>
                </a:lnTo>
                <a:lnTo>
                  <a:pt x="63515" y="104400"/>
                </a:lnTo>
                <a:lnTo>
                  <a:pt x="63515" y="112133"/>
                </a:lnTo>
                <a:cubicBezTo>
                  <a:pt x="58675" y="111804"/>
                  <a:pt x="47567" y="111639"/>
                  <a:pt x="30191" y="111639"/>
                </a:cubicBezTo>
                <a:cubicBezTo>
                  <a:pt x="14242" y="111639"/>
                  <a:pt x="4179" y="111804"/>
                  <a:pt x="0" y="112133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EA0F26-1F56-47C6-A29B-092C4F5B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5963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57" name="Text G">
            <a:extLst xmlns:a="http://schemas.openxmlformats.org/drawingml/2006/main">
              <a:ext uri="{FF2B5EF4-FFF2-40B4-BE49-F238E27FC236}">
                <a16:creationId xmlns:a16="http://schemas.microsoft.com/office/drawing/2014/main" id="{F705E1D4-AF8A-4509-AF7B-FF863832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064" y="394284"/>
            <a:ext cx="128848" cy="116805"/>
          </a:xfrm>
          <a:custGeom xmlns:a="http://schemas.openxmlformats.org/drawingml/2006/main">
            <a:pathLst>
              <a:path w="128848" h="116805">
                <a:moveTo>
                  <a:pt x="0" y="58385"/>
                </a:moveTo>
                <a:cubicBezTo>
                  <a:pt x="0" y="41123"/>
                  <a:pt x="6022" y="27077"/>
                  <a:pt x="18064" y="16247"/>
                </a:cubicBezTo>
                <a:cubicBezTo>
                  <a:pt x="30108" y="5416"/>
                  <a:pt x="46138" y="0"/>
                  <a:pt x="66156" y="0"/>
                </a:cubicBezTo>
                <a:cubicBezTo>
                  <a:pt x="78365" y="0"/>
                  <a:pt x="89199" y="3732"/>
                  <a:pt x="98657" y="11197"/>
                </a:cubicBezTo>
                <a:lnTo>
                  <a:pt x="109545" y="1483"/>
                </a:lnTo>
                <a:cubicBezTo>
                  <a:pt x="110644" y="494"/>
                  <a:pt x="111689" y="0"/>
                  <a:pt x="112679" y="0"/>
                </a:cubicBezTo>
                <a:cubicBezTo>
                  <a:pt x="114000" y="0"/>
                  <a:pt x="114825" y="302"/>
                  <a:pt x="115154" y="906"/>
                </a:cubicBezTo>
                <a:cubicBezTo>
                  <a:pt x="115484" y="1510"/>
                  <a:pt x="115650" y="2746"/>
                  <a:pt x="115650" y="4612"/>
                </a:cubicBezTo>
                <a:lnTo>
                  <a:pt x="115650" y="40016"/>
                </a:lnTo>
                <a:cubicBezTo>
                  <a:pt x="115650" y="42213"/>
                  <a:pt x="115430" y="43531"/>
                  <a:pt x="114990" y="43971"/>
                </a:cubicBezTo>
                <a:cubicBezTo>
                  <a:pt x="114550" y="44409"/>
                  <a:pt x="113286" y="44628"/>
                  <a:pt x="111196" y="44628"/>
                </a:cubicBezTo>
                <a:cubicBezTo>
                  <a:pt x="109327" y="44628"/>
                  <a:pt x="108171" y="44463"/>
                  <a:pt x="107730" y="44134"/>
                </a:cubicBezTo>
                <a:cubicBezTo>
                  <a:pt x="107290" y="43804"/>
                  <a:pt x="106960" y="42815"/>
                  <a:pt x="106741" y="41169"/>
                </a:cubicBezTo>
                <a:cubicBezTo>
                  <a:pt x="104982" y="30957"/>
                  <a:pt x="100638" y="22832"/>
                  <a:pt x="93708" y="16793"/>
                </a:cubicBezTo>
                <a:cubicBezTo>
                  <a:pt x="86779" y="10753"/>
                  <a:pt x="78805" y="7733"/>
                  <a:pt x="69786" y="7733"/>
                </a:cubicBezTo>
                <a:cubicBezTo>
                  <a:pt x="62086" y="7733"/>
                  <a:pt x="55157" y="9053"/>
                  <a:pt x="48998" y="11693"/>
                </a:cubicBezTo>
                <a:cubicBezTo>
                  <a:pt x="42839" y="14333"/>
                  <a:pt x="38055" y="17798"/>
                  <a:pt x="34646" y="22087"/>
                </a:cubicBezTo>
                <a:cubicBezTo>
                  <a:pt x="28376" y="30336"/>
                  <a:pt x="25241" y="42380"/>
                  <a:pt x="25241" y="58219"/>
                </a:cubicBezTo>
                <a:cubicBezTo>
                  <a:pt x="25241" y="74179"/>
                  <a:pt x="28321" y="86122"/>
                  <a:pt x="34480" y="94048"/>
                </a:cubicBezTo>
                <a:cubicBezTo>
                  <a:pt x="38330" y="99001"/>
                  <a:pt x="43527" y="102743"/>
                  <a:pt x="50070" y="105276"/>
                </a:cubicBezTo>
                <a:cubicBezTo>
                  <a:pt x="56615" y="107806"/>
                  <a:pt x="63572" y="109072"/>
                  <a:pt x="70941" y="109072"/>
                </a:cubicBezTo>
                <a:cubicBezTo>
                  <a:pt x="76881" y="109072"/>
                  <a:pt x="81830" y="107915"/>
                  <a:pt x="85789" y="105600"/>
                </a:cubicBezTo>
                <a:cubicBezTo>
                  <a:pt x="90078" y="103066"/>
                  <a:pt x="92223" y="99154"/>
                  <a:pt x="92223" y="93864"/>
                </a:cubicBezTo>
                <a:lnTo>
                  <a:pt x="92223" y="77172"/>
                </a:lnTo>
                <a:lnTo>
                  <a:pt x="68467" y="77172"/>
                </a:lnTo>
                <a:lnTo>
                  <a:pt x="68467" y="69439"/>
                </a:lnTo>
                <a:cubicBezTo>
                  <a:pt x="74406" y="69767"/>
                  <a:pt x="85680" y="69932"/>
                  <a:pt x="102287" y="69932"/>
                </a:cubicBezTo>
                <a:cubicBezTo>
                  <a:pt x="116145" y="69932"/>
                  <a:pt x="124998" y="69767"/>
                  <a:pt x="128848" y="69439"/>
                </a:cubicBezTo>
                <a:lnTo>
                  <a:pt x="128848" y="77172"/>
                </a:lnTo>
                <a:lnTo>
                  <a:pt x="115650" y="77172"/>
                </a:lnTo>
                <a:lnTo>
                  <a:pt x="115650" y="110403"/>
                </a:lnTo>
                <a:cubicBezTo>
                  <a:pt x="115650" y="113490"/>
                  <a:pt x="114880" y="115033"/>
                  <a:pt x="113341" y="115033"/>
                </a:cubicBezTo>
                <a:cubicBezTo>
                  <a:pt x="112571" y="115033"/>
                  <a:pt x="110261" y="114068"/>
                  <a:pt x="106411" y="112138"/>
                </a:cubicBezTo>
                <a:cubicBezTo>
                  <a:pt x="102561" y="110206"/>
                  <a:pt x="99481" y="108248"/>
                  <a:pt x="97172" y="106262"/>
                </a:cubicBezTo>
                <a:cubicBezTo>
                  <a:pt x="91453" y="113291"/>
                  <a:pt x="81224" y="116805"/>
                  <a:pt x="66486" y="116805"/>
                </a:cubicBezTo>
                <a:cubicBezTo>
                  <a:pt x="45808" y="116805"/>
                  <a:pt x="29558" y="111305"/>
                  <a:pt x="17735" y="100304"/>
                </a:cubicBezTo>
                <a:cubicBezTo>
                  <a:pt x="5912" y="89301"/>
                  <a:pt x="0" y="75328"/>
                  <a:pt x="0" y="5838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6EC46F-9DD3-410D-8798-2C738032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4267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59" name="Text H">
            <a:extLst xmlns:a="http://schemas.openxmlformats.org/drawingml/2006/main">
              <a:ext uri="{FF2B5EF4-FFF2-40B4-BE49-F238E27FC236}">
                <a16:creationId xmlns:a16="http://schemas.microsoft.com/office/drawing/2014/main" id="{62DFC421-9895-4331-8025-A30C200E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572" y="396217"/>
            <a:ext cx="135446" cy="113099"/>
          </a:xfrm>
          <a:custGeom xmlns:a="http://schemas.openxmlformats.org/drawingml/2006/main">
            <a:pathLst>
              <a:path w="135446" h="113099">
                <a:moveTo>
                  <a:pt x="0" y="113099"/>
                </a:moveTo>
                <a:lnTo>
                  <a:pt x="0" y="105366"/>
                </a:lnTo>
                <a:lnTo>
                  <a:pt x="17818" y="105366"/>
                </a:lnTo>
                <a:lnTo>
                  <a:pt x="17818" y="7733"/>
                </a:lnTo>
                <a:lnTo>
                  <a:pt x="0" y="7733"/>
                </a:lnTo>
                <a:lnTo>
                  <a:pt x="0" y="0"/>
                </a:lnTo>
                <a:cubicBezTo>
                  <a:pt x="4179" y="329"/>
                  <a:pt x="14022" y="493"/>
                  <a:pt x="29529" y="493"/>
                </a:cubicBezTo>
                <a:cubicBezTo>
                  <a:pt x="45037" y="493"/>
                  <a:pt x="54882" y="329"/>
                  <a:pt x="59062" y="0"/>
                </a:cubicBezTo>
                <a:lnTo>
                  <a:pt x="59062" y="7733"/>
                </a:lnTo>
                <a:lnTo>
                  <a:pt x="41244" y="7733"/>
                </a:lnTo>
                <a:lnTo>
                  <a:pt x="41244" y="50428"/>
                </a:lnTo>
                <a:lnTo>
                  <a:pt x="94202" y="50428"/>
                </a:lnTo>
                <a:lnTo>
                  <a:pt x="94202" y="7733"/>
                </a:lnTo>
                <a:lnTo>
                  <a:pt x="76384" y="7733"/>
                </a:lnTo>
                <a:lnTo>
                  <a:pt x="76384" y="0"/>
                </a:lnTo>
                <a:cubicBezTo>
                  <a:pt x="80563" y="329"/>
                  <a:pt x="90406" y="493"/>
                  <a:pt x="105915" y="493"/>
                </a:cubicBezTo>
                <a:cubicBezTo>
                  <a:pt x="121424" y="493"/>
                  <a:pt x="131267" y="329"/>
                  <a:pt x="135446" y="0"/>
                </a:cubicBezTo>
                <a:lnTo>
                  <a:pt x="135446" y="7733"/>
                </a:lnTo>
                <a:lnTo>
                  <a:pt x="117628" y="7733"/>
                </a:lnTo>
                <a:lnTo>
                  <a:pt x="117628" y="105366"/>
                </a:lnTo>
                <a:lnTo>
                  <a:pt x="135446" y="105366"/>
                </a:lnTo>
                <a:lnTo>
                  <a:pt x="135446" y="113099"/>
                </a:lnTo>
                <a:cubicBezTo>
                  <a:pt x="131267" y="112771"/>
                  <a:pt x="121424" y="112606"/>
                  <a:pt x="105915" y="112606"/>
                </a:cubicBezTo>
                <a:cubicBezTo>
                  <a:pt x="90406" y="112606"/>
                  <a:pt x="80563" y="112771"/>
                  <a:pt x="76384" y="113099"/>
                </a:cubicBezTo>
                <a:lnTo>
                  <a:pt x="76384" y="105366"/>
                </a:lnTo>
                <a:lnTo>
                  <a:pt x="94202" y="105366"/>
                </a:lnTo>
                <a:lnTo>
                  <a:pt x="94202" y="58161"/>
                </a:lnTo>
                <a:lnTo>
                  <a:pt x="41244" y="58161"/>
                </a:lnTo>
                <a:lnTo>
                  <a:pt x="41244" y="105366"/>
                </a:lnTo>
                <a:lnTo>
                  <a:pt x="59062" y="105366"/>
                </a:lnTo>
                <a:lnTo>
                  <a:pt x="59062" y="113099"/>
                </a:lnTo>
                <a:cubicBezTo>
                  <a:pt x="54883" y="112771"/>
                  <a:pt x="45040" y="112606"/>
                  <a:pt x="29531" y="112606"/>
                </a:cubicBezTo>
                <a:cubicBezTo>
                  <a:pt x="14022" y="112606"/>
                  <a:pt x="4179" y="112771"/>
                  <a:pt x="0" y="1130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8E49DA-B942-4707-82A2-BE37EDB0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0838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61" name="Text I">
            <a:extLst xmlns:a="http://schemas.openxmlformats.org/drawingml/2006/main">
              <a:ext uri="{FF2B5EF4-FFF2-40B4-BE49-F238E27FC236}">
                <a16:creationId xmlns:a16="http://schemas.microsoft.com/office/drawing/2014/main" id="{8428B884-A2C2-4E7E-94AA-6A99E249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3429" y="396217"/>
            <a:ext cx="61041" cy="113099"/>
          </a:xfrm>
          <a:custGeom xmlns:a="http://schemas.openxmlformats.org/drawingml/2006/main">
            <a:pathLst>
              <a:path w="61041" h="113099">
                <a:moveTo>
                  <a:pt x="0" y="113099"/>
                </a:moveTo>
                <a:lnTo>
                  <a:pt x="0" y="105366"/>
                </a:lnTo>
                <a:lnTo>
                  <a:pt x="18807" y="105366"/>
                </a:lnTo>
                <a:lnTo>
                  <a:pt x="18807" y="7733"/>
                </a:lnTo>
                <a:lnTo>
                  <a:pt x="0" y="7733"/>
                </a:lnTo>
                <a:lnTo>
                  <a:pt x="0" y="0"/>
                </a:lnTo>
                <a:cubicBezTo>
                  <a:pt x="4509" y="329"/>
                  <a:pt x="14683" y="493"/>
                  <a:pt x="30520" y="493"/>
                </a:cubicBezTo>
                <a:cubicBezTo>
                  <a:pt x="46358" y="493"/>
                  <a:pt x="56531" y="329"/>
                  <a:pt x="61041" y="0"/>
                </a:cubicBezTo>
                <a:lnTo>
                  <a:pt x="61041" y="7733"/>
                </a:lnTo>
                <a:lnTo>
                  <a:pt x="42234" y="7733"/>
                </a:lnTo>
                <a:lnTo>
                  <a:pt x="42234" y="105366"/>
                </a:lnTo>
                <a:lnTo>
                  <a:pt x="61041" y="105366"/>
                </a:lnTo>
                <a:lnTo>
                  <a:pt x="61041" y="113099"/>
                </a:lnTo>
                <a:cubicBezTo>
                  <a:pt x="56531" y="112771"/>
                  <a:pt x="46358" y="112606"/>
                  <a:pt x="30520" y="112606"/>
                </a:cubicBezTo>
                <a:cubicBezTo>
                  <a:pt x="14683" y="112606"/>
                  <a:pt x="4509" y="112771"/>
                  <a:pt x="0" y="11309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873E85-D888-4EF7-A6CB-E318A018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9472" y="349784"/>
            <a:ext cx="206221" cy="206221"/>
          </a:xfrm>
          <a:custGeom xmlns:a="http://schemas.openxmlformats.org/drawingml/2006/main">
            <a:pathLst>
              <a:path w="206221" h="206221" fill="none">
                <a:moveTo>
                  <a:pt x="0" y="0"/>
                </a:moveTo>
                <a:lnTo>
                  <a:pt x="206221" y="0"/>
                </a:lnTo>
                <a:lnTo>
                  <a:pt x="206221" y="206221"/>
                </a:lnTo>
                <a:lnTo>
                  <a:pt x="0" y="2062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63" name="Text J">
            <a:extLst xmlns:a="http://schemas.openxmlformats.org/drawingml/2006/main">
              <a:ext uri="{FF2B5EF4-FFF2-40B4-BE49-F238E27FC236}">
                <a16:creationId xmlns:a16="http://schemas.microsoft.com/office/drawing/2014/main" id="{BCBB8BBF-DC08-468A-91A2-D1903699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7378" y="396217"/>
            <a:ext cx="83148" cy="114872"/>
          </a:xfrm>
          <a:custGeom xmlns:a="http://schemas.openxmlformats.org/drawingml/2006/main">
            <a:pathLst>
              <a:path w="83148" h="114872">
                <a:moveTo>
                  <a:pt x="0" y="94227"/>
                </a:moveTo>
                <a:cubicBezTo>
                  <a:pt x="0" y="90157"/>
                  <a:pt x="1265" y="87022"/>
                  <a:pt x="3794" y="84822"/>
                </a:cubicBezTo>
                <a:cubicBezTo>
                  <a:pt x="6324" y="82622"/>
                  <a:pt x="9294" y="81522"/>
                  <a:pt x="12703" y="81522"/>
                </a:cubicBezTo>
                <a:cubicBezTo>
                  <a:pt x="15893" y="81522"/>
                  <a:pt x="18780" y="82622"/>
                  <a:pt x="21365" y="84822"/>
                </a:cubicBezTo>
                <a:cubicBezTo>
                  <a:pt x="23949" y="87022"/>
                  <a:pt x="25241" y="90157"/>
                  <a:pt x="25241" y="94227"/>
                </a:cubicBezTo>
                <a:cubicBezTo>
                  <a:pt x="25241" y="96867"/>
                  <a:pt x="24609" y="99177"/>
                  <a:pt x="23343" y="101157"/>
                </a:cubicBezTo>
                <a:cubicBezTo>
                  <a:pt x="22080" y="103136"/>
                  <a:pt x="20843" y="104456"/>
                  <a:pt x="19633" y="105117"/>
                </a:cubicBezTo>
                <a:lnTo>
                  <a:pt x="17654" y="106106"/>
                </a:lnTo>
                <a:cubicBezTo>
                  <a:pt x="21833" y="107976"/>
                  <a:pt x="26287" y="108911"/>
                  <a:pt x="31016" y="108911"/>
                </a:cubicBezTo>
                <a:cubicBezTo>
                  <a:pt x="34755" y="108911"/>
                  <a:pt x="37862" y="108060"/>
                  <a:pt x="40335" y="106358"/>
                </a:cubicBezTo>
                <a:cubicBezTo>
                  <a:pt x="42811" y="104655"/>
                  <a:pt x="44488" y="102402"/>
                  <a:pt x="45368" y="99601"/>
                </a:cubicBezTo>
                <a:cubicBezTo>
                  <a:pt x="46249" y="96799"/>
                  <a:pt x="46799" y="94657"/>
                  <a:pt x="47019" y="93175"/>
                </a:cubicBezTo>
                <a:cubicBezTo>
                  <a:pt x="47239" y="91691"/>
                  <a:pt x="47349" y="90125"/>
                  <a:pt x="47349" y="88477"/>
                </a:cubicBezTo>
                <a:lnTo>
                  <a:pt x="47349" y="7733"/>
                </a:lnTo>
                <a:lnTo>
                  <a:pt x="24089" y="7733"/>
                </a:lnTo>
                <a:lnTo>
                  <a:pt x="24089" y="0"/>
                </a:lnTo>
                <a:cubicBezTo>
                  <a:pt x="29368" y="329"/>
                  <a:pt x="40311" y="493"/>
                  <a:pt x="56917" y="493"/>
                </a:cubicBezTo>
                <a:cubicBezTo>
                  <a:pt x="70555" y="493"/>
                  <a:pt x="79298" y="329"/>
                  <a:pt x="83148" y="0"/>
                </a:cubicBezTo>
                <a:lnTo>
                  <a:pt x="83148" y="7733"/>
                </a:lnTo>
                <a:lnTo>
                  <a:pt x="69786" y="7733"/>
                </a:lnTo>
                <a:lnTo>
                  <a:pt x="69786" y="88334"/>
                </a:lnTo>
                <a:cubicBezTo>
                  <a:pt x="69786" y="96685"/>
                  <a:pt x="66294" y="103195"/>
                  <a:pt x="59309" y="107866"/>
                </a:cubicBezTo>
                <a:cubicBezTo>
                  <a:pt x="52326" y="112536"/>
                  <a:pt x="43170" y="114872"/>
                  <a:pt x="31842" y="114872"/>
                </a:cubicBezTo>
                <a:cubicBezTo>
                  <a:pt x="22383" y="114872"/>
                  <a:pt x="14711" y="113000"/>
                  <a:pt x="8826" y="109258"/>
                </a:cubicBezTo>
                <a:cubicBezTo>
                  <a:pt x="2942" y="105514"/>
                  <a:pt x="0" y="100504"/>
                  <a:pt x="0" y="9422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FCB269-C48C-40D1-88EB-91358E60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702" y="1418907"/>
            <a:ext cx="10" cy="3005715"/>
          </a:xfrm>
          <a:custGeom xmlns:a="http://schemas.openxmlformats.org/drawingml/2006/main">
            <a:pathLst>
              <a:path w="1" h="3005715" fill="none">
                <a:moveTo>
                  <a:pt x="0" y="0"/>
                </a:moveTo>
                <a:lnTo>
                  <a:pt x="0" y="3005715"/>
                </a:lnTo>
              </a:path>
            </a:pathLst>
          </a:custGeom>
          <a:noFill xmlns:a="http://schemas.openxmlformats.org/drawingml/2006/main"/>
          <a:ln xmlns:a="http://schemas.openxmlformats.org/drawingml/2006/main" w="6874" cap="flat">
            <a:solidFill>
              <a:srgbClr val="000000"/>
            </a:solidFill>
            <a:custDash>
              <a:ds d="200000" sp="200000"/>
            </a:custDash>
            <a:miter/>
          </a:ln>
        </p:spPr>
      </p:sp>
      <p:sp>
        <p:nvSpPr>
          <p:cNvPr id="65" name="Text Target:C">
            <a:extLst xmlns:a="http://schemas.openxmlformats.org/drawingml/2006/main">
              <a:ext uri="{FF2B5EF4-FFF2-40B4-BE49-F238E27FC236}">
                <a16:creationId xmlns:a16="http://schemas.microsoft.com/office/drawing/2014/main" id="{A40C764A-599E-4ADD-8970-9DD69F7E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28" y="1578975"/>
            <a:ext cx="789332" cy="175369"/>
          </a:xfrm>
          <a:custGeom xmlns:a="http://schemas.openxmlformats.org/drawingml/2006/main">
            <a:pathLst>
              <a:path w="789332" h="175369">
                <a:moveTo>
                  <a:pt x="0" y="48682"/>
                </a:moveTo>
                <a:lnTo>
                  <a:pt x="3656" y="5451"/>
                </a:lnTo>
                <a:lnTo>
                  <a:pt x="121259" y="5451"/>
                </a:lnTo>
                <a:lnTo>
                  <a:pt x="124916" y="48682"/>
                </a:lnTo>
                <a:lnTo>
                  <a:pt x="120105" y="48682"/>
                </a:lnTo>
                <a:cubicBezTo>
                  <a:pt x="119592" y="42928"/>
                  <a:pt x="119110" y="38388"/>
                  <a:pt x="118660" y="35064"/>
                </a:cubicBezTo>
                <a:cubicBezTo>
                  <a:pt x="118212" y="31737"/>
                  <a:pt x="117442" y="28508"/>
                  <a:pt x="116351" y="25375"/>
                </a:cubicBezTo>
                <a:cubicBezTo>
                  <a:pt x="115261" y="22240"/>
                  <a:pt x="114042" y="19906"/>
                  <a:pt x="112695" y="18373"/>
                </a:cubicBezTo>
                <a:cubicBezTo>
                  <a:pt x="111348" y="16838"/>
                  <a:pt x="109391" y="15464"/>
                  <a:pt x="106824" y="14250"/>
                </a:cubicBezTo>
                <a:cubicBezTo>
                  <a:pt x="104257" y="13034"/>
                  <a:pt x="101306" y="12266"/>
                  <a:pt x="97969" y="11947"/>
                </a:cubicBezTo>
                <a:cubicBezTo>
                  <a:pt x="94633" y="11626"/>
                  <a:pt x="90463" y="11466"/>
                  <a:pt x="85458" y="11466"/>
                </a:cubicBezTo>
                <a:cubicBezTo>
                  <a:pt x="79557" y="11466"/>
                  <a:pt x="75900" y="11594"/>
                  <a:pt x="74489" y="11850"/>
                </a:cubicBezTo>
                <a:cubicBezTo>
                  <a:pt x="72948" y="12234"/>
                  <a:pt x="71985" y="12971"/>
                  <a:pt x="71599" y="14062"/>
                </a:cubicBezTo>
                <a:cubicBezTo>
                  <a:pt x="71215" y="15151"/>
                  <a:pt x="71023" y="16848"/>
                  <a:pt x="71023" y="19155"/>
                </a:cubicBezTo>
                <a:lnTo>
                  <a:pt x="71023" y="120466"/>
                </a:lnTo>
                <a:cubicBezTo>
                  <a:pt x="71023" y="123029"/>
                  <a:pt x="71280" y="124823"/>
                  <a:pt x="71793" y="125849"/>
                </a:cubicBezTo>
                <a:cubicBezTo>
                  <a:pt x="72306" y="126875"/>
                  <a:pt x="74037" y="127773"/>
                  <a:pt x="76988" y="128543"/>
                </a:cubicBezTo>
                <a:cubicBezTo>
                  <a:pt x="79941" y="129310"/>
                  <a:pt x="84689" y="129694"/>
                  <a:pt x="91232" y="129694"/>
                </a:cubicBezTo>
                <a:lnTo>
                  <a:pt x="98933" y="129694"/>
                </a:lnTo>
                <a:lnTo>
                  <a:pt x="98933" y="135709"/>
                </a:lnTo>
                <a:cubicBezTo>
                  <a:pt x="93672" y="135321"/>
                  <a:pt x="81482" y="135127"/>
                  <a:pt x="62362" y="135127"/>
                </a:cubicBezTo>
                <a:cubicBezTo>
                  <a:pt x="43372" y="135127"/>
                  <a:pt x="31247" y="135321"/>
                  <a:pt x="25986" y="135709"/>
                </a:cubicBezTo>
                <a:lnTo>
                  <a:pt x="25986" y="129694"/>
                </a:lnTo>
                <a:lnTo>
                  <a:pt x="33683" y="129694"/>
                </a:lnTo>
                <a:cubicBezTo>
                  <a:pt x="40227" y="129694"/>
                  <a:pt x="44974" y="129310"/>
                  <a:pt x="47924" y="128543"/>
                </a:cubicBezTo>
                <a:cubicBezTo>
                  <a:pt x="50877" y="127773"/>
                  <a:pt x="52610" y="126875"/>
                  <a:pt x="53123" y="125849"/>
                </a:cubicBezTo>
                <a:cubicBezTo>
                  <a:pt x="53636" y="124823"/>
                  <a:pt x="53892" y="123029"/>
                  <a:pt x="53892" y="120466"/>
                </a:cubicBezTo>
                <a:lnTo>
                  <a:pt x="53892" y="19155"/>
                </a:lnTo>
                <a:cubicBezTo>
                  <a:pt x="53892" y="17361"/>
                  <a:pt x="53828" y="16080"/>
                  <a:pt x="53698" y="15310"/>
                </a:cubicBezTo>
                <a:cubicBezTo>
                  <a:pt x="53571" y="14541"/>
                  <a:pt x="53219" y="13836"/>
                  <a:pt x="52641" y="13196"/>
                </a:cubicBezTo>
                <a:cubicBezTo>
                  <a:pt x="52064" y="12555"/>
                  <a:pt x="51133" y="12107"/>
                  <a:pt x="49848" y="11850"/>
                </a:cubicBezTo>
                <a:cubicBezTo>
                  <a:pt x="48566" y="11594"/>
                  <a:pt x="45102" y="11466"/>
                  <a:pt x="39457" y="11466"/>
                </a:cubicBezTo>
                <a:cubicBezTo>
                  <a:pt x="34453" y="11466"/>
                  <a:pt x="30282" y="11626"/>
                  <a:pt x="26946" y="11947"/>
                </a:cubicBezTo>
                <a:cubicBezTo>
                  <a:pt x="23610" y="12266"/>
                  <a:pt x="20658" y="13034"/>
                  <a:pt x="18091" y="14250"/>
                </a:cubicBezTo>
                <a:cubicBezTo>
                  <a:pt x="15526" y="15464"/>
                  <a:pt x="13570" y="16838"/>
                  <a:pt x="12223" y="18373"/>
                </a:cubicBezTo>
                <a:cubicBezTo>
                  <a:pt x="10876" y="19906"/>
                  <a:pt x="9658" y="22240"/>
                  <a:pt x="8567" y="25375"/>
                </a:cubicBezTo>
                <a:cubicBezTo>
                  <a:pt x="7476" y="28508"/>
                  <a:pt x="6706" y="31737"/>
                  <a:pt x="6256" y="35064"/>
                </a:cubicBezTo>
                <a:cubicBezTo>
                  <a:pt x="5807" y="38388"/>
                  <a:pt x="5327" y="42928"/>
                  <a:pt x="4814" y="48682"/>
                </a:cubicBezTo>
                <a:lnTo>
                  <a:pt x="0" y="48682"/>
                </a:lnTo>
                <a:close/>
                <a:moveTo>
                  <a:pt x="124148" y="117421"/>
                </a:moveTo>
                <a:cubicBezTo>
                  <a:pt x="124148" y="106499"/>
                  <a:pt x="130564" y="98148"/>
                  <a:pt x="143396" y="92366"/>
                </a:cubicBezTo>
                <a:cubicBezTo>
                  <a:pt x="151095" y="88640"/>
                  <a:pt x="162899" y="86296"/>
                  <a:pt x="178809" y="85335"/>
                </a:cubicBezTo>
                <a:lnTo>
                  <a:pt x="178809" y="78295"/>
                </a:lnTo>
                <a:cubicBezTo>
                  <a:pt x="178809" y="70432"/>
                  <a:pt x="176724" y="64408"/>
                  <a:pt x="172554" y="60224"/>
                </a:cubicBezTo>
                <a:cubicBezTo>
                  <a:pt x="168383" y="56038"/>
                  <a:pt x="163668" y="53945"/>
                  <a:pt x="158407" y="53945"/>
                </a:cubicBezTo>
                <a:cubicBezTo>
                  <a:pt x="149040" y="53945"/>
                  <a:pt x="142111" y="56827"/>
                  <a:pt x="137619" y="62591"/>
                </a:cubicBezTo>
                <a:cubicBezTo>
                  <a:pt x="141468" y="62719"/>
                  <a:pt x="144067" y="63743"/>
                  <a:pt x="145414" y="65663"/>
                </a:cubicBezTo>
                <a:cubicBezTo>
                  <a:pt x="146761" y="67584"/>
                  <a:pt x="147434" y="69505"/>
                  <a:pt x="147434" y="71426"/>
                </a:cubicBezTo>
                <a:cubicBezTo>
                  <a:pt x="147434" y="73987"/>
                  <a:pt x="146632" y="76099"/>
                  <a:pt x="145029" y="77763"/>
                </a:cubicBezTo>
                <a:cubicBezTo>
                  <a:pt x="143425" y="79428"/>
                  <a:pt x="141277" y="80260"/>
                  <a:pt x="138582" y="80260"/>
                </a:cubicBezTo>
                <a:cubicBezTo>
                  <a:pt x="136016" y="80260"/>
                  <a:pt x="133898" y="79460"/>
                  <a:pt x="132230" y="77860"/>
                </a:cubicBezTo>
                <a:cubicBezTo>
                  <a:pt x="130562" y="76259"/>
                  <a:pt x="129728" y="74050"/>
                  <a:pt x="129728" y="71235"/>
                </a:cubicBezTo>
                <a:cubicBezTo>
                  <a:pt x="129728" y="64987"/>
                  <a:pt x="132550" y="59823"/>
                  <a:pt x="138195" y="55743"/>
                </a:cubicBezTo>
                <a:cubicBezTo>
                  <a:pt x="143841" y="51662"/>
                  <a:pt x="150707" y="49622"/>
                  <a:pt x="158791" y="49622"/>
                </a:cubicBezTo>
                <a:cubicBezTo>
                  <a:pt x="169313" y="49622"/>
                  <a:pt x="178103" y="53128"/>
                  <a:pt x="185162" y="60139"/>
                </a:cubicBezTo>
                <a:cubicBezTo>
                  <a:pt x="187343" y="62306"/>
                  <a:pt x="188979" y="64793"/>
                  <a:pt x="190069" y="67599"/>
                </a:cubicBezTo>
                <a:cubicBezTo>
                  <a:pt x="191160" y="70403"/>
                  <a:pt x="191769" y="72729"/>
                  <a:pt x="191896" y="74577"/>
                </a:cubicBezTo>
                <a:cubicBezTo>
                  <a:pt x="192025" y="76425"/>
                  <a:pt x="192090" y="79134"/>
                  <a:pt x="192090" y="82703"/>
                </a:cubicBezTo>
                <a:lnTo>
                  <a:pt x="192090" y="121247"/>
                </a:lnTo>
                <a:cubicBezTo>
                  <a:pt x="192090" y="122013"/>
                  <a:pt x="192218" y="123003"/>
                  <a:pt x="192475" y="124217"/>
                </a:cubicBezTo>
                <a:cubicBezTo>
                  <a:pt x="192731" y="125428"/>
                  <a:pt x="193437" y="126832"/>
                  <a:pt x="194592" y="128428"/>
                </a:cubicBezTo>
                <a:cubicBezTo>
                  <a:pt x="195747" y="130024"/>
                  <a:pt x="197287" y="130822"/>
                  <a:pt x="199212" y="130822"/>
                </a:cubicBezTo>
                <a:cubicBezTo>
                  <a:pt x="203831" y="130822"/>
                  <a:pt x="206140" y="126737"/>
                  <a:pt x="206140" y="118569"/>
                </a:cubicBezTo>
                <a:lnTo>
                  <a:pt x="206140" y="107846"/>
                </a:lnTo>
                <a:lnTo>
                  <a:pt x="210951" y="107846"/>
                </a:lnTo>
                <a:lnTo>
                  <a:pt x="210951" y="118598"/>
                </a:lnTo>
                <a:cubicBezTo>
                  <a:pt x="210951" y="125381"/>
                  <a:pt x="209154" y="130116"/>
                  <a:pt x="205562" y="132804"/>
                </a:cubicBezTo>
                <a:cubicBezTo>
                  <a:pt x="201969" y="135492"/>
                  <a:pt x="198504" y="136836"/>
                  <a:pt x="195168" y="136836"/>
                </a:cubicBezTo>
                <a:cubicBezTo>
                  <a:pt x="190933" y="136836"/>
                  <a:pt x="187468" y="135265"/>
                  <a:pt x="184774" y="132123"/>
                </a:cubicBezTo>
                <a:cubicBezTo>
                  <a:pt x="182080" y="128978"/>
                  <a:pt x="180540" y="125289"/>
                  <a:pt x="180154" y="121056"/>
                </a:cubicBezTo>
                <a:cubicBezTo>
                  <a:pt x="178230" y="125926"/>
                  <a:pt x="175054" y="129930"/>
                  <a:pt x="170627" y="133068"/>
                </a:cubicBezTo>
                <a:cubicBezTo>
                  <a:pt x="166200" y="136207"/>
                  <a:pt x="160971" y="137776"/>
                  <a:pt x="154941" y="137776"/>
                </a:cubicBezTo>
                <a:cubicBezTo>
                  <a:pt x="150322" y="137776"/>
                  <a:pt x="145832" y="137200"/>
                  <a:pt x="141469" y="136046"/>
                </a:cubicBezTo>
                <a:cubicBezTo>
                  <a:pt x="137107" y="134895"/>
                  <a:pt x="133130" y="132720"/>
                  <a:pt x="129537" y="129521"/>
                </a:cubicBezTo>
                <a:cubicBezTo>
                  <a:pt x="125944" y="126319"/>
                  <a:pt x="124148" y="122286"/>
                  <a:pt x="124148" y="117421"/>
                </a:cubicBezTo>
                <a:moveTo>
                  <a:pt x="138967" y="117227"/>
                </a:moveTo>
                <a:cubicBezTo>
                  <a:pt x="138967" y="121936"/>
                  <a:pt x="140667" y="125817"/>
                  <a:pt x="144066" y="128872"/>
                </a:cubicBezTo>
                <a:cubicBezTo>
                  <a:pt x="147467" y="131926"/>
                  <a:pt x="151541" y="133453"/>
                  <a:pt x="156289" y="133453"/>
                </a:cubicBezTo>
                <a:cubicBezTo>
                  <a:pt x="161679" y="133453"/>
                  <a:pt x="166780" y="131382"/>
                  <a:pt x="171590" y="127239"/>
                </a:cubicBezTo>
                <a:cubicBezTo>
                  <a:pt x="176403" y="123094"/>
                  <a:pt x="178809" y="116942"/>
                  <a:pt x="178809" y="108783"/>
                </a:cubicBezTo>
                <a:lnTo>
                  <a:pt x="178809" y="89658"/>
                </a:lnTo>
                <a:cubicBezTo>
                  <a:pt x="164565" y="90169"/>
                  <a:pt x="154363" y="93232"/>
                  <a:pt x="148204" y="98848"/>
                </a:cubicBezTo>
                <a:cubicBezTo>
                  <a:pt x="142046" y="104463"/>
                  <a:pt x="138967" y="110589"/>
                  <a:pt x="138967" y="117227"/>
                </a:cubicBezTo>
                <a:close/>
                <a:moveTo>
                  <a:pt x="217688" y="135709"/>
                </a:moveTo>
                <a:lnTo>
                  <a:pt x="217688" y="129694"/>
                </a:lnTo>
                <a:cubicBezTo>
                  <a:pt x="224490" y="129694"/>
                  <a:pt x="228693" y="129278"/>
                  <a:pt x="230296" y="128446"/>
                </a:cubicBezTo>
                <a:cubicBezTo>
                  <a:pt x="231900" y="127614"/>
                  <a:pt x="232702" y="125149"/>
                  <a:pt x="232702" y="121053"/>
                </a:cubicBezTo>
                <a:lnTo>
                  <a:pt x="232702" y="69587"/>
                </a:lnTo>
                <a:cubicBezTo>
                  <a:pt x="232702" y="64849"/>
                  <a:pt x="231867" y="61872"/>
                  <a:pt x="230199" y="60656"/>
                </a:cubicBezTo>
                <a:cubicBezTo>
                  <a:pt x="228531" y="59440"/>
                  <a:pt x="224361" y="58832"/>
                  <a:pt x="217688" y="58832"/>
                </a:cubicBezTo>
                <a:lnTo>
                  <a:pt x="217688" y="52867"/>
                </a:lnTo>
                <a:lnTo>
                  <a:pt x="244443" y="50750"/>
                </a:lnTo>
                <a:lnTo>
                  <a:pt x="244443" y="71890"/>
                </a:lnTo>
                <a:cubicBezTo>
                  <a:pt x="246239" y="66380"/>
                  <a:pt x="249061" y="61479"/>
                  <a:pt x="252910" y="57187"/>
                </a:cubicBezTo>
                <a:cubicBezTo>
                  <a:pt x="256760" y="52896"/>
                  <a:pt x="261828" y="50750"/>
                  <a:pt x="268115" y="50750"/>
                </a:cubicBezTo>
                <a:cubicBezTo>
                  <a:pt x="272221" y="50750"/>
                  <a:pt x="275621" y="51904"/>
                  <a:pt x="278315" y="54212"/>
                </a:cubicBezTo>
                <a:cubicBezTo>
                  <a:pt x="281011" y="56519"/>
                  <a:pt x="282359" y="59275"/>
                  <a:pt x="282359" y="62480"/>
                </a:cubicBezTo>
                <a:cubicBezTo>
                  <a:pt x="282359" y="65274"/>
                  <a:pt x="281492" y="67370"/>
                  <a:pt x="279760" y="68768"/>
                </a:cubicBezTo>
                <a:cubicBezTo>
                  <a:pt x="278029" y="70164"/>
                  <a:pt x="276136" y="70862"/>
                  <a:pt x="274083" y="70862"/>
                </a:cubicBezTo>
                <a:cubicBezTo>
                  <a:pt x="271772" y="70862"/>
                  <a:pt x="269815" y="70132"/>
                  <a:pt x="268212" y="68674"/>
                </a:cubicBezTo>
                <a:cubicBezTo>
                  <a:pt x="266608" y="67213"/>
                  <a:pt x="265806" y="65213"/>
                  <a:pt x="265806" y="62674"/>
                </a:cubicBezTo>
                <a:cubicBezTo>
                  <a:pt x="265806" y="61152"/>
                  <a:pt x="266159" y="59791"/>
                  <a:pt x="266864" y="58588"/>
                </a:cubicBezTo>
                <a:cubicBezTo>
                  <a:pt x="267570" y="57384"/>
                  <a:pt x="268212" y="56561"/>
                  <a:pt x="268787" y="56118"/>
                </a:cubicBezTo>
                <a:cubicBezTo>
                  <a:pt x="269365" y="55674"/>
                  <a:pt x="269847" y="55388"/>
                  <a:pt x="270232" y="55261"/>
                </a:cubicBezTo>
                <a:cubicBezTo>
                  <a:pt x="269976" y="55136"/>
                  <a:pt x="269270" y="55073"/>
                  <a:pt x="268115" y="55073"/>
                </a:cubicBezTo>
                <a:cubicBezTo>
                  <a:pt x="261058" y="55073"/>
                  <a:pt x="255509" y="58590"/>
                  <a:pt x="251465" y="65625"/>
                </a:cubicBezTo>
                <a:cubicBezTo>
                  <a:pt x="247424" y="72658"/>
                  <a:pt x="245404" y="81161"/>
                  <a:pt x="245404" y="91135"/>
                </a:cubicBezTo>
                <a:lnTo>
                  <a:pt x="245404" y="120678"/>
                </a:lnTo>
                <a:cubicBezTo>
                  <a:pt x="245404" y="124386"/>
                  <a:pt x="246173" y="126816"/>
                  <a:pt x="247712" y="127967"/>
                </a:cubicBezTo>
                <a:cubicBezTo>
                  <a:pt x="249253" y="129118"/>
                  <a:pt x="253360" y="129694"/>
                  <a:pt x="260032" y="129694"/>
                </a:cubicBezTo>
                <a:lnTo>
                  <a:pt x="264074" y="129694"/>
                </a:lnTo>
                <a:lnTo>
                  <a:pt x="264074" y="135709"/>
                </a:lnTo>
                <a:cubicBezTo>
                  <a:pt x="258942" y="135321"/>
                  <a:pt x="250794" y="135127"/>
                  <a:pt x="239630" y="135127"/>
                </a:cubicBezTo>
                <a:cubicBezTo>
                  <a:pt x="238091" y="135127"/>
                  <a:pt x="236101" y="135159"/>
                  <a:pt x="233662" y="135224"/>
                </a:cubicBezTo>
                <a:cubicBezTo>
                  <a:pt x="231224" y="135289"/>
                  <a:pt x="228401" y="135386"/>
                  <a:pt x="225192" y="135515"/>
                </a:cubicBezTo>
                <a:cubicBezTo>
                  <a:pt x="221985" y="135644"/>
                  <a:pt x="219483" y="135709"/>
                  <a:pt x="217688" y="135709"/>
                </a:cubicBezTo>
                <a:close/>
                <a:moveTo>
                  <a:pt x="292945" y="150983"/>
                </a:moveTo>
                <a:cubicBezTo>
                  <a:pt x="292945" y="146874"/>
                  <a:pt x="294516" y="143021"/>
                  <a:pt x="297659" y="139424"/>
                </a:cubicBezTo>
                <a:cubicBezTo>
                  <a:pt x="300803" y="135827"/>
                  <a:pt x="305134" y="133258"/>
                  <a:pt x="310652" y="131717"/>
                </a:cubicBezTo>
                <a:cubicBezTo>
                  <a:pt x="305007" y="128136"/>
                  <a:pt x="302185" y="122446"/>
                  <a:pt x="302185" y="114645"/>
                </a:cubicBezTo>
                <a:cubicBezTo>
                  <a:pt x="302185" y="108648"/>
                  <a:pt x="304173" y="103352"/>
                  <a:pt x="308149" y="98756"/>
                </a:cubicBezTo>
                <a:cubicBezTo>
                  <a:pt x="302119" y="93730"/>
                  <a:pt x="299104" y="87094"/>
                  <a:pt x="299104" y="78847"/>
                </a:cubicBezTo>
                <a:cubicBezTo>
                  <a:pt x="299104" y="71278"/>
                  <a:pt x="302119" y="64703"/>
                  <a:pt x="308149" y="59123"/>
                </a:cubicBezTo>
                <a:cubicBezTo>
                  <a:pt x="314180" y="53541"/>
                  <a:pt x="321558" y="50750"/>
                  <a:pt x="330285" y="50750"/>
                </a:cubicBezTo>
                <a:cubicBezTo>
                  <a:pt x="337983" y="50750"/>
                  <a:pt x="344784" y="53029"/>
                  <a:pt x="350688" y="57587"/>
                </a:cubicBezTo>
                <a:cubicBezTo>
                  <a:pt x="356847" y="51525"/>
                  <a:pt x="363648" y="48494"/>
                  <a:pt x="371090" y="48494"/>
                </a:cubicBezTo>
                <a:cubicBezTo>
                  <a:pt x="374427" y="48494"/>
                  <a:pt x="376897" y="49509"/>
                  <a:pt x="378500" y="51540"/>
                </a:cubicBezTo>
                <a:cubicBezTo>
                  <a:pt x="380104" y="53570"/>
                  <a:pt x="380905" y="55664"/>
                  <a:pt x="380905" y="57822"/>
                </a:cubicBezTo>
                <a:cubicBezTo>
                  <a:pt x="380905" y="59725"/>
                  <a:pt x="380296" y="61152"/>
                  <a:pt x="379076" y="62104"/>
                </a:cubicBezTo>
                <a:cubicBezTo>
                  <a:pt x="377858" y="63055"/>
                  <a:pt x="376607" y="63531"/>
                  <a:pt x="375322" y="63531"/>
                </a:cubicBezTo>
                <a:cubicBezTo>
                  <a:pt x="373783" y="63531"/>
                  <a:pt x="372469" y="63030"/>
                  <a:pt x="371378" y="62027"/>
                </a:cubicBezTo>
                <a:cubicBezTo>
                  <a:pt x="370288" y="61025"/>
                  <a:pt x="369742" y="59709"/>
                  <a:pt x="369742" y="58080"/>
                </a:cubicBezTo>
                <a:cubicBezTo>
                  <a:pt x="369742" y="55449"/>
                  <a:pt x="370768" y="53757"/>
                  <a:pt x="372820" y="53005"/>
                </a:cubicBezTo>
                <a:cubicBezTo>
                  <a:pt x="372436" y="52880"/>
                  <a:pt x="371795" y="52817"/>
                  <a:pt x="370896" y="52817"/>
                </a:cubicBezTo>
                <a:cubicBezTo>
                  <a:pt x="364610" y="52817"/>
                  <a:pt x="358836" y="55309"/>
                  <a:pt x="353575" y="60292"/>
                </a:cubicBezTo>
                <a:cubicBezTo>
                  <a:pt x="358836" y="65189"/>
                  <a:pt x="361466" y="71438"/>
                  <a:pt x="361466" y="79041"/>
                </a:cubicBezTo>
                <a:cubicBezTo>
                  <a:pt x="361466" y="86644"/>
                  <a:pt x="358451" y="93227"/>
                  <a:pt x="352420" y="98792"/>
                </a:cubicBezTo>
                <a:cubicBezTo>
                  <a:pt x="346390" y="104356"/>
                  <a:pt x="339011" y="107138"/>
                  <a:pt x="330285" y="107138"/>
                </a:cubicBezTo>
                <a:cubicBezTo>
                  <a:pt x="323099" y="107138"/>
                  <a:pt x="316748" y="105181"/>
                  <a:pt x="311230" y="101268"/>
                </a:cubicBezTo>
                <a:cubicBezTo>
                  <a:pt x="309049" y="103807"/>
                  <a:pt x="307959" y="106791"/>
                  <a:pt x="307959" y="110219"/>
                </a:cubicBezTo>
                <a:cubicBezTo>
                  <a:pt x="307959" y="113426"/>
                  <a:pt x="308921" y="116281"/>
                  <a:pt x="310845" y="118783"/>
                </a:cubicBezTo>
                <a:cubicBezTo>
                  <a:pt x="312770" y="121285"/>
                  <a:pt x="315208" y="122729"/>
                  <a:pt x="318158" y="123115"/>
                </a:cubicBezTo>
                <a:cubicBezTo>
                  <a:pt x="319057" y="123242"/>
                  <a:pt x="323869" y="123306"/>
                  <a:pt x="332593" y="123306"/>
                </a:cubicBezTo>
                <a:cubicBezTo>
                  <a:pt x="337725" y="123306"/>
                  <a:pt x="341703" y="123371"/>
                  <a:pt x="344526" y="123500"/>
                </a:cubicBezTo>
                <a:cubicBezTo>
                  <a:pt x="347349" y="123627"/>
                  <a:pt x="350782" y="124108"/>
                  <a:pt x="354823" y="124942"/>
                </a:cubicBezTo>
                <a:cubicBezTo>
                  <a:pt x="358866" y="125774"/>
                  <a:pt x="362491" y="127023"/>
                  <a:pt x="365698" y="128689"/>
                </a:cubicBezTo>
                <a:cubicBezTo>
                  <a:pt x="374039" y="133300"/>
                  <a:pt x="378209" y="140603"/>
                  <a:pt x="378209" y="150596"/>
                </a:cubicBezTo>
                <a:cubicBezTo>
                  <a:pt x="378209" y="157893"/>
                  <a:pt x="374007" y="163846"/>
                  <a:pt x="365601" y="168455"/>
                </a:cubicBezTo>
                <a:cubicBezTo>
                  <a:pt x="357198" y="173064"/>
                  <a:pt x="347157" y="175369"/>
                  <a:pt x="335480" y="175369"/>
                </a:cubicBezTo>
                <a:cubicBezTo>
                  <a:pt x="323676" y="175369"/>
                  <a:pt x="313636" y="173032"/>
                  <a:pt x="305359" y="168358"/>
                </a:cubicBezTo>
                <a:cubicBezTo>
                  <a:pt x="297083" y="163687"/>
                  <a:pt x="292945" y="157895"/>
                  <a:pt x="292945" y="150983"/>
                </a:cubicBezTo>
                <a:moveTo>
                  <a:pt x="302954" y="150983"/>
                </a:moveTo>
                <a:cubicBezTo>
                  <a:pt x="302954" y="156256"/>
                  <a:pt x="306065" y="160918"/>
                  <a:pt x="312288" y="164969"/>
                </a:cubicBezTo>
                <a:cubicBezTo>
                  <a:pt x="318512" y="169020"/>
                  <a:pt x="326307" y="171046"/>
                  <a:pt x="335674" y="171046"/>
                </a:cubicBezTo>
                <a:cubicBezTo>
                  <a:pt x="344914" y="171046"/>
                  <a:pt x="352645" y="169052"/>
                  <a:pt x="358867" y="165066"/>
                </a:cubicBezTo>
                <a:cubicBezTo>
                  <a:pt x="365091" y="161080"/>
                  <a:pt x="368203" y="156385"/>
                  <a:pt x="368203" y="150983"/>
                </a:cubicBezTo>
                <a:cubicBezTo>
                  <a:pt x="368203" y="147124"/>
                  <a:pt x="367113" y="143973"/>
                  <a:pt x="364932" y="141530"/>
                </a:cubicBezTo>
                <a:cubicBezTo>
                  <a:pt x="362750" y="139086"/>
                  <a:pt x="359414" y="137382"/>
                  <a:pt x="354923" y="136416"/>
                </a:cubicBezTo>
                <a:cubicBezTo>
                  <a:pt x="350431" y="135453"/>
                  <a:pt x="346613" y="134876"/>
                  <a:pt x="343469" y="134684"/>
                </a:cubicBezTo>
                <a:cubicBezTo>
                  <a:pt x="340326" y="134490"/>
                  <a:pt x="335868" y="134393"/>
                  <a:pt x="330094" y="134393"/>
                </a:cubicBezTo>
                <a:lnTo>
                  <a:pt x="318737" y="134393"/>
                </a:lnTo>
                <a:cubicBezTo>
                  <a:pt x="314375" y="134649"/>
                  <a:pt x="310654" y="136385"/>
                  <a:pt x="307574" y="139600"/>
                </a:cubicBezTo>
                <a:cubicBezTo>
                  <a:pt x="304494" y="142817"/>
                  <a:pt x="302954" y="146611"/>
                  <a:pt x="302954" y="150983"/>
                </a:cubicBezTo>
                <a:moveTo>
                  <a:pt x="313539" y="79041"/>
                </a:moveTo>
                <a:cubicBezTo>
                  <a:pt x="313539" y="94891"/>
                  <a:pt x="319121" y="102815"/>
                  <a:pt x="330285" y="102815"/>
                </a:cubicBezTo>
                <a:cubicBezTo>
                  <a:pt x="335932" y="102815"/>
                  <a:pt x="340487" y="100238"/>
                  <a:pt x="343950" y="95082"/>
                </a:cubicBezTo>
                <a:cubicBezTo>
                  <a:pt x="346004" y="91603"/>
                  <a:pt x="347031" y="86191"/>
                  <a:pt x="347031" y="78847"/>
                </a:cubicBezTo>
                <a:cubicBezTo>
                  <a:pt x="347031" y="62998"/>
                  <a:pt x="341449" y="55073"/>
                  <a:pt x="330285" y="55073"/>
                </a:cubicBezTo>
                <a:cubicBezTo>
                  <a:pt x="324638" y="55073"/>
                  <a:pt x="320083" y="57651"/>
                  <a:pt x="316619" y="62806"/>
                </a:cubicBezTo>
                <a:cubicBezTo>
                  <a:pt x="314566" y="66285"/>
                  <a:pt x="313539" y="71697"/>
                  <a:pt x="313539" y="79041"/>
                </a:cubicBezTo>
                <a:close/>
                <a:moveTo>
                  <a:pt x="389182" y="93447"/>
                </a:moveTo>
                <a:cubicBezTo>
                  <a:pt x="389182" y="81401"/>
                  <a:pt x="393063" y="71086"/>
                  <a:pt x="400827" y="62500"/>
                </a:cubicBezTo>
                <a:cubicBezTo>
                  <a:pt x="408590" y="53915"/>
                  <a:pt x="418053" y="49622"/>
                  <a:pt x="429215" y="49622"/>
                </a:cubicBezTo>
                <a:cubicBezTo>
                  <a:pt x="440506" y="49622"/>
                  <a:pt x="449071" y="53248"/>
                  <a:pt x="454910" y="60500"/>
                </a:cubicBezTo>
                <a:cubicBezTo>
                  <a:pt x="460748" y="67753"/>
                  <a:pt x="463668" y="76595"/>
                  <a:pt x="463668" y="87026"/>
                </a:cubicBezTo>
                <a:cubicBezTo>
                  <a:pt x="463668" y="89084"/>
                  <a:pt x="463411" y="90320"/>
                  <a:pt x="462898" y="90733"/>
                </a:cubicBezTo>
                <a:cubicBezTo>
                  <a:pt x="462385" y="91144"/>
                  <a:pt x="461038" y="91350"/>
                  <a:pt x="458857" y="91350"/>
                </a:cubicBezTo>
                <a:lnTo>
                  <a:pt x="405156" y="91350"/>
                </a:lnTo>
                <a:cubicBezTo>
                  <a:pt x="405156" y="104307"/>
                  <a:pt x="407080" y="113836"/>
                  <a:pt x="410930" y="119935"/>
                </a:cubicBezTo>
                <a:cubicBezTo>
                  <a:pt x="416320" y="128446"/>
                  <a:pt x="423570" y="132701"/>
                  <a:pt x="432680" y="132701"/>
                </a:cubicBezTo>
                <a:cubicBezTo>
                  <a:pt x="433963" y="132701"/>
                  <a:pt x="435342" y="132575"/>
                  <a:pt x="436818" y="132322"/>
                </a:cubicBezTo>
                <a:cubicBezTo>
                  <a:pt x="438295" y="132070"/>
                  <a:pt x="440573" y="131407"/>
                  <a:pt x="443653" y="130334"/>
                </a:cubicBezTo>
                <a:cubicBezTo>
                  <a:pt x="446732" y="129259"/>
                  <a:pt x="449619" y="127268"/>
                  <a:pt x="452313" y="124360"/>
                </a:cubicBezTo>
                <a:cubicBezTo>
                  <a:pt x="455010" y="121453"/>
                  <a:pt x="457127" y="117725"/>
                  <a:pt x="458666" y="113177"/>
                </a:cubicBezTo>
                <a:cubicBezTo>
                  <a:pt x="459052" y="111407"/>
                  <a:pt x="459886" y="110522"/>
                  <a:pt x="461168" y="110522"/>
                </a:cubicBezTo>
                <a:cubicBezTo>
                  <a:pt x="462834" y="110522"/>
                  <a:pt x="463668" y="111289"/>
                  <a:pt x="463668" y="112824"/>
                </a:cubicBezTo>
                <a:cubicBezTo>
                  <a:pt x="463668" y="113976"/>
                  <a:pt x="463058" y="115799"/>
                  <a:pt x="461838" y="118296"/>
                </a:cubicBezTo>
                <a:cubicBezTo>
                  <a:pt x="460620" y="120790"/>
                  <a:pt x="458856" y="123541"/>
                  <a:pt x="456546" y="126548"/>
                </a:cubicBezTo>
                <a:cubicBezTo>
                  <a:pt x="454237" y="129556"/>
                  <a:pt x="450837" y="132179"/>
                  <a:pt x="446346" y="134419"/>
                </a:cubicBezTo>
                <a:cubicBezTo>
                  <a:pt x="441854" y="136657"/>
                  <a:pt x="436914" y="137776"/>
                  <a:pt x="431526" y="137776"/>
                </a:cubicBezTo>
                <a:cubicBezTo>
                  <a:pt x="420235" y="137776"/>
                  <a:pt x="410354" y="133523"/>
                  <a:pt x="401884" y="125015"/>
                </a:cubicBezTo>
                <a:cubicBezTo>
                  <a:pt x="393416" y="116508"/>
                  <a:pt x="389182" y="105985"/>
                  <a:pt x="389182" y="93447"/>
                </a:cubicBezTo>
                <a:moveTo>
                  <a:pt x="405349" y="87026"/>
                </a:moveTo>
                <a:lnTo>
                  <a:pt x="450965" y="87026"/>
                </a:lnTo>
                <a:cubicBezTo>
                  <a:pt x="450965" y="84366"/>
                  <a:pt x="450740" y="81546"/>
                  <a:pt x="450290" y="78568"/>
                </a:cubicBezTo>
                <a:cubicBezTo>
                  <a:pt x="449842" y="75588"/>
                  <a:pt x="448944" y="72038"/>
                  <a:pt x="447597" y="67919"/>
                </a:cubicBezTo>
                <a:cubicBezTo>
                  <a:pt x="446250" y="63799"/>
                  <a:pt x="444004" y="60441"/>
                  <a:pt x="440860" y="57842"/>
                </a:cubicBezTo>
                <a:cubicBezTo>
                  <a:pt x="437717" y="55244"/>
                  <a:pt x="433835" y="53945"/>
                  <a:pt x="429215" y="53945"/>
                </a:cubicBezTo>
                <a:cubicBezTo>
                  <a:pt x="427163" y="53945"/>
                  <a:pt x="425014" y="54389"/>
                  <a:pt x="422768" y="55276"/>
                </a:cubicBezTo>
                <a:cubicBezTo>
                  <a:pt x="420522" y="56162"/>
                  <a:pt x="418053" y="57652"/>
                  <a:pt x="415358" y="59746"/>
                </a:cubicBezTo>
                <a:cubicBezTo>
                  <a:pt x="412664" y="61837"/>
                  <a:pt x="410386" y="65259"/>
                  <a:pt x="408524" y="70013"/>
                </a:cubicBezTo>
                <a:cubicBezTo>
                  <a:pt x="406664" y="74765"/>
                  <a:pt x="405606" y="80436"/>
                  <a:pt x="405349" y="87026"/>
                </a:cubicBezTo>
                <a:close/>
                <a:moveTo>
                  <a:pt x="472907" y="58832"/>
                </a:moveTo>
                <a:lnTo>
                  <a:pt x="472907" y="54509"/>
                </a:lnTo>
                <a:cubicBezTo>
                  <a:pt x="478810" y="54253"/>
                  <a:pt x="483718" y="52035"/>
                  <a:pt x="487630" y="47857"/>
                </a:cubicBezTo>
                <a:cubicBezTo>
                  <a:pt x="491544" y="43679"/>
                  <a:pt x="494174" y="39019"/>
                  <a:pt x="495521" y="33877"/>
                </a:cubicBezTo>
                <a:cubicBezTo>
                  <a:pt x="496868" y="28734"/>
                  <a:pt x="497606" y="23205"/>
                  <a:pt x="497736" y="17293"/>
                </a:cubicBezTo>
                <a:lnTo>
                  <a:pt x="502549" y="17293"/>
                </a:lnTo>
                <a:lnTo>
                  <a:pt x="502549" y="52817"/>
                </a:lnTo>
                <a:lnTo>
                  <a:pt x="530071" y="52817"/>
                </a:lnTo>
                <a:lnTo>
                  <a:pt x="530071" y="58832"/>
                </a:lnTo>
                <a:lnTo>
                  <a:pt x="502549" y="58832"/>
                </a:lnTo>
                <a:lnTo>
                  <a:pt x="502549" y="112034"/>
                </a:lnTo>
                <a:cubicBezTo>
                  <a:pt x="502549" y="125812"/>
                  <a:pt x="506848" y="132701"/>
                  <a:pt x="515445" y="132701"/>
                </a:cubicBezTo>
                <a:cubicBezTo>
                  <a:pt x="519167" y="132701"/>
                  <a:pt x="522247" y="130831"/>
                  <a:pt x="524685" y="127092"/>
                </a:cubicBezTo>
                <a:cubicBezTo>
                  <a:pt x="527122" y="123350"/>
                  <a:pt x="528341" y="118119"/>
                  <a:pt x="528341" y="111397"/>
                </a:cubicBezTo>
                <a:lnTo>
                  <a:pt x="528341" y="100936"/>
                </a:lnTo>
                <a:lnTo>
                  <a:pt x="533152" y="100936"/>
                </a:lnTo>
                <a:lnTo>
                  <a:pt x="533152" y="111873"/>
                </a:lnTo>
                <a:cubicBezTo>
                  <a:pt x="533152" y="118780"/>
                  <a:pt x="531547" y="124824"/>
                  <a:pt x="528338" y="130005"/>
                </a:cubicBezTo>
                <a:cubicBezTo>
                  <a:pt x="525131" y="135186"/>
                  <a:pt x="520384" y="137776"/>
                  <a:pt x="514097" y="137776"/>
                </a:cubicBezTo>
                <a:cubicBezTo>
                  <a:pt x="511787" y="137776"/>
                  <a:pt x="509476" y="137487"/>
                  <a:pt x="507166" y="136910"/>
                </a:cubicBezTo>
                <a:cubicBezTo>
                  <a:pt x="504858" y="136334"/>
                  <a:pt x="502228" y="135279"/>
                  <a:pt x="499277" y="133744"/>
                </a:cubicBezTo>
                <a:cubicBezTo>
                  <a:pt x="496327" y="132207"/>
                  <a:pt x="493921" y="129550"/>
                  <a:pt x="492059" y="125773"/>
                </a:cubicBezTo>
                <a:cubicBezTo>
                  <a:pt x="490199" y="121994"/>
                  <a:pt x="489269" y="117352"/>
                  <a:pt x="489269" y="111846"/>
                </a:cubicBezTo>
                <a:lnTo>
                  <a:pt x="489269" y="58832"/>
                </a:lnTo>
                <a:lnTo>
                  <a:pt x="472907" y="58832"/>
                </a:lnTo>
                <a:close/>
                <a:moveTo>
                  <a:pt x="563467" y="70310"/>
                </a:moveTo>
                <a:cubicBezTo>
                  <a:pt x="561479" y="68312"/>
                  <a:pt x="560486" y="65896"/>
                  <a:pt x="560486" y="63061"/>
                </a:cubicBezTo>
                <a:cubicBezTo>
                  <a:pt x="560486" y="60226"/>
                  <a:pt x="561479" y="57810"/>
                  <a:pt x="563467" y="55813"/>
                </a:cubicBezTo>
                <a:cubicBezTo>
                  <a:pt x="565456" y="53816"/>
                  <a:pt x="567862" y="52817"/>
                  <a:pt x="570685" y="52817"/>
                </a:cubicBezTo>
                <a:cubicBezTo>
                  <a:pt x="573509" y="52817"/>
                  <a:pt x="575914" y="53816"/>
                  <a:pt x="577901" y="55813"/>
                </a:cubicBezTo>
                <a:cubicBezTo>
                  <a:pt x="579891" y="57810"/>
                  <a:pt x="580885" y="60226"/>
                  <a:pt x="580885" y="63061"/>
                </a:cubicBezTo>
                <a:cubicBezTo>
                  <a:pt x="580885" y="65896"/>
                  <a:pt x="579891" y="68312"/>
                  <a:pt x="577901" y="70310"/>
                </a:cubicBezTo>
                <a:cubicBezTo>
                  <a:pt x="575914" y="72307"/>
                  <a:pt x="573509" y="73305"/>
                  <a:pt x="570685" y="73305"/>
                </a:cubicBezTo>
                <a:cubicBezTo>
                  <a:pt x="567862" y="73305"/>
                  <a:pt x="565456" y="72307"/>
                  <a:pt x="563467" y="70310"/>
                </a:cubicBezTo>
                <a:moveTo>
                  <a:pt x="563467" y="132713"/>
                </a:moveTo>
                <a:cubicBezTo>
                  <a:pt x="561479" y="130716"/>
                  <a:pt x="560486" y="128300"/>
                  <a:pt x="560486" y="125465"/>
                </a:cubicBezTo>
                <a:cubicBezTo>
                  <a:pt x="560486" y="122630"/>
                  <a:pt x="561479" y="120214"/>
                  <a:pt x="563467" y="118216"/>
                </a:cubicBezTo>
                <a:cubicBezTo>
                  <a:pt x="565456" y="116219"/>
                  <a:pt x="567862" y="115221"/>
                  <a:pt x="570685" y="115221"/>
                </a:cubicBezTo>
                <a:cubicBezTo>
                  <a:pt x="573509" y="115221"/>
                  <a:pt x="575914" y="116219"/>
                  <a:pt x="577901" y="118216"/>
                </a:cubicBezTo>
                <a:cubicBezTo>
                  <a:pt x="579891" y="120214"/>
                  <a:pt x="580885" y="122630"/>
                  <a:pt x="580885" y="125465"/>
                </a:cubicBezTo>
                <a:cubicBezTo>
                  <a:pt x="580885" y="128300"/>
                  <a:pt x="579891" y="130716"/>
                  <a:pt x="577901" y="132713"/>
                </a:cubicBezTo>
                <a:cubicBezTo>
                  <a:pt x="575914" y="134710"/>
                  <a:pt x="573509" y="135709"/>
                  <a:pt x="570685" y="135709"/>
                </a:cubicBezTo>
                <a:cubicBezTo>
                  <a:pt x="567862" y="135709"/>
                  <a:pt x="565456" y="134710"/>
                  <a:pt x="563467" y="132713"/>
                </a:cubicBezTo>
                <a:close/>
                <a:moveTo>
                  <a:pt x="672117" y="69919"/>
                </a:moveTo>
                <a:cubicBezTo>
                  <a:pt x="672117" y="50529"/>
                  <a:pt x="678725" y="34029"/>
                  <a:pt x="691941" y="20417"/>
                </a:cubicBezTo>
                <a:cubicBezTo>
                  <a:pt x="705159" y="6806"/>
                  <a:pt x="720879" y="0"/>
                  <a:pt x="739099" y="0"/>
                </a:cubicBezTo>
                <a:cubicBezTo>
                  <a:pt x="744744" y="0"/>
                  <a:pt x="750069" y="1030"/>
                  <a:pt x="755073" y="3090"/>
                </a:cubicBezTo>
                <a:cubicBezTo>
                  <a:pt x="760078" y="5147"/>
                  <a:pt x="763734" y="7078"/>
                  <a:pt x="766042" y="8881"/>
                </a:cubicBezTo>
                <a:cubicBezTo>
                  <a:pt x="768353" y="10682"/>
                  <a:pt x="771176" y="13256"/>
                  <a:pt x="774513" y="16602"/>
                </a:cubicBezTo>
                <a:lnTo>
                  <a:pt x="784137" y="2317"/>
                </a:lnTo>
                <a:cubicBezTo>
                  <a:pt x="785163" y="772"/>
                  <a:pt x="786189" y="0"/>
                  <a:pt x="787215" y="0"/>
                </a:cubicBezTo>
                <a:cubicBezTo>
                  <a:pt x="788243" y="0"/>
                  <a:pt x="788852" y="288"/>
                  <a:pt x="789044" y="863"/>
                </a:cubicBezTo>
                <a:cubicBezTo>
                  <a:pt x="789236" y="1439"/>
                  <a:pt x="789332" y="2686"/>
                  <a:pt x="789332" y="4605"/>
                </a:cubicBezTo>
                <a:lnTo>
                  <a:pt x="789332" y="50092"/>
                </a:lnTo>
                <a:cubicBezTo>
                  <a:pt x="789332" y="52138"/>
                  <a:pt x="789204" y="53417"/>
                  <a:pt x="788947" y="53930"/>
                </a:cubicBezTo>
                <a:cubicBezTo>
                  <a:pt x="788691" y="54441"/>
                  <a:pt x="787793" y="54697"/>
                  <a:pt x="786254" y="54697"/>
                </a:cubicBezTo>
                <a:cubicBezTo>
                  <a:pt x="784970" y="54697"/>
                  <a:pt x="784199" y="54505"/>
                  <a:pt x="783943" y="54121"/>
                </a:cubicBezTo>
                <a:cubicBezTo>
                  <a:pt x="783686" y="53738"/>
                  <a:pt x="783430" y="52844"/>
                  <a:pt x="783173" y="51440"/>
                </a:cubicBezTo>
                <a:cubicBezTo>
                  <a:pt x="781249" y="37640"/>
                  <a:pt x="776437" y="26620"/>
                  <a:pt x="768739" y="18379"/>
                </a:cubicBezTo>
                <a:cubicBezTo>
                  <a:pt x="761040" y="10136"/>
                  <a:pt x="751865" y="6015"/>
                  <a:pt x="741214" y="6015"/>
                </a:cubicBezTo>
                <a:cubicBezTo>
                  <a:pt x="738134" y="6015"/>
                  <a:pt x="734894" y="6368"/>
                  <a:pt x="731493" y="7075"/>
                </a:cubicBezTo>
                <a:cubicBezTo>
                  <a:pt x="728094" y="7780"/>
                  <a:pt x="723924" y="9448"/>
                  <a:pt x="718984" y="12080"/>
                </a:cubicBezTo>
                <a:cubicBezTo>
                  <a:pt x="714045" y="14709"/>
                  <a:pt x="709681" y="18206"/>
                  <a:pt x="705895" y="22570"/>
                </a:cubicBezTo>
                <a:cubicBezTo>
                  <a:pt x="702110" y="26932"/>
                  <a:pt x="698838" y="33220"/>
                  <a:pt x="696079" y="41434"/>
                </a:cubicBezTo>
                <a:cubicBezTo>
                  <a:pt x="693321" y="49645"/>
                  <a:pt x="691941" y="59205"/>
                  <a:pt x="691941" y="70113"/>
                </a:cubicBezTo>
                <a:cubicBezTo>
                  <a:pt x="691941" y="80891"/>
                  <a:pt x="693321" y="90420"/>
                  <a:pt x="696079" y="98698"/>
                </a:cubicBezTo>
                <a:cubicBezTo>
                  <a:pt x="698838" y="106974"/>
                  <a:pt x="702110" y="113262"/>
                  <a:pt x="705895" y="117561"/>
                </a:cubicBezTo>
                <a:cubicBezTo>
                  <a:pt x="709681" y="121859"/>
                  <a:pt x="714045" y="125324"/>
                  <a:pt x="718984" y="127955"/>
                </a:cubicBezTo>
                <a:cubicBezTo>
                  <a:pt x="723924" y="130585"/>
                  <a:pt x="728126" y="132253"/>
                  <a:pt x="731590" y="132960"/>
                </a:cubicBezTo>
                <a:cubicBezTo>
                  <a:pt x="735055" y="133665"/>
                  <a:pt x="738328" y="134017"/>
                  <a:pt x="741408" y="134017"/>
                </a:cubicBezTo>
                <a:cubicBezTo>
                  <a:pt x="752443" y="134017"/>
                  <a:pt x="762194" y="130116"/>
                  <a:pt x="770662" y="122313"/>
                </a:cubicBezTo>
                <a:cubicBezTo>
                  <a:pt x="779132" y="114511"/>
                  <a:pt x="783752" y="104022"/>
                  <a:pt x="784522" y="90847"/>
                </a:cubicBezTo>
                <a:cubicBezTo>
                  <a:pt x="784651" y="90209"/>
                  <a:pt x="784715" y="89762"/>
                  <a:pt x="784715" y="89505"/>
                </a:cubicBezTo>
                <a:cubicBezTo>
                  <a:pt x="784715" y="89249"/>
                  <a:pt x="784779" y="88961"/>
                  <a:pt x="784906" y="88642"/>
                </a:cubicBezTo>
                <a:cubicBezTo>
                  <a:pt x="785035" y="88323"/>
                  <a:pt x="785261" y="88099"/>
                  <a:pt x="785582" y="87972"/>
                </a:cubicBezTo>
                <a:cubicBezTo>
                  <a:pt x="785903" y="87843"/>
                  <a:pt x="786320" y="87778"/>
                  <a:pt x="786833" y="87778"/>
                </a:cubicBezTo>
                <a:cubicBezTo>
                  <a:pt x="788499" y="87778"/>
                  <a:pt x="789332" y="88867"/>
                  <a:pt x="789332" y="91044"/>
                </a:cubicBezTo>
                <a:cubicBezTo>
                  <a:pt x="789332" y="103211"/>
                  <a:pt x="784649" y="114417"/>
                  <a:pt x="775282" y="124663"/>
                </a:cubicBezTo>
                <a:cubicBezTo>
                  <a:pt x="765915" y="134909"/>
                  <a:pt x="753854" y="140032"/>
                  <a:pt x="739099" y="140032"/>
                </a:cubicBezTo>
                <a:cubicBezTo>
                  <a:pt x="720879" y="140032"/>
                  <a:pt x="705159" y="133258"/>
                  <a:pt x="691941" y="119711"/>
                </a:cubicBezTo>
                <a:cubicBezTo>
                  <a:pt x="678725" y="106164"/>
                  <a:pt x="672117" y="89567"/>
                  <a:pt x="672117" y="699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001A3-9DBA-49AC-96B3-752825871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3903" y="1703800"/>
            <a:ext cx="2336530" cy="620597"/>
          </a:xfrm>
          <a:custGeom xmlns:a="http://schemas.openxmlformats.org/drawingml/2006/main">
            <a:pathLst>
              <a:path w="2336530" h="620597" fill="none">
                <a:moveTo>
                  <a:pt x="361102" y="0"/>
                </a:moveTo>
                <a:lnTo>
                  <a:pt x="361102" y="473235"/>
                </a:lnTo>
                <a:lnTo>
                  <a:pt x="0" y="620597"/>
                </a:lnTo>
                <a:lnTo>
                  <a:pt x="826174" y="491494"/>
                </a:lnTo>
                <a:lnTo>
                  <a:pt x="2336530" y="491494"/>
                </a:lnTo>
                <a:lnTo>
                  <a:pt x="2336530" y="0"/>
                </a:lnTo>
                <a:lnTo>
                  <a:pt x="361102" y="0"/>
                </a:lnTo>
                <a:close/>
                <a:moveTo>
                  <a:pt x="36110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67" name="Text Swanfacingright">
            <a:extLst xmlns:a="http://schemas.openxmlformats.org/drawingml/2006/main">
              <a:ext uri="{FF2B5EF4-FFF2-40B4-BE49-F238E27FC236}">
                <a16:creationId xmlns:a16="http://schemas.microsoft.com/office/drawing/2014/main" id="{8F10A3BF-3D0C-4F7F-BB4C-EB3607CF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8825" y="1859551"/>
            <a:ext cx="1447784" cy="175369"/>
          </a:xfrm>
          <a:custGeom xmlns:a="http://schemas.openxmlformats.org/drawingml/2006/main">
            <a:pathLst>
              <a:path w="1447784" h="175369">
                <a:moveTo>
                  <a:pt x="0" y="135430"/>
                </a:moveTo>
                <a:lnTo>
                  <a:pt x="0" y="97082"/>
                </a:lnTo>
                <a:cubicBezTo>
                  <a:pt x="0" y="95677"/>
                  <a:pt x="32" y="94718"/>
                  <a:pt x="97" y="94207"/>
                </a:cubicBezTo>
                <a:cubicBezTo>
                  <a:pt x="162" y="93696"/>
                  <a:pt x="386" y="93249"/>
                  <a:pt x="769" y="92865"/>
                </a:cubicBezTo>
                <a:cubicBezTo>
                  <a:pt x="1155" y="92481"/>
                  <a:pt x="1733" y="92289"/>
                  <a:pt x="2502" y="92289"/>
                </a:cubicBezTo>
                <a:cubicBezTo>
                  <a:pt x="3912" y="92289"/>
                  <a:pt x="4681" y="92928"/>
                  <a:pt x="4811" y="94204"/>
                </a:cubicBezTo>
                <a:cubicBezTo>
                  <a:pt x="5196" y="106837"/>
                  <a:pt x="9174" y="116663"/>
                  <a:pt x="16743" y="123682"/>
                </a:cubicBezTo>
                <a:cubicBezTo>
                  <a:pt x="24185" y="130572"/>
                  <a:pt x="34323" y="134017"/>
                  <a:pt x="47155" y="134017"/>
                </a:cubicBezTo>
                <a:cubicBezTo>
                  <a:pt x="54854" y="134017"/>
                  <a:pt x="61077" y="131256"/>
                  <a:pt x="65825" y="125735"/>
                </a:cubicBezTo>
                <a:cubicBezTo>
                  <a:pt x="70573" y="120212"/>
                  <a:pt x="72947" y="113790"/>
                  <a:pt x="72947" y="106472"/>
                </a:cubicBezTo>
                <a:cubicBezTo>
                  <a:pt x="72947" y="99537"/>
                  <a:pt x="70958" y="93630"/>
                  <a:pt x="66979" y="88750"/>
                </a:cubicBezTo>
                <a:cubicBezTo>
                  <a:pt x="65313" y="86567"/>
                  <a:pt x="63421" y="84770"/>
                  <a:pt x="61302" y="83358"/>
                </a:cubicBezTo>
                <a:cubicBezTo>
                  <a:pt x="59186" y="81945"/>
                  <a:pt x="57485" y="81015"/>
                  <a:pt x="56201" y="80568"/>
                </a:cubicBezTo>
                <a:cubicBezTo>
                  <a:pt x="54918" y="80122"/>
                  <a:pt x="53058" y="79573"/>
                  <a:pt x="50621" y="78921"/>
                </a:cubicBezTo>
                <a:cubicBezTo>
                  <a:pt x="34708" y="75075"/>
                  <a:pt x="26239" y="72961"/>
                  <a:pt x="25213" y="72577"/>
                </a:cubicBezTo>
                <a:cubicBezTo>
                  <a:pt x="17642" y="69992"/>
                  <a:pt x="11547" y="65439"/>
                  <a:pt x="6928" y="58917"/>
                </a:cubicBezTo>
                <a:cubicBezTo>
                  <a:pt x="2309" y="52393"/>
                  <a:pt x="0" y="45127"/>
                  <a:pt x="0" y="37117"/>
                </a:cubicBezTo>
                <a:cubicBezTo>
                  <a:pt x="0" y="26912"/>
                  <a:pt x="3625" y="18175"/>
                  <a:pt x="10875" y="10905"/>
                </a:cubicBezTo>
                <a:cubicBezTo>
                  <a:pt x="18126" y="3635"/>
                  <a:pt x="27012" y="0"/>
                  <a:pt x="37534" y="0"/>
                </a:cubicBezTo>
                <a:cubicBezTo>
                  <a:pt x="42795" y="0"/>
                  <a:pt x="47638" y="816"/>
                  <a:pt x="52063" y="2449"/>
                </a:cubicBezTo>
                <a:cubicBezTo>
                  <a:pt x="56489" y="4080"/>
                  <a:pt x="59601" y="5618"/>
                  <a:pt x="61396" y="7063"/>
                </a:cubicBezTo>
                <a:cubicBezTo>
                  <a:pt x="63193" y="8506"/>
                  <a:pt x="65504" y="10545"/>
                  <a:pt x="68327" y="13181"/>
                </a:cubicBezTo>
                <a:lnTo>
                  <a:pt x="75064" y="2446"/>
                </a:lnTo>
                <a:cubicBezTo>
                  <a:pt x="76090" y="815"/>
                  <a:pt x="77053" y="0"/>
                  <a:pt x="77951" y="0"/>
                </a:cubicBezTo>
                <a:cubicBezTo>
                  <a:pt x="78977" y="0"/>
                  <a:pt x="79586" y="288"/>
                  <a:pt x="79778" y="863"/>
                </a:cubicBezTo>
                <a:cubicBezTo>
                  <a:pt x="79972" y="1439"/>
                  <a:pt x="80069" y="2685"/>
                  <a:pt x="80069" y="4602"/>
                </a:cubicBezTo>
                <a:lnTo>
                  <a:pt x="80069" y="43140"/>
                </a:lnTo>
                <a:cubicBezTo>
                  <a:pt x="80069" y="44546"/>
                  <a:pt x="80037" y="45505"/>
                  <a:pt x="79972" y="46018"/>
                </a:cubicBezTo>
                <a:cubicBezTo>
                  <a:pt x="79907" y="46529"/>
                  <a:pt x="79682" y="46945"/>
                  <a:pt x="79297" y="47264"/>
                </a:cubicBezTo>
                <a:cubicBezTo>
                  <a:pt x="78913" y="47583"/>
                  <a:pt x="78336" y="47742"/>
                  <a:pt x="77567" y="47742"/>
                </a:cubicBezTo>
                <a:cubicBezTo>
                  <a:pt x="76284" y="47742"/>
                  <a:pt x="75515" y="46970"/>
                  <a:pt x="75258" y="45425"/>
                </a:cubicBezTo>
                <a:cubicBezTo>
                  <a:pt x="71665" y="18525"/>
                  <a:pt x="59154" y="5075"/>
                  <a:pt x="37725" y="5075"/>
                </a:cubicBezTo>
                <a:cubicBezTo>
                  <a:pt x="30410" y="5075"/>
                  <a:pt x="24346" y="7562"/>
                  <a:pt x="19533" y="12535"/>
                </a:cubicBezTo>
                <a:cubicBezTo>
                  <a:pt x="14723" y="17508"/>
                  <a:pt x="12317" y="23482"/>
                  <a:pt x="12317" y="30456"/>
                </a:cubicBezTo>
                <a:cubicBezTo>
                  <a:pt x="12317" y="36140"/>
                  <a:pt x="14081" y="41307"/>
                  <a:pt x="17610" y="45957"/>
                </a:cubicBezTo>
                <a:cubicBezTo>
                  <a:pt x="21138" y="50605"/>
                  <a:pt x="25854" y="53640"/>
                  <a:pt x="31757" y="55061"/>
                </a:cubicBezTo>
                <a:lnTo>
                  <a:pt x="56395" y="61029"/>
                </a:lnTo>
                <a:cubicBezTo>
                  <a:pt x="64606" y="62952"/>
                  <a:pt x="71471" y="67532"/>
                  <a:pt x="76988" y="74771"/>
                </a:cubicBezTo>
                <a:cubicBezTo>
                  <a:pt x="82506" y="82009"/>
                  <a:pt x="85264" y="90370"/>
                  <a:pt x="85264" y="99852"/>
                </a:cubicBezTo>
                <a:cubicBezTo>
                  <a:pt x="85264" y="110799"/>
                  <a:pt x="81704" y="120232"/>
                  <a:pt x="74583" y="128152"/>
                </a:cubicBezTo>
                <a:cubicBezTo>
                  <a:pt x="67462" y="136072"/>
                  <a:pt x="58384" y="140032"/>
                  <a:pt x="47349" y="140032"/>
                </a:cubicBezTo>
                <a:cubicBezTo>
                  <a:pt x="39394" y="140032"/>
                  <a:pt x="32336" y="138709"/>
                  <a:pt x="26177" y="136064"/>
                </a:cubicBezTo>
                <a:cubicBezTo>
                  <a:pt x="20017" y="133421"/>
                  <a:pt x="15269" y="130229"/>
                  <a:pt x="11933" y="126490"/>
                </a:cubicBezTo>
                <a:cubicBezTo>
                  <a:pt x="9366" y="130746"/>
                  <a:pt x="7249" y="134099"/>
                  <a:pt x="5583" y="136549"/>
                </a:cubicBezTo>
                <a:lnTo>
                  <a:pt x="5004" y="137518"/>
                </a:lnTo>
                <a:cubicBezTo>
                  <a:pt x="3979" y="139194"/>
                  <a:pt x="3016" y="140032"/>
                  <a:pt x="2118" y="140032"/>
                </a:cubicBezTo>
                <a:cubicBezTo>
                  <a:pt x="1092" y="140032"/>
                  <a:pt x="482" y="139712"/>
                  <a:pt x="288" y="139071"/>
                </a:cubicBezTo>
                <a:cubicBezTo>
                  <a:pt x="96" y="138433"/>
                  <a:pt x="0" y="137219"/>
                  <a:pt x="0" y="135430"/>
                </a:cubicBezTo>
                <a:close/>
                <a:moveTo>
                  <a:pt x="99510" y="58832"/>
                </a:moveTo>
                <a:lnTo>
                  <a:pt x="99510" y="52817"/>
                </a:lnTo>
                <a:cubicBezTo>
                  <a:pt x="106439" y="53205"/>
                  <a:pt x="112405" y="53399"/>
                  <a:pt x="117407" y="53399"/>
                </a:cubicBezTo>
                <a:cubicBezTo>
                  <a:pt x="119847" y="53399"/>
                  <a:pt x="126840" y="53205"/>
                  <a:pt x="138388" y="52817"/>
                </a:cubicBezTo>
                <a:lnTo>
                  <a:pt x="138388" y="58832"/>
                </a:lnTo>
                <a:cubicBezTo>
                  <a:pt x="130817" y="58832"/>
                  <a:pt x="127031" y="60542"/>
                  <a:pt x="127031" y="63963"/>
                </a:cubicBezTo>
                <a:cubicBezTo>
                  <a:pt x="127031" y="64723"/>
                  <a:pt x="127352" y="65862"/>
                  <a:pt x="127995" y="67381"/>
                </a:cubicBezTo>
                <a:lnTo>
                  <a:pt x="146280" y="118771"/>
                </a:lnTo>
                <a:lnTo>
                  <a:pt x="162832" y="72192"/>
                </a:lnTo>
                <a:cubicBezTo>
                  <a:pt x="160522" y="65958"/>
                  <a:pt x="159047" y="62459"/>
                  <a:pt x="158406" y="61696"/>
                </a:cubicBezTo>
                <a:cubicBezTo>
                  <a:pt x="156865" y="59787"/>
                  <a:pt x="152823" y="58832"/>
                  <a:pt x="146280" y="58832"/>
                </a:cubicBezTo>
                <a:lnTo>
                  <a:pt x="146280" y="52817"/>
                </a:lnTo>
                <a:cubicBezTo>
                  <a:pt x="152054" y="53205"/>
                  <a:pt x="157764" y="53399"/>
                  <a:pt x="163411" y="53399"/>
                </a:cubicBezTo>
                <a:cubicBezTo>
                  <a:pt x="165592" y="53399"/>
                  <a:pt x="172264" y="53205"/>
                  <a:pt x="183426" y="52817"/>
                </a:cubicBezTo>
                <a:lnTo>
                  <a:pt x="183426" y="58832"/>
                </a:lnTo>
                <a:cubicBezTo>
                  <a:pt x="175855" y="58832"/>
                  <a:pt x="172069" y="60542"/>
                  <a:pt x="172069" y="63963"/>
                </a:cubicBezTo>
                <a:cubicBezTo>
                  <a:pt x="172069" y="64470"/>
                  <a:pt x="172390" y="65673"/>
                  <a:pt x="173032" y="67572"/>
                </a:cubicBezTo>
                <a:lnTo>
                  <a:pt x="192087" y="121274"/>
                </a:lnTo>
                <a:lnTo>
                  <a:pt x="209603" y="71992"/>
                </a:lnTo>
                <a:cubicBezTo>
                  <a:pt x="210245" y="70340"/>
                  <a:pt x="210566" y="69005"/>
                  <a:pt x="210566" y="67986"/>
                </a:cubicBezTo>
                <a:cubicBezTo>
                  <a:pt x="210566" y="65189"/>
                  <a:pt x="209571" y="62996"/>
                  <a:pt x="207582" y="61408"/>
                </a:cubicBezTo>
                <a:cubicBezTo>
                  <a:pt x="205593" y="59818"/>
                  <a:pt x="202866" y="58959"/>
                  <a:pt x="199403" y="58832"/>
                </a:cubicBezTo>
                <a:lnTo>
                  <a:pt x="199403" y="52817"/>
                </a:lnTo>
                <a:cubicBezTo>
                  <a:pt x="206716" y="53205"/>
                  <a:pt x="212682" y="53399"/>
                  <a:pt x="217303" y="53399"/>
                </a:cubicBezTo>
                <a:cubicBezTo>
                  <a:pt x="222435" y="53399"/>
                  <a:pt x="227118" y="53205"/>
                  <a:pt x="231353" y="52817"/>
                </a:cubicBezTo>
                <a:lnTo>
                  <a:pt x="231353" y="58832"/>
                </a:lnTo>
                <a:cubicBezTo>
                  <a:pt x="223398" y="59094"/>
                  <a:pt x="218009" y="63297"/>
                  <a:pt x="215186" y="71440"/>
                </a:cubicBezTo>
                <a:lnTo>
                  <a:pt x="192665" y="134801"/>
                </a:lnTo>
                <a:cubicBezTo>
                  <a:pt x="191254" y="136681"/>
                  <a:pt x="189970" y="137672"/>
                  <a:pt x="188815" y="137776"/>
                </a:cubicBezTo>
                <a:cubicBezTo>
                  <a:pt x="187149" y="137776"/>
                  <a:pt x="185866" y="136574"/>
                  <a:pt x="184968" y="134170"/>
                </a:cubicBezTo>
                <a:lnTo>
                  <a:pt x="165335" y="79188"/>
                </a:lnTo>
                <a:lnTo>
                  <a:pt x="145895" y="133888"/>
                </a:lnTo>
                <a:cubicBezTo>
                  <a:pt x="145382" y="135442"/>
                  <a:pt x="144900" y="136479"/>
                  <a:pt x="144450" y="136998"/>
                </a:cubicBezTo>
                <a:cubicBezTo>
                  <a:pt x="144002" y="137517"/>
                  <a:pt x="143200" y="137776"/>
                  <a:pt x="142045" y="137776"/>
                </a:cubicBezTo>
                <a:cubicBezTo>
                  <a:pt x="140890" y="137776"/>
                  <a:pt x="140056" y="137459"/>
                  <a:pt x="139543" y="136825"/>
                </a:cubicBezTo>
                <a:cubicBezTo>
                  <a:pt x="139030" y="136190"/>
                  <a:pt x="138517" y="135112"/>
                  <a:pt x="138004" y="133591"/>
                </a:cubicBezTo>
                <a:lnTo>
                  <a:pt x="113751" y="65455"/>
                </a:lnTo>
                <a:cubicBezTo>
                  <a:pt x="112595" y="62553"/>
                  <a:pt x="111184" y="60724"/>
                  <a:pt x="109516" y="59969"/>
                </a:cubicBezTo>
                <a:cubicBezTo>
                  <a:pt x="107849" y="59211"/>
                  <a:pt x="104514" y="58832"/>
                  <a:pt x="99510" y="58832"/>
                </a:cubicBezTo>
                <a:close/>
                <a:moveTo>
                  <a:pt x="237706" y="117421"/>
                </a:moveTo>
                <a:cubicBezTo>
                  <a:pt x="237706" y="106499"/>
                  <a:pt x="244122" y="98148"/>
                  <a:pt x="256954" y="92366"/>
                </a:cubicBezTo>
                <a:cubicBezTo>
                  <a:pt x="264653" y="88640"/>
                  <a:pt x="276457" y="86296"/>
                  <a:pt x="292367" y="85335"/>
                </a:cubicBezTo>
                <a:lnTo>
                  <a:pt x="292367" y="78295"/>
                </a:lnTo>
                <a:cubicBezTo>
                  <a:pt x="292367" y="70432"/>
                  <a:pt x="290282" y="64408"/>
                  <a:pt x="286112" y="60224"/>
                </a:cubicBezTo>
                <a:cubicBezTo>
                  <a:pt x="281941" y="56038"/>
                  <a:pt x="277226" y="53945"/>
                  <a:pt x="271965" y="53945"/>
                </a:cubicBezTo>
                <a:cubicBezTo>
                  <a:pt x="262598" y="53945"/>
                  <a:pt x="255669" y="56827"/>
                  <a:pt x="251177" y="62591"/>
                </a:cubicBezTo>
                <a:cubicBezTo>
                  <a:pt x="255027" y="62719"/>
                  <a:pt x="257625" y="63743"/>
                  <a:pt x="258972" y="65663"/>
                </a:cubicBezTo>
                <a:cubicBezTo>
                  <a:pt x="260319" y="67584"/>
                  <a:pt x="260993" y="69505"/>
                  <a:pt x="260993" y="71426"/>
                </a:cubicBezTo>
                <a:cubicBezTo>
                  <a:pt x="260993" y="73987"/>
                  <a:pt x="260191" y="76099"/>
                  <a:pt x="258587" y="77763"/>
                </a:cubicBezTo>
                <a:cubicBezTo>
                  <a:pt x="256984" y="79428"/>
                  <a:pt x="254835" y="80260"/>
                  <a:pt x="252141" y="80260"/>
                </a:cubicBezTo>
                <a:cubicBezTo>
                  <a:pt x="249574" y="80260"/>
                  <a:pt x="247456" y="79460"/>
                  <a:pt x="245788" y="77860"/>
                </a:cubicBezTo>
                <a:cubicBezTo>
                  <a:pt x="244120" y="76259"/>
                  <a:pt x="243286" y="74050"/>
                  <a:pt x="243286" y="71235"/>
                </a:cubicBezTo>
                <a:cubicBezTo>
                  <a:pt x="243286" y="64987"/>
                  <a:pt x="246108" y="59823"/>
                  <a:pt x="251753" y="55743"/>
                </a:cubicBezTo>
                <a:cubicBezTo>
                  <a:pt x="257400" y="51662"/>
                  <a:pt x="264265" y="49622"/>
                  <a:pt x="272350" y="49622"/>
                </a:cubicBezTo>
                <a:cubicBezTo>
                  <a:pt x="282871" y="49622"/>
                  <a:pt x="291662" y="53128"/>
                  <a:pt x="298720" y="60139"/>
                </a:cubicBezTo>
                <a:cubicBezTo>
                  <a:pt x="300901" y="62306"/>
                  <a:pt x="302537" y="64793"/>
                  <a:pt x="303628" y="67599"/>
                </a:cubicBezTo>
                <a:cubicBezTo>
                  <a:pt x="304718" y="70403"/>
                  <a:pt x="305327" y="72729"/>
                  <a:pt x="305454" y="74577"/>
                </a:cubicBezTo>
                <a:cubicBezTo>
                  <a:pt x="305584" y="76425"/>
                  <a:pt x="305648" y="79134"/>
                  <a:pt x="305648" y="82703"/>
                </a:cubicBezTo>
                <a:lnTo>
                  <a:pt x="305648" y="121247"/>
                </a:lnTo>
                <a:cubicBezTo>
                  <a:pt x="305648" y="122013"/>
                  <a:pt x="305776" y="123003"/>
                  <a:pt x="306033" y="124217"/>
                </a:cubicBezTo>
                <a:cubicBezTo>
                  <a:pt x="306289" y="125428"/>
                  <a:pt x="306995" y="126832"/>
                  <a:pt x="308150" y="128428"/>
                </a:cubicBezTo>
                <a:cubicBezTo>
                  <a:pt x="309306" y="130024"/>
                  <a:pt x="310846" y="130822"/>
                  <a:pt x="312770" y="130822"/>
                </a:cubicBezTo>
                <a:cubicBezTo>
                  <a:pt x="317389" y="130822"/>
                  <a:pt x="319698" y="126737"/>
                  <a:pt x="319698" y="118569"/>
                </a:cubicBezTo>
                <a:lnTo>
                  <a:pt x="319698" y="107846"/>
                </a:lnTo>
                <a:lnTo>
                  <a:pt x="324509" y="107846"/>
                </a:lnTo>
                <a:lnTo>
                  <a:pt x="324509" y="118598"/>
                </a:lnTo>
                <a:cubicBezTo>
                  <a:pt x="324509" y="125381"/>
                  <a:pt x="322713" y="130116"/>
                  <a:pt x="319120" y="132804"/>
                </a:cubicBezTo>
                <a:cubicBezTo>
                  <a:pt x="315527" y="135492"/>
                  <a:pt x="312062" y="136836"/>
                  <a:pt x="308726" y="136836"/>
                </a:cubicBezTo>
                <a:cubicBezTo>
                  <a:pt x="304491" y="136836"/>
                  <a:pt x="301026" y="135265"/>
                  <a:pt x="298332" y="132123"/>
                </a:cubicBezTo>
                <a:cubicBezTo>
                  <a:pt x="295638" y="128978"/>
                  <a:pt x="294098" y="125289"/>
                  <a:pt x="293713" y="121056"/>
                </a:cubicBezTo>
                <a:cubicBezTo>
                  <a:pt x="291788" y="125926"/>
                  <a:pt x="288612" y="129930"/>
                  <a:pt x="284185" y="133068"/>
                </a:cubicBezTo>
                <a:cubicBezTo>
                  <a:pt x="279758" y="136207"/>
                  <a:pt x="274530" y="137776"/>
                  <a:pt x="268499" y="137776"/>
                </a:cubicBezTo>
                <a:cubicBezTo>
                  <a:pt x="263880" y="137776"/>
                  <a:pt x="259390" y="137200"/>
                  <a:pt x="255028" y="136046"/>
                </a:cubicBezTo>
                <a:cubicBezTo>
                  <a:pt x="250665" y="134895"/>
                  <a:pt x="246688" y="132720"/>
                  <a:pt x="243095" y="129521"/>
                </a:cubicBezTo>
                <a:cubicBezTo>
                  <a:pt x="239502" y="126319"/>
                  <a:pt x="237706" y="122286"/>
                  <a:pt x="237706" y="117421"/>
                </a:cubicBezTo>
                <a:moveTo>
                  <a:pt x="252525" y="117227"/>
                </a:moveTo>
                <a:cubicBezTo>
                  <a:pt x="252525" y="121936"/>
                  <a:pt x="254225" y="125817"/>
                  <a:pt x="257624" y="128872"/>
                </a:cubicBezTo>
                <a:cubicBezTo>
                  <a:pt x="261025" y="131926"/>
                  <a:pt x="265099" y="133453"/>
                  <a:pt x="269847" y="133453"/>
                </a:cubicBezTo>
                <a:cubicBezTo>
                  <a:pt x="275237" y="133453"/>
                  <a:pt x="280338" y="131382"/>
                  <a:pt x="285149" y="127239"/>
                </a:cubicBezTo>
                <a:cubicBezTo>
                  <a:pt x="289961" y="123094"/>
                  <a:pt x="292367" y="116942"/>
                  <a:pt x="292367" y="108783"/>
                </a:cubicBezTo>
                <a:lnTo>
                  <a:pt x="292367" y="89658"/>
                </a:lnTo>
                <a:cubicBezTo>
                  <a:pt x="278123" y="90169"/>
                  <a:pt x="267922" y="93232"/>
                  <a:pt x="261762" y="98848"/>
                </a:cubicBezTo>
                <a:cubicBezTo>
                  <a:pt x="255604" y="104463"/>
                  <a:pt x="252525" y="110589"/>
                  <a:pt x="252525" y="117227"/>
                </a:cubicBezTo>
                <a:close/>
                <a:moveTo>
                  <a:pt x="332016" y="135709"/>
                </a:moveTo>
                <a:lnTo>
                  <a:pt x="332016" y="129694"/>
                </a:lnTo>
                <a:cubicBezTo>
                  <a:pt x="338818" y="129694"/>
                  <a:pt x="343020" y="129278"/>
                  <a:pt x="344624" y="128446"/>
                </a:cubicBezTo>
                <a:cubicBezTo>
                  <a:pt x="346227" y="127614"/>
                  <a:pt x="347029" y="125149"/>
                  <a:pt x="347029" y="121053"/>
                </a:cubicBezTo>
                <a:lnTo>
                  <a:pt x="347029" y="69587"/>
                </a:lnTo>
                <a:cubicBezTo>
                  <a:pt x="347029" y="64849"/>
                  <a:pt x="346195" y="61872"/>
                  <a:pt x="344527" y="60656"/>
                </a:cubicBezTo>
                <a:cubicBezTo>
                  <a:pt x="342859" y="59440"/>
                  <a:pt x="338688" y="58832"/>
                  <a:pt x="332016" y="58832"/>
                </a:cubicBezTo>
                <a:lnTo>
                  <a:pt x="332016" y="52867"/>
                </a:lnTo>
                <a:lnTo>
                  <a:pt x="359156" y="50750"/>
                </a:lnTo>
                <a:lnTo>
                  <a:pt x="359156" y="70929"/>
                </a:lnTo>
                <a:cubicBezTo>
                  <a:pt x="365186" y="57476"/>
                  <a:pt x="374681" y="50750"/>
                  <a:pt x="387641" y="50750"/>
                </a:cubicBezTo>
                <a:cubicBezTo>
                  <a:pt x="397264" y="50750"/>
                  <a:pt x="404000" y="53119"/>
                  <a:pt x="407850" y="57857"/>
                </a:cubicBezTo>
                <a:cubicBezTo>
                  <a:pt x="410673" y="61060"/>
                  <a:pt x="412373" y="64455"/>
                  <a:pt x="412951" y="68042"/>
                </a:cubicBezTo>
                <a:cubicBezTo>
                  <a:pt x="413529" y="71627"/>
                  <a:pt x="413817" y="78031"/>
                  <a:pt x="413817" y="87253"/>
                </a:cubicBezTo>
                <a:lnTo>
                  <a:pt x="413817" y="123932"/>
                </a:lnTo>
                <a:cubicBezTo>
                  <a:pt x="413947" y="126620"/>
                  <a:pt x="415037" y="128253"/>
                  <a:pt x="417089" y="128830"/>
                </a:cubicBezTo>
                <a:cubicBezTo>
                  <a:pt x="419143" y="129406"/>
                  <a:pt x="423057" y="129694"/>
                  <a:pt x="428831" y="129694"/>
                </a:cubicBezTo>
                <a:lnTo>
                  <a:pt x="428831" y="135709"/>
                </a:lnTo>
                <a:cubicBezTo>
                  <a:pt x="415742" y="135321"/>
                  <a:pt x="408556" y="135127"/>
                  <a:pt x="407274" y="135127"/>
                </a:cubicBezTo>
                <a:cubicBezTo>
                  <a:pt x="406248" y="135127"/>
                  <a:pt x="398998" y="135321"/>
                  <a:pt x="385523" y="135709"/>
                </a:cubicBezTo>
                <a:lnTo>
                  <a:pt x="385523" y="129694"/>
                </a:lnTo>
                <a:cubicBezTo>
                  <a:pt x="392325" y="129694"/>
                  <a:pt x="396528" y="129279"/>
                  <a:pt x="398131" y="128449"/>
                </a:cubicBezTo>
                <a:cubicBezTo>
                  <a:pt x="399735" y="127616"/>
                  <a:pt x="400537" y="125154"/>
                  <a:pt x="400537" y="121062"/>
                </a:cubicBezTo>
                <a:lnTo>
                  <a:pt x="400537" y="76365"/>
                </a:lnTo>
                <a:cubicBezTo>
                  <a:pt x="400537" y="69844"/>
                  <a:pt x="399542" y="64665"/>
                  <a:pt x="397553" y="60829"/>
                </a:cubicBezTo>
                <a:cubicBezTo>
                  <a:pt x="395564" y="56992"/>
                  <a:pt x="391810" y="55073"/>
                  <a:pt x="386293" y="55073"/>
                </a:cubicBezTo>
                <a:cubicBezTo>
                  <a:pt x="379620" y="55073"/>
                  <a:pt x="373621" y="57855"/>
                  <a:pt x="368295" y="63420"/>
                </a:cubicBezTo>
                <a:cubicBezTo>
                  <a:pt x="362972" y="68982"/>
                  <a:pt x="360310" y="76431"/>
                  <a:pt x="360310" y="85767"/>
                </a:cubicBezTo>
                <a:lnTo>
                  <a:pt x="360310" y="121062"/>
                </a:lnTo>
                <a:cubicBezTo>
                  <a:pt x="360310" y="125154"/>
                  <a:pt x="361112" y="127616"/>
                  <a:pt x="362715" y="128449"/>
                </a:cubicBezTo>
                <a:cubicBezTo>
                  <a:pt x="364319" y="129279"/>
                  <a:pt x="368522" y="129694"/>
                  <a:pt x="375323" y="129694"/>
                </a:cubicBezTo>
                <a:lnTo>
                  <a:pt x="375323" y="135709"/>
                </a:lnTo>
                <a:cubicBezTo>
                  <a:pt x="362235" y="135321"/>
                  <a:pt x="355049" y="135127"/>
                  <a:pt x="353766" y="135127"/>
                </a:cubicBezTo>
                <a:cubicBezTo>
                  <a:pt x="352741" y="135127"/>
                  <a:pt x="345490" y="135321"/>
                  <a:pt x="332016" y="135709"/>
                </a:cubicBezTo>
                <a:close/>
                <a:moveTo>
                  <a:pt x="503126" y="58832"/>
                </a:moveTo>
                <a:lnTo>
                  <a:pt x="503126" y="52817"/>
                </a:lnTo>
                <a:lnTo>
                  <a:pt x="518330" y="52817"/>
                </a:lnTo>
                <a:lnTo>
                  <a:pt x="518330" y="30650"/>
                </a:lnTo>
                <a:cubicBezTo>
                  <a:pt x="518330" y="21140"/>
                  <a:pt x="521409" y="13655"/>
                  <a:pt x="527567" y="8194"/>
                </a:cubicBezTo>
                <a:cubicBezTo>
                  <a:pt x="533727" y="2731"/>
                  <a:pt x="540592" y="0"/>
                  <a:pt x="548164" y="0"/>
                </a:cubicBezTo>
                <a:cubicBezTo>
                  <a:pt x="553168" y="0"/>
                  <a:pt x="557306" y="1355"/>
                  <a:pt x="560578" y="4065"/>
                </a:cubicBezTo>
                <a:cubicBezTo>
                  <a:pt x="563850" y="6773"/>
                  <a:pt x="565485" y="9932"/>
                  <a:pt x="565485" y="13542"/>
                </a:cubicBezTo>
                <a:cubicBezTo>
                  <a:pt x="565485" y="15974"/>
                  <a:pt x="564747" y="17991"/>
                  <a:pt x="563271" y="19592"/>
                </a:cubicBezTo>
                <a:cubicBezTo>
                  <a:pt x="561797" y="21192"/>
                  <a:pt x="559712" y="21992"/>
                  <a:pt x="557018" y="21992"/>
                </a:cubicBezTo>
                <a:cubicBezTo>
                  <a:pt x="554451" y="21992"/>
                  <a:pt x="552430" y="21192"/>
                  <a:pt x="550954" y="19592"/>
                </a:cubicBezTo>
                <a:cubicBezTo>
                  <a:pt x="549479" y="17991"/>
                  <a:pt x="548742" y="16037"/>
                  <a:pt x="548742" y="13733"/>
                </a:cubicBezTo>
                <a:cubicBezTo>
                  <a:pt x="548742" y="9637"/>
                  <a:pt x="550667" y="6949"/>
                  <a:pt x="554516" y="5668"/>
                </a:cubicBezTo>
                <a:cubicBezTo>
                  <a:pt x="552591" y="4771"/>
                  <a:pt x="550474" y="4323"/>
                  <a:pt x="548164" y="4323"/>
                </a:cubicBezTo>
                <a:cubicBezTo>
                  <a:pt x="543545" y="4323"/>
                  <a:pt x="539439" y="6697"/>
                  <a:pt x="535846" y="11445"/>
                </a:cubicBezTo>
                <a:cubicBezTo>
                  <a:pt x="532253" y="16191"/>
                  <a:pt x="530457" y="22541"/>
                  <a:pt x="530457" y="30494"/>
                </a:cubicBezTo>
                <a:lnTo>
                  <a:pt x="530457" y="52817"/>
                </a:lnTo>
                <a:lnTo>
                  <a:pt x="552977" y="52817"/>
                </a:lnTo>
                <a:lnTo>
                  <a:pt x="552977" y="58832"/>
                </a:lnTo>
                <a:lnTo>
                  <a:pt x="531033" y="58832"/>
                </a:lnTo>
                <a:lnTo>
                  <a:pt x="531033" y="120669"/>
                </a:lnTo>
                <a:cubicBezTo>
                  <a:pt x="531033" y="124381"/>
                  <a:pt x="531802" y="126814"/>
                  <a:pt x="533341" y="127967"/>
                </a:cubicBezTo>
                <a:cubicBezTo>
                  <a:pt x="534882" y="129118"/>
                  <a:pt x="538989" y="129694"/>
                  <a:pt x="545661" y="129694"/>
                </a:cubicBezTo>
                <a:lnTo>
                  <a:pt x="549703" y="129694"/>
                </a:lnTo>
                <a:lnTo>
                  <a:pt x="549703" y="135709"/>
                </a:lnTo>
                <a:cubicBezTo>
                  <a:pt x="544571" y="135321"/>
                  <a:pt x="536423" y="135127"/>
                  <a:pt x="525259" y="135127"/>
                </a:cubicBezTo>
                <a:cubicBezTo>
                  <a:pt x="523720" y="135127"/>
                  <a:pt x="521731" y="135159"/>
                  <a:pt x="519294" y="135224"/>
                </a:cubicBezTo>
                <a:cubicBezTo>
                  <a:pt x="516856" y="135289"/>
                  <a:pt x="514033" y="135386"/>
                  <a:pt x="510824" y="135515"/>
                </a:cubicBezTo>
                <a:cubicBezTo>
                  <a:pt x="507617" y="135644"/>
                  <a:pt x="505114" y="135709"/>
                  <a:pt x="503317" y="135709"/>
                </a:cubicBezTo>
                <a:lnTo>
                  <a:pt x="503317" y="129694"/>
                </a:lnTo>
                <a:cubicBezTo>
                  <a:pt x="510119" y="129694"/>
                  <a:pt x="514322" y="129278"/>
                  <a:pt x="515925" y="128446"/>
                </a:cubicBezTo>
                <a:cubicBezTo>
                  <a:pt x="517529" y="127614"/>
                  <a:pt x="518330" y="125149"/>
                  <a:pt x="518330" y="121053"/>
                </a:cubicBezTo>
                <a:lnTo>
                  <a:pt x="518330" y="58832"/>
                </a:lnTo>
                <a:lnTo>
                  <a:pt x="503126" y="58832"/>
                </a:lnTo>
                <a:close/>
                <a:moveTo>
                  <a:pt x="563563" y="117421"/>
                </a:moveTo>
                <a:cubicBezTo>
                  <a:pt x="563563" y="106499"/>
                  <a:pt x="569979" y="98148"/>
                  <a:pt x="582811" y="92366"/>
                </a:cubicBezTo>
                <a:cubicBezTo>
                  <a:pt x="590510" y="88640"/>
                  <a:pt x="602314" y="86296"/>
                  <a:pt x="618225" y="85335"/>
                </a:cubicBezTo>
                <a:lnTo>
                  <a:pt x="618225" y="78295"/>
                </a:lnTo>
                <a:cubicBezTo>
                  <a:pt x="618225" y="70432"/>
                  <a:pt x="616139" y="64408"/>
                  <a:pt x="611969" y="60224"/>
                </a:cubicBezTo>
                <a:cubicBezTo>
                  <a:pt x="607798" y="56038"/>
                  <a:pt x="603083" y="53945"/>
                  <a:pt x="597822" y="53945"/>
                </a:cubicBezTo>
                <a:cubicBezTo>
                  <a:pt x="588455" y="53945"/>
                  <a:pt x="581526" y="56827"/>
                  <a:pt x="577034" y="62591"/>
                </a:cubicBezTo>
                <a:cubicBezTo>
                  <a:pt x="580884" y="62719"/>
                  <a:pt x="583482" y="63743"/>
                  <a:pt x="584829" y="65663"/>
                </a:cubicBezTo>
                <a:cubicBezTo>
                  <a:pt x="586176" y="67584"/>
                  <a:pt x="586850" y="69505"/>
                  <a:pt x="586850" y="71426"/>
                </a:cubicBezTo>
                <a:cubicBezTo>
                  <a:pt x="586850" y="73987"/>
                  <a:pt x="586048" y="76099"/>
                  <a:pt x="584444" y="77763"/>
                </a:cubicBezTo>
                <a:cubicBezTo>
                  <a:pt x="582841" y="79428"/>
                  <a:pt x="580692" y="80260"/>
                  <a:pt x="577998" y="80260"/>
                </a:cubicBezTo>
                <a:cubicBezTo>
                  <a:pt x="575431" y="80260"/>
                  <a:pt x="573313" y="79460"/>
                  <a:pt x="571645" y="77860"/>
                </a:cubicBezTo>
                <a:cubicBezTo>
                  <a:pt x="569977" y="76259"/>
                  <a:pt x="569143" y="74050"/>
                  <a:pt x="569143" y="71235"/>
                </a:cubicBezTo>
                <a:cubicBezTo>
                  <a:pt x="569143" y="64987"/>
                  <a:pt x="571965" y="59823"/>
                  <a:pt x="577610" y="55743"/>
                </a:cubicBezTo>
                <a:cubicBezTo>
                  <a:pt x="583257" y="51662"/>
                  <a:pt x="590122" y="49622"/>
                  <a:pt x="598207" y="49622"/>
                </a:cubicBezTo>
                <a:cubicBezTo>
                  <a:pt x="608728" y="49622"/>
                  <a:pt x="617519" y="53128"/>
                  <a:pt x="624577" y="60139"/>
                </a:cubicBezTo>
                <a:cubicBezTo>
                  <a:pt x="626758" y="62306"/>
                  <a:pt x="628394" y="64793"/>
                  <a:pt x="629485" y="67599"/>
                </a:cubicBezTo>
                <a:cubicBezTo>
                  <a:pt x="630575" y="70403"/>
                  <a:pt x="631184" y="72729"/>
                  <a:pt x="631311" y="74577"/>
                </a:cubicBezTo>
                <a:cubicBezTo>
                  <a:pt x="631441" y="76425"/>
                  <a:pt x="631505" y="79134"/>
                  <a:pt x="631505" y="82703"/>
                </a:cubicBezTo>
                <a:lnTo>
                  <a:pt x="631505" y="121247"/>
                </a:lnTo>
                <a:cubicBezTo>
                  <a:pt x="631505" y="122013"/>
                  <a:pt x="631633" y="123003"/>
                  <a:pt x="631890" y="124217"/>
                </a:cubicBezTo>
                <a:cubicBezTo>
                  <a:pt x="632146" y="125428"/>
                  <a:pt x="632852" y="126832"/>
                  <a:pt x="634007" y="128428"/>
                </a:cubicBezTo>
                <a:cubicBezTo>
                  <a:pt x="635163" y="130024"/>
                  <a:pt x="636703" y="130822"/>
                  <a:pt x="638627" y="130822"/>
                </a:cubicBezTo>
                <a:cubicBezTo>
                  <a:pt x="643246" y="130822"/>
                  <a:pt x="645555" y="126737"/>
                  <a:pt x="645555" y="118569"/>
                </a:cubicBezTo>
                <a:lnTo>
                  <a:pt x="645555" y="107846"/>
                </a:lnTo>
                <a:lnTo>
                  <a:pt x="650366" y="107846"/>
                </a:lnTo>
                <a:lnTo>
                  <a:pt x="650366" y="118598"/>
                </a:lnTo>
                <a:cubicBezTo>
                  <a:pt x="650366" y="125381"/>
                  <a:pt x="648570" y="130116"/>
                  <a:pt x="644977" y="132804"/>
                </a:cubicBezTo>
                <a:cubicBezTo>
                  <a:pt x="641384" y="135492"/>
                  <a:pt x="637919" y="136836"/>
                  <a:pt x="634583" y="136836"/>
                </a:cubicBezTo>
                <a:cubicBezTo>
                  <a:pt x="630348" y="136836"/>
                  <a:pt x="626883" y="135265"/>
                  <a:pt x="624189" y="132123"/>
                </a:cubicBezTo>
                <a:cubicBezTo>
                  <a:pt x="621495" y="128978"/>
                  <a:pt x="619955" y="125289"/>
                  <a:pt x="619570" y="121056"/>
                </a:cubicBezTo>
                <a:cubicBezTo>
                  <a:pt x="617645" y="125926"/>
                  <a:pt x="614469" y="129930"/>
                  <a:pt x="610042" y="133068"/>
                </a:cubicBezTo>
                <a:cubicBezTo>
                  <a:pt x="605615" y="136207"/>
                  <a:pt x="600387" y="137776"/>
                  <a:pt x="594356" y="137776"/>
                </a:cubicBezTo>
                <a:cubicBezTo>
                  <a:pt x="589737" y="137776"/>
                  <a:pt x="585247" y="137200"/>
                  <a:pt x="580885" y="136046"/>
                </a:cubicBezTo>
                <a:cubicBezTo>
                  <a:pt x="576522" y="134895"/>
                  <a:pt x="572545" y="132720"/>
                  <a:pt x="568952" y="129521"/>
                </a:cubicBezTo>
                <a:cubicBezTo>
                  <a:pt x="565359" y="126319"/>
                  <a:pt x="563563" y="122286"/>
                  <a:pt x="563563" y="117421"/>
                </a:cubicBezTo>
                <a:moveTo>
                  <a:pt x="578382" y="117227"/>
                </a:moveTo>
                <a:cubicBezTo>
                  <a:pt x="578382" y="121936"/>
                  <a:pt x="580082" y="125817"/>
                  <a:pt x="583481" y="128872"/>
                </a:cubicBezTo>
                <a:cubicBezTo>
                  <a:pt x="586882" y="131926"/>
                  <a:pt x="590956" y="133453"/>
                  <a:pt x="595704" y="133453"/>
                </a:cubicBezTo>
                <a:cubicBezTo>
                  <a:pt x="601094" y="133453"/>
                  <a:pt x="606195" y="131382"/>
                  <a:pt x="611006" y="127239"/>
                </a:cubicBezTo>
                <a:cubicBezTo>
                  <a:pt x="615818" y="123094"/>
                  <a:pt x="618225" y="116942"/>
                  <a:pt x="618225" y="108783"/>
                </a:cubicBezTo>
                <a:lnTo>
                  <a:pt x="618225" y="89658"/>
                </a:lnTo>
                <a:cubicBezTo>
                  <a:pt x="603980" y="90169"/>
                  <a:pt x="593779" y="93232"/>
                  <a:pt x="587619" y="98848"/>
                </a:cubicBezTo>
                <a:cubicBezTo>
                  <a:pt x="581461" y="104463"/>
                  <a:pt x="578382" y="110589"/>
                  <a:pt x="578382" y="117227"/>
                </a:cubicBezTo>
                <a:close/>
                <a:moveTo>
                  <a:pt x="670478" y="125004"/>
                </a:moveTo>
                <a:cubicBezTo>
                  <a:pt x="662331" y="116489"/>
                  <a:pt x="658257" y="106178"/>
                  <a:pt x="658257" y="94072"/>
                </a:cubicBezTo>
                <a:cubicBezTo>
                  <a:pt x="658257" y="81966"/>
                  <a:pt x="662267" y="71531"/>
                  <a:pt x="670287" y="62768"/>
                </a:cubicBezTo>
                <a:cubicBezTo>
                  <a:pt x="678307" y="54004"/>
                  <a:pt x="688220" y="49622"/>
                  <a:pt x="700026" y="49622"/>
                </a:cubicBezTo>
                <a:cubicBezTo>
                  <a:pt x="707854" y="49622"/>
                  <a:pt x="714718" y="51484"/>
                  <a:pt x="720620" y="55208"/>
                </a:cubicBezTo>
                <a:cubicBezTo>
                  <a:pt x="726523" y="58932"/>
                  <a:pt x="729474" y="63939"/>
                  <a:pt x="729474" y="70230"/>
                </a:cubicBezTo>
                <a:cubicBezTo>
                  <a:pt x="729474" y="73009"/>
                  <a:pt x="728640" y="75187"/>
                  <a:pt x="726972" y="76765"/>
                </a:cubicBezTo>
                <a:cubicBezTo>
                  <a:pt x="725304" y="78343"/>
                  <a:pt x="723186" y="79132"/>
                  <a:pt x="720620" y="79132"/>
                </a:cubicBezTo>
                <a:cubicBezTo>
                  <a:pt x="717925" y="79132"/>
                  <a:pt x="715776" y="78312"/>
                  <a:pt x="714170" y="76671"/>
                </a:cubicBezTo>
                <a:cubicBezTo>
                  <a:pt x="712567" y="75028"/>
                  <a:pt x="711765" y="72944"/>
                  <a:pt x="711765" y="70418"/>
                </a:cubicBezTo>
                <a:cubicBezTo>
                  <a:pt x="711765" y="69283"/>
                  <a:pt x="711957" y="68178"/>
                  <a:pt x="712340" y="67105"/>
                </a:cubicBezTo>
                <a:cubicBezTo>
                  <a:pt x="712726" y="66030"/>
                  <a:pt x="713625" y="64894"/>
                  <a:pt x="715036" y="63696"/>
                </a:cubicBezTo>
                <a:cubicBezTo>
                  <a:pt x="716448" y="62495"/>
                  <a:pt x="718373" y="61832"/>
                  <a:pt x="720810" y="61704"/>
                </a:cubicBezTo>
                <a:cubicBezTo>
                  <a:pt x="716192" y="57033"/>
                  <a:pt x="709327" y="54697"/>
                  <a:pt x="700217" y="54697"/>
                </a:cubicBezTo>
                <a:cubicBezTo>
                  <a:pt x="693673" y="54697"/>
                  <a:pt x="687707" y="57740"/>
                  <a:pt x="682316" y="63825"/>
                </a:cubicBezTo>
                <a:cubicBezTo>
                  <a:pt x="676928" y="69908"/>
                  <a:pt x="674234" y="79857"/>
                  <a:pt x="674234" y="93673"/>
                </a:cubicBezTo>
                <a:cubicBezTo>
                  <a:pt x="674234" y="100942"/>
                  <a:pt x="675132" y="107256"/>
                  <a:pt x="676927" y="112613"/>
                </a:cubicBezTo>
                <a:cubicBezTo>
                  <a:pt x="678725" y="117970"/>
                  <a:pt x="681099" y="122020"/>
                  <a:pt x="684049" y="124763"/>
                </a:cubicBezTo>
                <a:cubicBezTo>
                  <a:pt x="687000" y="127504"/>
                  <a:pt x="689918" y="129513"/>
                  <a:pt x="692804" y="130789"/>
                </a:cubicBezTo>
                <a:cubicBezTo>
                  <a:pt x="695692" y="132064"/>
                  <a:pt x="698548" y="132701"/>
                  <a:pt x="701371" y="132701"/>
                </a:cubicBezTo>
                <a:cubicBezTo>
                  <a:pt x="713947" y="132701"/>
                  <a:pt x="722352" y="126066"/>
                  <a:pt x="726587" y="112795"/>
                </a:cubicBezTo>
                <a:cubicBezTo>
                  <a:pt x="726971" y="111530"/>
                  <a:pt x="727804" y="110898"/>
                  <a:pt x="729087" y="110898"/>
                </a:cubicBezTo>
                <a:cubicBezTo>
                  <a:pt x="730755" y="110898"/>
                  <a:pt x="731589" y="111538"/>
                  <a:pt x="731589" y="112818"/>
                </a:cubicBezTo>
                <a:cubicBezTo>
                  <a:pt x="731589" y="113459"/>
                  <a:pt x="731332" y="114579"/>
                  <a:pt x="730819" y="116178"/>
                </a:cubicBezTo>
                <a:cubicBezTo>
                  <a:pt x="730306" y="117778"/>
                  <a:pt x="729279" y="119858"/>
                  <a:pt x="727739" y="122419"/>
                </a:cubicBezTo>
                <a:cubicBezTo>
                  <a:pt x="726200" y="124978"/>
                  <a:pt x="724307" y="127378"/>
                  <a:pt x="722062" y="129617"/>
                </a:cubicBezTo>
                <a:cubicBezTo>
                  <a:pt x="719816" y="131857"/>
                  <a:pt x="716736" y="133777"/>
                  <a:pt x="712822" y="135377"/>
                </a:cubicBezTo>
                <a:cubicBezTo>
                  <a:pt x="708908" y="136976"/>
                  <a:pt x="704514" y="137776"/>
                  <a:pt x="699638" y="137776"/>
                </a:cubicBezTo>
                <a:cubicBezTo>
                  <a:pt x="688347" y="137776"/>
                  <a:pt x="678627" y="133519"/>
                  <a:pt x="670478" y="125004"/>
                </a:cubicBezTo>
                <a:close/>
                <a:moveTo>
                  <a:pt x="743525" y="135709"/>
                </a:moveTo>
                <a:lnTo>
                  <a:pt x="743525" y="129694"/>
                </a:lnTo>
                <a:cubicBezTo>
                  <a:pt x="750325" y="129694"/>
                  <a:pt x="754526" y="129278"/>
                  <a:pt x="756130" y="128446"/>
                </a:cubicBezTo>
                <a:cubicBezTo>
                  <a:pt x="757733" y="127614"/>
                  <a:pt x="758535" y="125149"/>
                  <a:pt x="758535" y="121053"/>
                </a:cubicBezTo>
                <a:lnTo>
                  <a:pt x="758535" y="69393"/>
                </a:lnTo>
                <a:cubicBezTo>
                  <a:pt x="758535" y="64657"/>
                  <a:pt x="757733" y="61713"/>
                  <a:pt x="756130" y="60562"/>
                </a:cubicBezTo>
                <a:cubicBezTo>
                  <a:pt x="754526" y="59409"/>
                  <a:pt x="750581" y="58832"/>
                  <a:pt x="744294" y="58832"/>
                </a:cubicBezTo>
                <a:lnTo>
                  <a:pt x="744294" y="52817"/>
                </a:lnTo>
                <a:lnTo>
                  <a:pt x="771240" y="50750"/>
                </a:lnTo>
                <a:lnTo>
                  <a:pt x="771240" y="121241"/>
                </a:lnTo>
                <a:cubicBezTo>
                  <a:pt x="771240" y="125083"/>
                  <a:pt x="771914" y="127452"/>
                  <a:pt x="773261" y="128349"/>
                </a:cubicBezTo>
                <a:cubicBezTo>
                  <a:pt x="774608" y="129245"/>
                  <a:pt x="778425" y="129694"/>
                  <a:pt x="784712" y="129694"/>
                </a:cubicBezTo>
                <a:lnTo>
                  <a:pt x="784712" y="135709"/>
                </a:lnTo>
                <a:cubicBezTo>
                  <a:pt x="771625" y="135321"/>
                  <a:pt x="764953" y="135127"/>
                  <a:pt x="764697" y="135127"/>
                </a:cubicBezTo>
                <a:cubicBezTo>
                  <a:pt x="762899" y="135127"/>
                  <a:pt x="755842" y="135321"/>
                  <a:pt x="743525" y="135709"/>
                </a:cubicBezTo>
                <a:moveTo>
                  <a:pt x="751607" y="17011"/>
                </a:moveTo>
                <a:cubicBezTo>
                  <a:pt x="751607" y="14434"/>
                  <a:pt x="752602" y="12082"/>
                  <a:pt x="754591" y="9956"/>
                </a:cubicBezTo>
                <a:cubicBezTo>
                  <a:pt x="756580" y="7830"/>
                  <a:pt x="758986" y="6767"/>
                  <a:pt x="761807" y="6767"/>
                </a:cubicBezTo>
                <a:cubicBezTo>
                  <a:pt x="764630" y="6767"/>
                  <a:pt x="767037" y="7733"/>
                  <a:pt x="769026" y="9665"/>
                </a:cubicBezTo>
                <a:cubicBezTo>
                  <a:pt x="771015" y="11598"/>
                  <a:pt x="772010" y="14046"/>
                  <a:pt x="772010" y="17011"/>
                </a:cubicBezTo>
                <a:cubicBezTo>
                  <a:pt x="772010" y="19975"/>
                  <a:pt x="771015" y="22423"/>
                  <a:pt x="769026" y="24356"/>
                </a:cubicBezTo>
                <a:cubicBezTo>
                  <a:pt x="767039" y="26288"/>
                  <a:pt x="764633" y="27254"/>
                  <a:pt x="761810" y="27254"/>
                </a:cubicBezTo>
                <a:cubicBezTo>
                  <a:pt x="758857" y="27254"/>
                  <a:pt x="756419" y="26224"/>
                  <a:pt x="754494" y="24162"/>
                </a:cubicBezTo>
                <a:cubicBezTo>
                  <a:pt x="752569" y="22100"/>
                  <a:pt x="751607" y="19716"/>
                  <a:pt x="751607" y="17011"/>
                </a:cubicBezTo>
                <a:close/>
                <a:moveTo>
                  <a:pt x="796646" y="135709"/>
                </a:moveTo>
                <a:lnTo>
                  <a:pt x="796646" y="129694"/>
                </a:lnTo>
                <a:cubicBezTo>
                  <a:pt x="803448" y="129694"/>
                  <a:pt x="807651" y="129278"/>
                  <a:pt x="809254" y="128446"/>
                </a:cubicBezTo>
                <a:cubicBezTo>
                  <a:pt x="810858" y="127614"/>
                  <a:pt x="811660" y="125149"/>
                  <a:pt x="811660" y="121053"/>
                </a:cubicBezTo>
                <a:lnTo>
                  <a:pt x="811660" y="69587"/>
                </a:lnTo>
                <a:cubicBezTo>
                  <a:pt x="811660" y="64849"/>
                  <a:pt x="810825" y="61872"/>
                  <a:pt x="809157" y="60656"/>
                </a:cubicBezTo>
                <a:cubicBezTo>
                  <a:pt x="807489" y="59440"/>
                  <a:pt x="803319" y="58832"/>
                  <a:pt x="796646" y="58832"/>
                </a:cubicBezTo>
                <a:lnTo>
                  <a:pt x="796646" y="52867"/>
                </a:lnTo>
                <a:lnTo>
                  <a:pt x="823786" y="50750"/>
                </a:lnTo>
                <a:lnTo>
                  <a:pt x="823786" y="70929"/>
                </a:lnTo>
                <a:cubicBezTo>
                  <a:pt x="829817" y="57476"/>
                  <a:pt x="839312" y="50750"/>
                  <a:pt x="852271" y="50750"/>
                </a:cubicBezTo>
                <a:cubicBezTo>
                  <a:pt x="861894" y="50750"/>
                  <a:pt x="868631" y="53119"/>
                  <a:pt x="872480" y="57857"/>
                </a:cubicBezTo>
                <a:cubicBezTo>
                  <a:pt x="875303" y="61060"/>
                  <a:pt x="877004" y="64455"/>
                  <a:pt x="877581" y="68042"/>
                </a:cubicBezTo>
                <a:cubicBezTo>
                  <a:pt x="878159" y="71627"/>
                  <a:pt x="878448" y="78031"/>
                  <a:pt x="878448" y="87253"/>
                </a:cubicBezTo>
                <a:lnTo>
                  <a:pt x="878448" y="123932"/>
                </a:lnTo>
                <a:cubicBezTo>
                  <a:pt x="878577" y="126620"/>
                  <a:pt x="879668" y="128253"/>
                  <a:pt x="881720" y="128830"/>
                </a:cubicBezTo>
                <a:cubicBezTo>
                  <a:pt x="883773" y="129406"/>
                  <a:pt x="887687" y="129694"/>
                  <a:pt x="893461" y="129694"/>
                </a:cubicBezTo>
                <a:lnTo>
                  <a:pt x="893461" y="135709"/>
                </a:lnTo>
                <a:cubicBezTo>
                  <a:pt x="880372" y="135321"/>
                  <a:pt x="873187" y="135127"/>
                  <a:pt x="871904" y="135127"/>
                </a:cubicBezTo>
                <a:cubicBezTo>
                  <a:pt x="870878" y="135127"/>
                  <a:pt x="863628" y="135321"/>
                  <a:pt x="850154" y="135709"/>
                </a:cubicBezTo>
                <a:lnTo>
                  <a:pt x="850154" y="129694"/>
                </a:lnTo>
                <a:cubicBezTo>
                  <a:pt x="856956" y="129694"/>
                  <a:pt x="861158" y="129279"/>
                  <a:pt x="862762" y="128449"/>
                </a:cubicBezTo>
                <a:cubicBezTo>
                  <a:pt x="864365" y="127616"/>
                  <a:pt x="865167" y="125154"/>
                  <a:pt x="865167" y="121062"/>
                </a:cubicBezTo>
                <a:lnTo>
                  <a:pt x="865167" y="76365"/>
                </a:lnTo>
                <a:cubicBezTo>
                  <a:pt x="865167" y="69844"/>
                  <a:pt x="864172" y="64665"/>
                  <a:pt x="862183" y="60829"/>
                </a:cubicBezTo>
                <a:cubicBezTo>
                  <a:pt x="860194" y="56992"/>
                  <a:pt x="856441" y="55073"/>
                  <a:pt x="850923" y="55073"/>
                </a:cubicBezTo>
                <a:cubicBezTo>
                  <a:pt x="844250" y="55073"/>
                  <a:pt x="838251" y="57855"/>
                  <a:pt x="832926" y="63420"/>
                </a:cubicBezTo>
                <a:cubicBezTo>
                  <a:pt x="827602" y="68982"/>
                  <a:pt x="824940" y="76431"/>
                  <a:pt x="824940" y="85767"/>
                </a:cubicBezTo>
                <a:lnTo>
                  <a:pt x="824940" y="121062"/>
                </a:lnTo>
                <a:cubicBezTo>
                  <a:pt x="824940" y="125154"/>
                  <a:pt x="825742" y="127616"/>
                  <a:pt x="827346" y="128449"/>
                </a:cubicBezTo>
                <a:cubicBezTo>
                  <a:pt x="828949" y="129279"/>
                  <a:pt x="833152" y="129694"/>
                  <a:pt x="839954" y="129694"/>
                </a:cubicBezTo>
                <a:lnTo>
                  <a:pt x="839954" y="135709"/>
                </a:lnTo>
                <a:cubicBezTo>
                  <a:pt x="826865" y="135321"/>
                  <a:pt x="819679" y="135127"/>
                  <a:pt x="818397" y="135127"/>
                </a:cubicBezTo>
                <a:cubicBezTo>
                  <a:pt x="817371" y="135127"/>
                  <a:pt x="810121" y="135321"/>
                  <a:pt x="796646" y="135709"/>
                </a:cubicBezTo>
                <a:close/>
                <a:moveTo>
                  <a:pt x="902699" y="150983"/>
                </a:moveTo>
                <a:cubicBezTo>
                  <a:pt x="902699" y="146874"/>
                  <a:pt x="904271" y="143021"/>
                  <a:pt x="907413" y="139424"/>
                </a:cubicBezTo>
                <a:cubicBezTo>
                  <a:pt x="910558" y="135827"/>
                  <a:pt x="914889" y="133258"/>
                  <a:pt x="920406" y="131717"/>
                </a:cubicBezTo>
                <a:cubicBezTo>
                  <a:pt x="914761" y="128136"/>
                  <a:pt x="911939" y="122446"/>
                  <a:pt x="911939" y="114645"/>
                </a:cubicBezTo>
                <a:cubicBezTo>
                  <a:pt x="911939" y="108648"/>
                  <a:pt x="913927" y="103352"/>
                  <a:pt x="917904" y="98756"/>
                </a:cubicBezTo>
                <a:cubicBezTo>
                  <a:pt x="911873" y="93730"/>
                  <a:pt x="908858" y="87094"/>
                  <a:pt x="908858" y="78847"/>
                </a:cubicBezTo>
                <a:cubicBezTo>
                  <a:pt x="908858" y="71278"/>
                  <a:pt x="911873" y="64703"/>
                  <a:pt x="917904" y="59123"/>
                </a:cubicBezTo>
                <a:cubicBezTo>
                  <a:pt x="923934" y="53541"/>
                  <a:pt x="931313" y="50750"/>
                  <a:pt x="940039" y="50750"/>
                </a:cubicBezTo>
                <a:cubicBezTo>
                  <a:pt x="947738" y="50750"/>
                  <a:pt x="954539" y="53029"/>
                  <a:pt x="960442" y="57587"/>
                </a:cubicBezTo>
                <a:cubicBezTo>
                  <a:pt x="966602" y="51525"/>
                  <a:pt x="973403" y="48494"/>
                  <a:pt x="980845" y="48494"/>
                </a:cubicBezTo>
                <a:cubicBezTo>
                  <a:pt x="984181" y="48494"/>
                  <a:pt x="986651" y="49509"/>
                  <a:pt x="988254" y="51540"/>
                </a:cubicBezTo>
                <a:cubicBezTo>
                  <a:pt x="989858" y="53570"/>
                  <a:pt x="990660" y="55664"/>
                  <a:pt x="990660" y="57822"/>
                </a:cubicBezTo>
                <a:cubicBezTo>
                  <a:pt x="990660" y="59725"/>
                  <a:pt x="990050" y="61152"/>
                  <a:pt x="988830" y="62104"/>
                </a:cubicBezTo>
                <a:cubicBezTo>
                  <a:pt x="987612" y="63055"/>
                  <a:pt x="986361" y="63531"/>
                  <a:pt x="985077" y="63531"/>
                </a:cubicBezTo>
                <a:cubicBezTo>
                  <a:pt x="983538" y="63531"/>
                  <a:pt x="982223" y="63030"/>
                  <a:pt x="981132" y="62027"/>
                </a:cubicBezTo>
                <a:cubicBezTo>
                  <a:pt x="980042" y="61025"/>
                  <a:pt x="979497" y="59709"/>
                  <a:pt x="979497" y="58080"/>
                </a:cubicBezTo>
                <a:cubicBezTo>
                  <a:pt x="979497" y="55449"/>
                  <a:pt x="980523" y="53757"/>
                  <a:pt x="982574" y="53005"/>
                </a:cubicBezTo>
                <a:cubicBezTo>
                  <a:pt x="982191" y="52880"/>
                  <a:pt x="981550" y="52817"/>
                  <a:pt x="980651" y="52817"/>
                </a:cubicBezTo>
                <a:cubicBezTo>
                  <a:pt x="974364" y="52817"/>
                  <a:pt x="968590" y="55309"/>
                  <a:pt x="963329" y="60292"/>
                </a:cubicBezTo>
                <a:cubicBezTo>
                  <a:pt x="968590" y="65189"/>
                  <a:pt x="971220" y="71438"/>
                  <a:pt x="971220" y="79041"/>
                </a:cubicBezTo>
                <a:cubicBezTo>
                  <a:pt x="971220" y="86644"/>
                  <a:pt x="968205" y="93227"/>
                  <a:pt x="962175" y="98792"/>
                </a:cubicBezTo>
                <a:cubicBezTo>
                  <a:pt x="956144" y="104356"/>
                  <a:pt x="948766" y="107138"/>
                  <a:pt x="940039" y="107138"/>
                </a:cubicBezTo>
                <a:cubicBezTo>
                  <a:pt x="932854" y="107138"/>
                  <a:pt x="926502" y="105181"/>
                  <a:pt x="920985" y="101268"/>
                </a:cubicBezTo>
                <a:cubicBezTo>
                  <a:pt x="918803" y="103807"/>
                  <a:pt x="917713" y="106791"/>
                  <a:pt x="917713" y="110219"/>
                </a:cubicBezTo>
                <a:cubicBezTo>
                  <a:pt x="917713" y="113426"/>
                  <a:pt x="918675" y="116281"/>
                  <a:pt x="920600" y="118783"/>
                </a:cubicBezTo>
                <a:cubicBezTo>
                  <a:pt x="922525" y="121285"/>
                  <a:pt x="924962" y="122729"/>
                  <a:pt x="927913" y="123115"/>
                </a:cubicBezTo>
                <a:cubicBezTo>
                  <a:pt x="928811" y="123242"/>
                  <a:pt x="933623" y="123306"/>
                  <a:pt x="942348" y="123306"/>
                </a:cubicBezTo>
                <a:cubicBezTo>
                  <a:pt x="947479" y="123306"/>
                  <a:pt x="951457" y="123371"/>
                  <a:pt x="954280" y="123500"/>
                </a:cubicBezTo>
                <a:cubicBezTo>
                  <a:pt x="957104" y="123627"/>
                  <a:pt x="960536" y="124108"/>
                  <a:pt x="964577" y="124942"/>
                </a:cubicBezTo>
                <a:cubicBezTo>
                  <a:pt x="968620" y="125774"/>
                  <a:pt x="972245" y="127023"/>
                  <a:pt x="975452" y="128689"/>
                </a:cubicBezTo>
                <a:cubicBezTo>
                  <a:pt x="983793" y="133300"/>
                  <a:pt x="987964" y="140603"/>
                  <a:pt x="987964" y="150596"/>
                </a:cubicBezTo>
                <a:cubicBezTo>
                  <a:pt x="987964" y="157893"/>
                  <a:pt x="983761" y="163846"/>
                  <a:pt x="975356" y="168455"/>
                </a:cubicBezTo>
                <a:cubicBezTo>
                  <a:pt x="966952" y="173064"/>
                  <a:pt x="956912" y="175369"/>
                  <a:pt x="945235" y="175369"/>
                </a:cubicBezTo>
                <a:cubicBezTo>
                  <a:pt x="933430" y="175369"/>
                  <a:pt x="923390" y="173032"/>
                  <a:pt x="915114" y="168358"/>
                </a:cubicBezTo>
                <a:cubicBezTo>
                  <a:pt x="906838" y="163687"/>
                  <a:pt x="902699" y="157895"/>
                  <a:pt x="902699" y="150983"/>
                </a:cubicBezTo>
                <a:moveTo>
                  <a:pt x="912708" y="150983"/>
                </a:moveTo>
                <a:cubicBezTo>
                  <a:pt x="912708" y="156256"/>
                  <a:pt x="915820" y="160918"/>
                  <a:pt x="922042" y="164969"/>
                </a:cubicBezTo>
                <a:cubicBezTo>
                  <a:pt x="928266" y="169020"/>
                  <a:pt x="936062" y="171046"/>
                  <a:pt x="945428" y="171046"/>
                </a:cubicBezTo>
                <a:cubicBezTo>
                  <a:pt x="954668" y="171046"/>
                  <a:pt x="962399" y="169052"/>
                  <a:pt x="968621" y="165066"/>
                </a:cubicBezTo>
                <a:cubicBezTo>
                  <a:pt x="974846" y="161080"/>
                  <a:pt x="977958" y="156385"/>
                  <a:pt x="977958" y="150983"/>
                </a:cubicBezTo>
                <a:cubicBezTo>
                  <a:pt x="977958" y="147124"/>
                  <a:pt x="976867" y="143973"/>
                  <a:pt x="974686" y="141530"/>
                </a:cubicBezTo>
                <a:cubicBezTo>
                  <a:pt x="972505" y="139086"/>
                  <a:pt x="969168" y="137382"/>
                  <a:pt x="964677" y="136416"/>
                </a:cubicBezTo>
                <a:cubicBezTo>
                  <a:pt x="960185" y="135453"/>
                  <a:pt x="956367" y="134876"/>
                  <a:pt x="953223" y="134684"/>
                </a:cubicBezTo>
                <a:cubicBezTo>
                  <a:pt x="950081" y="134490"/>
                  <a:pt x="945622" y="134393"/>
                  <a:pt x="939848" y="134393"/>
                </a:cubicBezTo>
                <a:lnTo>
                  <a:pt x="928491" y="134393"/>
                </a:lnTo>
                <a:cubicBezTo>
                  <a:pt x="924129" y="134649"/>
                  <a:pt x="920408" y="136385"/>
                  <a:pt x="917328" y="139600"/>
                </a:cubicBezTo>
                <a:cubicBezTo>
                  <a:pt x="914248" y="142817"/>
                  <a:pt x="912708" y="146611"/>
                  <a:pt x="912708" y="150983"/>
                </a:cubicBezTo>
                <a:moveTo>
                  <a:pt x="923293" y="79041"/>
                </a:moveTo>
                <a:cubicBezTo>
                  <a:pt x="923293" y="94891"/>
                  <a:pt x="928875" y="102815"/>
                  <a:pt x="940039" y="102815"/>
                </a:cubicBezTo>
                <a:cubicBezTo>
                  <a:pt x="945686" y="102815"/>
                  <a:pt x="950241" y="100238"/>
                  <a:pt x="953705" y="95082"/>
                </a:cubicBezTo>
                <a:cubicBezTo>
                  <a:pt x="955759" y="91603"/>
                  <a:pt x="956786" y="86191"/>
                  <a:pt x="956786" y="78847"/>
                </a:cubicBezTo>
                <a:cubicBezTo>
                  <a:pt x="956786" y="62998"/>
                  <a:pt x="951203" y="55073"/>
                  <a:pt x="940039" y="55073"/>
                </a:cubicBezTo>
                <a:cubicBezTo>
                  <a:pt x="934393" y="55073"/>
                  <a:pt x="929837" y="57651"/>
                  <a:pt x="926374" y="62806"/>
                </a:cubicBezTo>
                <a:cubicBezTo>
                  <a:pt x="924320" y="66285"/>
                  <a:pt x="923293" y="71697"/>
                  <a:pt x="923293" y="79041"/>
                </a:cubicBezTo>
                <a:close/>
                <a:moveTo>
                  <a:pt x="1063029" y="135709"/>
                </a:moveTo>
                <a:lnTo>
                  <a:pt x="1063029" y="129694"/>
                </a:lnTo>
                <a:cubicBezTo>
                  <a:pt x="1069831" y="129694"/>
                  <a:pt x="1074034" y="129278"/>
                  <a:pt x="1075637" y="128446"/>
                </a:cubicBezTo>
                <a:cubicBezTo>
                  <a:pt x="1077241" y="127614"/>
                  <a:pt x="1078043" y="125149"/>
                  <a:pt x="1078043" y="121053"/>
                </a:cubicBezTo>
                <a:lnTo>
                  <a:pt x="1078043" y="69587"/>
                </a:lnTo>
                <a:cubicBezTo>
                  <a:pt x="1078043" y="64849"/>
                  <a:pt x="1077209" y="61872"/>
                  <a:pt x="1075540" y="60656"/>
                </a:cubicBezTo>
                <a:cubicBezTo>
                  <a:pt x="1073872" y="59440"/>
                  <a:pt x="1069702" y="58832"/>
                  <a:pt x="1063029" y="58832"/>
                </a:cubicBezTo>
                <a:lnTo>
                  <a:pt x="1063029" y="52867"/>
                </a:lnTo>
                <a:lnTo>
                  <a:pt x="1089784" y="50750"/>
                </a:lnTo>
                <a:lnTo>
                  <a:pt x="1089784" y="71890"/>
                </a:lnTo>
                <a:cubicBezTo>
                  <a:pt x="1091580" y="66380"/>
                  <a:pt x="1094402" y="61479"/>
                  <a:pt x="1098252" y="57187"/>
                </a:cubicBezTo>
                <a:cubicBezTo>
                  <a:pt x="1102101" y="52896"/>
                  <a:pt x="1107169" y="50750"/>
                  <a:pt x="1113456" y="50750"/>
                </a:cubicBezTo>
                <a:cubicBezTo>
                  <a:pt x="1117562" y="50750"/>
                  <a:pt x="1120962" y="51904"/>
                  <a:pt x="1123656" y="54212"/>
                </a:cubicBezTo>
                <a:cubicBezTo>
                  <a:pt x="1126352" y="56519"/>
                  <a:pt x="1127700" y="59275"/>
                  <a:pt x="1127700" y="62480"/>
                </a:cubicBezTo>
                <a:cubicBezTo>
                  <a:pt x="1127700" y="65274"/>
                  <a:pt x="1126833" y="67370"/>
                  <a:pt x="1125101" y="68768"/>
                </a:cubicBezTo>
                <a:cubicBezTo>
                  <a:pt x="1123370" y="70164"/>
                  <a:pt x="1121478" y="70862"/>
                  <a:pt x="1119424" y="70862"/>
                </a:cubicBezTo>
                <a:cubicBezTo>
                  <a:pt x="1117113" y="70862"/>
                  <a:pt x="1115156" y="70132"/>
                  <a:pt x="1113553" y="68674"/>
                </a:cubicBezTo>
                <a:cubicBezTo>
                  <a:pt x="1111949" y="67213"/>
                  <a:pt x="1111147" y="65213"/>
                  <a:pt x="1111147" y="62674"/>
                </a:cubicBezTo>
                <a:cubicBezTo>
                  <a:pt x="1111147" y="61152"/>
                  <a:pt x="1111500" y="59791"/>
                  <a:pt x="1112205" y="58588"/>
                </a:cubicBezTo>
                <a:cubicBezTo>
                  <a:pt x="1112912" y="57384"/>
                  <a:pt x="1113553" y="56561"/>
                  <a:pt x="1114128" y="56118"/>
                </a:cubicBezTo>
                <a:cubicBezTo>
                  <a:pt x="1114706" y="55674"/>
                  <a:pt x="1115188" y="55388"/>
                  <a:pt x="1115573" y="55261"/>
                </a:cubicBezTo>
                <a:cubicBezTo>
                  <a:pt x="1115317" y="55136"/>
                  <a:pt x="1114611" y="55073"/>
                  <a:pt x="1113456" y="55073"/>
                </a:cubicBezTo>
                <a:cubicBezTo>
                  <a:pt x="1106399" y="55073"/>
                  <a:pt x="1100850" y="58590"/>
                  <a:pt x="1096807" y="65625"/>
                </a:cubicBezTo>
                <a:cubicBezTo>
                  <a:pt x="1092765" y="72658"/>
                  <a:pt x="1090745" y="81161"/>
                  <a:pt x="1090745" y="91135"/>
                </a:cubicBezTo>
                <a:lnTo>
                  <a:pt x="1090745" y="120678"/>
                </a:lnTo>
                <a:cubicBezTo>
                  <a:pt x="1090745" y="124386"/>
                  <a:pt x="1091514" y="126816"/>
                  <a:pt x="1093053" y="127967"/>
                </a:cubicBezTo>
                <a:cubicBezTo>
                  <a:pt x="1094594" y="129118"/>
                  <a:pt x="1098701" y="129694"/>
                  <a:pt x="1105374" y="129694"/>
                </a:cubicBezTo>
                <a:lnTo>
                  <a:pt x="1109415" y="129694"/>
                </a:lnTo>
                <a:lnTo>
                  <a:pt x="1109415" y="135709"/>
                </a:lnTo>
                <a:cubicBezTo>
                  <a:pt x="1104283" y="135321"/>
                  <a:pt x="1096135" y="135127"/>
                  <a:pt x="1084971" y="135127"/>
                </a:cubicBezTo>
                <a:cubicBezTo>
                  <a:pt x="1083432" y="135127"/>
                  <a:pt x="1081443" y="135159"/>
                  <a:pt x="1079003" y="135224"/>
                </a:cubicBezTo>
                <a:cubicBezTo>
                  <a:pt x="1076565" y="135289"/>
                  <a:pt x="1073742" y="135386"/>
                  <a:pt x="1070533" y="135515"/>
                </a:cubicBezTo>
                <a:cubicBezTo>
                  <a:pt x="1067326" y="135644"/>
                  <a:pt x="1064825" y="135709"/>
                  <a:pt x="1063029" y="135709"/>
                </a:cubicBezTo>
                <a:close/>
                <a:moveTo>
                  <a:pt x="1139249" y="135709"/>
                </a:moveTo>
                <a:lnTo>
                  <a:pt x="1139249" y="129694"/>
                </a:lnTo>
                <a:cubicBezTo>
                  <a:pt x="1146049" y="129694"/>
                  <a:pt x="1150251" y="129278"/>
                  <a:pt x="1151855" y="128446"/>
                </a:cubicBezTo>
                <a:cubicBezTo>
                  <a:pt x="1153458" y="127614"/>
                  <a:pt x="1154260" y="125149"/>
                  <a:pt x="1154260" y="121053"/>
                </a:cubicBezTo>
                <a:lnTo>
                  <a:pt x="1154260" y="69393"/>
                </a:lnTo>
                <a:cubicBezTo>
                  <a:pt x="1154260" y="64657"/>
                  <a:pt x="1153458" y="61713"/>
                  <a:pt x="1151855" y="60562"/>
                </a:cubicBezTo>
                <a:cubicBezTo>
                  <a:pt x="1150251" y="59409"/>
                  <a:pt x="1146306" y="58832"/>
                  <a:pt x="1140019" y="58832"/>
                </a:cubicBezTo>
                <a:lnTo>
                  <a:pt x="1140019" y="52817"/>
                </a:lnTo>
                <a:lnTo>
                  <a:pt x="1166965" y="50750"/>
                </a:lnTo>
                <a:lnTo>
                  <a:pt x="1166965" y="121241"/>
                </a:lnTo>
                <a:cubicBezTo>
                  <a:pt x="1166965" y="125083"/>
                  <a:pt x="1167638" y="127452"/>
                  <a:pt x="1168985" y="128349"/>
                </a:cubicBezTo>
                <a:cubicBezTo>
                  <a:pt x="1170333" y="129245"/>
                  <a:pt x="1174150" y="129694"/>
                  <a:pt x="1180437" y="129694"/>
                </a:cubicBezTo>
                <a:lnTo>
                  <a:pt x="1180437" y="135709"/>
                </a:lnTo>
                <a:cubicBezTo>
                  <a:pt x="1167350" y="135321"/>
                  <a:pt x="1160678" y="135127"/>
                  <a:pt x="1160421" y="135127"/>
                </a:cubicBezTo>
                <a:cubicBezTo>
                  <a:pt x="1158624" y="135127"/>
                  <a:pt x="1151567" y="135321"/>
                  <a:pt x="1139249" y="135709"/>
                </a:cubicBezTo>
                <a:moveTo>
                  <a:pt x="1147332" y="17011"/>
                </a:moveTo>
                <a:cubicBezTo>
                  <a:pt x="1147332" y="14434"/>
                  <a:pt x="1148326" y="12082"/>
                  <a:pt x="1150316" y="9956"/>
                </a:cubicBezTo>
                <a:cubicBezTo>
                  <a:pt x="1152305" y="7830"/>
                  <a:pt x="1154710" y="6767"/>
                  <a:pt x="1157532" y="6767"/>
                </a:cubicBezTo>
                <a:cubicBezTo>
                  <a:pt x="1160355" y="6767"/>
                  <a:pt x="1162761" y="7733"/>
                  <a:pt x="1164750" y="9665"/>
                </a:cubicBezTo>
                <a:cubicBezTo>
                  <a:pt x="1166740" y="11598"/>
                  <a:pt x="1167734" y="14046"/>
                  <a:pt x="1167734" y="17011"/>
                </a:cubicBezTo>
                <a:cubicBezTo>
                  <a:pt x="1167734" y="19975"/>
                  <a:pt x="1166740" y="22423"/>
                  <a:pt x="1164750" y="24356"/>
                </a:cubicBezTo>
                <a:cubicBezTo>
                  <a:pt x="1162763" y="26288"/>
                  <a:pt x="1160358" y="27254"/>
                  <a:pt x="1157534" y="27254"/>
                </a:cubicBezTo>
                <a:cubicBezTo>
                  <a:pt x="1154582" y="27254"/>
                  <a:pt x="1152143" y="26224"/>
                  <a:pt x="1150219" y="24162"/>
                </a:cubicBezTo>
                <a:cubicBezTo>
                  <a:pt x="1148294" y="22100"/>
                  <a:pt x="1147332" y="19716"/>
                  <a:pt x="1147332" y="17011"/>
                </a:cubicBezTo>
                <a:close/>
                <a:moveTo>
                  <a:pt x="1191601" y="150983"/>
                </a:moveTo>
                <a:cubicBezTo>
                  <a:pt x="1191601" y="146874"/>
                  <a:pt x="1193172" y="143021"/>
                  <a:pt x="1196315" y="139424"/>
                </a:cubicBezTo>
                <a:cubicBezTo>
                  <a:pt x="1199459" y="135827"/>
                  <a:pt x="1203790" y="133258"/>
                  <a:pt x="1209308" y="131717"/>
                </a:cubicBezTo>
                <a:cubicBezTo>
                  <a:pt x="1203663" y="128136"/>
                  <a:pt x="1200841" y="122446"/>
                  <a:pt x="1200841" y="114645"/>
                </a:cubicBezTo>
                <a:cubicBezTo>
                  <a:pt x="1200841" y="108648"/>
                  <a:pt x="1202829" y="103352"/>
                  <a:pt x="1206806" y="98756"/>
                </a:cubicBezTo>
                <a:cubicBezTo>
                  <a:pt x="1200775" y="93730"/>
                  <a:pt x="1197760" y="87094"/>
                  <a:pt x="1197760" y="78847"/>
                </a:cubicBezTo>
                <a:cubicBezTo>
                  <a:pt x="1197760" y="71278"/>
                  <a:pt x="1200775" y="64703"/>
                  <a:pt x="1206806" y="59123"/>
                </a:cubicBezTo>
                <a:cubicBezTo>
                  <a:pt x="1212836" y="53541"/>
                  <a:pt x="1220215" y="50750"/>
                  <a:pt x="1228941" y="50750"/>
                </a:cubicBezTo>
                <a:cubicBezTo>
                  <a:pt x="1236640" y="50750"/>
                  <a:pt x="1243441" y="53029"/>
                  <a:pt x="1249344" y="57587"/>
                </a:cubicBezTo>
                <a:cubicBezTo>
                  <a:pt x="1255503" y="51525"/>
                  <a:pt x="1262304" y="48494"/>
                  <a:pt x="1269746" y="48494"/>
                </a:cubicBezTo>
                <a:cubicBezTo>
                  <a:pt x="1273083" y="48494"/>
                  <a:pt x="1275553" y="49509"/>
                  <a:pt x="1277156" y="51540"/>
                </a:cubicBezTo>
                <a:cubicBezTo>
                  <a:pt x="1278760" y="53570"/>
                  <a:pt x="1279562" y="55664"/>
                  <a:pt x="1279562" y="57822"/>
                </a:cubicBezTo>
                <a:cubicBezTo>
                  <a:pt x="1279562" y="59725"/>
                  <a:pt x="1278952" y="61152"/>
                  <a:pt x="1277732" y="62104"/>
                </a:cubicBezTo>
                <a:cubicBezTo>
                  <a:pt x="1276514" y="63055"/>
                  <a:pt x="1275263" y="63531"/>
                  <a:pt x="1273979" y="63531"/>
                </a:cubicBezTo>
                <a:cubicBezTo>
                  <a:pt x="1272440" y="63531"/>
                  <a:pt x="1271125" y="63030"/>
                  <a:pt x="1270034" y="62027"/>
                </a:cubicBezTo>
                <a:cubicBezTo>
                  <a:pt x="1268944" y="61025"/>
                  <a:pt x="1268398" y="59709"/>
                  <a:pt x="1268398" y="58080"/>
                </a:cubicBezTo>
                <a:cubicBezTo>
                  <a:pt x="1268398" y="55449"/>
                  <a:pt x="1269424" y="53757"/>
                  <a:pt x="1271476" y="53005"/>
                </a:cubicBezTo>
                <a:cubicBezTo>
                  <a:pt x="1271093" y="52880"/>
                  <a:pt x="1270451" y="52817"/>
                  <a:pt x="1269553" y="52817"/>
                </a:cubicBezTo>
                <a:cubicBezTo>
                  <a:pt x="1263266" y="52817"/>
                  <a:pt x="1257492" y="55309"/>
                  <a:pt x="1252231" y="60292"/>
                </a:cubicBezTo>
                <a:cubicBezTo>
                  <a:pt x="1257492" y="65189"/>
                  <a:pt x="1260122" y="71438"/>
                  <a:pt x="1260122" y="79041"/>
                </a:cubicBezTo>
                <a:cubicBezTo>
                  <a:pt x="1260122" y="86644"/>
                  <a:pt x="1257107" y="93227"/>
                  <a:pt x="1251077" y="98792"/>
                </a:cubicBezTo>
                <a:cubicBezTo>
                  <a:pt x="1245046" y="104356"/>
                  <a:pt x="1237668" y="107138"/>
                  <a:pt x="1228941" y="107138"/>
                </a:cubicBezTo>
                <a:cubicBezTo>
                  <a:pt x="1221755" y="107138"/>
                  <a:pt x="1215404" y="105181"/>
                  <a:pt x="1209886" y="101268"/>
                </a:cubicBezTo>
                <a:cubicBezTo>
                  <a:pt x="1207705" y="103807"/>
                  <a:pt x="1206615" y="106791"/>
                  <a:pt x="1206615" y="110219"/>
                </a:cubicBezTo>
                <a:cubicBezTo>
                  <a:pt x="1206615" y="113426"/>
                  <a:pt x="1207577" y="116281"/>
                  <a:pt x="1209502" y="118783"/>
                </a:cubicBezTo>
                <a:cubicBezTo>
                  <a:pt x="1211426" y="121285"/>
                  <a:pt x="1213864" y="122729"/>
                  <a:pt x="1216815" y="123115"/>
                </a:cubicBezTo>
                <a:cubicBezTo>
                  <a:pt x="1217713" y="123242"/>
                  <a:pt x="1222525" y="123306"/>
                  <a:pt x="1231249" y="123306"/>
                </a:cubicBezTo>
                <a:cubicBezTo>
                  <a:pt x="1236381" y="123306"/>
                  <a:pt x="1240359" y="123371"/>
                  <a:pt x="1243182" y="123500"/>
                </a:cubicBezTo>
                <a:cubicBezTo>
                  <a:pt x="1246006" y="123627"/>
                  <a:pt x="1249438" y="124108"/>
                  <a:pt x="1253479" y="124942"/>
                </a:cubicBezTo>
                <a:cubicBezTo>
                  <a:pt x="1257522" y="125774"/>
                  <a:pt x="1261147" y="127023"/>
                  <a:pt x="1264354" y="128689"/>
                </a:cubicBezTo>
                <a:cubicBezTo>
                  <a:pt x="1272695" y="133300"/>
                  <a:pt x="1276866" y="140603"/>
                  <a:pt x="1276866" y="150596"/>
                </a:cubicBezTo>
                <a:cubicBezTo>
                  <a:pt x="1276866" y="157893"/>
                  <a:pt x="1272663" y="163846"/>
                  <a:pt x="1264257" y="168455"/>
                </a:cubicBezTo>
                <a:cubicBezTo>
                  <a:pt x="1255854" y="173064"/>
                  <a:pt x="1245814" y="175369"/>
                  <a:pt x="1234136" y="175369"/>
                </a:cubicBezTo>
                <a:cubicBezTo>
                  <a:pt x="1222332" y="175369"/>
                  <a:pt x="1212292" y="173032"/>
                  <a:pt x="1204016" y="168358"/>
                </a:cubicBezTo>
                <a:cubicBezTo>
                  <a:pt x="1195739" y="163687"/>
                  <a:pt x="1191601" y="157895"/>
                  <a:pt x="1191601" y="150983"/>
                </a:cubicBezTo>
                <a:moveTo>
                  <a:pt x="1201610" y="150983"/>
                </a:moveTo>
                <a:cubicBezTo>
                  <a:pt x="1201610" y="156256"/>
                  <a:pt x="1204721" y="160918"/>
                  <a:pt x="1210944" y="164969"/>
                </a:cubicBezTo>
                <a:cubicBezTo>
                  <a:pt x="1217168" y="169020"/>
                  <a:pt x="1224964" y="171046"/>
                  <a:pt x="1234330" y="171046"/>
                </a:cubicBezTo>
                <a:cubicBezTo>
                  <a:pt x="1243570" y="171046"/>
                  <a:pt x="1251301" y="169052"/>
                  <a:pt x="1257523" y="165066"/>
                </a:cubicBezTo>
                <a:cubicBezTo>
                  <a:pt x="1263747" y="161080"/>
                  <a:pt x="1266860" y="156385"/>
                  <a:pt x="1266860" y="150983"/>
                </a:cubicBezTo>
                <a:cubicBezTo>
                  <a:pt x="1266860" y="147124"/>
                  <a:pt x="1265769" y="143973"/>
                  <a:pt x="1263588" y="141530"/>
                </a:cubicBezTo>
                <a:cubicBezTo>
                  <a:pt x="1261407" y="139086"/>
                  <a:pt x="1258070" y="137382"/>
                  <a:pt x="1253579" y="136416"/>
                </a:cubicBezTo>
                <a:cubicBezTo>
                  <a:pt x="1249087" y="135453"/>
                  <a:pt x="1245269" y="134876"/>
                  <a:pt x="1242125" y="134684"/>
                </a:cubicBezTo>
                <a:cubicBezTo>
                  <a:pt x="1238982" y="134490"/>
                  <a:pt x="1234524" y="134393"/>
                  <a:pt x="1228750" y="134393"/>
                </a:cubicBezTo>
                <a:lnTo>
                  <a:pt x="1217393" y="134393"/>
                </a:lnTo>
                <a:cubicBezTo>
                  <a:pt x="1213031" y="134649"/>
                  <a:pt x="1209310" y="136385"/>
                  <a:pt x="1206230" y="139600"/>
                </a:cubicBezTo>
                <a:cubicBezTo>
                  <a:pt x="1203150" y="142817"/>
                  <a:pt x="1201610" y="146611"/>
                  <a:pt x="1201610" y="150983"/>
                </a:cubicBezTo>
                <a:moveTo>
                  <a:pt x="1212195" y="79041"/>
                </a:moveTo>
                <a:cubicBezTo>
                  <a:pt x="1212195" y="94891"/>
                  <a:pt x="1217777" y="102815"/>
                  <a:pt x="1228941" y="102815"/>
                </a:cubicBezTo>
                <a:cubicBezTo>
                  <a:pt x="1234588" y="102815"/>
                  <a:pt x="1239143" y="100238"/>
                  <a:pt x="1242607" y="95082"/>
                </a:cubicBezTo>
                <a:cubicBezTo>
                  <a:pt x="1244660" y="91603"/>
                  <a:pt x="1245687" y="86191"/>
                  <a:pt x="1245687" y="78847"/>
                </a:cubicBezTo>
                <a:cubicBezTo>
                  <a:pt x="1245687" y="62998"/>
                  <a:pt x="1240105" y="55073"/>
                  <a:pt x="1228941" y="55073"/>
                </a:cubicBezTo>
                <a:cubicBezTo>
                  <a:pt x="1223294" y="55073"/>
                  <a:pt x="1218739" y="57651"/>
                  <a:pt x="1215276" y="62806"/>
                </a:cubicBezTo>
                <a:cubicBezTo>
                  <a:pt x="1213222" y="66285"/>
                  <a:pt x="1212195" y="71697"/>
                  <a:pt x="1212195" y="79041"/>
                </a:cubicBezTo>
                <a:close/>
                <a:moveTo>
                  <a:pt x="1288608" y="135709"/>
                </a:moveTo>
                <a:lnTo>
                  <a:pt x="1288608" y="129694"/>
                </a:lnTo>
                <a:cubicBezTo>
                  <a:pt x="1295410" y="129694"/>
                  <a:pt x="1299612" y="129278"/>
                  <a:pt x="1301216" y="128446"/>
                </a:cubicBezTo>
                <a:cubicBezTo>
                  <a:pt x="1302820" y="127612"/>
                  <a:pt x="1303621" y="125145"/>
                  <a:pt x="1303621" y="121045"/>
                </a:cubicBezTo>
                <a:lnTo>
                  <a:pt x="1303621" y="21102"/>
                </a:lnTo>
                <a:cubicBezTo>
                  <a:pt x="1303621" y="16360"/>
                  <a:pt x="1302787" y="13381"/>
                  <a:pt x="1301119" y="12165"/>
                </a:cubicBezTo>
                <a:cubicBezTo>
                  <a:pt x="1299451" y="10947"/>
                  <a:pt x="1295281" y="10338"/>
                  <a:pt x="1288608" y="10338"/>
                </a:cubicBezTo>
                <a:lnTo>
                  <a:pt x="1288608" y="4373"/>
                </a:lnTo>
                <a:lnTo>
                  <a:pt x="1316323" y="2256"/>
                </a:lnTo>
                <a:lnTo>
                  <a:pt x="1316323" y="69267"/>
                </a:lnTo>
                <a:lnTo>
                  <a:pt x="1316517" y="69267"/>
                </a:lnTo>
                <a:cubicBezTo>
                  <a:pt x="1318571" y="64638"/>
                  <a:pt x="1321908" y="60396"/>
                  <a:pt x="1326526" y="56538"/>
                </a:cubicBezTo>
                <a:cubicBezTo>
                  <a:pt x="1331145" y="52679"/>
                  <a:pt x="1337047" y="50750"/>
                  <a:pt x="1344233" y="50750"/>
                </a:cubicBezTo>
                <a:cubicBezTo>
                  <a:pt x="1353856" y="50750"/>
                  <a:pt x="1360592" y="53122"/>
                  <a:pt x="1364442" y="57866"/>
                </a:cubicBezTo>
                <a:cubicBezTo>
                  <a:pt x="1367265" y="61073"/>
                  <a:pt x="1368966" y="64472"/>
                  <a:pt x="1369543" y="68063"/>
                </a:cubicBezTo>
                <a:cubicBezTo>
                  <a:pt x="1370121" y="71654"/>
                  <a:pt x="1370410" y="78066"/>
                  <a:pt x="1370410" y="87300"/>
                </a:cubicBezTo>
                <a:lnTo>
                  <a:pt x="1370410" y="123938"/>
                </a:lnTo>
                <a:cubicBezTo>
                  <a:pt x="1370539" y="126624"/>
                  <a:pt x="1371629" y="128255"/>
                  <a:pt x="1373681" y="128830"/>
                </a:cubicBezTo>
                <a:cubicBezTo>
                  <a:pt x="1375735" y="129406"/>
                  <a:pt x="1379649" y="129694"/>
                  <a:pt x="1385423" y="129694"/>
                </a:cubicBezTo>
                <a:lnTo>
                  <a:pt x="1385423" y="135709"/>
                </a:lnTo>
                <a:cubicBezTo>
                  <a:pt x="1372334" y="135321"/>
                  <a:pt x="1365149" y="135127"/>
                  <a:pt x="1363866" y="135127"/>
                </a:cubicBezTo>
                <a:cubicBezTo>
                  <a:pt x="1362840" y="135127"/>
                  <a:pt x="1355590" y="135321"/>
                  <a:pt x="1342115" y="135709"/>
                </a:cubicBezTo>
                <a:lnTo>
                  <a:pt x="1342115" y="129694"/>
                </a:lnTo>
                <a:cubicBezTo>
                  <a:pt x="1348917" y="129694"/>
                  <a:pt x="1353120" y="129279"/>
                  <a:pt x="1354724" y="128449"/>
                </a:cubicBezTo>
                <a:cubicBezTo>
                  <a:pt x="1356327" y="127616"/>
                  <a:pt x="1357129" y="125154"/>
                  <a:pt x="1357129" y="121062"/>
                </a:cubicBezTo>
                <a:lnTo>
                  <a:pt x="1357129" y="76365"/>
                </a:lnTo>
                <a:cubicBezTo>
                  <a:pt x="1357129" y="69844"/>
                  <a:pt x="1356134" y="64665"/>
                  <a:pt x="1354145" y="60829"/>
                </a:cubicBezTo>
                <a:cubicBezTo>
                  <a:pt x="1352156" y="56992"/>
                  <a:pt x="1348402" y="55073"/>
                  <a:pt x="1342885" y="55073"/>
                </a:cubicBezTo>
                <a:cubicBezTo>
                  <a:pt x="1336212" y="55073"/>
                  <a:pt x="1330213" y="57855"/>
                  <a:pt x="1324887" y="63420"/>
                </a:cubicBezTo>
                <a:cubicBezTo>
                  <a:pt x="1319564" y="68982"/>
                  <a:pt x="1316902" y="76431"/>
                  <a:pt x="1316902" y="85767"/>
                </a:cubicBezTo>
                <a:lnTo>
                  <a:pt x="1316902" y="121062"/>
                </a:lnTo>
                <a:cubicBezTo>
                  <a:pt x="1316902" y="125154"/>
                  <a:pt x="1317704" y="127616"/>
                  <a:pt x="1319307" y="128449"/>
                </a:cubicBezTo>
                <a:cubicBezTo>
                  <a:pt x="1320911" y="129279"/>
                  <a:pt x="1325114" y="129694"/>
                  <a:pt x="1331916" y="129694"/>
                </a:cubicBezTo>
                <a:lnTo>
                  <a:pt x="1331916" y="135709"/>
                </a:lnTo>
                <a:cubicBezTo>
                  <a:pt x="1318827" y="135321"/>
                  <a:pt x="1311641" y="135127"/>
                  <a:pt x="1310359" y="135127"/>
                </a:cubicBezTo>
                <a:cubicBezTo>
                  <a:pt x="1309333" y="135127"/>
                  <a:pt x="1302082" y="135321"/>
                  <a:pt x="1288608" y="135709"/>
                </a:cubicBezTo>
                <a:close/>
                <a:moveTo>
                  <a:pt x="1387539" y="58832"/>
                </a:moveTo>
                <a:lnTo>
                  <a:pt x="1387539" y="54509"/>
                </a:lnTo>
                <a:cubicBezTo>
                  <a:pt x="1393442" y="54253"/>
                  <a:pt x="1398350" y="52035"/>
                  <a:pt x="1402262" y="47857"/>
                </a:cubicBezTo>
                <a:cubicBezTo>
                  <a:pt x="1406176" y="43679"/>
                  <a:pt x="1408806" y="39019"/>
                  <a:pt x="1410153" y="33877"/>
                </a:cubicBezTo>
                <a:cubicBezTo>
                  <a:pt x="1411500" y="28734"/>
                  <a:pt x="1412238" y="23205"/>
                  <a:pt x="1412368" y="17293"/>
                </a:cubicBezTo>
                <a:lnTo>
                  <a:pt x="1417181" y="17293"/>
                </a:lnTo>
                <a:lnTo>
                  <a:pt x="1417181" y="52817"/>
                </a:lnTo>
                <a:lnTo>
                  <a:pt x="1444703" y="52817"/>
                </a:lnTo>
                <a:lnTo>
                  <a:pt x="1444703" y="58832"/>
                </a:lnTo>
                <a:lnTo>
                  <a:pt x="1417181" y="58832"/>
                </a:lnTo>
                <a:lnTo>
                  <a:pt x="1417181" y="112034"/>
                </a:lnTo>
                <a:cubicBezTo>
                  <a:pt x="1417181" y="125812"/>
                  <a:pt x="1421480" y="132701"/>
                  <a:pt x="1430077" y="132701"/>
                </a:cubicBezTo>
                <a:cubicBezTo>
                  <a:pt x="1433799" y="132701"/>
                  <a:pt x="1436879" y="130831"/>
                  <a:pt x="1439317" y="127092"/>
                </a:cubicBezTo>
                <a:cubicBezTo>
                  <a:pt x="1441754" y="123350"/>
                  <a:pt x="1442973" y="118119"/>
                  <a:pt x="1442973" y="111397"/>
                </a:cubicBezTo>
                <a:lnTo>
                  <a:pt x="1442973" y="100936"/>
                </a:lnTo>
                <a:lnTo>
                  <a:pt x="1447784" y="100936"/>
                </a:lnTo>
                <a:lnTo>
                  <a:pt x="1447784" y="111873"/>
                </a:lnTo>
                <a:cubicBezTo>
                  <a:pt x="1447784" y="118780"/>
                  <a:pt x="1446179" y="124824"/>
                  <a:pt x="1442970" y="130005"/>
                </a:cubicBezTo>
                <a:cubicBezTo>
                  <a:pt x="1439763" y="135186"/>
                  <a:pt x="1435016" y="137776"/>
                  <a:pt x="1428729" y="137776"/>
                </a:cubicBezTo>
                <a:cubicBezTo>
                  <a:pt x="1426419" y="137776"/>
                  <a:pt x="1424108" y="137487"/>
                  <a:pt x="1421798" y="136910"/>
                </a:cubicBezTo>
                <a:cubicBezTo>
                  <a:pt x="1419490" y="136334"/>
                  <a:pt x="1416860" y="135279"/>
                  <a:pt x="1413909" y="133744"/>
                </a:cubicBezTo>
                <a:cubicBezTo>
                  <a:pt x="1410959" y="132207"/>
                  <a:pt x="1408552" y="129550"/>
                  <a:pt x="1406690" y="125773"/>
                </a:cubicBezTo>
                <a:cubicBezTo>
                  <a:pt x="1404830" y="121994"/>
                  <a:pt x="1403900" y="117352"/>
                  <a:pt x="1403900" y="111846"/>
                </a:cubicBezTo>
                <a:lnTo>
                  <a:pt x="1403900" y="58832"/>
                </a:lnTo>
                <a:lnTo>
                  <a:pt x="1387539" y="588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5013C6-4267-47CD-8724-9CCC48DA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933" y="3547580"/>
            <a:ext cx="1859643" cy="491494"/>
          </a:xfrm>
          <a:custGeom xmlns:a="http://schemas.openxmlformats.org/drawingml/2006/main">
            <a:pathLst>
              <a:path w="1859643" h="491494" fill="none">
                <a:moveTo>
                  <a:pt x="0" y="0"/>
                </a:moveTo>
                <a:lnTo>
                  <a:pt x="0" y="491494"/>
                </a:lnTo>
                <a:lnTo>
                  <a:pt x="1512289" y="491494"/>
                </a:lnTo>
                <a:lnTo>
                  <a:pt x="1512289" y="271525"/>
                </a:lnTo>
                <a:lnTo>
                  <a:pt x="1859643" y="214384"/>
                </a:lnTo>
                <a:lnTo>
                  <a:pt x="1512289" y="177436"/>
                </a:lnTo>
                <a:lnTo>
                  <a:pt x="1512289" y="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69" name="Text ImageC">
            <a:extLst xmlns:a="http://schemas.openxmlformats.org/drawingml/2006/main">
              <a:ext uri="{FF2B5EF4-FFF2-40B4-BE49-F238E27FC236}">
                <a16:creationId xmlns:a16="http://schemas.microsoft.com/office/drawing/2014/main" id="{2907AC4B-FDAD-4014-863C-1E102B46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048" y="3703333"/>
            <a:ext cx="694442" cy="175369"/>
          </a:xfrm>
          <a:custGeom xmlns:a="http://schemas.openxmlformats.org/drawingml/2006/main">
            <a:pathLst>
              <a:path w="694442" h="175369">
                <a:moveTo>
                  <a:pt x="0" y="135709"/>
                </a:moveTo>
                <a:lnTo>
                  <a:pt x="0" y="129694"/>
                </a:lnTo>
                <a:lnTo>
                  <a:pt x="5004" y="129694"/>
                </a:lnTo>
                <a:cubicBezTo>
                  <a:pt x="12190" y="129694"/>
                  <a:pt x="16617" y="129117"/>
                  <a:pt x="18285" y="127964"/>
                </a:cubicBezTo>
                <a:cubicBezTo>
                  <a:pt x="19953" y="126811"/>
                  <a:pt x="20787" y="124376"/>
                  <a:pt x="20787" y="120660"/>
                </a:cubicBezTo>
                <a:lnTo>
                  <a:pt x="20787" y="19372"/>
                </a:lnTo>
                <a:cubicBezTo>
                  <a:pt x="20787" y="15656"/>
                  <a:pt x="19953" y="13221"/>
                  <a:pt x="18285" y="12068"/>
                </a:cubicBezTo>
                <a:cubicBezTo>
                  <a:pt x="16617" y="10915"/>
                  <a:pt x="12190" y="10338"/>
                  <a:pt x="5004" y="10338"/>
                </a:cubicBezTo>
                <a:lnTo>
                  <a:pt x="0" y="10338"/>
                </a:lnTo>
                <a:lnTo>
                  <a:pt x="0" y="4323"/>
                </a:lnTo>
                <a:cubicBezTo>
                  <a:pt x="4492" y="4711"/>
                  <a:pt x="14308" y="4905"/>
                  <a:pt x="29448" y="4905"/>
                </a:cubicBezTo>
                <a:cubicBezTo>
                  <a:pt x="44460" y="4905"/>
                  <a:pt x="54211" y="4711"/>
                  <a:pt x="58703" y="4323"/>
                </a:cubicBezTo>
                <a:lnTo>
                  <a:pt x="58703" y="10338"/>
                </a:lnTo>
                <a:lnTo>
                  <a:pt x="53698" y="10338"/>
                </a:lnTo>
                <a:cubicBezTo>
                  <a:pt x="46515" y="10338"/>
                  <a:pt x="42089" y="10915"/>
                  <a:pt x="40421" y="12068"/>
                </a:cubicBezTo>
                <a:cubicBezTo>
                  <a:pt x="38752" y="13221"/>
                  <a:pt x="37918" y="15656"/>
                  <a:pt x="37918" y="19372"/>
                </a:cubicBezTo>
                <a:lnTo>
                  <a:pt x="37918" y="120660"/>
                </a:lnTo>
                <a:cubicBezTo>
                  <a:pt x="37918" y="124376"/>
                  <a:pt x="38752" y="126811"/>
                  <a:pt x="40421" y="127964"/>
                </a:cubicBezTo>
                <a:cubicBezTo>
                  <a:pt x="42089" y="129117"/>
                  <a:pt x="46515" y="129694"/>
                  <a:pt x="53698" y="129694"/>
                </a:cubicBezTo>
                <a:lnTo>
                  <a:pt x="58703" y="129694"/>
                </a:lnTo>
                <a:lnTo>
                  <a:pt x="58703" y="135709"/>
                </a:lnTo>
                <a:cubicBezTo>
                  <a:pt x="54211" y="135321"/>
                  <a:pt x="44395" y="135127"/>
                  <a:pt x="29255" y="135127"/>
                </a:cubicBezTo>
                <a:cubicBezTo>
                  <a:pt x="14243" y="135127"/>
                  <a:pt x="4492" y="135321"/>
                  <a:pt x="0" y="135709"/>
                </a:cubicBezTo>
                <a:close/>
                <a:moveTo>
                  <a:pt x="70252" y="135709"/>
                </a:moveTo>
                <a:lnTo>
                  <a:pt x="70252" y="129694"/>
                </a:lnTo>
                <a:cubicBezTo>
                  <a:pt x="77054" y="129694"/>
                  <a:pt x="81257" y="129278"/>
                  <a:pt x="82860" y="128446"/>
                </a:cubicBezTo>
                <a:cubicBezTo>
                  <a:pt x="84464" y="127614"/>
                  <a:pt x="85266" y="125149"/>
                  <a:pt x="85266" y="121053"/>
                </a:cubicBezTo>
                <a:lnTo>
                  <a:pt x="85266" y="69587"/>
                </a:lnTo>
                <a:cubicBezTo>
                  <a:pt x="85266" y="64849"/>
                  <a:pt x="84432" y="61872"/>
                  <a:pt x="82763" y="60656"/>
                </a:cubicBezTo>
                <a:cubicBezTo>
                  <a:pt x="81095" y="59440"/>
                  <a:pt x="76925" y="58832"/>
                  <a:pt x="70252" y="58832"/>
                </a:cubicBezTo>
                <a:lnTo>
                  <a:pt x="70252" y="52867"/>
                </a:lnTo>
                <a:lnTo>
                  <a:pt x="97392" y="50750"/>
                </a:lnTo>
                <a:lnTo>
                  <a:pt x="97392" y="70929"/>
                </a:lnTo>
                <a:cubicBezTo>
                  <a:pt x="103423" y="57476"/>
                  <a:pt x="112918" y="50750"/>
                  <a:pt x="125877" y="50750"/>
                </a:cubicBezTo>
                <a:cubicBezTo>
                  <a:pt x="140889" y="50750"/>
                  <a:pt x="149421" y="57029"/>
                  <a:pt x="151475" y="69587"/>
                </a:cubicBezTo>
                <a:cubicBezTo>
                  <a:pt x="153656" y="64718"/>
                  <a:pt x="157056" y="60361"/>
                  <a:pt x="161675" y="56518"/>
                </a:cubicBezTo>
                <a:cubicBezTo>
                  <a:pt x="166296" y="52672"/>
                  <a:pt x="172199" y="50750"/>
                  <a:pt x="179385" y="50750"/>
                </a:cubicBezTo>
                <a:cubicBezTo>
                  <a:pt x="189008" y="50750"/>
                  <a:pt x="195744" y="53119"/>
                  <a:pt x="199594" y="57857"/>
                </a:cubicBezTo>
                <a:cubicBezTo>
                  <a:pt x="202417" y="61060"/>
                  <a:pt x="204117" y="64455"/>
                  <a:pt x="204695" y="68042"/>
                </a:cubicBezTo>
                <a:cubicBezTo>
                  <a:pt x="205273" y="71627"/>
                  <a:pt x="205561" y="78031"/>
                  <a:pt x="205561" y="87253"/>
                </a:cubicBezTo>
                <a:lnTo>
                  <a:pt x="205561" y="123932"/>
                </a:lnTo>
                <a:cubicBezTo>
                  <a:pt x="205691" y="126620"/>
                  <a:pt x="206781" y="128253"/>
                  <a:pt x="208833" y="128830"/>
                </a:cubicBezTo>
                <a:cubicBezTo>
                  <a:pt x="210887" y="129406"/>
                  <a:pt x="214801" y="129694"/>
                  <a:pt x="220575" y="129694"/>
                </a:cubicBezTo>
                <a:lnTo>
                  <a:pt x="220575" y="135709"/>
                </a:lnTo>
                <a:cubicBezTo>
                  <a:pt x="207486" y="135321"/>
                  <a:pt x="200300" y="135127"/>
                  <a:pt x="199018" y="135127"/>
                </a:cubicBezTo>
                <a:cubicBezTo>
                  <a:pt x="197992" y="135127"/>
                  <a:pt x="190742" y="135321"/>
                  <a:pt x="177267" y="135709"/>
                </a:cubicBezTo>
                <a:lnTo>
                  <a:pt x="177267" y="129694"/>
                </a:lnTo>
                <a:cubicBezTo>
                  <a:pt x="184069" y="129694"/>
                  <a:pt x="188272" y="129279"/>
                  <a:pt x="189875" y="128449"/>
                </a:cubicBezTo>
                <a:cubicBezTo>
                  <a:pt x="191479" y="127616"/>
                  <a:pt x="192281" y="125154"/>
                  <a:pt x="192281" y="121062"/>
                </a:cubicBezTo>
                <a:lnTo>
                  <a:pt x="192281" y="76365"/>
                </a:lnTo>
                <a:cubicBezTo>
                  <a:pt x="192281" y="69844"/>
                  <a:pt x="191286" y="64665"/>
                  <a:pt x="189297" y="60829"/>
                </a:cubicBezTo>
                <a:cubicBezTo>
                  <a:pt x="187308" y="56992"/>
                  <a:pt x="183554" y="55073"/>
                  <a:pt x="178037" y="55073"/>
                </a:cubicBezTo>
                <a:cubicBezTo>
                  <a:pt x="171364" y="55073"/>
                  <a:pt x="165365" y="57855"/>
                  <a:pt x="160039" y="63420"/>
                </a:cubicBezTo>
                <a:cubicBezTo>
                  <a:pt x="154716" y="68982"/>
                  <a:pt x="152054" y="76431"/>
                  <a:pt x="152054" y="85767"/>
                </a:cubicBezTo>
                <a:lnTo>
                  <a:pt x="152054" y="121062"/>
                </a:lnTo>
                <a:cubicBezTo>
                  <a:pt x="152054" y="125154"/>
                  <a:pt x="152856" y="127616"/>
                  <a:pt x="154459" y="128449"/>
                </a:cubicBezTo>
                <a:cubicBezTo>
                  <a:pt x="156063" y="129279"/>
                  <a:pt x="160265" y="129694"/>
                  <a:pt x="167067" y="129694"/>
                </a:cubicBezTo>
                <a:lnTo>
                  <a:pt x="167067" y="135709"/>
                </a:lnTo>
                <a:cubicBezTo>
                  <a:pt x="153979" y="135321"/>
                  <a:pt x="146793" y="135127"/>
                  <a:pt x="145510" y="135127"/>
                </a:cubicBezTo>
                <a:cubicBezTo>
                  <a:pt x="144484" y="135127"/>
                  <a:pt x="137234" y="135321"/>
                  <a:pt x="123760" y="135709"/>
                </a:cubicBezTo>
                <a:lnTo>
                  <a:pt x="123760" y="129694"/>
                </a:lnTo>
                <a:cubicBezTo>
                  <a:pt x="130562" y="129694"/>
                  <a:pt x="134764" y="129279"/>
                  <a:pt x="136368" y="128449"/>
                </a:cubicBezTo>
                <a:cubicBezTo>
                  <a:pt x="137971" y="127616"/>
                  <a:pt x="138773" y="125154"/>
                  <a:pt x="138773" y="121062"/>
                </a:cubicBezTo>
                <a:lnTo>
                  <a:pt x="138773" y="76365"/>
                </a:lnTo>
                <a:cubicBezTo>
                  <a:pt x="138773" y="69844"/>
                  <a:pt x="137779" y="64665"/>
                  <a:pt x="135789" y="60829"/>
                </a:cubicBezTo>
                <a:cubicBezTo>
                  <a:pt x="133800" y="56992"/>
                  <a:pt x="130047" y="55073"/>
                  <a:pt x="124529" y="55073"/>
                </a:cubicBezTo>
                <a:cubicBezTo>
                  <a:pt x="117856" y="55073"/>
                  <a:pt x="111857" y="57855"/>
                  <a:pt x="106532" y="63420"/>
                </a:cubicBezTo>
                <a:cubicBezTo>
                  <a:pt x="101208" y="68982"/>
                  <a:pt x="98546" y="76431"/>
                  <a:pt x="98546" y="85767"/>
                </a:cubicBezTo>
                <a:lnTo>
                  <a:pt x="98546" y="121062"/>
                </a:lnTo>
                <a:cubicBezTo>
                  <a:pt x="98546" y="125154"/>
                  <a:pt x="99348" y="127616"/>
                  <a:pt x="100952" y="128449"/>
                </a:cubicBezTo>
                <a:cubicBezTo>
                  <a:pt x="102555" y="129279"/>
                  <a:pt x="106758" y="129694"/>
                  <a:pt x="113560" y="129694"/>
                </a:cubicBezTo>
                <a:lnTo>
                  <a:pt x="113560" y="135709"/>
                </a:lnTo>
                <a:cubicBezTo>
                  <a:pt x="100471" y="135321"/>
                  <a:pt x="93285" y="135127"/>
                  <a:pt x="92003" y="135127"/>
                </a:cubicBezTo>
                <a:cubicBezTo>
                  <a:pt x="90977" y="135127"/>
                  <a:pt x="83727" y="135321"/>
                  <a:pt x="70252" y="135709"/>
                </a:cubicBezTo>
                <a:close/>
                <a:moveTo>
                  <a:pt x="232509" y="117421"/>
                </a:moveTo>
                <a:cubicBezTo>
                  <a:pt x="232509" y="106499"/>
                  <a:pt x="238925" y="98148"/>
                  <a:pt x="251758" y="92366"/>
                </a:cubicBezTo>
                <a:cubicBezTo>
                  <a:pt x="259456" y="88640"/>
                  <a:pt x="271261" y="86296"/>
                  <a:pt x="287171" y="85335"/>
                </a:cubicBezTo>
                <a:lnTo>
                  <a:pt x="287171" y="78295"/>
                </a:lnTo>
                <a:cubicBezTo>
                  <a:pt x="287171" y="70432"/>
                  <a:pt x="285086" y="64408"/>
                  <a:pt x="280915" y="60224"/>
                </a:cubicBezTo>
                <a:cubicBezTo>
                  <a:pt x="276745" y="56038"/>
                  <a:pt x="272029" y="53945"/>
                  <a:pt x="266768" y="53945"/>
                </a:cubicBezTo>
                <a:cubicBezTo>
                  <a:pt x="257401" y="53945"/>
                  <a:pt x="250472" y="56827"/>
                  <a:pt x="245981" y="62591"/>
                </a:cubicBezTo>
                <a:cubicBezTo>
                  <a:pt x="249830" y="62719"/>
                  <a:pt x="252428" y="63743"/>
                  <a:pt x="253775" y="65663"/>
                </a:cubicBezTo>
                <a:cubicBezTo>
                  <a:pt x="255122" y="67584"/>
                  <a:pt x="255796" y="69505"/>
                  <a:pt x="255796" y="71426"/>
                </a:cubicBezTo>
                <a:cubicBezTo>
                  <a:pt x="255796" y="73987"/>
                  <a:pt x="254994" y="76099"/>
                  <a:pt x="253391" y="77763"/>
                </a:cubicBezTo>
                <a:cubicBezTo>
                  <a:pt x="251787" y="79428"/>
                  <a:pt x="249638" y="80260"/>
                  <a:pt x="246944" y="80260"/>
                </a:cubicBezTo>
                <a:cubicBezTo>
                  <a:pt x="244377" y="80260"/>
                  <a:pt x="242260" y="79460"/>
                  <a:pt x="240591" y="77860"/>
                </a:cubicBezTo>
                <a:cubicBezTo>
                  <a:pt x="238923" y="76259"/>
                  <a:pt x="238089" y="74050"/>
                  <a:pt x="238089" y="71235"/>
                </a:cubicBezTo>
                <a:cubicBezTo>
                  <a:pt x="238089" y="64987"/>
                  <a:pt x="240912" y="59823"/>
                  <a:pt x="246556" y="55743"/>
                </a:cubicBezTo>
                <a:cubicBezTo>
                  <a:pt x="252203" y="51662"/>
                  <a:pt x="259069" y="49622"/>
                  <a:pt x="267153" y="49622"/>
                </a:cubicBezTo>
                <a:cubicBezTo>
                  <a:pt x="277675" y="49622"/>
                  <a:pt x="286465" y="53128"/>
                  <a:pt x="293523" y="60139"/>
                </a:cubicBezTo>
                <a:cubicBezTo>
                  <a:pt x="295704" y="62306"/>
                  <a:pt x="297340" y="64793"/>
                  <a:pt x="298431" y="67599"/>
                </a:cubicBezTo>
                <a:cubicBezTo>
                  <a:pt x="299522" y="70403"/>
                  <a:pt x="300130" y="72729"/>
                  <a:pt x="300258" y="74577"/>
                </a:cubicBezTo>
                <a:cubicBezTo>
                  <a:pt x="300387" y="76425"/>
                  <a:pt x="300452" y="79134"/>
                  <a:pt x="300452" y="82703"/>
                </a:cubicBezTo>
                <a:lnTo>
                  <a:pt x="300452" y="121247"/>
                </a:lnTo>
                <a:cubicBezTo>
                  <a:pt x="300452" y="122013"/>
                  <a:pt x="300580" y="123003"/>
                  <a:pt x="300836" y="124217"/>
                </a:cubicBezTo>
                <a:cubicBezTo>
                  <a:pt x="301093" y="125428"/>
                  <a:pt x="301799" y="126832"/>
                  <a:pt x="302954" y="128428"/>
                </a:cubicBezTo>
                <a:cubicBezTo>
                  <a:pt x="304109" y="130024"/>
                  <a:pt x="305649" y="130822"/>
                  <a:pt x="307574" y="130822"/>
                </a:cubicBezTo>
                <a:cubicBezTo>
                  <a:pt x="312192" y="130822"/>
                  <a:pt x="314502" y="126737"/>
                  <a:pt x="314502" y="118569"/>
                </a:cubicBezTo>
                <a:lnTo>
                  <a:pt x="314502" y="107846"/>
                </a:lnTo>
                <a:lnTo>
                  <a:pt x="319312" y="107846"/>
                </a:lnTo>
                <a:lnTo>
                  <a:pt x="319312" y="118598"/>
                </a:lnTo>
                <a:cubicBezTo>
                  <a:pt x="319312" y="125381"/>
                  <a:pt x="317516" y="130116"/>
                  <a:pt x="313923" y="132804"/>
                </a:cubicBezTo>
                <a:cubicBezTo>
                  <a:pt x="310330" y="135492"/>
                  <a:pt x="306866" y="136836"/>
                  <a:pt x="303529" y="136836"/>
                </a:cubicBezTo>
                <a:cubicBezTo>
                  <a:pt x="299294" y="136836"/>
                  <a:pt x="295830" y="135265"/>
                  <a:pt x="293136" y="132123"/>
                </a:cubicBezTo>
                <a:cubicBezTo>
                  <a:pt x="290442" y="128978"/>
                  <a:pt x="288902" y="125289"/>
                  <a:pt x="288516" y="121056"/>
                </a:cubicBezTo>
                <a:cubicBezTo>
                  <a:pt x="286591" y="125926"/>
                  <a:pt x="283415" y="129930"/>
                  <a:pt x="278989" y="133068"/>
                </a:cubicBezTo>
                <a:cubicBezTo>
                  <a:pt x="274562" y="136207"/>
                  <a:pt x="269333" y="137776"/>
                  <a:pt x="263303" y="137776"/>
                </a:cubicBezTo>
                <a:cubicBezTo>
                  <a:pt x="258684" y="137776"/>
                  <a:pt x="254193" y="137200"/>
                  <a:pt x="249831" y="136046"/>
                </a:cubicBezTo>
                <a:cubicBezTo>
                  <a:pt x="245469" y="134895"/>
                  <a:pt x="241491" y="132720"/>
                  <a:pt x="237898" y="129521"/>
                </a:cubicBezTo>
                <a:cubicBezTo>
                  <a:pt x="234305" y="126319"/>
                  <a:pt x="232509" y="122286"/>
                  <a:pt x="232509" y="117421"/>
                </a:cubicBezTo>
                <a:moveTo>
                  <a:pt x="247329" y="117227"/>
                </a:moveTo>
                <a:cubicBezTo>
                  <a:pt x="247329" y="121936"/>
                  <a:pt x="249028" y="125817"/>
                  <a:pt x="252427" y="128872"/>
                </a:cubicBezTo>
                <a:cubicBezTo>
                  <a:pt x="255828" y="131926"/>
                  <a:pt x="259903" y="133453"/>
                  <a:pt x="264651" y="133453"/>
                </a:cubicBezTo>
                <a:cubicBezTo>
                  <a:pt x="270041" y="133453"/>
                  <a:pt x="275141" y="131382"/>
                  <a:pt x="279952" y="127239"/>
                </a:cubicBezTo>
                <a:cubicBezTo>
                  <a:pt x="284765" y="123094"/>
                  <a:pt x="287171" y="116942"/>
                  <a:pt x="287171" y="108783"/>
                </a:cubicBezTo>
                <a:lnTo>
                  <a:pt x="287171" y="89658"/>
                </a:lnTo>
                <a:cubicBezTo>
                  <a:pt x="272927" y="90169"/>
                  <a:pt x="262725" y="93232"/>
                  <a:pt x="256565" y="98848"/>
                </a:cubicBezTo>
                <a:cubicBezTo>
                  <a:pt x="250408" y="104463"/>
                  <a:pt x="247329" y="110589"/>
                  <a:pt x="247329" y="117227"/>
                </a:cubicBezTo>
                <a:close/>
                <a:moveTo>
                  <a:pt x="326050" y="150983"/>
                </a:moveTo>
                <a:cubicBezTo>
                  <a:pt x="326050" y="146874"/>
                  <a:pt x="327621" y="143021"/>
                  <a:pt x="330763" y="139424"/>
                </a:cubicBezTo>
                <a:cubicBezTo>
                  <a:pt x="333908" y="135827"/>
                  <a:pt x="338239" y="133258"/>
                  <a:pt x="343756" y="131717"/>
                </a:cubicBezTo>
                <a:cubicBezTo>
                  <a:pt x="338111" y="128136"/>
                  <a:pt x="335289" y="122446"/>
                  <a:pt x="335289" y="114645"/>
                </a:cubicBezTo>
                <a:cubicBezTo>
                  <a:pt x="335289" y="108648"/>
                  <a:pt x="337277" y="103352"/>
                  <a:pt x="341254" y="98756"/>
                </a:cubicBezTo>
                <a:cubicBezTo>
                  <a:pt x="335224" y="93730"/>
                  <a:pt x="332208" y="87094"/>
                  <a:pt x="332208" y="78847"/>
                </a:cubicBezTo>
                <a:cubicBezTo>
                  <a:pt x="332208" y="71278"/>
                  <a:pt x="335224" y="64703"/>
                  <a:pt x="341254" y="59123"/>
                </a:cubicBezTo>
                <a:cubicBezTo>
                  <a:pt x="347284" y="53541"/>
                  <a:pt x="354663" y="50750"/>
                  <a:pt x="363389" y="50750"/>
                </a:cubicBezTo>
                <a:cubicBezTo>
                  <a:pt x="371088" y="50750"/>
                  <a:pt x="377889" y="53029"/>
                  <a:pt x="383792" y="57587"/>
                </a:cubicBezTo>
                <a:cubicBezTo>
                  <a:pt x="389952" y="51525"/>
                  <a:pt x="396753" y="48494"/>
                  <a:pt x="404195" y="48494"/>
                </a:cubicBezTo>
                <a:cubicBezTo>
                  <a:pt x="407531" y="48494"/>
                  <a:pt x="410001" y="49509"/>
                  <a:pt x="411605" y="51540"/>
                </a:cubicBezTo>
                <a:cubicBezTo>
                  <a:pt x="413208" y="53570"/>
                  <a:pt x="414010" y="55664"/>
                  <a:pt x="414010" y="57822"/>
                </a:cubicBezTo>
                <a:cubicBezTo>
                  <a:pt x="414010" y="59725"/>
                  <a:pt x="413400" y="61152"/>
                  <a:pt x="412180" y="62104"/>
                </a:cubicBezTo>
                <a:cubicBezTo>
                  <a:pt x="410962" y="63055"/>
                  <a:pt x="409711" y="63531"/>
                  <a:pt x="408427" y="63531"/>
                </a:cubicBezTo>
                <a:cubicBezTo>
                  <a:pt x="406888" y="63531"/>
                  <a:pt x="405573" y="63030"/>
                  <a:pt x="404483" y="62027"/>
                </a:cubicBezTo>
                <a:cubicBezTo>
                  <a:pt x="403392" y="61025"/>
                  <a:pt x="402847" y="59709"/>
                  <a:pt x="402847" y="58080"/>
                </a:cubicBezTo>
                <a:cubicBezTo>
                  <a:pt x="402847" y="55449"/>
                  <a:pt x="403873" y="53757"/>
                  <a:pt x="405925" y="53005"/>
                </a:cubicBezTo>
                <a:cubicBezTo>
                  <a:pt x="405541" y="52880"/>
                  <a:pt x="404900" y="52817"/>
                  <a:pt x="404001" y="52817"/>
                </a:cubicBezTo>
                <a:cubicBezTo>
                  <a:pt x="397714" y="52817"/>
                  <a:pt x="391940" y="55309"/>
                  <a:pt x="386679" y="60292"/>
                </a:cubicBezTo>
                <a:cubicBezTo>
                  <a:pt x="391940" y="65189"/>
                  <a:pt x="394571" y="71438"/>
                  <a:pt x="394571" y="79041"/>
                </a:cubicBezTo>
                <a:cubicBezTo>
                  <a:pt x="394571" y="86644"/>
                  <a:pt x="391555" y="93227"/>
                  <a:pt x="385525" y="98792"/>
                </a:cubicBezTo>
                <a:cubicBezTo>
                  <a:pt x="379494" y="104356"/>
                  <a:pt x="372116" y="107138"/>
                  <a:pt x="363389" y="107138"/>
                </a:cubicBezTo>
                <a:cubicBezTo>
                  <a:pt x="356204" y="107138"/>
                  <a:pt x="349852" y="105181"/>
                  <a:pt x="344335" y="101268"/>
                </a:cubicBezTo>
                <a:cubicBezTo>
                  <a:pt x="342154" y="103807"/>
                  <a:pt x="341063" y="106791"/>
                  <a:pt x="341063" y="110219"/>
                </a:cubicBezTo>
                <a:cubicBezTo>
                  <a:pt x="341063" y="113426"/>
                  <a:pt x="342025" y="116281"/>
                  <a:pt x="343950" y="118783"/>
                </a:cubicBezTo>
                <a:cubicBezTo>
                  <a:pt x="345875" y="121285"/>
                  <a:pt x="348312" y="122729"/>
                  <a:pt x="351263" y="123115"/>
                </a:cubicBezTo>
                <a:cubicBezTo>
                  <a:pt x="352162" y="123242"/>
                  <a:pt x="356973" y="123306"/>
                  <a:pt x="365698" y="123306"/>
                </a:cubicBezTo>
                <a:cubicBezTo>
                  <a:pt x="370830" y="123306"/>
                  <a:pt x="374807" y="123371"/>
                  <a:pt x="377631" y="123500"/>
                </a:cubicBezTo>
                <a:cubicBezTo>
                  <a:pt x="380454" y="123627"/>
                  <a:pt x="383886" y="124108"/>
                  <a:pt x="387927" y="124942"/>
                </a:cubicBezTo>
                <a:cubicBezTo>
                  <a:pt x="391970" y="125774"/>
                  <a:pt x="395596" y="127023"/>
                  <a:pt x="398803" y="128689"/>
                </a:cubicBezTo>
                <a:cubicBezTo>
                  <a:pt x="407144" y="133300"/>
                  <a:pt x="411314" y="140603"/>
                  <a:pt x="411314" y="150596"/>
                </a:cubicBezTo>
                <a:cubicBezTo>
                  <a:pt x="411314" y="157893"/>
                  <a:pt x="407111" y="163846"/>
                  <a:pt x="398706" y="168455"/>
                </a:cubicBezTo>
                <a:cubicBezTo>
                  <a:pt x="390302" y="173064"/>
                  <a:pt x="380262" y="175369"/>
                  <a:pt x="368585" y="175369"/>
                </a:cubicBezTo>
                <a:cubicBezTo>
                  <a:pt x="356780" y="175369"/>
                  <a:pt x="346740" y="173032"/>
                  <a:pt x="338464" y="168358"/>
                </a:cubicBezTo>
                <a:cubicBezTo>
                  <a:pt x="330188" y="163687"/>
                  <a:pt x="326050" y="157895"/>
                  <a:pt x="326050" y="150983"/>
                </a:cubicBezTo>
                <a:moveTo>
                  <a:pt x="336059" y="150983"/>
                </a:moveTo>
                <a:cubicBezTo>
                  <a:pt x="336059" y="156256"/>
                  <a:pt x="339170" y="160918"/>
                  <a:pt x="345392" y="164969"/>
                </a:cubicBezTo>
                <a:cubicBezTo>
                  <a:pt x="351616" y="169020"/>
                  <a:pt x="359412" y="171046"/>
                  <a:pt x="368779" y="171046"/>
                </a:cubicBezTo>
                <a:cubicBezTo>
                  <a:pt x="378018" y="171046"/>
                  <a:pt x="385749" y="169052"/>
                  <a:pt x="391971" y="165066"/>
                </a:cubicBezTo>
                <a:cubicBezTo>
                  <a:pt x="398196" y="161080"/>
                  <a:pt x="401308" y="156385"/>
                  <a:pt x="401308" y="150983"/>
                </a:cubicBezTo>
                <a:cubicBezTo>
                  <a:pt x="401308" y="147124"/>
                  <a:pt x="400217" y="143973"/>
                  <a:pt x="398036" y="141530"/>
                </a:cubicBezTo>
                <a:cubicBezTo>
                  <a:pt x="395855" y="139086"/>
                  <a:pt x="392519" y="137382"/>
                  <a:pt x="388027" y="136416"/>
                </a:cubicBezTo>
                <a:cubicBezTo>
                  <a:pt x="383536" y="135453"/>
                  <a:pt x="379718" y="134876"/>
                  <a:pt x="376573" y="134684"/>
                </a:cubicBezTo>
                <a:cubicBezTo>
                  <a:pt x="373431" y="134490"/>
                  <a:pt x="368973" y="134393"/>
                  <a:pt x="363199" y="134393"/>
                </a:cubicBezTo>
                <a:lnTo>
                  <a:pt x="351842" y="134393"/>
                </a:lnTo>
                <a:cubicBezTo>
                  <a:pt x="347479" y="134649"/>
                  <a:pt x="343758" y="136385"/>
                  <a:pt x="340678" y="139600"/>
                </a:cubicBezTo>
                <a:cubicBezTo>
                  <a:pt x="337599" y="142817"/>
                  <a:pt x="336059" y="146611"/>
                  <a:pt x="336059" y="150983"/>
                </a:cubicBezTo>
                <a:moveTo>
                  <a:pt x="346643" y="79041"/>
                </a:moveTo>
                <a:cubicBezTo>
                  <a:pt x="346643" y="94891"/>
                  <a:pt x="352225" y="102815"/>
                  <a:pt x="363389" y="102815"/>
                </a:cubicBezTo>
                <a:cubicBezTo>
                  <a:pt x="369036" y="102815"/>
                  <a:pt x="373591" y="100238"/>
                  <a:pt x="377055" y="95082"/>
                </a:cubicBezTo>
                <a:cubicBezTo>
                  <a:pt x="379109" y="91603"/>
                  <a:pt x="380136" y="86191"/>
                  <a:pt x="380136" y="78847"/>
                </a:cubicBezTo>
                <a:cubicBezTo>
                  <a:pt x="380136" y="62998"/>
                  <a:pt x="374554" y="55073"/>
                  <a:pt x="363389" y="55073"/>
                </a:cubicBezTo>
                <a:cubicBezTo>
                  <a:pt x="357743" y="55073"/>
                  <a:pt x="353188" y="57651"/>
                  <a:pt x="349724" y="62806"/>
                </a:cubicBezTo>
                <a:cubicBezTo>
                  <a:pt x="347670" y="66285"/>
                  <a:pt x="346643" y="71697"/>
                  <a:pt x="346643" y="79041"/>
                </a:cubicBezTo>
                <a:close/>
                <a:moveTo>
                  <a:pt x="422286" y="93447"/>
                </a:moveTo>
                <a:cubicBezTo>
                  <a:pt x="422286" y="81401"/>
                  <a:pt x="426168" y="71086"/>
                  <a:pt x="433931" y="62500"/>
                </a:cubicBezTo>
                <a:cubicBezTo>
                  <a:pt x="441694" y="53915"/>
                  <a:pt x="451157" y="49622"/>
                  <a:pt x="462319" y="49622"/>
                </a:cubicBezTo>
                <a:cubicBezTo>
                  <a:pt x="473611" y="49622"/>
                  <a:pt x="482176" y="53248"/>
                  <a:pt x="488014" y="60500"/>
                </a:cubicBezTo>
                <a:cubicBezTo>
                  <a:pt x="493853" y="67753"/>
                  <a:pt x="496772" y="76595"/>
                  <a:pt x="496772" y="87026"/>
                </a:cubicBezTo>
                <a:cubicBezTo>
                  <a:pt x="496772" y="89084"/>
                  <a:pt x="496516" y="90320"/>
                  <a:pt x="496003" y="90733"/>
                </a:cubicBezTo>
                <a:cubicBezTo>
                  <a:pt x="495490" y="91144"/>
                  <a:pt x="494143" y="91350"/>
                  <a:pt x="491961" y="91350"/>
                </a:cubicBezTo>
                <a:lnTo>
                  <a:pt x="438260" y="91350"/>
                </a:lnTo>
                <a:cubicBezTo>
                  <a:pt x="438260" y="104307"/>
                  <a:pt x="440185" y="113836"/>
                  <a:pt x="444034" y="119935"/>
                </a:cubicBezTo>
                <a:cubicBezTo>
                  <a:pt x="449424" y="128446"/>
                  <a:pt x="456674" y="132701"/>
                  <a:pt x="465785" y="132701"/>
                </a:cubicBezTo>
                <a:cubicBezTo>
                  <a:pt x="467067" y="132701"/>
                  <a:pt x="468447" y="132575"/>
                  <a:pt x="469923" y="132322"/>
                </a:cubicBezTo>
                <a:cubicBezTo>
                  <a:pt x="471399" y="132070"/>
                  <a:pt x="473677" y="131407"/>
                  <a:pt x="476757" y="130334"/>
                </a:cubicBezTo>
                <a:cubicBezTo>
                  <a:pt x="479837" y="129259"/>
                  <a:pt x="482724" y="127268"/>
                  <a:pt x="485418" y="124360"/>
                </a:cubicBezTo>
                <a:cubicBezTo>
                  <a:pt x="488114" y="121453"/>
                  <a:pt x="490232" y="117725"/>
                  <a:pt x="491770" y="113177"/>
                </a:cubicBezTo>
                <a:cubicBezTo>
                  <a:pt x="492156" y="111407"/>
                  <a:pt x="492990" y="110522"/>
                  <a:pt x="494273" y="110522"/>
                </a:cubicBezTo>
                <a:cubicBezTo>
                  <a:pt x="495939" y="110522"/>
                  <a:pt x="496772" y="111289"/>
                  <a:pt x="496772" y="112824"/>
                </a:cubicBezTo>
                <a:cubicBezTo>
                  <a:pt x="496772" y="113976"/>
                  <a:pt x="496162" y="115799"/>
                  <a:pt x="494942" y="118296"/>
                </a:cubicBezTo>
                <a:cubicBezTo>
                  <a:pt x="493725" y="120790"/>
                  <a:pt x="491960" y="123541"/>
                  <a:pt x="489650" y="126548"/>
                </a:cubicBezTo>
                <a:cubicBezTo>
                  <a:pt x="487342" y="129556"/>
                  <a:pt x="483942" y="132179"/>
                  <a:pt x="479450" y="134419"/>
                </a:cubicBezTo>
                <a:cubicBezTo>
                  <a:pt x="474959" y="136657"/>
                  <a:pt x="470019" y="137776"/>
                  <a:pt x="464631" y="137776"/>
                </a:cubicBezTo>
                <a:cubicBezTo>
                  <a:pt x="453339" y="137776"/>
                  <a:pt x="443458" y="133523"/>
                  <a:pt x="434988" y="125015"/>
                </a:cubicBezTo>
                <a:cubicBezTo>
                  <a:pt x="426520" y="116508"/>
                  <a:pt x="422286" y="105985"/>
                  <a:pt x="422286" y="93447"/>
                </a:cubicBezTo>
                <a:moveTo>
                  <a:pt x="438454" y="87026"/>
                </a:moveTo>
                <a:lnTo>
                  <a:pt x="484070" y="87026"/>
                </a:lnTo>
                <a:cubicBezTo>
                  <a:pt x="484070" y="84366"/>
                  <a:pt x="483845" y="81546"/>
                  <a:pt x="483394" y="78568"/>
                </a:cubicBezTo>
                <a:cubicBezTo>
                  <a:pt x="482946" y="75588"/>
                  <a:pt x="482048" y="72038"/>
                  <a:pt x="480701" y="67919"/>
                </a:cubicBezTo>
                <a:cubicBezTo>
                  <a:pt x="479354" y="63799"/>
                  <a:pt x="477108" y="60441"/>
                  <a:pt x="473964" y="57842"/>
                </a:cubicBezTo>
                <a:cubicBezTo>
                  <a:pt x="470822" y="55244"/>
                  <a:pt x="466940" y="53945"/>
                  <a:pt x="462319" y="53945"/>
                </a:cubicBezTo>
                <a:cubicBezTo>
                  <a:pt x="460267" y="53945"/>
                  <a:pt x="458118" y="54389"/>
                  <a:pt x="455873" y="55276"/>
                </a:cubicBezTo>
                <a:cubicBezTo>
                  <a:pt x="453627" y="56162"/>
                  <a:pt x="451157" y="57652"/>
                  <a:pt x="448463" y="59746"/>
                </a:cubicBezTo>
                <a:cubicBezTo>
                  <a:pt x="445769" y="61837"/>
                  <a:pt x="443491" y="65259"/>
                  <a:pt x="441629" y="70013"/>
                </a:cubicBezTo>
                <a:cubicBezTo>
                  <a:pt x="439769" y="74765"/>
                  <a:pt x="438710" y="80436"/>
                  <a:pt x="438454" y="87026"/>
                </a:cubicBezTo>
                <a:close/>
                <a:moveTo>
                  <a:pt x="577227" y="69919"/>
                </a:moveTo>
                <a:cubicBezTo>
                  <a:pt x="577227" y="50529"/>
                  <a:pt x="583835" y="34029"/>
                  <a:pt x="597051" y="20417"/>
                </a:cubicBezTo>
                <a:cubicBezTo>
                  <a:pt x="610269" y="6806"/>
                  <a:pt x="625988" y="0"/>
                  <a:pt x="644209" y="0"/>
                </a:cubicBezTo>
                <a:cubicBezTo>
                  <a:pt x="649854" y="0"/>
                  <a:pt x="655178" y="1030"/>
                  <a:pt x="660183" y="3090"/>
                </a:cubicBezTo>
                <a:cubicBezTo>
                  <a:pt x="665187" y="5147"/>
                  <a:pt x="668844" y="7078"/>
                  <a:pt x="671152" y="8881"/>
                </a:cubicBezTo>
                <a:cubicBezTo>
                  <a:pt x="673463" y="10682"/>
                  <a:pt x="676286" y="13256"/>
                  <a:pt x="679622" y="16602"/>
                </a:cubicBezTo>
                <a:lnTo>
                  <a:pt x="689247" y="2317"/>
                </a:lnTo>
                <a:cubicBezTo>
                  <a:pt x="690272" y="772"/>
                  <a:pt x="691298" y="0"/>
                  <a:pt x="692324" y="0"/>
                </a:cubicBezTo>
                <a:cubicBezTo>
                  <a:pt x="693352" y="0"/>
                  <a:pt x="693962" y="288"/>
                  <a:pt x="694154" y="863"/>
                </a:cubicBezTo>
                <a:cubicBezTo>
                  <a:pt x="694346" y="1439"/>
                  <a:pt x="694442" y="2686"/>
                  <a:pt x="694442" y="4605"/>
                </a:cubicBezTo>
                <a:lnTo>
                  <a:pt x="694442" y="50092"/>
                </a:lnTo>
                <a:cubicBezTo>
                  <a:pt x="694442" y="52138"/>
                  <a:pt x="694314" y="53417"/>
                  <a:pt x="694057" y="53930"/>
                </a:cubicBezTo>
                <a:cubicBezTo>
                  <a:pt x="693801" y="54441"/>
                  <a:pt x="692903" y="54697"/>
                  <a:pt x="691364" y="54697"/>
                </a:cubicBezTo>
                <a:cubicBezTo>
                  <a:pt x="690080" y="54697"/>
                  <a:pt x="689309" y="54505"/>
                  <a:pt x="689053" y="54121"/>
                </a:cubicBezTo>
                <a:cubicBezTo>
                  <a:pt x="688796" y="53738"/>
                  <a:pt x="688540" y="52844"/>
                  <a:pt x="688283" y="51440"/>
                </a:cubicBezTo>
                <a:cubicBezTo>
                  <a:pt x="686359" y="37640"/>
                  <a:pt x="681547" y="26620"/>
                  <a:pt x="673848" y="18379"/>
                </a:cubicBezTo>
                <a:cubicBezTo>
                  <a:pt x="666150" y="10136"/>
                  <a:pt x="656975" y="6015"/>
                  <a:pt x="646324" y="6015"/>
                </a:cubicBezTo>
                <a:cubicBezTo>
                  <a:pt x="643244" y="6015"/>
                  <a:pt x="640003" y="6368"/>
                  <a:pt x="636602" y="7075"/>
                </a:cubicBezTo>
                <a:cubicBezTo>
                  <a:pt x="633203" y="7780"/>
                  <a:pt x="629034" y="9448"/>
                  <a:pt x="624094" y="12080"/>
                </a:cubicBezTo>
                <a:cubicBezTo>
                  <a:pt x="619154" y="14709"/>
                  <a:pt x="614791" y="18206"/>
                  <a:pt x="611004" y="22570"/>
                </a:cubicBezTo>
                <a:cubicBezTo>
                  <a:pt x="607220" y="26932"/>
                  <a:pt x="603948" y="33220"/>
                  <a:pt x="601189" y="41434"/>
                </a:cubicBezTo>
                <a:cubicBezTo>
                  <a:pt x="598430" y="49645"/>
                  <a:pt x="597051" y="59205"/>
                  <a:pt x="597051" y="70113"/>
                </a:cubicBezTo>
                <a:cubicBezTo>
                  <a:pt x="597051" y="80891"/>
                  <a:pt x="598430" y="90420"/>
                  <a:pt x="601189" y="98698"/>
                </a:cubicBezTo>
                <a:cubicBezTo>
                  <a:pt x="603948" y="106974"/>
                  <a:pt x="607220" y="113262"/>
                  <a:pt x="611004" y="117561"/>
                </a:cubicBezTo>
                <a:cubicBezTo>
                  <a:pt x="614791" y="121859"/>
                  <a:pt x="619154" y="125324"/>
                  <a:pt x="624094" y="127955"/>
                </a:cubicBezTo>
                <a:cubicBezTo>
                  <a:pt x="629034" y="130585"/>
                  <a:pt x="633236" y="132253"/>
                  <a:pt x="636699" y="132960"/>
                </a:cubicBezTo>
                <a:cubicBezTo>
                  <a:pt x="640165" y="133665"/>
                  <a:pt x="643438" y="134017"/>
                  <a:pt x="646517" y="134017"/>
                </a:cubicBezTo>
                <a:cubicBezTo>
                  <a:pt x="657552" y="134017"/>
                  <a:pt x="667304" y="130116"/>
                  <a:pt x="675772" y="122313"/>
                </a:cubicBezTo>
                <a:cubicBezTo>
                  <a:pt x="684242" y="114511"/>
                  <a:pt x="688862" y="104022"/>
                  <a:pt x="689631" y="90847"/>
                </a:cubicBezTo>
                <a:cubicBezTo>
                  <a:pt x="689760" y="90209"/>
                  <a:pt x="689825" y="89762"/>
                  <a:pt x="689825" y="89505"/>
                </a:cubicBezTo>
                <a:cubicBezTo>
                  <a:pt x="689825" y="89249"/>
                  <a:pt x="689889" y="88961"/>
                  <a:pt x="690016" y="88642"/>
                </a:cubicBezTo>
                <a:cubicBezTo>
                  <a:pt x="690145" y="88323"/>
                  <a:pt x="690370" y="88099"/>
                  <a:pt x="690691" y="87972"/>
                </a:cubicBezTo>
                <a:cubicBezTo>
                  <a:pt x="691013" y="87843"/>
                  <a:pt x="691430" y="87778"/>
                  <a:pt x="691943" y="87778"/>
                </a:cubicBezTo>
                <a:cubicBezTo>
                  <a:pt x="693609" y="87778"/>
                  <a:pt x="694442" y="88867"/>
                  <a:pt x="694442" y="91044"/>
                </a:cubicBezTo>
                <a:cubicBezTo>
                  <a:pt x="694442" y="103211"/>
                  <a:pt x="689759" y="114417"/>
                  <a:pt x="680392" y="124663"/>
                </a:cubicBezTo>
                <a:cubicBezTo>
                  <a:pt x="671025" y="134909"/>
                  <a:pt x="658964" y="140032"/>
                  <a:pt x="644209" y="140032"/>
                </a:cubicBezTo>
                <a:cubicBezTo>
                  <a:pt x="625988" y="140032"/>
                  <a:pt x="610269" y="133258"/>
                  <a:pt x="597051" y="119711"/>
                </a:cubicBezTo>
                <a:cubicBezTo>
                  <a:pt x="583835" y="106164"/>
                  <a:pt x="577227" y="89567"/>
                  <a:pt x="577227" y="69919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Text Target:E">
            <a:extLst xmlns:a="http://schemas.openxmlformats.org/drawingml/2006/main">
              <a:ext uri="{FF2B5EF4-FFF2-40B4-BE49-F238E27FC236}">
                <a16:creationId xmlns:a16="http://schemas.microsoft.com/office/drawing/2014/main" id="{606978EE-1256-4EEA-9ED9-133E1B68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7521" y="1570114"/>
            <a:ext cx="786830" cy="170482"/>
          </a:xfrm>
          <a:custGeom xmlns:a="http://schemas.openxmlformats.org/drawingml/2006/main">
            <a:pathLst>
              <a:path w="786830" h="170482">
                <a:moveTo>
                  <a:pt x="0" y="43795"/>
                </a:moveTo>
                <a:lnTo>
                  <a:pt x="3656" y="564"/>
                </a:lnTo>
                <a:lnTo>
                  <a:pt x="121259" y="564"/>
                </a:lnTo>
                <a:lnTo>
                  <a:pt x="124916" y="43795"/>
                </a:lnTo>
                <a:lnTo>
                  <a:pt x="120105" y="43795"/>
                </a:lnTo>
                <a:cubicBezTo>
                  <a:pt x="119592" y="38041"/>
                  <a:pt x="119110" y="33501"/>
                  <a:pt x="118660" y="30177"/>
                </a:cubicBezTo>
                <a:cubicBezTo>
                  <a:pt x="118212" y="26850"/>
                  <a:pt x="117442" y="23621"/>
                  <a:pt x="116351" y="20488"/>
                </a:cubicBezTo>
                <a:cubicBezTo>
                  <a:pt x="115261" y="17353"/>
                  <a:pt x="114042" y="15019"/>
                  <a:pt x="112695" y="13486"/>
                </a:cubicBezTo>
                <a:cubicBezTo>
                  <a:pt x="111348" y="11951"/>
                  <a:pt x="109391" y="10577"/>
                  <a:pt x="106824" y="9363"/>
                </a:cubicBezTo>
                <a:cubicBezTo>
                  <a:pt x="104257" y="8147"/>
                  <a:pt x="101306" y="7379"/>
                  <a:pt x="97969" y="7060"/>
                </a:cubicBezTo>
                <a:cubicBezTo>
                  <a:pt x="94633" y="6739"/>
                  <a:pt x="90463" y="6579"/>
                  <a:pt x="85458" y="6579"/>
                </a:cubicBezTo>
                <a:cubicBezTo>
                  <a:pt x="79557" y="6579"/>
                  <a:pt x="75900" y="6707"/>
                  <a:pt x="74489" y="6963"/>
                </a:cubicBezTo>
                <a:cubicBezTo>
                  <a:pt x="72948" y="7347"/>
                  <a:pt x="71985" y="8084"/>
                  <a:pt x="71599" y="9175"/>
                </a:cubicBezTo>
                <a:cubicBezTo>
                  <a:pt x="71215" y="10264"/>
                  <a:pt x="71023" y="11961"/>
                  <a:pt x="71023" y="14267"/>
                </a:cubicBezTo>
                <a:lnTo>
                  <a:pt x="71023" y="115579"/>
                </a:lnTo>
                <a:cubicBezTo>
                  <a:pt x="71023" y="118142"/>
                  <a:pt x="71280" y="119936"/>
                  <a:pt x="71793" y="120962"/>
                </a:cubicBezTo>
                <a:cubicBezTo>
                  <a:pt x="72306" y="121988"/>
                  <a:pt x="74037" y="122886"/>
                  <a:pt x="76988" y="123656"/>
                </a:cubicBezTo>
                <a:cubicBezTo>
                  <a:pt x="79941" y="124423"/>
                  <a:pt x="84689" y="124807"/>
                  <a:pt x="91232" y="124807"/>
                </a:cubicBezTo>
                <a:lnTo>
                  <a:pt x="98933" y="124807"/>
                </a:lnTo>
                <a:lnTo>
                  <a:pt x="98933" y="130822"/>
                </a:lnTo>
                <a:cubicBezTo>
                  <a:pt x="93672" y="130434"/>
                  <a:pt x="81482" y="130240"/>
                  <a:pt x="62362" y="130240"/>
                </a:cubicBezTo>
                <a:cubicBezTo>
                  <a:pt x="43372" y="130240"/>
                  <a:pt x="31247" y="130434"/>
                  <a:pt x="25986" y="130822"/>
                </a:cubicBezTo>
                <a:lnTo>
                  <a:pt x="25986" y="124807"/>
                </a:lnTo>
                <a:lnTo>
                  <a:pt x="33683" y="124807"/>
                </a:lnTo>
                <a:cubicBezTo>
                  <a:pt x="40227" y="124807"/>
                  <a:pt x="44974" y="124423"/>
                  <a:pt x="47924" y="123656"/>
                </a:cubicBezTo>
                <a:cubicBezTo>
                  <a:pt x="50877" y="122886"/>
                  <a:pt x="52610" y="121988"/>
                  <a:pt x="53123" y="120962"/>
                </a:cubicBezTo>
                <a:cubicBezTo>
                  <a:pt x="53636" y="119936"/>
                  <a:pt x="53892" y="118142"/>
                  <a:pt x="53892" y="115579"/>
                </a:cubicBezTo>
                <a:lnTo>
                  <a:pt x="53892" y="14267"/>
                </a:lnTo>
                <a:cubicBezTo>
                  <a:pt x="53892" y="12474"/>
                  <a:pt x="53828" y="11193"/>
                  <a:pt x="53698" y="10423"/>
                </a:cubicBezTo>
                <a:cubicBezTo>
                  <a:pt x="53571" y="9654"/>
                  <a:pt x="53219" y="8949"/>
                  <a:pt x="52641" y="8309"/>
                </a:cubicBezTo>
                <a:cubicBezTo>
                  <a:pt x="52064" y="7668"/>
                  <a:pt x="51133" y="7220"/>
                  <a:pt x="49848" y="6963"/>
                </a:cubicBezTo>
                <a:cubicBezTo>
                  <a:pt x="48566" y="6707"/>
                  <a:pt x="45102" y="6579"/>
                  <a:pt x="39457" y="6579"/>
                </a:cubicBezTo>
                <a:cubicBezTo>
                  <a:pt x="34453" y="6579"/>
                  <a:pt x="30282" y="6739"/>
                  <a:pt x="26946" y="7060"/>
                </a:cubicBezTo>
                <a:cubicBezTo>
                  <a:pt x="23610" y="7379"/>
                  <a:pt x="20658" y="8147"/>
                  <a:pt x="18091" y="9363"/>
                </a:cubicBezTo>
                <a:cubicBezTo>
                  <a:pt x="15526" y="10577"/>
                  <a:pt x="13570" y="11951"/>
                  <a:pt x="12223" y="13486"/>
                </a:cubicBezTo>
                <a:cubicBezTo>
                  <a:pt x="10876" y="15019"/>
                  <a:pt x="9658" y="17353"/>
                  <a:pt x="8567" y="20488"/>
                </a:cubicBezTo>
                <a:cubicBezTo>
                  <a:pt x="7476" y="23621"/>
                  <a:pt x="6706" y="26850"/>
                  <a:pt x="6256" y="30177"/>
                </a:cubicBezTo>
                <a:cubicBezTo>
                  <a:pt x="5807" y="33501"/>
                  <a:pt x="5327" y="38041"/>
                  <a:pt x="4814" y="43795"/>
                </a:cubicBezTo>
                <a:lnTo>
                  <a:pt x="0" y="43795"/>
                </a:lnTo>
                <a:close/>
                <a:moveTo>
                  <a:pt x="124147" y="112533"/>
                </a:moveTo>
                <a:cubicBezTo>
                  <a:pt x="124147" y="101612"/>
                  <a:pt x="130564" y="93261"/>
                  <a:pt x="143396" y="87479"/>
                </a:cubicBezTo>
                <a:cubicBezTo>
                  <a:pt x="151094" y="83753"/>
                  <a:pt x="162899" y="81409"/>
                  <a:pt x="178809" y="80448"/>
                </a:cubicBezTo>
                <a:lnTo>
                  <a:pt x="178809" y="73408"/>
                </a:lnTo>
                <a:cubicBezTo>
                  <a:pt x="178809" y="65545"/>
                  <a:pt x="176724" y="59521"/>
                  <a:pt x="172553" y="55337"/>
                </a:cubicBezTo>
                <a:cubicBezTo>
                  <a:pt x="168383" y="51151"/>
                  <a:pt x="163667" y="49058"/>
                  <a:pt x="158406" y="49058"/>
                </a:cubicBezTo>
                <a:cubicBezTo>
                  <a:pt x="149040" y="49058"/>
                  <a:pt x="142110" y="51940"/>
                  <a:pt x="137619" y="57704"/>
                </a:cubicBezTo>
                <a:cubicBezTo>
                  <a:pt x="141468" y="57832"/>
                  <a:pt x="144066" y="58856"/>
                  <a:pt x="145414" y="60776"/>
                </a:cubicBezTo>
                <a:cubicBezTo>
                  <a:pt x="146761" y="62697"/>
                  <a:pt x="147434" y="64618"/>
                  <a:pt x="147434" y="66539"/>
                </a:cubicBezTo>
                <a:cubicBezTo>
                  <a:pt x="147434" y="69100"/>
                  <a:pt x="146632" y="71212"/>
                  <a:pt x="145029" y="72876"/>
                </a:cubicBezTo>
                <a:cubicBezTo>
                  <a:pt x="143425" y="74541"/>
                  <a:pt x="141276" y="75373"/>
                  <a:pt x="138582" y="75373"/>
                </a:cubicBezTo>
                <a:cubicBezTo>
                  <a:pt x="136015" y="75373"/>
                  <a:pt x="133898" y="74573"/>
                  <a:pt x="132230" y="72973"/>
                </a:cubicBezTo>
                <a:cubicBezTo>
                  <a:pt x="130562" y="71372"/>
                  <a:pt x="129727" y="69163"/>
                  <a:pt x="129727" y="66348"/>
                </a:cubicBezTo>
                <a:cubicBezTo>
                  <a:pt x="129727" y="60100"/>
                  <a:pt x="132550" y="54936"/>
                  <a:pt x="138195" y="50855"/>
                </a:cubicBezTo>
                <a:cubicBezTo>
                  <a:pt x="143841" y="46775"/>
                  <a:pt x="150707" y="44735"/>
                  <a:pt x="158791" y="44735"/>
                </a:cubicBezTo>
                <a:cubicBezTo>
                  <a:pt x="169313" y="44735"/>
                  <a:pt x="178103" y="48241"/>
                  <a:pt x="185162" y="55252"/>
                </a:cubicBezTo>
                <a:cubicBezTo>
                  <a:pt x="187343" y="57419"/>
                  <a:pt x="188979" y="59906"/>
                  <a:pt x="190069" y="62712"/>
                </a:cubicBezTo>
                <a:cubicBezTo>
                  <a:pt x="191160" y="65516"/>
                  <a:pt x="191769" y="67842"/>
                  <a:pt x="191896" y="69690"/>
                </a:cubicBezTo>
                <a:cubicBezTo>
                  <a:pt x="192025" y="71538"/>
                  <a:pt x="192090" y="74247"/>
                  <a:pt x="192090" y="77816"/>
                </a:cubicBezTo>
                <a:lnTo>
                  <a:pt x="192090" y="116360"/>
                </a:lnTo>
                <a:cubicBezTo>
                  <a:pt x="192090" y="117126"/>
                  <a:pt x="192218" y="118116"/>
                  <a:pt x="192475" y="119330"/>
                </a:cubicBezTo>
                <a:cubicBezTo>
                  <a:pt x="192731" y="120541"/>
                  <a:pt x="193437" y="121945"/>
                  <a:pt x="194592" y="123541"/>
                </a:cubicBezTo>
                <a:cubicBezTo>
                  <a:pt x="195747" y="125137"/>
                  <a:pt x="197287" y="125935"/>
                  <a:pt x="199212" y="125935"/>
                </a:cubicBezTo>
                <a:cubicBezTo>
                  <a:pt x="203831" y="125935"/>
                  <a:pt x="206140" y="121850"/>
                  <a:pt x="206140" y="113682"/>
                </a:cubicBezTo>
                <a:lnTo>
                  <a:pt x="206140" y="102959"/>
                </a:lnTo>
                <a:lnTo>
                  <a:pt x="210951" y="102959"/>
                </a:lnTo>
                <a:lnTo>
                  <a:pt x="210951" y="113711"/>
                </a:lnTo>
                <a:cubicBezTo>
                  <a:pt x="210951" y="120493"/>
                  <a:pt x="209154" y="125229"/>
                  <a:pt x="205561" y="127917"/>
                </a:cubicBezTo>
                <a:cubicBezTo>
                  <a:pt x="201969" y="130605"/>
                  <a:pt x="198504" y="131949"/>
                  <a:pt x="195168" y="131949"/>
                </a:cubicBezTo>
                <a:cubicBezTo>
                  <a:pt x="190933" y="131949"/>
                  <a:pt x="187468" y="130378"/>
                  <a:pt x="184774" y="127236"/>
                </a:cubicBezTo>
                <a:cubicBezTo>
                  <a:pt x="182080" y="124091"/>
                  <a:pt x="180540" y="120402"/>
                  <a:pt x="180154" y="116169"/>
                </a:cubicBezTo>
                <a:cubicBezTo>
                  <a:pt x="178230" y="121039"/>
                  <a:pt x="175054" y="125043"/>
                  <a:pt x="170627" y="128181"/>
                </a:cubicBezTo>
                <a:cubicBezTo>
                  <a:pt x="166200" y="131320"/>
                  <a:pt x="160971" y="132889"/>
                  <a:pt x="154941" y="132889"/>
                </a:cubicBezTo>
                <a:cubicBezTo>
                  <a:pt x="150322" y="132889"/>
                  <a:pt x="145832" y="132313"/>
                  <a:pt x="141469" y="131159"/>
                </a:cubicBezTo>
                <a:cubicBezTo>
                  <a:pt x="137107" y="130008"/>
                  <a:pt x="133129" y="127833"/>
                  <a:pt x="129537" y="124634"/>
                </a:cubicBezTo>
                <a:cubicBezTo>
                  <a:pt x="125944" y="121432"/>
                  <a:pt x="124147" y="117399"/>
                  <a:pt x="124147" y="112533"/>
                </a:cubicBezTo>
                <a:moveTo>
                  <a:pt x="138967" y="112340"/>
                </a:moveTo>
                <a:cubicBezTo>
                  <a:pt x="138967" y="117049"/>
                  <a:pt x="140667" y="120930"/>
                  <a:pt x="144065" y="123985"/>
                </a:cubicBezTo>
                <a:cubicBezTo>
                  <a:pt x="147466" y="127039"/>
                  <a:pt x="151541" y="128566"/>
                  <a:pt x="156289" y="128566"/>
                </a:cubicBezTo>
                <a:cubicBezTo>
                  <a:pt x="161679" y="128566"/>
                  <a:pt x="166780" y="126495"/>
                  <a:pt x="171590" y="122352"/>
                </a:cubicBezTo>
                <a:cubicBezTo>
                  <a:pt x="176403" y="118207"/>
                  <a:pt x="178809" y="112055"/>
                  <a:pt x="178809" y="103896"/>
                </a:cubicBezTo>
                <a:lnTo>
                  <a:pt x="178809" y="84771"/>
                </a:lnTo>
                <a:cubicBezTo>
                  <a:pt x="164565" y="85282"/>
                  <a:pt x="154363" y="88345"/>
                  <a:pt x="148204" y="93960"/>
                </a:cubicBezTo>
                <a:cubicBezTo>
                  <a:pt x="142046" y="99576"/>
                  <a:pt x="138967" y="105702"/>
                  <a:pt x="138967" y="112340"/>
                </a:cubicBezTo>
                <a:close/>
                <a:moveTo>
                  <a:pt x="217688" y="130822"/>
                </a:moveTo>
                <a:lnTo>
                  <a:pt x="217688" y="124807"/>
                </a:lnTo>
                <a:cubicBezTo>
                  <a:pt x="224490" y="124807"/>
                  <a:pt x="228692" y="124391"/>
                  <a:pt x="230296" y="123559"/>
                </a:cubicBezTo>
                <a:cubicBezTo>
                  <a:pt x="231900" y="122727"/>
                  <a:pt x="232701" y="120262"/>
                  <a:pt x="232701" y="116166"/>
                </a:cubicBezTo>
                <a:lnTo>
                  <a:pt x="232701" y="64700"/>
                </a:lnTo>
                <a:cubicBezTo>
                  <a:pt x="232701" y="59962"/>
                  <a:pt x="231867" y="56985"/>
                  <a:pt x="230199" y="55769"/>
                </a:cubicBezTo>
                <a:cubicBezTo>
                  <a:pt x="228531" y="54553"/>
                  <a:pt x="224361" y="53945"/>
                  <a:pt x="217688" y="53945"/>
                </a:cubicBezTo>
                <a:lnTo>
                  <a:pt x="217688" y="47980"/>
                </a:lnTo>
                <a:lnTo>
                  <a:pt x="244443" y="45863"/>
                </a:lnTo>
                <a:lnTo>
                  <a:pt x="244443" y="67003"/>
                </a:lnTo>
                <a:cubicBezTo>
                  <a:pt x="246239" y="61493"/>
                  <a:pt x="249061" y="56592"/>
                  <a:pt x="252910" y="52300"/>
                </a:cubicBezTo>
                <a:cubicBezTo>
                  <a:pt x="256760" y="48009"/>
                  <a:pt x="261828" y="45863"/>
                  <a:pt x="268115" y="45863"/>
                </a:cubicBezTo>
                <a:cubicBezTo>
                  <a:pt x="272220" y="45863"/>
                  <a:pt x="275620" y="47017"/>
                  <a:pt x="278314" y="49325"/>
                </a:cubicBezTo>
                <a:cubicBezTo>
                  <a:pt x="281011" y="51632"/>
                  <a:pt x="282359" y="54388"/>
                  <a:pt x="282359" y="57593"/>
                </a:cubicBezTo>
                <a:cubicBezTo>
                  <a:pt x="282359" y="60387"/>
                  <a:pt x="281492" y="62483"/>
                  <a:pt x="279759" y="63881"/>
                </a:cubicBezTo>
                <a:cubicBezTo>
                  <a:pt x="278029" y="65277"/>
                  <a:pt x="276136" y="65975"/>
                  <a:pt x="274082" y="65975"/>
                </a:cubicBezTo>
                <a:cubicBezTo>
                  <a:pt x="271772" y="65975"/>
                  <a:pt x="269815" y="65245"/>
                  <a:pt x="268212" y="63787"/>
                </a:cubicBezTo>
                <a:cubicBezTo>
                  <a:pt x="266608" y="62326"/>
                  <a:pt x="265806" y="60326"/>
                  <a:pt x="265806" y="57787"/>
                </a:cubicBezTo>
                <a:cubicBezTo>
                  <a:pt x="265806" y="56265"/>
                  <a:pt x="266159" y="54904"/>
                  <a:pt x="266863" y="53701"/>
                </a:cubicBezTo>
                <a:cubicBezTo>
                  <a:pt x="267570" y="52497"/>
                  <a:pt x="268212" y="51674"/>
                  <a:pt x="268787" y="51231"/>
                </a:cubicBezTo>
                <a:cubicBezTo>
                  <a:pt x="269365" y="50787"/>
                  <a:pt x="269846" y="50501"/>
                  <a:pt x="270232" y="50374"/>
                </a:cubicBezTo>
                <a:cubicBezTo>
                  <a:pt x="269976" y="50249"/>
                  <a:pt x="269270" y="50186"/>
                  <a:pt x="268115" y="50186"/>
                </a:cubicBezTo>
                <a:cubicBezTo>
                  <a:pt x="261058" y="50186"/>
                  <a:pt x="255508" y="53703"/>
                  <a:pt x="251465" y="60738"/>
                </a:cubicBezTo>
                <a:cubicBezTo>
                  <a:pt x="247424" y="67771"/>
                  <a:pt x="245403" y="76274"/>
                  <a:pt x="245403" y="86248"/>
                </a:cubicBezTo>
                <a:lnTo>
                  <a:pt x="245403" y="115791"/>
                </a:lnTo>
                <a:cubicBezTo>
                  <a:pt x="245403" y="119499"/>
                  <a:pt x="246173" y="121929"/>
                  <a:pt x="247712" y="123080"/>
                </a:cubicBezTo>
                <a:cubicBezTo>
                  <a:pt x="249253" y="124231"/>
                  <a:pt x="253360" y="124807"/>
                  <a:pt x="260032" y="124807"/>
                </a:cubicBezTo>
                <a:lnTo>
                  <a:pt x="264073" y="124807"/>
                </a:lnTo>
                <a:lnTo>
                  <a:pt x="264073" y="130822"/>
                </a:lnTo>
                <a:cubicBezTo>
                  <a:pt x="258942" y="130434"/>
                  <a:pt x="250794" y="130240"/>
                  <a:pt x="239630" y="130240"/>
                </a:cubicBezTo>
                <a:cubicBezTo>
                  <a:pt x="238091" y="130240"/>
                  <a:pt x="236101" y="130272"/>
                  <a:pt x="233662" y="130337"/>
                </a:cubicBezTo>
                <a:cubicBezTo>
                  <a:pt x="231224" y="130402"/>
                  <a:pt x="228401" y="130499"/>
                  <a:pt x="225192" y="130628"/>
                </a:cubicBezTo>
                <a:cubicBezTo>
                  <a:pt x="221985" y="130757"/>
                  <a:pt x="219483" y="130822"/>
                  <a:pt x="217688" y="130822"/>
                </a:cubicBezTo>
                <a:close/>
                <a:moveTo>
                  <a:pt x="292945" y="146096"/>
                </a:moveTo>
                <a:cubicBezTo>
                  <a:pt x="292945" y="141987"/>
                  <a:pt x="294516" y="138134"/>
                  <a:pt x="297659" y="134537"/>
                </a:cubicBezTo>
                <a:cubicBezTo>
                  <a:pt x="300803" y="130940"/>
                  <a:pt x="305134" y="128371"/>
                  <a:pt x="310652" y="126830"/>
                </a:cubicBezTo>
                <a:cubicBezTo>
                  <a:pt x="305007" y="123249"/>
                  <a:pt x="302185" y="117559"/>
                  <a:pt x="302185" y="109758"/>
                </a:cubicBezTo>
                <a:cubicBezTo>
                  <a:pt x="302185" y="103761"/>
                  <a:pt x="304173" y="98465"/>
                  <a:pt x="308149" y="93869"/>
                </a:cubicBezTo>
                <a:cubicBezTo>
                  <a:pt x="302119" y="88843"/>
                  <a:pt x="299104" y="82207"/>
                  <a:pt x="299104" y="73960"/>
                </a:cubicBezTo>
                <a:cubicBezTo>
                  <a:pt x="299104" y="66391"/>
                  <a:pt x="302119" y="59816"/>
                  <a:pt x="308149" y="54236"/>
                </a:cubicBezTo>
                <a:cubicBezTo>
                  <a:pt x="314180" y="48654"/>
                  <a:pt x="321558" y="45863"/>
                  <a:pt x="330285" y="45863"/>
                </a:cubicBezTo>
                <a:cubicBezTo>
                  <a:pt x="337983" y="45863"/>
                  <a:pt x="344784" y="48142"/>
                  <a:pt x="350688" y="52700"/>
                </a:cubicBezTo>
                <a:cubicBezTo>
                  <a:pt x="356847" y="46638"/>
                  <a:pt x="363648" y="43607"/>
                  <a:pt x="371090" y="43607"/>
                </a:cubicBezTo>
                <a:cubicBezTo>
                  <a:pt x="374427" y="43607"/>
                  <a:pt x="376897" y="44622"/>
                  <a:pt x="378500" y="46653"/>
                </a:cubicBezTo>
                <a:cubicBezTo>
                  <a:pt x="380104" y="48683"/>
                  <a:pt x="380905" y="50777"/>
                  <a:pt x="380905" y="52935"/>
                </a:cubicBezTo>
                <a:cubicBezTo>
                  <a:pt x="380905" y="54838"/>
                  <a:pt x="380296" y="56265"/>
                  <a:pt x="379076" y="57217"/>
                </a:cubicBezTo>
                <a:cubicBezTo>
                  <a:pt x="377858" y="58168"/>
                  <a:pt x="376607" y="58644"/>
                  <a:pt x="375322" y="58644"/>
                </a:cubicBezTo>
                <a:cubicBezTo>
                  <a:pt x="373783" y="58644"/>
                  <a:pt x="372469" y="58143"/>
                  <a:pt x="371378" y="57140"/>
                </a:cubicBezTo>
                <a:cubicBezTo>
                  <a:pt x="370287" y="56138"/>
                  <a:pt x="369742" y="54822"/>
                  <a:pt x="369742" y="53193"/>
                </a:cubicBezTo>
                <a:cubicBezTo>
                  <a:pt x="369742" y="50562"/>
                  <a:pt x="370768" y="48870"/>
                  <a:pt x="372820" y="48118"/>
                </a:cubicBezTo>
                <a:cubicBezTo>
                  <a:pt x="372436" y="47993"/>
                  <a:pt x="371795" y="47930"/>
                  <a:pt x="370896" y="47930"/>
                </a:cubicBezTo>
                <a:cubicBezTo>
                  <a:pt x="364609" y="47930"/>
                  <a:pt x="358836" y="50422"/>
                  <a:pt x="353575" y="55405"/>
                </a:cubicBezTo>
                <a:cubicBezTo>
                  <a:pt x="358836" y="60302"/>
                  <a:pt x="361466" y="66551"/>
                  <a:pt x="361466" y="74154"/>
                </a:cubicBezTo>
                <a:cubicBezTo>
                  <a:pt x="361466" y="81757"/>
                  <a:pt x="358451" y="88340"/>
                  <a:pt x="352420" y="93905"/>
                </a:cubicBezTo>
                <a:cubicBezTo>
                  <a:pt x="346390" y="99469"/>
                  <a:pt x="339011" y="102251"/>
                  <a:pt x="330285" y="102251"/>
                </a:cubicBezTo>
                <a:cubicBezTo>
                  <a:pt x="323099" y="102251"/>
                  <a:pt x="316748" y="100294"/>
                  <a:pt x="311230" y="96381"/>
                </a:cubicBezTo>
                <a:cubicBezTo>
                  <a:pt x="309049" y="98920"/>
                  <a:pt x="307958" y="101904"/>
                  <a:pt x="307958" y="105332"/>
                </a:cubicBezTo>
                <a:cubicBezTo>
                  <a:pt x="307958" y="108539"/>
                  <a:pt x="308921" y="111394"/>
                  <a:pt x="310845" y="113896"/>
                </a:cubicBezTo>
                <a:cubicBezTo>
                  <a:pt x="312770" y="116398"/>
                  <a:pt x="315208" y="117842"/>
                  <a:pt x="318158" y="118228"/>
                </a:cubicBezTo>
                <a:cubicBezTo>
                  <a:pt x="319057" y="118355"/>
                  <a:pt x="323869" y="118419"/>
                  <a:pt x="332593" y="118419"/>
                </a:cubicBezTo>
                <a:cubicBezTo>
                  <a:pt x="337725" y="118419"/>
                  <a:pt x="341703" y="118484"/>
                  <a:pt x="344526" y="118613"/>
                </a:cubicBezTo>
                <a:cubicBezTo>
                  <a:pt x="347349" y="118740"/>
                  <a:pt x="350782" y="119221"/>
                  <a:pt x="354823" y="120055"/>
                </a:cubicBezTo>
                <a:cubicBezTo>
                  <a:pt x="358866" y="120887"/>
                  <a:pt x="362491" y="122136"/>
                  <a:pt x="365698" y="123802"/>
                </a:cubicBezTo>
                <a:cubicBezTo>
                  <a:pt x="374039" y="128413"/>
                  <a:pt x="378209" y="135715"/>
                  <a:pt x="378209" y="145709"/>
                </a:cubicBezTo>
                <a:cubicBezTo>
                  <a:pt x="378209" y="153006"/>
                  <a:pt x="374007" y="158959"/>
                  <a:pt x="365601" y="163568"/>
                </a:cubicBezTo>
                <a:cubicBezTo>
                  <a:pt x="357198" y="168177"/>
                  <a:pt x="347157" y="170482"/>
                  <a:pt x="335480" y="170482"/>
                </a:cubicBezTo>
                <a:cubicBezTo>
                  <a:pt x="323676" y="170482"/>
                  <a:pt x="313636" y="168145"/>
                  <a:pt x="305359" y="163471"/>
                </a:cubicBezTo>
                <a:cubicBezTo>
                  <a:pt x="297083" y="158800"/>
                  <a:pt x="292945" y="153008"/>
                  <a:pt x="292945" y="146096"/>
                </a:cubicBezTo>
                <a:moveTo>
                  <a:pt x="302954" y="146096"/>
                </a:moveTo>
                <a:cubicBezTo>
                  <a:pt x="302954" y="151369"/>
                  <a:pt x="306065" y="156031"/>
                  <a:pt x="312287" y="160082"/>
                </a:cubicBezTo>
                <a:cubicBezTo>
                  <a:pt x="318512" y="164133"/>
                  <a:pt x="326307" y="166159"/>
                  <a:pt x="335674" y="166159"/>
                </a:cubicBezTo>
                <a:cubicBezTo>
                  <a:pt x="344914" y="166159"/>
                  <a:pt x="352645" y="164165"/>
                  <a:pt x="358867" y="160179"/>
                </a:cubicBezTo>
                <a:cubicBezTo>
                  <a:pt x="365091" y="156193"/>
                  <a:pt x="368203" y="151498"/>
                  <a:pt x="368203" y="146096"/>
                </a:cubicBezTo>
                <a:cubicBezTo>
                  <a:pt x="368203" y="142237"/>
                  <a:pt x="367113" y="139086"/>
                  <a:pt x="364932" y="136643"/>
                </a:cubicBezTo>
                <a:cubicBezTo>
                  <a:pt x="362750" y="134199"/>
                  <a:pt x="359414" y="132495"/>
                  <a:pt x="354923" y="131529"/>
                </a:cubicBezTo>
                <a:cubicBezTo>
                  <a:pt x="350431" y="130566"/>
                  <a:pt x="346613" y="129989"/>
                  <a:pt x="343469" y="129797"/>
                </a:cubicBezTo>
                <a:cubicBezTo>
                  <a:pt x="340326" y="129603"/>
                  <a:pt x="335868" y="129506"/>
                  <a:pt x="330094" y="129506"/>
                </a:cubicBezTo>
                <a:lnTo>
                  <a:pt x="318737" y="129506"/>
                </a:lnTo>
                <a:cubicBezTo>
                  <a:pt x="314375" y="129762"/>
                  <a:pt x="310654" y="131498"/>
                  <a:pt x="307574" y="134713"/>
                </a:cubicBezTo>
                <a:cubicBezTo>
                  <a:pt x="304494" y="137930"/>
                  <a:pt x="302954" y="141724"/>
                  <a:pt x="302954" y="146096"/>
                </a:cubicBezTo>
                <a:moveTo>
                  <a:pt x="313539" y="74154"/>
                </a:moveTo>
                <a:cubicBezTo>
                  <a:pt x="313539" y="90004"/>
                  <a:pt x="319121" y="97928"/>
                  <a:pt x="330285" y="97928"/>
                </a:cubicBezTo>
                <a:cubicBezTo>
                  <a:pt x="335932" y="97928"/>
                  <a:pt x="340487" y="95351"/>
                  <a:pt x="343950" y="90195"/>
                </a:cubicBezTo>
                <a:cubicBezTo>
                  <a:pt x="346004" y="86716"/>
                  <a:pt x="347031" y="81304"/>
                  <a:pt x="347031" y="73960"/>
                </a:cubicBezTo>
                <a:cubicBezTo>
                  <a:pt x="347031" y="58111"/>
                  <a:pt x="341449" y="50186"/>
                  <a:pt x="330285" y="50186"/>
                </a:cubicBezTo>
                <a:cubicBezTo>
                  <a:pt x="324638" y="50186"/>
                  <a:pt x="320083" y="52764"/>
                  <a:pt x="316619" y="57919"/>
                </a:cubicBezTo>
                <a:cubicBezTo>
                  <a:pt x="314566" y="61398"/>
                  <a:pt x="313539" y="66810"/>
                  <a:pt x="313539" y="74154"/>
                </a:cubicBezTo>
                <a:close/>
                <a:moveTo>
                  <a:pt x="389182" y="88560"/>
                </a:moveTo>
                <a:cubicBezTo>
                  <a:pt x="389182" y="76514"/>
                  <a:pt x="393063" y="66199"/>
                  <a:pt x="400826" y="57613"/>
                </a:cubicBezTo>
                <a:cubicBezTo>
                  <a:pt x="408590" y="49028"/>
                  <a:pt x="418052" y="44735"/>
                  <a:pt x="429215" y="44735"/>
                </a:cubicBezTo>
                <a:cubicBezTo>
                  <a:pt x="440506" y="44735"/>
                  <a:pt x="449071" y="48361"/>
                  <a:pt x="454910" y="55613"/>
                </a:cubicBezTo>
                <a:cubicBezTo>
                  <a:pt x="460748" y="62865"/>
                  <a:pt x="463667" y="71708"/>
                  <a:pt x="463667" y="82139"/>
                </a:cubicBezTo>
                <a:cubicBezTo>
                  <a:pt x="463667" y="84197"/>
                  <a:pt x="463411" y="85433"/>
                  <a:pt x="462898" y="85846"/>
                </a:cubicBezTo>
                <a:cubicBezTo>
                  <a:pt x="462385" y="86257"/>
                  <a:pt x="461038" y="86463"/>
                  <a:pt x="458857" y="86463"/>
                </a:cubicBezTo>
                <a:lnTo>
                  <a:pt x="405155" y="86463"/>
                </a:lnTo>
                <a:cubicBezTo>
                  <a:pt x="405155" y="99420"/>
                  <a:pt x="407080" y="108949"/>
                  <a:pt x="410929" y="115047"/>
                </a:cubicBezTo>
                <a:cubicBezTo>
                  <a:pt x="416320" y="123559"/>
                  <a:pt x="423570" y="127814"/>
                  <a:pt x="432680" y="127814"/>
                </a:cubicBezTo>
                <a:cubicBezTo>
                  <a:pt x="433963" y="127814"/>
                  <a:pt x="435342" y="127688"/>
                  <a:pt x="436818" y="127435"/>
                </a:cubicBezTo>
                <a:cubicBezTo>
                  <a:pt x="438295" y="127183"/>
                  <a:pt x="440573" y="126520"/>
                  <a:pt x="443652" y="125447"/>
                </a:cubicBezTo>
                <a:cubicBezTo>
                  <a:pt x="446732" y="124372"/>
                  <a:pt x="449619" y="122381"/>
                  <a:pt x="452313" y="119473"/>
                </a:cubicBezTo>
                <a:cubicBezTo>
                  <a:pt x="455009" y="116566"/>
                  <a:pt x="457127" y="112838"/>
                  <a:pt x="458666" y="108290"/>
                </a:cubicBezTo>
                <a:cubicBezTo>
                  <a:pt x="459052" y="106520"/>
                  <a:pt x="459886" y="105635"/>
                  <a:pt x="461168" y="105635"/>
                </a:cubicBezTo>
                <a:cubicBezTo>
                  <a:pt x="462834" y="105635"/>
                  <a:pt x="463667" y="106402"/>
                  <a:pt x="463667" y="107937"/>
                </a:cubicBezTo>
                <a:cubicBezTo>
                  <a:pt x="463667" y="109089"/>
                  <a:pt x="463058" y="110912"/>
                  <a:pt x="461838" y="113409"/>
                </a:cubicBezTo>
                <a:cubicBezTo>
                  <a:pt x="460620" y="115903"/>
                  <a:pt x="458856" y="118654"/>
                  <a:pt x="456545" y="121661"/>
                </a:cubicBezTo>
                <a:cubicBezTo>
                  <a:pt x="454237" y="124669"/>
                  <a:pt x="450837" y="127292"/>
                  <a:pt x="446346" y="129532"/>
                </a:cubicBezTo>
                <a:cubicBezTo>
                  <a:pt x="441854" y="131770"/>
                  <a:pt x="436914" y="132889"/>
                  <a:pt x="431526" y="132889"/>
                </a:cubicBezTo>
                <a:cubicBezTo>
                  <a:pt x="420235" y="132889"/>
                  <a:pt x="410354" y="128636"/>
                  <a:pt x="401884" y="120128"/>
                </a:cubicBezTo>
                <a:cubicBezTo>
                  <a:pt x="393416" y="111621"/>
                  <a:pt x="389182" y="101098"/>
                  <a:pt x="389182" y="88560"/>
                </a:cubicBezTo>
                <a:moveTo>
                  <a:pt x="405349" y="82139"/>
                </a:moveTo>
                <a:lnTo>
                  <a:pt x="450965" y="82139"/>
                </a:lnTo>
                <a:cubicBezTo>
                  <a:pt x="450965" y="79479"/>
                  <a:pt x="450740" y="76659"/>
                  <a:pt x="450290" y="73681"/>
                </a:cubicBezTo>
                <a:cubicBezTo>
                  <a:pt x="449841" y="70701"/>
                  <a:pt x="448944" y="67151"/>
                  <a:pt x="447597" y="63032"/>
                </a:cubicBezTo>
                <a:cubicBezTo>
                  <a:pt x="446250" y="58912"/>
                  <a:pt x="444004" y="55554"/>
                  <a:pt x="440859" y="52955"/>
                </a:cubicBezTo>
                <a:cubicBezTo>
                  <a:pt x="437717" y="50357"/>
                  <a:pt x="433835" y="49058"/>
                  <a:pt x="429215" y="49058"/>
                </a:cubicBezTo>
                <a:cubicBezTo>
                  <a:pt x="427163" y="49058"/>
                  <a:pt x="425014" y="49502"/>
                  <a:pt x="422768" y="50389"/>
                </a:cubicBezTo>
                <a:cubicBezTo>
                  <a:pt x="420522" y="51275"/>
                  <a:pt x="418052" y="52765"/>
                  <a:pt x="415358" y="54859"/>
                </a:cubicBezTo>
                <a:cubicBezTo>
                  <a:pt x="412664" y="56950"/>
                  <a:pt x="410386" y="60372"/>
                  <a:pt x="408524" y="65126"/>
                </a:cubicBezTo>
                <a:cubicBezTo>
                  <a:pt x="406664" y="69878"/>
                  <a:pt x="405606" y="75549"/>
                  <a:pt x="405349" y="82139"/>
                </a:cubicBezTo>
                <a:close/>
                <a:moveTo>
                  <a:pt x="472907" y="53945"/>
                </a:moveTo>
                <a:lnTo>
                  <a:pt x="472907" y="49622"/>
                </a:lnTo>
                <a:cubicBezTo>
                  <a:pt x="478810" y="49366"/>
                  <a:pt x="483718" y="47148"/>
                  <a:pt x="487630" y="42970"/>
                </a:cubicBezTo>
                <a:cubicBezTo>
                  <a:pt x="491544" y="38792"/>
                  <a:pt x="494174" y="34132"/>
                  <a:pt x="495521" y="28990"/>
                </a:cubicBezTo>
                <a:cubicBezTo>
                  <a:pt x="496868" y="23847"/>
                  <a:pt x="497606" y="18318"/>
                  <a:pt x="497736" y="12405"/>
                </a:cubicBezTo>
                <a:lnTo>
                  <a:pt x="502549" y="12405"/>
                </a:lnTo>
                <a:lnTo>
                  <a:pt x="502549" y="47930"/>
                </a:lnTo>
                <a:lnTo>
                  <a:pt x="530071" y="47930"/>
                </a:lnTo>
                <a:lnTo>
                  <a:pt x="530071" y="53945"/>
                </a:lnTo>
                <a:lnTo>
                  <a:pt x="502549" y="53945"/>
                </a:lnTo>
                <a:lnTo>
                  <a:pt x="502549" y="107147"/>
                </a:lnTo>
                <a:cubicBezTo>
                  <a:pt x="502549" y="120925"/>
                  <a:pt x="506848" y="127814"/>
                  <a:pt x="515445" y="127814"/>
                </a:cubicBezTo>
                <a:cubicBezTo>
                  <a:pt x="519167" y="127814"/>
                  <a:pt x="522247" y="125944"/>
                  <a:pt x="524685" y="122205"/>
                </a:cubicBezTo>
                <a:cubicBezTo>
                  <a:pt x="527122" y="118463"/>
                  <a:pt x="528341" y="113232"/>
                  <a:pt x="528341" y="106510"/>
                </a:cubicBezTo>
                <a:lnTo>
                  <a:pt x="528341" y="96049"/>
                </a:lnTo>
                <a:lnTo>
                  <a:pt x="533152" y="96049"/>
                </a:lnTo>
                <a:lnTo>
                  <a:pt x="533152" y="106986"/>
                </a:lnTo>
                <a:cubicBezTo>
                  <a:pt x="533152" y="113893"/>
                  <a:pt x="531547" y="119937"/>
                  <a:pt x="528338" y="125118"/>
                </a:cubicBezTo>
                <a:cubicBezTo>
                  <a:pt x="525131" y="130299"/>
                  <a:pt x="520384" y="132889"/>
                  <a:pt x="514097" y="132889"/>
                </a:cubicBezTo>
                <a:cubicBezTo>
                  <a:pt x="511787" y="132889"/>
                  <a:pt x="509476" y="132600"/>
                  <a:pt x="507166" y="132023"/>
                </a:cubicBezTo>
                <a:cubicBezTo>
                  <a:pt x="504858" y="131447"/>
                  <a:pt x="502228" y="130392"/>
                  <a:pt x="499277" y="128857"/>
                </a:cubicBezTo>
                <a:cubicBezTo>
                  <a:pt x="496327" y="127320"/>
                  <a:pt x="493921" y="124663"/>
                  <a:pt x="492059" y="120886"/>
                </a:cubicBezTo>
                <a:cubicBezTo>
                  <a:pt x="490198" y="117107"/>
                  <a:pt x="489268" y="112465"/>
                  <a:pt x="489268" y="106959"/>
                </a:cubicBezTo>
                <a:lnTo>
                  <a:pt x="489268" y="53945"/>
                </a:lnTo>
                <a:lnTo>
                  <a:pt x="472907" y="53945"/>
                </a:lnTo>
                <a:close/>
                <a:moveTo>
                  <a:pt x="563467" y="65423"/>
                </a:moveTo>
                <a:cubicBezTo>
                  <a:pt x="561479" y="63425"/>
                  <a:pt x="560486" y="61009"/>
                  <a:pt x="560486" y="58174"/>
                </a:cubicBezTo>
                <a:cubicBezTo>
                  <a:pt x="560486" y="55339"/>
                  <a:pt x="561479" y="52923"/>
                  <a:pt x="563467" y="50926"/>
                </a:cubicBezTo>
                <a:cubicBezTo>
                  <a:pt x="565456" y="48929"/>
                  <a:pt x="567862" y="47930"/>
                  <a:pt x="570686" y="47930"/>
                </a:cubicBezTo>
                <a:cubicBezTo>
                  <a:pt x="573509" y="47930"/>
                  <a:pt x="575914" y="48929"/>
                  <a:pt x="577902" y="50926"/>
                </a:cubicBezTo>
                <a:cubicBezTo>
                  <a:pt x="579891" y="52923"/>
                  <a:pt x="580886" y="55339"/>
                  <a:pt x="580886" y="58174"/>
                </a:cubicBezTo>
                <a:cubicBezTo>
                  <a:pt x="580886" y="61009"/>
                  <a:pt x="579891" y="63425"/>
                  <a:pt x="577902" y="65423"/>
                </a:cubicBezTo>
                <a:cubicBezTo>
                  <a:pt x="575914" y="67420"/>
                  <a:pt x="573509" y="68418"/>
                  <a:pt x="570686" y="68418"/>
                </a:cubicBezTo>
                <a:cubicBezTo>
                  <a:pt x="567862" y="68418"/>
                  <a:pt x="565456" y="67420"/>
                  <a:pt x="563467" y="65423"/>
                </a:cubicBezTo>
                <a:moveTo>
                  <a:pt x="563467" y="127826"/>
                </a:moveTo>
                <a:cubicBezTo>
                  <a:pt x="561479" y="125829"/>
                  <a:pt x="560486" y="123413"/>
                  <a:pt x="560486" y="120578"/>
                </a:cubicBezTo>
                <a:cubicBezTo>
                  <a:pt x="560486" y="117743"/>
                  <a:pt x="561479" y="115326"/>
                  <a:pt x="563467" y="113329"/>
                </a:cubicBezTo>
                <a:cubicBezTo>
                  <a:pt x="565456" y="111332"/>
                  <a:pt x="567862" y="110334"/>
                  <a:pt x="570686" y="110334"/>
                </a:cubicBezTo>
                <a:cubicBezTo>
                  <a:pt x="573509" y="110334"/>
                  <a:pt x="575914" y="111332"/>
                  <a:pt x="577902" y="113329"/>
                </a:cubicBezTo>
                <a:cubicBezTo>
                  <a:pt x="579891" y="115326"/>
                  <a:pt x="580886" y="117743"/>
                  <a:pt x="580886" y="120578"/>
                </a:cubicBezTo>
                <a:cubicBezTo>
                  <a:pt x="580886" y="123413"/>
                  <a:pt x="579891" y="125829"/>
                  <a:pt x="577902" y="127826"/>
                </a:cubicBezTo>
                <a:cubicBezTo>
                  <a:pt x="575914" y="129823"/>
                  <a:pt x="573509" y="130822"/>
                  <a:pt x="570686" y="130822"/>
                </a:cubicBezTo>
                <a:cubicBezTo>
                  <a:pt x="567862" y="130822"/>
                  <a:pt x="565456" y="129823"/>
                  <a:pt x="563467" y="127826"/>
                </a:cubicBezTo>
                <a:close/>
                <a:moveTo>
                  <a:pt x="667691" y="130822"/>
                </a:moveTo>
                <a:lnTo>
                  <a:pt x="667691" y="124807"/>
                </a:lnTo>
                <a:lnTo>
                  <a:pt x="672311" y="124807"/>
                </a:lnTo>
                <a:cubicBezTo>
                  <a:pt x="679240" y="124807"/>
                  <a:pt x="683507" y="124230"/>
                  <a:pt x="685110" y="123077"/>
                </a:cubicBezTo>
                <a:cubicBezTo>
                  <a:pt x="686714" y="121924"/>
                  <a:pt x="687515" y="119489"/>
                  <a:pt x="687515" y="115773"/>
                </a:cubicBezTo>
                <a:lnTo>
                  <a:pt x="687515" y="15049"/>
                </a:lnTo>
                <a:cubicBezTo>
                  <a:pt x="687515" y="11333"/>
                  <a:pt x="686714" y="8898"/>
                  <a:pt x="685110" y="7745"/>
                </a:cubicBezTo>
                <a:cubicBezTo>
                  <a:pt x="683507" y="6591"/>
                  <a:pt x="679240" y="6015"/>
                  <a:pt x="672311" y="6015"/>
                </a:cubicBezTo>
                <a:lnTo>
                  <a:pt x="667691" y="6015"/>
                </a:lnTo>
                <a:lnTo>
                  <a:pt x="667691" y="0"/>
                </a:lnTo>
                <a:lnTo>
                  <a:pt x="776051" y="0"/>
                </a:lnTo>
                <a:lnTo>
                  <a:pt x="781441" y="43261"/>
                </a:lnTo>
                <a:lnTo>
                  <a:pt x="776630" y="43261"/>
                </a:lnTo>
                <a:cubicBezTo>
                  <a:pt x="775731" y="35965"/>
                  <a:pt x="774704" y="30206"/>
                  <a:pt x="773549" y="25983"/>
                </a:cubicBezTo>
                <a:cubicBezTo>
                  <a:pt x="772396" y="21758"/>
                  <a:pt x="770440" y="18013"/>
                  <a:pt x="767681" y="14749"/>
                </a:cubicBezTo>
                <a:cubicBezTo>
                  <a:pt x="764923" y="11485"/>
                  <a:pt x="761265" y="9214"/>
                  <a:pt x="756709" y="7936"/>
                </a:cubicBezTo>
                <a:cubicBezTo>
                  <a:pt x="752155" y="6655"/>
                  <a:pt x="746220" y="6015"/>
                  <a:pt x="738905" y="6015"/>
                </a:cubicBezTo>
                <a:lnTo>
                  <a:pt x="714077" y="6015"/>
                </a:lnTo>
                <a:cubicBezTo>
                  <a:pt x="709715" y="6015"/>
                  <a:pt x="707052" y="6463"/>
                  <a:pt x="706088" y="7360"/>
                </a:cubicBezTo>
                <a:cubicBezTo>
                  <a:pt x="705127" y="8255"/>
                  <a:pt x="704646" y="10366"/>
                  <a:pt x="704646" y="13695"/>
                </a:cubicBezTo>
                <a:lnTo>
                  <a:pt x="704646" y="59772"/>
                </a:lnTo>
                <a:lnTo>
                  <a:pt x="721968" y="59772"/>
                </a:lnTo>
                <a:cubicBezTo>
                  <a:pt x="730822" y="59772"/>
                  <a:pt x="736500" y="58243"/>
                  <a:pt x="739002" y="55184"/>
                </a:cubicBezTo>
                <a:cubicBezTo>
                  <a:pt x="741505" y="52124"/>
                  <a:pt x="742756" y="46198"/>
                  <a:pt x="742756" y="37404"/>
                </a:cubicBezTo>
                <a:lnTo>
                  <a:pt x="747566" y="37404"/>
                </a:lnTo>
                <a:lnTo>
                  <a:pt x="747566" y="88154"/>
                </a:lnTo>
                <a:lnTo>
                  <a:pt x="742756" y="88154"/>
                </a:lnTo>
                <a:cubicBezTo>
                  <a:pt x="742756" y="79488"/>
                  <a:pt x="741505" y="73594"/>
                  <a:pt x="739002" y="70471"/>
                </a:cubicBezTo>
                <a:cubicBezTo>
                  <a:pt x="736500" y="67348"/>
                  <a:pt x="730822" y="65787"/>
                  <a:pt x="721968" y="65787"/>
                </a:cubicBezTo>
                <a:lnTo>
                  <a:pt x="704646" y="65787"/>
                </a:lnTo>
                <a:lnTo>
                  <a:pt x="704646" y="117118"/>
                </a:lnTo>
                <a:cubicBezTo>
                  <a:pt x="704646" y="120450"/>
                  <a:pt x="705127" y="122565"/>
                  <a:pt x="706088" y="123462"/>
                </a:cubicBezTo>
                <a:cubicBezTo>
                  <a:pt x="707052" y="124358"/>
                  <a:pt x="709715" y="124807"/>
                  <a:pt x="714077" y="124807"/>
                </a:cubicBezTo>
                <a:lnTo>
                  <a:pt x="739675" y="124807"/>
                </a:lnTo>
                <a:cubicBezTo>
                  <a:pt x="745192" y="124807"/>
                  <a:pt x="749972" y="124510"/>
                  <a:pt x="754013" y="123917"/>
                </a:cubicBezTo>
                <a:cubicBezTo>
                  <a:pt x="758056" y="123324"/>
                  <a:pt x="761489" y="122272"/>
                  <a:pt x="764313" y="120763"/>
                </a:cubicBezTo>
                <a:cubicBezTo>
                  <a:pt x="767136" y="119253"/>
                  <a:pt x="769510" y="117636"/>
                  <a:pt x="771435" y="115911"/>
                </a:cubicBezTo>
                <a:cubicBezTo>
                  <a:pt x="773359" y="114184"/>
                  <a:pt x="774995" y="111757"/>
                  <a:pt x="776342" y="108630"/>
                </a:cubicBezTo>
                <a:cubicBezTo>
                  <a:pt x="777689" y="105502"/>
                  <a:pt x="778748" y="102208"/>
                  <a:pt x="779517" y="98751"/>
                </a:cubicBezTo>
                <a:cubicBezTo>
                  <a:pt x="780286" y="95291"/>
                  <a:pt x="781121" y="90733"/>
                  <a:pt x="782019" y="85076"/>
                </a:cubicBezTo>
                <a:lnTo>
                  <a:pt x="786830" y="81164"/>
                </a:lnTo>
                <a:lnTo>
                  <a:pt x="778748" y="130822"/>
                </a:lnTo>
                <a:lnTo>
                  <a:pt x="667691" y="13082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7EDFA-789F-43B8-87EC-3E15BE4B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603" y="3785217"/>
            <a:ext cx="1669533" cy="491494"/>
          </a:xfrm>
          <a:custGeom xmlns:a="http://schemas.openxmlformats.org/drawingml/2006/main">
            <a:pathLst>
              <a:path w="1669533" h="491494" fill="none">
                <a:moveTo>
                  <a:pt x="0" y="0"/>
                </a:moveTo>
                <a:lnTo>
                  <a:pt x="0" y="491494"/>
                </a:lnTo>
                <a:lnTo>
                  <a:pt x="1322179" y="491494"/>
                </a:lnTo>
                <a:lnTo>
                  <a:pt x="1322179" y="267014"/>
                </a:lnTo>
                <a:lnTo>
                  <a:pt x="1669533" y="206006"/>
                </a:lnTo>
                <a:lnTo>
                  <a:pt x="1322179" y="172925"/>
                </a:lnTo>
                <a:lnTo>
                  <a:pt x="1322179" y="0"/>
                </a:lnTo>
                <a:lnTo>
                  <a:pt x="0" y="0"/>
                </a:lnTo>
                <a:close/>
                <a:moveTo>
                  <a:pt x="0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72" name="Text ImageE">
            <a:extLst xmlns:a="http://schemas.openxmlformats.org/drawingml/2006/main">
              <a:ext uri="{FF2B5EF4-FFF2-40B4-BE49-F238E27FC236}">
                <a16:creationId xmlns:a16="http://schemas.microsoft.com/office/drawing/2014/main" id="{0EC13A0B-E166-4481-8F76-44FA83F6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5737" y="3945291"/>
            <a:ext cx="691940" cy="171046"/>
          </a:xfrm>
          <a:custGeom xmlns:a="http://schemas.openxmlformats.org/drawingml/2006/main">
            <a:pathLst>
              <a:path w="691940" h="171046">
                <a:moveTo>
                  <a:pt x="0" y="131386"/>
                </a:moveTo>
                <a:lnTo>
                  <a:pt x="0" y="125371"/>
                </a:lnTo>
                <a:lnTo>
                  <a:pt x="5004" y="125371"/>
                </a:lnTo>
                <a:cubicBezTo>
                  <a:pt x="12190" y="125371"/>
                  <a:pt x="16617" y="124794"/>
                  <a:pt x="18285" y="123641"/>
                </a:cubicBezTo>
                <a:cubicBezTo>
                  <a:pt x="19953" y="122488"/>
                  <a:pt x="20787" y="120053"/>
                  <a:pt x="20787" y="116337"/>
                </a:cubicBezTo>
                <a:lnTo>
                  <a:pt x="20787" y="15049"/>
                </a:lnTo>
                <a:cubicBezTo>
                  <a:pt x="20787" y="11333"/>
                  <a:pt x="19953" y="8898"/>
                  <a:pt x="18285" y="7745"/>
                </a:cubicBezTo>
                <a:cubicBezTo>
                  <a:pt x="16617" y="6591"/>
                  <a:pt x="12190" y="6015"/>
                  <a:pt x="5004" y="6015"/>
                </a:cubicBezTo>
                <a:lnTo>
                  <a:pt x="0" y="6015"/>
                </a:lnTo>
                <a:lnTo>
                  <a:pt x="0" y="0"/>
                </a:lnTo>
                <a:cubicBezTo>
                  <a:pt x="4492" y="388"/>
                  <a:pt x="14308" y="582"/>
                  <a:pt x="29448" y="582"/>
                </a:cubicBezTo>
                <a:cubicBezTo>
                  <a:pt x="44460" y="582"/>
                  <a:pt x="54211" y="388"/>
                  <a:pt x="58703" y="0"/>
                </a:cubicBezTo>
                <a:lnTo>
                  <a:pt x="58703" y="6015"/>
                </a:lnTo>
                <a:lnTo>
                  <a:pt x="53698" y="6015"/>
                </a:lnTo>
                <a:cubicBezTo>
                  <a:pt x="46515" y="6015"/>
                  <a:pt x="42089" y="6591"/>
                  <a:pt x="40421" y="7745"/>
                </a:cubicBezTo>
                <a:cubicBezTo>
                  <a:pt x="38752" y="8898"/>
                  <a:pt x="37918" y="11333"/>
                  <a:pt x="37918" y="15049"/>
                </a:cubicBezTo>
                <a:lnTo>
                  <a:pt x="37918" y="116337"/>
                </a:lnTo>
                <a:cubicBezTo>
                  <a:pt x="37918" y="120053"/>
                  <a:pt x="38752" y="122488"/>
                  <a:pt x="40421" y="123641"/>
                </a:cubicBezTo>
                <a:cubicBezTo>
                  <a:pt x="42089" y="124794"/>
                  <a:pt x="46515" y="125371"/>
                  <a:pt x="53698" y="125371"/>
                </a:cubicBezTo>
                <a:lnTo>
                  <a:pt x="58703" y="125371"/>
                </a:lnTo>
                <a:lnTo>
                  <a:pt x="58703" y="131386"/>
                </a:lnTo>
                <a:cubicBezTo>
                  <a:pt x="54211" y="130998"/>
                  <a:pt x="44395" y="130804"/>
                  <a:pt x="29255" y="130804"/>
                </a:cubicBezTo>
                <a:cubicBezTo>
                  <a:pt x="14243" y="130804"/>
                  <a:pt x="4492" y="130998"/>
                  <a:pt x="0" y="131386"/>
                </a:cubicBezTo>
                <a:close/>
                <a:moveTo>
                  <a:pt x="70252" y="131386"/>
                </a:moveTo>
                <a:lnTo>
                  <a:pt x="70252" y="125371"/>
                </a:lnTo>
                <a:cubicBezTo>
                  <a:pt x="77054" y="125371"/>
                  <a:pt x="81257" y="124955"/>
                  <a:pt x="82860" y="124123"/>
                </a:cubicBezTo>
                <a:cubicBezTo>
                  <a:pt x="84464" y="123290"/>
                  <a:pt x="85266" y="120826"/>
                  <a:pt x="85266" y="116730"/>
                </a:cubicBezTo>
                <a:lnTo>
                  <a:pt x="85266" y="65264"/>
                </a:lnTo>
                <a:cubicBezTo>
                  <a:pt x="85266" y="60526"/>
                  <a:pt x="84432" y="57549"/>
                  <a:pt x="82763" y="56333"/>
                </a:cubicBezTo>
                <a:cubicBezTo>
                  <a:pt x="81095" y="55117"/>
                  <a:pt x="76925" y="54509"/>
                  <a:pt x="70252" y="54509"/>
                </a:cubicBezTo>
                <a:lnTo>
                  <a:pt x="70252" y="48544"/>
                </a:lnTo>
                <a:lnTo>
                  <a:pt x="97392" y="46427"/>
                </a:lnTo>
                <a:lnTo>
                  <a:pt x="97392" y="66606"/>
                </a:lnTo>
                <a:cubicBezTo>
                  <a:pt x="103423" y="53153"/>
                  <a:pt x="112918" y="46427"/>
                  <a:pt x="125877" y="46427"/>
                </a:cubicBezTo>
                <a:cubicBezTo>
                  <a:pt x="140889" y="46427"/>
                  <a:pt x="149421" y="52706"/>
                  <a:pt x="151475" y="65264"/>
                </a:cubicBezTo>
                <a:cubicBezTo>
                  <a:pt x="153656" y="60395"/>
                  <a:pt x="157056" y="56038"/>
                  <a:pt x="161675" y="52195"/>
                </a:cubicBezTo>
                <a:cubicBezTo>
                  <a:pt x="166296" y="48349"/>
                  <a:pt x="172199" y="46427"/>
                  <a:pt x="179385" y="46427"/>
                </a:cubicBezTo>
                <a:cubicBezTo>
                  <a:pt x="189008" y="46427"/>
                  <a:pt x="195744" y="48796"/>
                  <a:pt x="199594" y="53534"/>
                </a:cubicBezTo>
                <a:cubicBezTo>
                  <a:pt x="202417" y="56737"/>
                  <a:pt x="204117" y="60132"/>
                  <a:pt x="204695" y="63719"/>
                </a:cubicBezTo>
                <a:cubicBezTo>
                  <a:pt x="205273" y="67304"/>
                  <a:pt x="205561" y="73708"/>
                  <a:pt x="205561" y="82929"/>
                </a:cubicBezTo>
                <a:lnTo>
                  <a:pt x="205561" y="119609"/>
                </a:lnTo>
                <a:cubicBezTo>
                  <a:pt x="205691" y="122297"/>
                  <a:pt x="206781" y="123930"/>
                  <a:pt x="208833" y="124507"/>
                </a:cubicBezTo>
                <a:cubicBezTo>
                  <a:pt x="210887" y="125083"/>
                  <a:pt x="214801" y="125371"/>
                  <a:pt x="220575" y="125371"/>
                </a:cubicBezTo>
                <a:lnTo>
                  <a:pt x="220575" y="131386"/>
                </a:lnTo>
                <a:cubicBezTo>
                  <a:pt x="207486" y="130998"/>
                  <a:pt x="200300" y="130804"/>
                  <a:pt x="199018" y="130804"/>
                </a:cubicBezTo>
                <a:cubicBezTo>
                  <a:pt x="197992" y="130804"/>
                  <a:pt x="190742" y="130998"/>
                  <a:pt x="177267" y="131386"/>
                </a:cubicBezTo>
                <a:lnTo>
                  <a:pt x="177267" y="125371"/>
                </a:lnTo>
                <a:cubicBezTo>
                  <a:pt x="184069" y="125371"/>
                  <a:pt x="188272" y="124956"/>
                  <a:pt x="189875" y="124125"/>
                </a:cubicBezTo>
                <a:cubicBezTo>
                  <a:pt x="191479" y="123293"/>
                  <a:pt x="192281" y="120831"/>
                  <a:pt x="192281" y="116739"/>
                </a:cubicBezTo>
                <a:lnTo>
                  <a:pt x="192281" y="72042"/>
                </a:lnTo>
                <a:cubicBezTo>
                  <a:pt x="192281" y="65520"/>
                  <a:pt x="191286" y="60342"/>
                  <a:pt x="189297" y="56506"/>
                </a:cubicBezTo>
                <a:cubicBezTo>
                  <a:pt x="187308" y="52669"/>
                  <a:pt x="183554" y="50750"/>
                  <a:pt x="178037" y="50750"/>
                </a:cubicBezTo>
                <a:cubicBezTo>
                  <a:pt x="171364" y="50750"/>
                  <a:pt x="165365" y="53532"/>
                  <a:pt x="160039" y="59096"/>
                </a:cubicBezTo>
                <a:cubicBezTo>
                  <a:pt x="154716" y="64659"/>
                  <a:pt x="152054" y="72108"/>
                  <a:pt x="152054" y="81443"/>
                </a:cubicBezTo>
                <a:lnTo>
                  <a:pt x="152054" y="116739"/>
                </a:lnTo>
                <a:cubicBezTo>
                  <a:pt x="152054" y="120831"/>
                  <a:pt x="152856" y="123293"/>
                  <a:pt x="154459" y="124125"/>
                </a:cubicBezTo>
                <a:cubicBezTo>
                  <a:pt x="156063" y="124956"/>
                  <a:pt x="160265" y="125371"/>
                  <a:pt x="167067" y="125371"/>
                </a:cubicBezTo>
                <a:lnTo>
                  <a:pt x="167067" y="131386"/>
                </a:lnTo>
                <a:cubicBezTo>
                  <a:pt x="153979" y="130998"/>
                  <a:pt x="146793" y="130804"/>
                  <a:pt x="145510" y="130804"/>
                </a:cubicBezTo>
                <a:cubicBezTo>
                  <a:pt x="144484" y="130804"/>
                  <a:pt x="137234" y="130998"/>
                  <a:pt x="123760" y="131386"/>
                </a:cubicBezTo>
                <a:lnTo>
                  <a:pt x="123760" y="125371"/>
                </a:lnTo>
                <a:cubicBezTo>
                  <a:pt x="130562" y="125371"/>
                  <a:pt x="134764" y="124956"/>
                  <a:pt x="136368" y="124125"/>
                </a:cubicBezTo>
                <a:cubicBezTo>
                  <a:pt x="137971" y="123293"/>
                  <a:pt x="138773" y="120831"/>
                  <a:pt x="138773" y="116739"/>
                </a:cubicBezTo>
                <a:lnTo>
                  <a:pt x="138773" y="72042"/>
                </a:lnTo>
                <a:cubicBezTo>
                  <a:pt x="138773" y="65520"/>
                  <a:pt x="137779" y="60342"/>
                  <a:pt x="135789" y="56506"/>
                </a:cubicBezTo>
                <a:cubicBezTo>
                  <a:pt x="133800" y="52669"/>
                  <a:pt x="130047" y="50750"/>
                  <a:pt x="124529" y="50750"/>
                </a:cubicBezTo>
                <a:cubicBezTo>
                  <a:pt x="117856" y="50750"/>
                  <a:pt x="111857" y="53532"/>
                  <a:pt x="106532" y="59096"/>
                </a:cubicBezTo>
                <a:cubicBezTo>
                  <a:pt x="101208" y="64659"/>
                  <a:pt x="98546" y="72108"/>
                  <a:pt x="98546" y="81443"/>
                </a:cubicBezTo>
                <a:lnTo>
                  <a:pt x="98546" y="116739"/>
                </a:lnTo>
                <a:cubicBezTo>
                  <a:pt x="98546" y="120831"/>
                  <a:pt x="99348" y="123293"/>
                  <a:pt x="100952" y="124125"/>
                </a:cubicBezTo>
                <a:cubicBezTo>
                  <a:pt x="102555" y="124956"/>
                  <a:pt x="106758" y="125371"/>
                  <a:pt x="113560" y="125371"/>
                </a:cubicBezTo>
                <a:lnTo>
                  <a:pt x="113560" y="131386"/>
                </a:lnTo>
                <a:cubicBezTo>
                  <a:pt x="100471" y="130998"/>
                  <a:pt x="93285" y="130804"/>
                  <a:pt x="92003" y="130804"/>
                </a:cubicBezTo>
                <a:cubicBezTo>
                  <a:pt x="90977" y="130804"/>
                  <a:pt x="83727" y="130998"/>
                  <a:pt x="70252" y="131386"/>
                </a:cubicBezTo>
                <a:close/>
                <a:moveTo>
                  <a:pt x="232509" y="113097"/>
                </a:moveTo>
                <a:cubicBezTo>
                  <a:pt x="232509" y="102176"/>
                  <a:pt x="238925" y="93824"/>
                  <a:pt x="251757" y="88043"/>
                </a:cubicBezTo>
                <a:cubicBezTo>
                  <a:pt x="259456" y="84317"/>
                  <a:pt x="271260" y="81973"/>
                  <a:pt x="287171" y="81012"/>
                </a:cubicBezTo>
                <a:lnTo>
                  <a:pt x="287171" y="73972"/>
                </a:lnTo>
                <a:cubicBezTo>
                  <a:pt x="287171" y="66109"/>
                  <a:pt x="285085" y="60085"/>
                  <a:pt x="280915" y="55901"/>
                </a:cubicBezTo>
                <a:cubicBezTo>
                  <a:pt x="276745" y="51715"/>
                  <a:pt x="272029" y="49622"/>
                  <a:pt x="266768" y="49622"/>
                </a:cubicBezTo>
                <a:cubicBezTo>
                  <a:pt x="257401" y="49622"/>
                  <a:pt x="250472" y="52504"/>
                  <a:pt x="245980" y="58268"/>
                </a:cubicBezTo>
                <a:cubicBezTo>
                  <a:pt x="249830" y="58396"/>
                  <a:pt x="252428" y="59420"/>
                  <a:pt x="253775" y="61340"/>
                </a:cubicBezTo>
                <a:cubicBezTo>
                  <a:pt x="255122" y="63261"/>
                  <a:pt x="255796" y="65182"/>
                  <a:pt x="255796" y="67102"/>
                </a:cubicBezTo>
                <a:cubicBezTo>
                  <a:pt x="255796" y="69663"/>
                  <a:pt x="254994" y="71776"/>
                  <a:pt x="253390" y="73440"/>
                </a:cubicBezTo>
                <a:cubicBezTo>
                  <a:pt x="251787" y="75105"/>
                  <a:pt x="249638" y="75937"/>
                  <a:pt x="246944" y="75937"/>
                </a:cubicBezTo>
                <a:cubicBezTo>
                  <a:pt x="244377" y="75937"/>
                  <a:pt x="242259" y="75137"/>
                  <a:pt x="240591" y="73537"/>
                </a:cubicBezTo>
                <a:cubicBezTo>
                  <a:pt x="238923" y="71936"/>
                  <a:pt x="238089" y="69727"/>
                  <a:pt x="238089" y="66912"/>
                </a:cubicBezTo>
                <a:cubicBezTo>
                  <a:pt x="238089" y="60664"/>
                  <a:pt x="240911" y="55500"/>
                  <a:pt x="246556" y="51419"/>
                </a:cubicBezTo>
                <a:cubicBezTo>
                  <a:pt x="252203" y="47339"/>
                  <a:pt x="259068" y="45299"/>
                  <a:pt x="267153" y="45299"/>
                </a:cubicBezTo>
                <a:cubicBezTo>
                  <a:pt x="277675" y="45299"/>
                  <a:pt x="286465" y="48805"/>
                  <a:pt x="293523" y="55816"/>
                </a:cubicBezTo>
                <a:cubicBezTo>
                  <a:pt x="295704" y="57983"/>
                  <a:pt x="297340" y="60470"/>
                  <a:pt x="298431" y="63276"/>
                </a:cubicBezTo>
                <a:cubicBezTo>
                  <a:pt x="299521" y="66079"/>
                  <a:pt x="300130" y="68405"/>
                  <a:pt x="300257" y="70254"/>
                </a:cubicBezTo>
                <a:cubicBezTo>
                  <a:pt x="300387" y="72102"/>
                  <a:pt x="300451" y="74811"/>
                  <a:pt x="300451" y="78380"/>
                </a:cubicBezTo>
                <a:lnTo>
                  <a:pt x="300451" y="116924"/>
                </a:lnTo>
                <a:cubicBezTo>
                  <a:pt x="300451" y="117690"/>
                  <a:pt x="300579" y="118679"/>
                  <a:pt x="300836" y="119893"/>
                </a:cubicBezTo>
                <a:cubicBezTo>
                  <a:pt x="301092" y="121105"/>
                  <a:pt x="301798" y="122509"/>
                  <a:pt x="302953" y="124105"/>
                </a:cubicBezTo>
                <a:cubicBezTo>
                  <a:pt x="304109" y="125701"/>
                  <a:pt x="305649" y="126498"/>
                  <a:pt x="307573" y="126498"/>
                </a:cubicBezTo>
                <a:cubicBezTo>
                  <a:pt x="312192" y="126498"/>
                  <a:pt x="314501" y="122414"/>
                  <a:pt x="314501" y="114246"/>
                </a:cubicBezTo>
                <a:lnTo>
                  <a:pt x="314501" y="103523"/>
                </a:lnTo>
                <a:lnTo>
                  <a:pt x="319312" y="103523"/>
                </a:lnTo>
                <a:lnTo>
                  <a:pt x="319312" y="114275"/>
                </a:lnTo>
                <a:cubicBezTo>
                  <a:pt x="319312" y="121057"/>
                  <a:pt x="317516" y="125793"/>
                  <a:pt x="313923" y="128481"/>
                </a:cubicBezTo>
                <a:cubicBezTo>
                  <a:pt x="310330" y="131169"/>
                  <a:pt x="306865" y="132513"/>
                  <a:pt x="303529" y="132513"/>
                </a:cubicBezTo>
                <a:cubicBezTo>
                  <a:pt x="299294" y="132513"/>
                  <a:pt x="295830" y="130942"/>
                  <a:pt x="293135" y="127800"/>
                </a:cubicBezTo>
                <a:cubicBezTo>
                  <a:pt x="290441" y="124655"/>
                  <a:pt x="288901" y="120966"/>
                  <a:pt x="288516" y="116733"/>
                </a:cubicBezTo>
                <a:cubicBezTo>
                  <a:pt x="286591" y="121603"/>
                  <a:pt x="283415" y="125607"/>
                  <a:pt x="278988" y="128745"/>
                </a:cubicBezTo>
                <a:cubicBezTo>
                  <a:pt x="274561" y="131884"/>
                  <a:pt x="269333" y="133453"/>
                  <a:pt x="263302" y="133453"/>
                </a:cubicBezTo>
                <a:cubicBezTo>
                  <a:pt x="258684" y="133453"/>
                  <a:pt x="254193" y="132876"/>
                  <a:pt x="249831" y="131723"/>
                </a:cubicBezTo>
                <a:cubicBezTo>
                  <a:pt x="245468" y="130572"/>
                  <a:pt x="241491" y="128397"/>
                  <a:pt x="237898" y="125197"/>
                </a:cubicBezTo>
                <a:cubicBezTo>
                  <a:pt x="234305" y="121996"/>
                  <a:pt x="232509" y="117963"/>
                  <a:pt x="232509" y="113097"/>
                </a:cubicBezTo>
                <a:moveTo>
                  <a:pt x="247328" y="112904"/>
                </a:moveTo>
                <a:cubicBezTo>
                  <a:pt x="247328" y="117612"/>
                  <a:pt x="249028" y="121494"/>
                  <a:pt x="252427" y="124548"/>
                </a:cubicBezTo>
                <a:cubicBezTo>
                  <a:pt x="255828" y="127603"/>
                  <a:pt x="259902" y="129130"/>
                  <a:pt x="264650" y="129130"/>
                </a:cubicBezTo>
                <a:cubicBezTo>
                  <a:pt x="270041" y="129130"/>
                  <a:pt x="275141" y="127058"/>
                  <a:pt x="279952" y="122915"/>
                </a:cubicBezTo>
                <a:cubicBezTo>
                  <a:pt x="284764" y="118771"/>
                  <a:pt x="287171" y="112619"/>
                  <a:pt x="287171" y="104460"/>
                </a:cubicBezTo>
                <a:lnTo>
                  <a:pt x="287171" y="85335"/>
                </a:lnTo>
                <a:cubicBezTo>
                  <a:pt x="272927" y="85846"/>
                  <a:pt x="262725" y="88909"/>
                  <a:pt x="256565" y="94524"/>
                </a:cubicBezTo>
                <a:cubicBezTo>
                  <a:pt x="250407" y="100140"/>
                  <a:pt x="247328" y="106266"/>
                  <a:pt x="247328" y="112904"/>
                </a:cubicBezTo>
                <a:close/>
                <a:moveTo>
                  <a:pt x="326049" y="146660"/>
                </a:moveTo>
                <a:cubicBezTo>
                  <a:pt x="326049" y="142551"/>
                  <a:pt x="327621" y="138697"/>
                  <a:pt x="330763" y="135101"/>
                </a:cubicBezTo>
                <a:cubicBezTo>
                  <a:pt x="333908" y="131504"/>
                  <a:pt x="338238" y="128935"/>
                  <a:pt x="343756" y="127394"/>
                </a:cubicBezTo>
                <a:cubicBezTo>
                  <a:pt x="338111" y="123813"/>
                  <a:pt x="335289" y="118122"/>
                  <a:pt x="335289" y="110322"/>
                </a:cubicBezTo>
                <a:cubicBezTo>
                  <a:pt x="335289" y="104325"/>
                  <a:pt x="337277" y="99029"/>
                  <a:pt x="341254" y="94433"/>
                </a:cubicBezTo>
                <a:cubicBezTo>
                  <a:pt x="335223" y="89407"/>
                  <a:pt x="332208" y="82771"/>
                  <a:pt x="332208" y="74524"/>
                </a:cubicBezTo>
                <a:cubicBezTo>
                  <a:pt x="332208" y="66955"/>
                  <a:pt x="335223" y="60380"/>
                  <a:pt x="341254" y="54800"/>
                </a:cubicBezTo>
                <a:cubicBezTo>
                  <a:pt x="347284" y="49218"/>
                  <a:pt x="354663" y="46427"/>
                  <a:pt x="363389" y="46427"/>
                </a:cubicBezTo>
                <a:cubicBezTo>
                  <a:pt x="371088" y="46427"/>
                  <a:pt x="377889" y="48706"/>
                  <a:pt x="383792" y="53264"/>
                </a:cubicBezTo>
                <a:cubicBezTo>
                  <a:pt x="389952" y="47202"/>
                  <a:pt x="396752" y="44171"/>
                  <a:pt x="404195" y="44171"/>
                </a:cubicBezTo>
                <a:cubicBezTo>
                  <a:pt x="407531" y="44171"/>
                  <a:pt x="410001" y="45186"/>
                  <a:pt x="411604" y="47217"/>
                </a:cubicBezTo>
                <a:cubicBezTo>
                  <a:pt x="413208" y="49247"/>
                  <a:pt x="414010" y="51341"/>
                  <a:pt x="414010" y="53499"/>
                </a:cubicBezTo>
                <a:cubicBezTo>
                  <a:pt x="414010" y="55402"/>
                  <a:pt x="413400" y="56829"/>
                  <a:pt x="412180" y="57781"/>
                </a:cubicBezTo>
                <a:cubicBezTo>
                  <a:pt x="410962" y="58732"/>
                  <a:pt x="409711" y="59208"/>
                  <a:pt x="408427" y="59208"/>
                </a:cubicBezTo>
                <a:cubicBezTo>
                  <a:pt x="406888" y="59208"/>
                  <a:pt x="405573" y="58707"/>
                  <a:pt x="404482" y="57704"/>
                </a:cubicBezTo>
                <a:cubicBezTo>
                  <a:pt x="403392" y="56702"/>
                  <a:pt x="402847" y="55386"/>
                  <a:pt x="402847" y="53757"/>
                </a:cubicBezTo>
                <a:cubicBezTo>
                  <a:pt x="402847" y="51126"/>
                  <a:pt x="403872" y="49434"/>
                  <a:pt x="405924" y="48682"/>
                </a:cubicBezTo>
                <a:cubicBezTo>
                  <a:pt x="405541" y="48557"/>
                  <a:pt x="404899" y="48494"/>
                  <a:pt x="404001" y="48494"/>
                </a:cubicBezTo>
                <a:cubicBezTo>
                  <a:pt x="397714" y="48494"/>
                  <a:pt x="391940" y="50986"/>
                  <a:pt x="386679" y="55969"/>
                </a:cubicBezTo>
                <a:cubicBezTo>
                  <a:pt x="391940" y="60865"/>
                  <a:pt x="394570" y="67115"/>
                  <a:pt x="394570" y="74718"/>
                </a:cubicBezTo>
                <a:cubicBezTo>
                  <a:pt x="394570" y="82321"/>
                  <a:pt x="391555" y="88904"/>
                  <a:pt x="385525" y="94469"/>
                </a:cubicBezTo>
                <a:cubicBezTo>
                  <a:pt x="379494" y="100033"/>
                  <a:pt x="372116" y="102815"/>
                  <a:pt x="363389" y="102815"/>
                </a:cubicBezTo>
                <a:cubicBezTo>
                  <a:pt x="356204" y="102815"/>
                  <a:pt x="349852" y="100858"/>
                  <a:pt x="344335" y="96944"/>
                </a:cubicBezTo>
                <a:cubicBezTo>
                  <a:pt x="342153" y="99484"/>
                  <a:pt x="341063" y="102468"/>
                  <a:pt x="341063" y="105896"/>
                </a:cubicBezTo>
                <a:cubicBezTo>
                  <a:pt x="341063" y="109103"/>
                  <a:pt x="342025" y="111958"/>
                  <a:pt x="343950" y="114460"/>
                </a:cubicBezTo>
                <a:cubicBezTo>
                  <a:pt x="345874" y="116962"/>
                  <a:pt x="348312" y="118406"/>
                  <a:pt x="351263" y="118792"/>
                </a:cubicBezTo>
                <a:cubicBezTo>
                  <a:pt x="352161" y="118919"/>
                  <a:pt x="356973" y="118983"/>
                  <a:pt x="365698" y="118983"/>
                </a:cubicBezTo>
                <a:cubicBezTo>
                  <a:pt x="370829" y="118983"/>
                  <a:pt x="374807" y="119048"/>
                  <a:pt x="377630" y="119177"/>
                </a:cubicBezTo>
                <a:cubicBezTo>
                  <a:pt x="380454" y="119304"/>
                  <a:pt x="383886" y="119785"/>
                  <a:pt x="387927" y="120619"/>
                </a:cubicBezTo>
                <a:cubicBezTo>
                  <a:pt x="391970" y="121451"/>
                  <a:pt x="395595" y="122700"/>
                  <a:pt x="398802" y="124366"/>
                </a:cubicBezTo>
                <a:cubicBezTo>
                  <a:pt x="407143" y="128977"/>
                  <a:pt x="411314" y="136279"/>
                  <a:pt x="411314" y="146273"/>
                </a:cubicBezTo>
                <a:cubicBezTo>
                  <a:pt x="411314" y="153570"/>
                  <a:pt x="407111" y="159523"/>
                  <a:pt x="398705" y="164132"/>
                </a:cubicBezTo>
                <a:cubicBezTo>
                  <a:pt x="390302" y="168741"/>
                  <a:pt x="380262" y="171046"/>
                  <a:pt x="368585" y="171046"/>
                </a:cubicBezTo>
                <a:cubicBezTo>
                  <a:pt x="356780" y="171046"/>
                  <a:pt x="346740" y="168709"/>
                  <a:pt x="338464" y="164035"/>
                </a:cubicBezTo>
                <a:cubicBezTo>
                  <a:pt x="330187" y="159363"/>
                  <a:pt x="326049" y="153572"/>
                  <a:pt x="326049" y="146660"/>
                </a:cubicBezTo>
                <a:moveTo>
                  <a:pt x="336058" y="146660"/>
                </a:moveTo>
                <a:cubicBezTo>
                  <a:pt x="336058" y="151933"/>
                  <a:pt x="339169" y="156595"/>
                  <a:pt x="345392" y="160646"/>
                </a:cubicBezTo>
                <a:cubicBezTo>
                  <a:pt x="351616" y="164697"/>
                  <a:pt x="359412" y="166722"/>
                  <a:pt x="368778" y="166722"/>
                </a:cubicBezTo>
                <a:cubicBezTo>
                  <a:pt x="378018" y="166722"/>
                  <a:pt x="385749" y="164729"/>
                  <a:pt x="391971" y="160743"/>
                </a:cubicBezTo>
                <a:cubicBezTo>
                  <a:pt x="398195" y="156756"/>
                  <a:pt x="401308" y="152062"/>
                  <a:pt x="401308" y="146660"/>
                </a:cubicBezTo>
                <a:cubicBezTo>
                  <a:pt x="401308" y="142801"/>
                  <a:pt x="400217" y="139650"/>
                  <a:pt x="398036" y="137206"/>
                </a:cubicBezTo>
                <a:cubicBezTo>
                  <a:pt x="395855" y="134763"/>
                  <a:pt x="392518" y="133059"/>
                  <a:pt x="388027" y="132093"/>
                </a:cubicBezTo>
                <a:cubicBezTo>
                  <a:pt x="383535" y="131130"/>
                  <a:pt x="379717" y="130552"/>
                  <a:pt x="376573" y="130361"/>
                </a:cubicBezTo>
                <a:cubicBezTo>
                  <a:pt x="373430" y="130167"/>
                  <a:pt x="368972" y="130070"/>
                  <a:pt x="363198" y="130070"/>
                </a:cubicBezTo>
                <a:lnTo>
                  <a:pt x="351841" y="130070"/>
                </a:lnTo>
                <a:cubicBezTo>
                  <a:pt x="347479" y="130326"/>
                  <a:pt x="343758" y="132062"/>
                  <a:pt x="340678" y="135277"/>
                </a:cubicBezTo>
                <a:cubicBezTo>
                  <a:pt x="337598" y="138494"/>
                  <a:pt x="336058" y="142288"/>
                  <a:pt x="336058" y="146660"/>
                </a:cubicBezTo>
                <a:moveTo>
                  <a:pt x="346643" y="74718"/>
                </a:moveTo>
                <a:cubicBezTo>
                  <a:pt x="346643" y="90567"/>
                  <a:pt x="352225" y="98492"/>
                  <a:pt x="363389" y="98492"/>
                </a:cubicBezTo>
                <a:cubicBezTo>
                  <a:pt x="369036" y="98492"/>
                  <a:pt x="373591" y="95915"/>
                  <a:pt x="377055" y="90759"/>
                </a:cubicBezTo>
                <a:cubicBezTo>
                  <a:pt x="379108" y="87280"/>
                  <a:pt x="380135" y="81868"/>
                  <a:pt x="380135" y="74524"/>
                </a:cubicBezTo>
                <a:cubicBezTo>
                  <a:pt x="380135" y="58675"/>
                  <a:pt x="374553" y="50750"/>
                  <a:pt x="363389" y="50750"/>
                </a:cubicBezTo>
                <a:cubicBezTo>
                  <a:pt x="357742" y="50750"/>
                  <a:pt x="353187" y="53327"/>
                  <a:pt x="349724" y="58483"/>
                </a:cubicBezTo>
                <a:cubicBezTo>
                  <a:pt x="347670" y="61962"/>
                  <a:pt x="346643" y="67374"/>
                  <a:pt x="346643" y="74718"/>
                </a:cubicBezTo>
                <a:close/>
                <a:moveTo>
                  <a:pt x="422286" y="89123"/>
                </a:moveTo>
                <a:cubicBezTo>
                  <a:pt x="422286" y="77078"/>
                  <a:pt x="426168" y="66763"/>
                  <a:pt x="433931" y="58177"/>
                </a:cubicBezTo>
                <a:cubicBezTo>
                  <a:pt x="441694" y="49592"/>
                  <a:pt x="451157" y="45299"/>
                  <a:pt x="462319" y="45299"/>
                </a:cubicBezTo>
                <a:cubicBezTo>
                  <a:pt x="473610" y="45299"/>
                  <a:pt x="482175" y="48925"/>
                  <a:pt x="488014" y="56177"/>
                </a:cubicBezTo>
                <a:cubicBezTo>
                  <a:pt x="493852" y="63429"/>
                  <a:pt x="496772" y="72271"/>
                  <a:pt x="496772" y="82703"/>
                </a:cubicBezTo>
                <a:cubicBezTo>
                  <a:pt x="496772" y="84761"/>
                  <a:pt x="496515" y="85997"/>
                  <a:pt x="496002" y="86410"/>
                </a:cubicBezTo>
                <a:cubicBezTo>
                  <a:pt x="495489" y="86821"/>
                  <a:pt x="494142" y="87026"/>
                  <a:pt x="491961" y="87026"/>
                </a:cubicBezTo>
                <a:lnTo>
                  <a:pt x="438260" y="87026"/>
                </a:lnTo>
                <a:cubicBezTo>
                  <a:pt x="438260" y="99984"/>
                  <a:pt x="440184" y="109512"/>
                  <a:pt x="444034" y="115611"/>
                </a:cubicBezTo>
                <a:cubicBezTo>
                  <a:pt x="449424" y="124123"/>
                  <a:pt x="456674" y="128378"/>
                  <a:pt x="465784" y="128378"/>
                </a:cubicBezTo>
                <a:cubicBezTo>
                  <a:pt x="467067" y="128378"/>
                  <a:pt x="468446" y="128252"/>
                  <a:pt x="469923" y="127999"/>
                </a:cubicBezTo>
                <a:cubicBezTo>
                  <a:pt x="471399" y="127747"/>
                  <a:pt x="473677" y="127084"/>
                  <a:pt x="476757" y="126011"/>
                </a:cubicBezTo>
                <a:cubicBezTo>
                  <a:pt x="479837" y="124936"/>
                  <a:pt x="482724" y="122945"/>
                  <a:pt x="485418" y="120037"/>
                </a:cubicBezTo>
                <a:cubicBezTo>
                  <a:pt x="488114" y="117130"/>
                  <a:pt x="490231" y="113402"/>
                  <a:pt x="491770" y="108854"/>
                </a:cubicBezTo>
                <a:cubicBezTo>
                  <a:pt x="492156" y="107084"/>
                  <a:pt x="492990" y="106199"/>
                  <a:pt x="494272" y="106199"/>
                </a:cubicBezTo>
                <a:cubicBezTo>
                  <a:pt x="495939" y="106199"/>
                  <a:pt x="496772" y="106966"/>
                  <a:pt x="496772" y="108501"/>
                </a:cubicBezTo>
                <a:cubicBezTo>
                  <a:pt x="496772" y="109652"/>
                  <a:pt x="496162" y="111476"/>
                  <a:pt x="494942" y="113973"/>
                </a:cubicBezTo>
                <a:cubicBezTo>
                  <a:pt x="493724" y="116467"/>
                  <a:pt x="491960" y="119218"/>
                  <a:pt x="489650" y="122225"/>
                </a:cubicBezTo>
                <a:cubicBezTo>
                  <a:pt x="487341" y="125233"/>
                  <a:pt x="483941" y="127856"/>
                  <a:pt x="479450" y="130096"/>
                </a:cubicBezTo>
                <a:cubicBezTo>
                  <a:pt x="474958" y="132334"/>
                  <a:pt x="470019" y="133453"/>
                  <a:pt x="464630" y="133453"/>
                </a:cubicBezTo>
                <a:cubicBezTo>
                  <a:pt x="453339" y="133453"/>
                  <a:pt x="443458" y="129199"/>
                  <a:pt x="434988" y="120692"/>
                </a:cubicBezTo>
                <a:cubicBezTo>
                  <a:pt x="426520" y="112185"/>
                  <a:pt x="422286" y="101662"/>
                  <a:pt x="422286" y="89123"/>
                </a:cubicBezTo>
                <a:moveTo>
                  <a:pt x="438454" y="82703"/>
                </a:moveTo>
                <a:lnTo>
                  <a:pt x="484070" y="82703"/>
                </a:lnTo>
                <a:cubicBezTo>
                  <a:pt x="484070" y="80042"/>
                  <a:pt x="483844" y="77223"/>
                  <a:pt x="483394" y="74245"/>
                </a:cubicBezTo>
                <a:cubicBezTo>
                  <a:pt x="482946" y="71265"/>
                  <a:pt x="482048" y="67715"/>
                  <a:pt x="480701" y="63596"/>
                </a:cubicBezTo>
                <a:cubicBezTo>
                  <a:pt x="479354" y="59476"/>
                  <a:pt x="477108" y="56117"/>
                  <a:pt x="473964" y="53519"/>
                </a:cubicBezTo>
                <a:cubicBezTo>
                  <a:pt x="470821" y="50921"/>
                  <a:pt x="466940" y="49622"/>
                  <a:pt x="462319" y="49622"/>
                </a:cubicBezTo>
                <a:cubicBezTo>
                  <a:pt x="460267" y="49622"/>
                  <a:pt x="458118" y="50065"/>
                  <a:pt x="455872" y="50952"/>
                </a:cubicBezTo>
                <a:cubicBezTo>
                  <a:pt x="453627" y="51839"/>
                  <a:pt x="451157" y="53329"/>
                  <a:pt x="448463" y="55422"/>
                </a:cubicBezTo>
                <a:cubicBezTo>
                  <a:pt x="445768" y="57513"/>
                  <a:pt x="443490" y="60936"/>
                  <a:pt x="441628" y="65690"/>
                </a:cubicBezTo>
                <a:cubicBezTo>
                  <a:pt x="439768" y="70442"/>
                  <a:pt x="438710" y="76113"/>
                  <a:pt x="438454" y="82703"/>
                </a:cubicBezTo>
                <a:close/>
                <a:moveTo>
                  <a:pt x="572801" y="131386"/>
                </a:moveTo>
                <a:lnTo>
                  <a:pt x="572801" y="125371"/>
                </a:lnTo>
                <a:lnTo>
                  <a:pt x="577421" y="125371"/>
                </a:lnTo>
                <a:cubicBezTo>
                  <a:pt x="584350" y="125371"/>
                  <a:pt x="588616" y="124794"/>
                  <a:pt x="590220" y="123641"/>
                </a:cubicBezTo>
                <a:cubicBezTo>
                  <a:pt x="591823" y="122488"/>
                  <a:pt x="592625" y="120053"/>
                  <a:pt x="592625" y="116337"/>
                </a:cubicBezTo>
                <a:lnTo>
                  <a:pt x="592625" y="15613"/>
                </a:lnTo>
                <a:cubicBezTo>
                  <a:pt x="592625" y="11896"/>
                  <a:pt x="591823" y="9462"/>
                  <a:pt x="590220" y="8309"/>
                </a:cubicBezTo>
                <a:cubicBezTo>
                  <a:pt x="588616" y="7155"/>
                  <a:pt x="584350" y="6579"/>
                  <a:pt x="577421" y="6579"/>
                </a:cubicBezTo>
                <a:lnTo>
                  <a:pt x="572801" y="6579"/>
                </a:lnTo>
                <a:lnTo>
                  <a:pt x="572801" y="564"/>
                </a:lnTo>
                <a:lnTo>
                  <a:pt x="681161" y="564"/>
                </a:lnTo>
                <a:lnTo>
                  <a:pt x="686550" y="43825"/>
                </a:lnTo>
                <a:lnTo>
                  <a:pt x="681740" y="43825"/>
                </a:lnTo>
                <a:cubicBezTo>
                  <a:pt x="680841" y="36529"/>
                  <a:pt x="679814" y="30770"/>
                  <a:pt x="678659" y="26547"/>
                </a:cubicBezTo>
                <a:cubicBezTo>
                  <a:pt x="677506" y="22321"/>
                  <a:pt x="675550" y="18577"/>
                  <a:pt x="672791" y="15313"/>
                </a:cubicBezTo>
                <a:cubicBezTo>
                  <a:pt x="670032" y="12049"/>
                  <a:pt x="666375" y="9778"/>
                  <a:pt x="661819" y="8499"/>
                </a:cubicBezTo>
                <a:cubicBezTo>
                  <a:pt x="657265" y="7219"/>
                  <a:pt x="651330" y="6579"/>
                  <a:pt x="644015" y="6579"/>
                </a:cubicBezTo>
                <a:lnTo>
                  <a:pt x="619187" y="6579"/>
                </a:lnTo>
                <a:cubicBezTo>
                  <a:pt x="614824" y="6579"/>
                  <a:pt x="612162" y="7027"/>
                  <a:pt x="611198" y="7924"/>
                </a:cubicBezTo>
                <a:cubicBezTo>
                  <a:pt x="610237" y="8819"/>
                  <a:pt x="609756" y="10930"/>
                  <a:pt x="609756" y="14259"/>
                </a:cubicBezTo>
                <a:lnTo>
                  <a:pt x="609756" y="60336"/>
                </a:lnTo>
                <a:lnTo>
                  <a:pt x="627078" y="60336"/>
                </a:lnTo>
                <a:cubicBezTo>
                  <a:pt x="635932" y="60336"/>
                  <a:pt x="641610" y="58807"/>
                  <a:pt x="644112" y="55748"/>
                </a:cubicBezTo>
                <a:cubicBezTo>
                  <a:pt x="646614" y="52688"/>
                  <a:pt x="647865" y="46761"/>
                  <a:pt x="647865" y="37968"/>
                </a:cubicBezTo>
                <a:lnTo>
                  <a:pt x="652676" y="37968"/>
                </a:lnTo>
                <a:lnTo>
                  <a:pt x="652676" y="88718"/>
                </a:lnTo>
                <a:lnTo>
                  <a:pt x="647865" y="88718"/>
                </a:lnTo>
                <a:cubicBezTo>
                  <a:pt x="647865" y="80052"/>
                  <a:pt x="646614" y="74158"/>
                  <a:pt x="644112" y="71035"/>
                </a:cubicBezTo>
                <a:cubicBezTo>
                  <a:pt x="641610" y="67912"/>
                  <a:pt x="635932" y="66351"/>
                  <a:pt x="627078" y="66351"/>
                </a:cubicBezTo>
                <a:lnTo>
                  <a:pt x="609756" y="66351"/>
                </a:lnTo>
                <a:lnTo>
                  <a:pt x="609756" y="117682"/>
                </a:lnTo>
                <a:cubicBezTo>
                  <a:pt x="609756" y="121014"/>
                  <a:pt x="610237" y="123129"/>
                  <a:pt x="611198" y="124026"/>
                </a:cubicBezTo>
                <a:cubicBezTo>
                  <a:pt x="612162" y="124922"/>
                  <a:pt x="614824" y="125371"/>
                  <a:pt x="619187" y="125371"/>
                </a:cubicBezTo>
                <a:lnTo>
                  <a:pt x="644785" y="125371"/>
                </a:lnTo>
                <a:cubicBezTo>
                  <a:pt x="650302" y="125371"/>
                  <a:pt x="655081" y="125074"/>
                  <a:pt x="659123" y="124481"/>
                </a:cubicBezTo>
                <a:cubicBezTo>
                  <a:pt x="663166" y="123888"/>
                  <a:pt x="666599" y="122836"/>
                  <a:pt x="669422" y="121327"/>
                </a:cubicBezTo>
                <a:cubicBezTo>
                  <a:pt x="672246" y="119817"/>
                  <a:pt x="674620" y="118200"/>
                  <a:pt x="676544" y="116475"/>
                </a:cubicBezTo>
                <a:cubicBezTo>
                  <a:pt x="678469" y="114748"/>
                  <a:pt x="680105" y="112321"/>
                  <a:pt x="681452" y="109194"/>
                </a:cubicBezTo>
                <a:cubicBezTo>
                  <a:pt x="682799" y="106065"/>
                  <a:pt x="683857" y="102772"/>
                  <a:pt x="684627" y="99314"/>
                </a:cubicBezTo>
                <a:cubicBezTo>
                  <a:pt x="685396" y="95855"/>
                  <a:pt x="686230" y="91297"/>
                  <a:pt x="687129" y="85640"/>
                </a:cubicBezTo>
                <a:lnTo>
                  <a:pt x="691940" y="81728"/>
                </a:lnTo>
                <a:lnTo>
                  <a:pt x="683857" y="131386"/>
                </a:lnTo>
                <a:lnTo>
                  <a:pt x="572801" y="13138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E2A6A2-7356-47DA-BBC3-F7D5058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0815" y="3508473"/>
            <a:ext cx="466136" cy="466136"/>
          </a:xfrm>
          <a:custGeom xmlns:a="http://schemas.openxmlformats.org/drawingml/2006/main">
            <a:pathLst>
              <a:path w="466136" h="466136">
                <a:moveTo>
                  <a:pt x="374006" y="47406"/>
                </a:moveTo>
                <a:lnTo>
                  <a:pt x="361311" y="38399"/>
                </a:lnTo>
                <a:lnTo>
                  <a:pt x="348175" y="30340"/>
                </a:lnTo>
                <a:lnTo>
                  <a:pt x="334646" y="23229"/>
                </a:lnTo>
                <a:lnTo>
                  <a:pt x="320773" y="17066"/>
                </a:lnTo>
                <a:lnTo>
                  <a:pt x="306605" y="11851"/>
                </a:lnTo>
                <a:lnTo>
                  <a:pt x="292193" y="7585"/>
                </a:lnTo>
                <a:lnTo>
                  <a:pt x="277584" y="4267"/>
                </a:lnTo>
                <a:lnTo>
                  <a:pt x="262827" y="1896"/>
                </a:lnTo>
                <a:lnTo>
                  <a:pt x="247972" y="474"/>
                </a:lnTo>
                <a:lnTo>
                  <a:pt x="233069" y="0"/>
                </a:lnTo>
                <a:lnTo>
                  <a:pt x="218165" y="474"/>
                </a:lnTo>
                <a:lnTo>
                  <a:pt x="203310" y="1896"/>
                </a:lnTo>
                <a:lnTo>
                  <a:pt x="188554" y="4267"/>
                </a:lnTo>
                <a:lnTo>
                  <a:pt x="173945" y="7585"/>
                </a:lnTo>
                <a:lnTo>
                  <a:pt x="159532" y="11851"/>
                </a:lnTo>
                <a:lnTo>
                  <a:pt x="145365" y="17066"/>
                </a:lnTo>
                <a:lnTo>
                  <a:pt x="131492" y="23229"/>
                </a:lnTo>
                <a:lnTo>
                  <a:pt x="117963" y="30340"/>
                </a:lnTo>
                <a:lnTo>
                  <a:pt x="104826" y="38399"/>
                </a:lnTo>
                <a:lnTo>
                  <a:pt x="92132" y="47406"/>
                </a:lnTo>
                <a:lnTo>
                  <a:pt x="79928" y="57361"/>
                </a:lnTo>
                <a:lnTo>
                  <a:pt x="68264" y="68264"/>
                </a:lnTo>
                <a:lnTo>
                  <a:pt x="57361" y="79928"/>
                </a:lnTo>
                <a:lnTo>
                  <a:pt x="47406" y="92132"/>
                </a:lnTo>
                <a:lnTo>
                  <a:pt x="38399" y="104826"/>
                </a:lnTo>
                <a:lnTo>
                  <a:pt x="30340" y="117963"/>
                </a:lnTo>
                <a:lnTo>
                  <a:pt x="23229" y="131492"/>
                </a:lnTo>
                <a:lnTo>
                  <a:pt x="17066" y="145365"/>
                </a:lnTo>
                <a:lnTo>
                  <a:pt x="11851" y="159532"/>
                </a:lnTo>
                <a:lnTo>
                  <a:pt x="7585" y="173945"/>
                </a:lnTo>
                <a:lnTo>
                  <a:pt x="4267" y="188554"/>
                </a:lnTo>
                <a:lnTo>
                  <a:pt x="1896" y="203310"/>
                </a:lnTo>
                <a:lnTo>
                  <a:pt x="474" y="218165"/>
                </a:lnTo>
                <a:lnTo>
                  <a:pt x="0" y="233069"/>
                </a:lnTo>
                <a:lnTo>
                  <a:pt x="474" y="247972"/>
                </a:lnTo>
                <a:lnTo>
                  <a:pt x="1896" y="262827"/>
                </a:lnTo>
                <a:lnTo>
                  <a:pt x="4267" y="277583"/>
                </a:lnTo>
                <a:lnTo>
                  <a:pt x="7585" y="292192"/>
                </a:lnTo>
                <a:lnTo>
                  <a:pt x="11851" y="306605"/>
                </a:lnTo>
                <a:lnTo>
                  <a:pt x="17066" y="320772"/>
                </a:lnTo>
                <a:lnTo>
                  <a:pt x="23229" y="334645"/>
                </a:lnTo>
                <a:lnTo>
                  <a:pt x="30340" y="348174"/>
                </a:lnTo>
                <a:lnTo>
                  <a:pt x="38399" y="361310"/>
                </a:lnTo>
                <a:lnTo>
                  <a:pt x="47406" y="374005"/>
                </a:lnTo>
                <a:lnTo>
                  <a:pt x="57361" y="386208"/>
                </a:lnTo>
                <a:lnTo>
                  <a:pt x="68264" y="397872"/>
                </a:lnTo>
                <a:lnTo>
                  <a:pt x="79928" y="408775"/>
                </a:lnTo>
                <a:lnTo>
                  <a:pt x="92132" y="418730"/>
                </a:lnTo>
                <a:lnTo>
                  <a:pt x="104826" y="427737"/>
                </a:lnTo>
                <a:lnTo>
                  <a:pt x="117963" y="435796"/>
                </a:lnTo>
                <a:lnTo>
                  <a:pt x="131492" y="442907"/>
                </a:lnTo>
                <a:lnTo>
                  <a:pt x="145365" y="449070"/>
                </a:lnTo>
                <a:lnTo>
                  <a:pt x="159532" y="454284"/>
                </a:lnTo>
                <a:lnTo>
                  <a:pt x="173945" y="458551"/>
                </a:lnTo>
                <a:lnTo>
                  <a:pt x="188554" y="461869"/>
                </a:lnTo>
                <a:lnTo>
                  <a:pt x="203310" y="464240"/>
                </a:lnTo>
                <a:lnTo>
                  <a:pt x="218165" y="465662"/>
                </a:lnTo>
                <a:lnTo>
                  <a:pt x="233069" y="466136"/>
                </a:lnTo>
                <a:lnTo>
                  <a:pt x="247972" y="465662"/>
                </a:lnTo>
                <a:lnTo>
                  <a:pt x="262827" y="464240"/>
                </a:lnTo>
                <a:lnTo>
                  <a:pt x="277584" y="461869"/>
                </a:lnTo>
                <a:lnTo>
                  <a:pt x="292193" y="458551"/>
                </a:lnTo>
                <a:lnTo>
                  <a:pt x="306605" y="454284"/>
                </a:lnTo>
                <a:lnTo>
                  <a:pt x="320773" y="449070"/>
                </a:lnTo>
                <a:lnTo>
                  <a:pt x="334646" y="442907"/>
                </a:lnTo>
                <a:lnTo>
                  <a:pt x="348175" y="435796"/>
                </a:lnTo>
                <a:lnTo>
                  <a:pt x="361311" y="427737"/>
                </a:lnTo>
                <a:lnTo>
                  <a:pt x="374006" y="418730"/>
                </a:lnTo>
                <a:lnTo>
                  <a:pt x="386210" y="408775"/>
                </a:lnTo>
                <a:lnTo>
                  <a:pt x="397873" y="397872"/>
                </a:lnTo>
                <a:lnTo>
                  <a:pt x="408776" y="386208"/>
                </a:lnTo>
                <a:lnTo>
                  <a:pt x="418731" y="374005"/>
                </a:lnTo>
                <a:lnTo>
                  <a:pt x="427738" y="361310"/>
                </a:lnTo>
                <a:lnTo>
                  <a:pt x="435797" y="348174"/>
                </a:lnTo>
                <a:lnTo>
                  <a:pt x="442908" y="334645"/>
                </a:lnTo>
                <a:lnTo>
                  <a:pt x="449071" y="320772"/>
                </a:lnTo>
                <a:lnTo>
                  <a:pt x="454285" y="306605"/>
                </a:lnTo>
                <a:lnTo>
                  <a:pt x="458552" y="292192"/>
                </a:lnTo>
                <a:lnTo>
                  <a:pt x="461870" y="277583"/>
                </a:lnTo>
                <a:lnTo>
                  <a:pt x="464240" y="262827"/>
                </a:lnTo>
                <a:lnTo>
                  <a:pt x="465662" y="247972"/>
                </a:lnTo>
                <a:lnTo>
                  <a:pt x="466136" y="233069"/>
                </a:lnTo>
                <a:lnTo>
                  <a:pt x="465662" y="218165"/>
                </a:lnTo>
                <a:lnTo>
                  <a:pt x="464240" y="203310"/>
                </a:lnTo>
                <a:lnTo>
                  <a:pt x="461870" y="188554"/>
                </a:lnTo>
                <a:lnTo>
                  <a:pt x="458552" y="173945"/>
                </a:lnTo>
                <a:lnTo>
                  <a:pt x="454285" y="159532"/>
                </a:lnTo>
                <a:lnTo>
                  <a:pt x="449071" y="145365"/>
                </a:lnTo>
                <a:lnTo>
                  <a:pt x="442908" y="131492"/>
                </a:lnTo>
                <a:lnTo>
                  <a:pt x="435797" y="117963"/>
                </a:lnTo>
                <a:lnTo>
                  <a:pt x="427738" y="104826"/>
                </a:lnTo>
                <a:lnTo>
                  <a:pt x="418731" y="92132"/>
                </a:lnTo>
                <a:lnTo>
                  <a:pt x="408776" y="79928"/>
                </a:lnTo>
                <a:lnTo>
                  <a:pt x="397873" y="68264"/>
                </a:lnTo>
                <a:lnTo>
                  <a:pt x="386210" y="57361"/>
                </a:lnTo>
                <a:lnTo>
                  <a:pt x="374006" y="47406"/>
                </a:lnTo>
                <a:close/>
              </a:path>
            </a:pathLst>
          </a:custGeom>
          <a:solidFill xmlns:a="http://schemas.openxmlformats.org/drawingml/2006/main">
            <a:srgbClr val="7CA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4E348-F462-493C-BDDB-1B7F20A07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2863" y="4011597"/>
            <a:ext cx="637175" cy="318172"/>
          </a:xfrm>
          <a:custGeom xmlns:a="http://schemas.openxmlformats.org/drawingml/2006/main">
            <a:pathLst>
              <a:path w="637175" h="318172">
                <a:moveTo>
                  <a:pt x="229380" y="18659"/>
                </a:moveTo>
                <a:lnTo>
                  <a:pt x="229373" y="18662"/>
                </a:lnTo>
                <a:lnTo>
                  <a:pt x="229374" y="18662"/>
                </a:lnTo>
                <a:lnTo>
                  <a:pt x="229380" y="18659"/>
                </a:lnTo>
                <a:close/>
                <a:moveTo>
                  <a:pt x="444467" y="40027"/>
                </a:moveTo>
                <a:lnTo>
                  <a:pt x="444681" y="40201"/>
                </a:lnTo>
                <a:lnTo>
                  <a:pt x="444930" y="40389"/>
                </a:lnTo>
                <a:lnTo>
                  <a:pt x="445211" y="40589"/>
                </a:lnTo>
                <a:lnTo>
                  <a:pt x="445520" y="40799"/>
                </a:lnTo>
                <a:lnTo>
                  <a:pt x="445853" y="41019"/>
                </a:lnTo>
                <a:lnTo>
                  <a:pt x="446207" y="41247"/>
                </a:lnTo>
                <a:lnTo>
                  <a:pt x="446579" y="41483"/>
                </a:lnTo>
                <a:lnTo>
                  <a:pt x="446965" y="41723"/>
                </a:lnTo>
                <a:lnTo>
                  <a:pt x="447361" y="41968"/>
                </a:lnTo>
                <a:lnTo>
                  <a:pt x="447765" y="42216"/>
                </a:lnTo>
                <a:lnTo>
                  <a:pt x="448172" y="42465"/>
                </a:lnTo>
                <a:lnTo>
                  <a:pt x="448579" y="42715"/>
                </a:lnTo>
                <a:lnTo>
                  <a:pt x="448983" y="42963"/>
                </a:lnTo>
                <a:lnTo>
                  <a:pt x="449379" y="43210"/>
                </a:lnTo>
                <a:lnTo>
                  <a:pt x="449766" y="43452"/>
                </a:lnTo>
                <a:lnTo>
                  <a:pt x="450138" y="43690"/>
                </a:lnTo>
                <a:lnTo>
                  <a:pt x="450494" y="43922"/>
                </a:lnTo>
                <a:lnTo>
                  <a:pt x="450828" y="44146"/>
                </a:lnTo>
                <a:lnTo>
                  <a:pt x="451138" y="44361"/>
                </a:lnTo>
                <a:lnTo>
                  <a:pt x="451420" y="44565"/>
                </a:lnTo>
                <a:lnTo>
                  <a:pt x="451439" y="44472"/>
                </a:lnTo>
                <a:lnTo>
                  <a:pt x="451393" y="44347"/>
                </a:lnTo>
                <a:lnTo>
                  <a:pt x="451288" y="44194"/>
                </a:lnTo>
                <a:lnTo>
                  <a:pt x="451128" y="44015"/>
                </a:lnTo>
                <a:lnTo>
                  <a:pt x="450920" y="43814"/>
                </a:lnTo>
                <a:lnTo>
                  <a:pt x="450666" y="43594"/>
                </a:lnTo>
                <a:lnTo>
                  <a:pt x="450373" y="43357"/>
                </a:lnTo>
                <a:lnTo>
                  <a:pt x="450046" y="43105"/>
                </a:lnTo>
                <a:lnTo>
                  <a:pt x="449688" y="42843"/>
                </a:lnTo>
                <a:lnTo>
                  <a:pt x="449305" y="42572"/>
                </a:lnTo>
                <a:lnTo>
                  <a:pt x="448902" y="42296"/>
                </a:lnTo>
                <a:lnTo>
                  <a:pt x="448484" y="42017"/>
                </a:lnTo>
                <a:lnTo>
                  <a:pt x="448055" y="41738"/>
                </a:lnTo>
                <a:lnTo>
                  <a:pt x="447620" y="41462"/>
                </a:lnTo>
                <a:lnTo>
                  <a:pt x="447184" y="41192"/>
                </a:lnTo>
                <a:lnTo>
                  <a:pt x="446753" y="40931"/>
                </a:lnTo>
                <a:lnTo>
                  <a:pt x="446330" y="40681"/>
                </a:lnTo>
                <a:lnTo>
                  <a:pt x="445921" y="40445"/>
                </a:lnTo>
                <a:lnTo>
                  <a:pt x="445531" y="40226"/>
                </a:lnTo>
                <a:lnTo>
                  <a:pt x="445164" y="40028"/>
                </a:lnTo>
                <a:lnTo>
                  <a:pt x="444825" y="39852"/>
                </a:lnTo>
                <a:lnTo>
                  <a:pt x="444520" y="39702"/>
                </a:lnTo>
                <a:lnTo>
                  <a:pt x="444253" y="39580"/>
                </a:lnTo>
                <a:lnTo>
                  <a:pt x="444028" y="39489"/>
                </a:lnTo>
                <a:lnTo>
                  <a:pt x="444068" y="39597"/>
                </a:lnTo>
                <a:lnTo>
                  <a:pt x="444157" y="39723"/>
                </a:lnTo>
                <a:lnTo>
                  <a:pt x="444291" y="39867"/>
                </a:lnTo>
                <a:lnTo>
                  <a:pt x="444467" y="40027"/>
                </a:lnTo>
                <a:close/>
                <a:moveTo>
                  <a:pt x="477436" y="65889"/>
                </a:moveTo>
                <a:lnTo>
                  <a:pt x="477688" y="66136"/>
                </a:lnTo>
                <a:lnTo>
                  <a:pt x="477975" y="66402"/>
                </a:lnTo>
                <a:lnTo>
                  <a:pt x="478294" y="66685"/>
                </a:lnTo>
                <a:lnTo>
                  <a:pt x="478640" y="66984"/>
                </a:lnTo>
                <a:lnTo>
                  <a:pt x="479012" y="67296"/>
                </a:lnTo>
                <a:lnTo>
                  <a:pt x="479404" y="67620"/>
                </a:lnTo>
                <a:lnTo>
                  <a:pt x="479814" y="67954"/>
                </a:lnTo>
                <a:lnTo>
                  <a:pt x="480238" y="68296"/>
                </a:lnTo>
                <a:lnTo>
                  <a:pt x="480673" y="68643"/>
                </a:lnTo>
                <a:lnTo>
                  <a:pt x="481115" y="68995"/>
                </a:lnTo>
                <a:lnTo>
                  <a:pt x="481560" y="69350"/>
                </a:lnTo>
                <a:lnTo>
                  <a:pt x="482006" y="69704"/>
                </a:lnTo>
                <a:lnTo>
                  <a:pt x="482448" y="70057"/>
                </a:lnTo>
                <a:lnTo>
                  <a:pt x="482883" y="70407"/>
                </a:lnTo>
                <a:lnTo>
                  <a:pt x="483308" y="70752"/>
                </a:lnTo>
                <a:lnTo>
                  <a:pt x="483719" y="71090"/>
                </a:lnTo>
                <a:lnTo>
                  <a:pt x="484113" y="71419"/>
                </a:lnTo>
                <a:lnTo>
                  <a:pt x="484485" y="71737"/>
                </a:lnTo>
                <a:lnTo>
                  <a:pt x="484834" y="72042"/>
                </a:lnTo>
                <a:lnTo>
                  <a:pt x="485154" y="72333"/>
                </a:lnTo>
                <a:lnTo>
                  <a:pt x="484983" y="72119"/>
                </a:lnTo>
                <a:lnTo>
                  <a:pt x="484780" y="71879"/>
                </a:lnTo>
                <a:lnTo>
                  <a:pt x="484546" y="71617"/>
                </a:lnTo>
                <a:lnTo>
                  <a:pt x="484285" y="71335"/>
                </a:lnTo>
                <a:lnTo>
                  <a:pt x="483999" y="71034"/>
                </a:lnTo>
                <a:lnTo>
                  <a:pt x="483690" y="70718"/>
                </a:lnTo>
                <a:lnTo>
                  <a:pt x="483360" y="70389"/>
                </a:lnTo>
                <a:lnTo>
                  <a:pt x="483012" y="70049"/>
                </a:lnTo>
                <a:lnTo>
                  <a:pt x="482647" y="69701"/>
                </a:lnTo>
                <a:lnTo>
                  <a:pt x="482269" y="69347"/>
                </a:lnTo>
                <a:lnTo>
                  <a:pt x="481880" y="68990"/>
                </a:lnTo>
                <a:lnTo>
                  <a:pt x="481482" y="68632"/>
                </a:lnTo>
                <a:lnTo>
                  <a:pt x="481077" y="68275"/>
                </a:lnTo>
                <a:lnTo>
                  <a:pt x="480668" y="67922"/>
                </a:lnTo>
                <a:lnTo>
                  <a:pt x="480256" y="67575"/>
                </a:lnTo>
                <a:lnTo>
                  <a:pt x="479845" y="67237"/>
                </a:lnTo>
                <a:lnTo>
                  <a:pt x="479437" y="66909"/>
                </a:lnTo>
                <a:lnTo>
                  <a:pt x="479034" y="66595"/>
                </a:lnTo>
                <a:lnTo>
                  <a:pt x="478638" y="66297"/>
                </a:lnTo>
                <a:lnTo>
                  <a:pt x="478251" y="66018"/>
                </a:lnTo>
                <a:lnTo>
                  <a:pt x="477877" y="65758"/>
                </a:lnTo>
                <a:lnTo>
                  <a:pt x="477517" y="65522"/>
                </a:lnTo>
                <a:lnTo>
                  <a:pt x="477173" y="65312"/>
                </a:lnTo>
                <a:lnTo>
                  <a:pt x="476849" y="65129"/>
                </a:lnTo>
                <a:lnTo>
                  <a:pt x="476925" y="65281"/>
                </a:lnTo>
                <a:lnTo>
                  <a:pt x="477051" y="65460"/>
                </a:lnTo>
                <a:lnTo>
                  <a:pt x="477222" y="65663"/>
                </a:lnTo>
                <a:lnTo>
                  <a:pt x="477436" y="65889"/>
                </a:lnTo>
                <a:close/>
                <a:moveTo>
                  <a:pt x="496913" y="82378"/>
                </a:moveTo>
                <a:lnTo>
                  <a:pt x="497174" y="82685"/>
                </a:lnTo>
                <a:lnTo>
                  <a:pt x="497480" y="83020"/>
                </a:lnTo>
                <a:lnTo>
                  <a:pt x="497826" y="83381"/>
                </a:lnTo>
                <a:lnTo>
                  <a:pt x="498206" y="83763"/>
                </a:lnTo>
                <a:lnTo>
                  <a:pt x="498614" y="84163"/>
                </a:lnTo>
                <a:lnTo>
                  <a:pt x="499044" y="84578"/>
                </a:lnTo>
                <a:lnTo>
                  <a:pt x="499492" y="85004"/>
                </a:lnTo>
                <a:lnTo>
                  <a:pt x="499951" y="85437"/>
                </a:lnTo>
                <a:lnTo>
                  <a:pt x="500416" y="85874"/>
                </a:lnTo>
                <a:lnTo>
                  <a:pt x="500881" y="86311"/>
                </a:lnTo>
                <a:lnTo>
                  <a:pt x="501340" y="86745"/>
                </a:lnTo>
                <a:lnTo>
                  <a:pt x="501789" y="87172"/>
                </a:lnTo>
                <a:lnTo>
                  <a:pt x="502221" y="87589"/>
                </a:lnTo>
                <a:lnTo>
                  <a:pt x="502630" y="87992"/>
                </a:lnTo>
                <a:lnTo>
                  <a:pt x="503012" y="88378"/>
                </a:lnTo>
                <a:lnTo>
                  <a:pt x="503360" y="88742"/>
                </a:lnTo>
                <a:lnTo>
                  <a:pt x="503668" y="89082"/>
                </a:lnTo>
                <a:lnTo>
                  <a:pt x="503932" y="89394"/>
                </a:lnTo>
                <a:lnTo>
                  <a:pt x="504146" y="89674"/>
                </a:lnTo>
                <a:lnTo>
                  <a:pt x="504303" y="89919"/>
                </a:lnTo>
                <a:lnTo>
                  <a:pt x="504445" y="89937"/>
                </a:lnTo>
                <a:lnTo>
                  <a:pt x="504525" y="89906"/>
                </a:lnTo>
                <a:lnTo>
                  <a:pt x="504547" y="89827"/>
                </a:lnTo>
                <a:lnTo>
                  <a:pt x="504513" y="89705"/>
                </a:lnTo>
                <a:lnTo>
                  <a:pt x="504425" y="89540"/>
                </a:lnTo>
                <a:lnTo>
                  <a:pt x="504287" y="89336"/>
                </a:lnTo>
                <a:lnTo>
                  <a:pt x="504102" y="89094"/>
                </a:lnTo>
                <a:lnTo>
                  <a:pt x="503872" y="88817"/>
                </a:lnTo>
                <a:lnTo>
                  <a:pt x="503601" y="88507"/>
                </a:lnTo>
                <a:lnTo>
                  <a:pt x="503290" y="88167"/>
                </a:lnTo>
                <a:lnTo>
                  <a:pt x="502943" y="87798"/>
                </a:lnTo>
                <a:lnTo>
                  <a:pt x="502563" y="87404"/>
                </a:lnTo>
                <a:lnTo>
                  <a:pt x="502153" y="86986"/>
                </a:lnTo>
                <a:lnTo>
                  <a:pt x="501714" y="86547"/>
                </a:lnTo>
                <a:lnTo>
                  <a:pt x="501251" y="86090"/>
                </a:lnTo>
                <a:lnTo>
                  <a:pt x="500766" y="85616"/>
                </a:lnTo>
                <a:lnTo>
                  <a:pt x="500262" y="85127"/>
                </a:lnTo>
                <a:lnTo>
                  <a:pt x="499741" y="84627"/>
                </a:lnTo>
                <a:lnTo>
                  <a:pt x="499207" y="84118"/>
                </a:lnTo>
                <a:lnTo>
                  <a:pt x="498662" y="83601"/>
                </a:lnTo>
                <a:lnTo>
                  <a:pt x="498109" y="83080"/>
                </a:lnTo>
                <a:lnTo>
                  <a:pt x="497552" y="82556"/>
                </a:lnTo>
                <a:lnTo>
                  <a:pt x="496992" y="82032"/>
                </a:lnTo>
                <a:lnTo>
                  <a:pt x="496433" y="81510"/>
                </a:lnTo>
                <a:lnTo>
                  <a:pt x="496457" y="81666"/>
                </a:lnTo>
                <a:lnTo>
                  <a:pt x="496549" y="81866"/>
                </a:lnTo>
                <a:lnTo>
                  <a:pt x="496703" y="82104"/>
                </a:lnTo>
                <a:lnTo>
                  <a:pt x="496913" y="82378"/>
                </a:lnTo>
                <a:close/>
                <a:moveTo>
                  <a:pt x="453291" y="105062"/>
                </a:moveTo>
                <a:lnTo>
                  <a:pt x="453702" y="105393"/>
                </a:lnTo>
                <a:lnTo>
                  <a:pt x="453726" y="105412"/>
                </a:lnTo>
                <a:lnTo>
                  <a:pt x="453328" y="105089"/>
                </a:lnTo>
                <a:lnTo>
                  <a:pt x="452476" y="104398"/>
                </a:lnTo>
                <a:lnTo>
                  <a:pt x="451139" y="103311"/>
                </a:lnTo>
                <a:lnTo>
                  <a:pt x="449484" y="101987"/>
                </a:lnTo>
                <a:lnTo>
                  <a:pt x="448511" y="101231"/>
                </a:lnTo>
                <a:lnTo>
                  <a:pt x="450055" y="102464"/>
                </a:lnTo>
                <a:lnTo>
                  <a:pt x="451435" y="103570"/>
                </a:lnTo>
                <a:lnTo>
                  <a:pt x="452524" y="104445"/>
                </a:lnTo>
                <a:lnTo>
                  <a:pt x="453291" y="105062"/>
                </a:lnTo>
                <a:close/>
                <a:moveTo>
                  <a:pt x="184912" y="109682"/>
                </a:moveTo>
                <a:lnTo>
                  <a:pt x="184915" y="109680"/>
                </a:lnTo>
                <a:lnTo>
                  <a:pt x="184917" y="109678"/>
                </a:lnTo>
                <a:lnTo>
                  <a:pt x="184919" y="109676"/>
                </a:lnTo>
                <a:lnTo>
                  <a:pt x="184921" y="109674"/>
                </a:lnTo>
                <a:lnTo>
                  <a:pt x="184924" y="109673"/>
                </a:lnTo>
                <a:lnTo>
                  <a:pt x="184926" y="109671"/>
                </a:lnTo>
                <a:lnTo>
                  <a:pt x="184928" y="109669"/>
                </a:lnTo>
                <a:lnTo>
                  <a:pt x="184930" y="109667"/>
                </a:lnTo>
                <a:lnTo>
                  <a:pt x="184933" y="109665"/>
                </a:lnTo>
                <a:lnTo>
                  <a:pt x="184935" y="109663"/>
                </a:lnTo>
                <a:lnTo>
                  <a:pt x="184937" y="109661"/>
                </a:lnTo>
                <a:lnTo>
                  <a:pt x="184939" y="109659"/>
                </a:lnTo>
                <a:lnTo>
                  <a:pt x="184941" y="109657"/>
                </a:lnTo>
                <a:lnTo>
                  <a:pt x="184944" y="109655"/>
                </a:lnTo>
                <a:lnTo>
                  <a:pt x="184946" y="109653"/>
                </a:lnTo>
                <a:lnTo>
                  <a:pt x="184948" y="109651"/>
                </a:lnTo>
                <a:lnTo>
                  <a:pt x="184950" y="109649"/>
                </a:lnTo>
                <a:lnTo>
                  <a:pt x="184952" y="109647"/>
                </a:lnTo>
                <a:lnTo>
                  <a:pt x="184954" y="109645"/>
                </a:lnTo>
                <a:lnTo>
                  <a:pt x="184952" y="109647"/>
                </a:lnTo>
                <a:lnTo>
                  <a:pt x="184950" y="109649"/>
                </a:lnTo>
                <a:lnTo>
                  <a:pt x="184947" y="109651"/>
                </a:lnTo>
                <a:lnTo>
                  <a:pt x="184945" y="109653"/>
                </a:lnTo>
                <a:lnTo>
                  <a:pt x="184943" y="109655"/>
                </a:lnTo>
                <a:lnTo>
                  <a:pt x="184941" y="109657"/>
                </a:lnTo>
                <a:lnTo>
                  <a:pt x="184939" y="109659"/>
                </a:lnTo>
                <a:lnTo>
                  <a:pt x="184936" y="109661"/>
                </a:lnTo>
                <a:lnTo>
                  <a:pt x="184934" y="109663"/>
                </a:lnTo>
                <a:lnTo>
                  <a:pt x="184932" y="109665"/>
                </a:lnTo>
                <a:lnTo>
                  <a:pt x="184930" y="109667"/>
                </a:lnTo>
                <a:lnTo>
                  <a:pt x="184928" y="109669"/>
                </a:lnTo>
                <a:lnTo>
                  <a:pt x="184925" y="109671"/>
                </a:lnTo>
                <a:lnTo>
                  <a:pt x="184923" y="109673"/>
                </a:lnTo>
                <a:lnTo>
                  <a:pt x="184921" y="109674"/>
                </a:lnTo>
                <a:lnTo>
                  <a:pt x="184919" y="109676"/>
                </a:lnTo>
                <a:lnTo>
                  <a:pt x="184917" y="109678"/>
                </a:lnTo>
                <a:lnTo>
                  <a:pt x="184914" y="109680"/>
                </a:lnTo>
                <a:lnTo>
                  <a:pt x="184912" y="109682"/>
                </a:lnTo>
                <a:lnTo>
                  <a:pt x="184910" y="109684"/>
                </a:lnTo>
                <a:lnTo>
                  <a:pt x="184908" y="109686"/>
                </a:lnTo>
                <a:lnTo>
                  <a:pt x="184905" y="109688"/>
                </a:lnTo>
                <a:lnTo>
                  <a:pt x="184903" y="109690"/>
                </a:lnTo>
                <a:lnTo>
                  <a:pt x="184901" y="109691"/>
                </a:lnTo>
                <a:lnTo>
                  <a:pt x="184903" y="109690"/>
                </a:lnTo>
                <a:lnTo>
                  <a:pt x="184905" y="109688"/>
                </a:lnTo>
                <a:lnTo>
                  <a:pt x="184908" y="109686"/>
                </a:lnTo>
                <a:lnTo>
                  <a:pt x="184910" y="109684"/>
                </a:lnTo>
                <a:lnTo>
                  <a:pt x="184912" y="109682"/>
                </a:lnTo>
                <a:close/>
                <a:moveTo>
                  <a:pt x="504963" y="148959"/>
                </a:moveTo>
                <a:lnTo>
                  <a:pt x="504587" y="148388"/>
                </a:lnTo>
                <a:lnTo>
                  <a:pt x="504116" y="147718"/>
                </a:lnTo>
                <a:lnTo>
                  <a:pt x="503562" y="146965"/>
                </a:lnTo>
                <a:lnTo>
                  <a:pt x="502938" y="146146"/>
                </a:lnTo>
                <a:lnTo>
                  <a:pt x="502256" y="145277"/>
                </a:lnTo>
                <a:lnTo>
                  <a:pt x="501528" y="144374"/>
                </a:lnTo>
                <a:lnTo>
                  <a:pt x="500768" y="143453"/>
                </a:lnTo>
                <a:lnTo>
                  <a:pt x="499987" y="142530"/>
                </a:lnTo>
                <a:lnTo>
                  <a:pt x="499197" y="141622"/>
                </a:lnTo>
                <a:lnTo>
                  <a:pt x="498412" y="140744"/>
                </a:lnTo>
                <a:lnTo>
                  <a:pt x="497643" y="139913"/>
                </a:lnTo>
                <a:lnTo>
                  <a:pt x="496903" y="139145"/>
                </a:lnTo>
                <a:lnTo>
                  <a:pt x="496205" y="138456"/>
                </a:lnTo>
                <a:lnTo>
                  <a:pt x="495560" y="137862"/>
                </a:lnTo>
                <a:lnTo>
                  <a:pt x="494981" y="137380"/>
                </a:lnTo>
                <a:lnTo>
                  <a:pt x="494480" y="137026"/>
                </a:lnTo>
                <a:lnTo>
                  <a:pt x="494070" y="136815"/>
                </a:lnTo>
                <a:lnTo>
                  <a:pt x="493764" y="136764"/>
                </a:lnTo>
                <a:lnTo>
                  <a:pt x="493573" y="136889"/>
                </a:lnTo>
                <a:lnTo>
                  <a:pt x="494021" y="137407"/>
                </a:lnTo>
                <a:lnTo>
                  <a:pt x="494495" y="137952"/>
                </a:lnTo>
                <a:lnTo>
                  <a:pt x="494992" y="138520"/>
                </a:lnTo>
                <a:lnTo>
                  <a:pt x="495510" y="139109"/>
                </a:lnTo>
                <a:lnTo>
                  <a:pt x="496044" y="139713"/>
                </a:lnTo>
                <a:lnTo>
                  <a:pt x="496592" y="140331"/>
                </a:lnTo>
                <a:lnTo>
                  <a:pt x="497150" y="140958"/>
                </a:lnTo>
                <a:lnTo>
                  <a:pt x="497714" y="141592"/>
                </a:lnTo>
                <a:lnTo>
                  <a:pt x="498282" y="142228"/>
                </a:lnTo>
                <a:lnTo>
                  <a:pt x="498851" y="142864"/>
                </a:lnTo>
                <a:lnTo>
                  <a:pt x="499416" y="143496"/>
                </a:lnTo>
                <a:lnTo>
                  <a:pt x="499975" y="144120"/>
                </a:lnTo>
                <a:lnTo>
                  <a:pt x="500524" y="144733"/>
                </a:lnTo>
                <a:lnTo>
                  <a:pt x="501060" y="145331"/>
                </a:lnTo>
                <a:lnTo>
                  <a:pt x="501580" y="145912"/>
                </a:lnTo>
                <a:lnTo>
                  <a:pt x="502081" y="146472"/>
                </a:lnTo>
                <a:lnTo>
                  <a:pt x="502558" y="147007"/>
                </a:lnTo>
                <a:lnTo>
                  <a:pt x="503010" y="147513"/>
                </a:lnTo>
                <a:lnTo>
                  <a:pt x="503432" y="147988"/>
                </a:lnTo>
                <a:lnTo>
                  <a:pt x="503821" y="148428"/>
                </a:lnTo>
                <a:lnTo>
                  <a:pt x="504174" y="148830"/>
                </a:lnTo>
                <a:lnTo>
                  <a:pt x="504488" y="149189"/>
                </a:lnTo>
                <a:lnTo>
                  <a:pt x="504759" y="149504"/>
                </a:lnTo>
                <a:lnTo>
                  <a:pt x="504985" y="149769"/>
                </a:lnTo>
                <a:lnTo>
                  <a:pt x="505269" y="149934"/>
                </a:lnTo>
                <a:lnTo>
                  <a:pt x="505397" y="149919"/>
                </a:lnTo>
                <a:lnTo>
                  <a:pt x="505381" y="149741"/>
                </a:lnTo>
                <a:lnTo>
                  <a:pt x="505232" y="149416"/>
                </a:lnTo>
                <a:lnTo>
                  <a:pt x="504963" y="148959"/>
                </a:lnTo>
                <a:close/>
                <a:moveTo>
                  <a:pt x="227004" y="19833"/>
                </a:moveTo>
                <a:lnTo>
                  <a:pt x="225943" y="20362"/>
                </a:lnTo>
                <a:lnTo>
                  <a:pt x="224748" y="20959"/>
                </a:lnTo>
                <a:lnTo>
                  <a:pt x="223445" y="21612"/>
                </a:lnTo>
                <a:lnTo>
                  <a:pt x="222063" y="22310"/>
                </a:lnTo>
                <a:lnTo>
                  <a:pt x="220627" y="23039"/>
                </a:lnTo>
                <a:lnTo>
                  <a:pt x="219164" y="23786"/>
                </a:lnTo>
                <a:lnTo>
                  <a:pt x="217701" y="24541"/>
                </a:lnTo>
                <a:lnTo>
                  <a:pt x="216265" y="25290"/>
                </a:lnTo>
                <a:lnTo>
                  <a:pt x="214882" y="26020"/>
                </a:lnTo>
                <a:lnTo>
                  <a:pt x="213578" y="26719"/>
                </a:lnTo>
                <a:lnTo>
                  <a:pt x="212382" y="27375"/>
                </a:lnTo>
                <a:lnTo>
                  <a:pt x="211318" y="27975"/>
                </a:lnTo>
                <a:lnTo>
                  <a:pt x="210415" y="28507"/>
                </a:lnTo>
                <a:lnTo>
                  <a:pt x="209698" y="28958"/>
                </a:lnTo>
                <a:lnTo>
                  <a:pt x="209195" y="29316"/>
                </a:lnTo>
                <a:lnTo>
                  <a:pt x="208931" y="29568"/>
                </a:lnTo>
                <a:lnTo>
                  <a:pt x="208935" y="29702"/>
                </a:lnTo>
                <a:lnTo>
                  <a:pt x="209232" y="29706"/>
                </a:lnTo>
                <a:lnTo>
                  <a:pt x="209849" y="29566"/>
                </a:lnTo>
                <a:lnTo>
                  <a:pt x="209045" y="29933"/>
                </a:lnTo>
                <a:lnTo>
                  <a:pt x="208144" y="30370"/>
                </a:lnTo>
                <a:lnTo>
                  <a:pt x="207159" y="30872"/>
                </a:lnTo>
                <a:lnTo>
                  <a:pt x="206097" y="31432"/>
                </a:lnTo>
                <a:lnTo>
                  <a:pt x="204970" y="32043"/>
                </a:lnTo>
                <a:lnTo>
                  <a:pt x="203786" y="32701"/>
                </a:lnTo>
                <a:lnTo>
                  <a:pt x="202557" y="33397"/>
                </a:lnTo>
                <a:lnTo>
                  <a:pt x="201292" y="34127"/>
                </a:lnTo>
                <a:lnTo>
                  <a:pt x="200000" y="34884"/>
                </a:lnTo>
                <a:lnTo>
                  <a:pt x="198692" y="35662"/>
                </a:lnTo>
                <a:lnTo>
                  <a:pt x="197379" y="36454"/>
                </a:lnTo>
                <a:lnTo>
                  <a:pt x="196068" y="37254"/>
                </a:lnTo>
                <a:lnTo>
                  <a:pt x="194772" y="38056"/>
                </a:lnTo>
                <a:lnTo>
                  <a:pt x="193499" y="38854"/>
                </a:lnTo>
                <a:lnTo>
                  <a:pt x="192259" y="39641"/>
                </a:lnTo>
                <a:lnTo>
                  <a:pt x="191063" y="40411"/>
                </a:lnTo>
                <a:lnTo>
                  <a:pt x="189920" y="41159"/>
                </a:lnTo>
                <a:lnTo>
                  <a:pt x="188840" y="41877"/>
                </a:lnTo>
                <a:lnTo>
                  <a:pt x="187834" y="42559"/>
                </a:lnTo>
                <a:lnTo>
                  <a:pt x="186910" y="43200"/>
                </a:lnTo>
                <a:lnTo>
                  <a:pt x="186080" y="43793"/>
                </a:lnTo>
                <a:lnTo>
                  <a:pt x="185352" y="44331"/>
                </a:lnTo>
                <a:lnTo>
                  <a:pt x="184738" y="44809"/>
                </a:lnTo>
                <a:lnTo>
                  <a:pt x="184246" y="45220"/>
                </a:lnTo>
                <a:lnTo>
                  <a:pt x="183386" y="45963"/>
                </a:lnTo>
                <a:lnTo>
                  <a:pt x="182526" y="46703"/>
                </a:lnTo>
                <a:lnTo>
                  <a:pt x="181664" y="47439"/>
                </a:lnTo>
                <a:lnTo>
                  <a:pt x="180801" y="48173"/>
                </a:lnTo>
                <a:lnTo>
                  <a:pt x="179938" y="48904"/>
                </a:lnTo>
                <a:lnTo>
                  <a:pt x="179073" y="49632"/>
                </a:lnTo>
                <a:lnTo>
                  <a:pt x="178208" y="50358"/>
                </a:lnTo>
                <a:lnTo>
                  <a:pt x="177342" y="51082"/>
                </a:lnTo>
                <a:lnTo>
                  <a:pt x="176475" y="51804"/>
                </a:lnTo>
                <a:lnTo>
                  <a:pt x="175608" y="52524"/>
                </a:lnTo>
                <a:lnTo>
                  <a:pt x="174740" y="53242"/>
                </a:lnTo>
                <a:lnTo>
                  <a:pt x="173871" y="53958"/>
                </a:lnTo>
                <a:lnTo>
                  <a:pt x="173001" y="54673"/>
                </a:lnTo>
                <a:lnTo>
                  <a:pt x="172131" y="55387"/>
                </a:lnTo>
                <a:lnTo>
                  <a:pt x="171260" y="56099"/>
                </a:lnTo>
                <a:lnTo>
                  <a:pt x="170388" y="56811"/>
                </a:lnTo>
                <a:lnTo>
                  <a:pt x="169516" y="57522"/>
                </a:lnTo>
                <a:lnTo>
                  <a:pt x="168644" y="58232"/>
                </a:lnTo>
                <a:lnTo>
                  <a:pt x="167771" y="58942"/>
                </a:lnTo>
                <a:lnTo>
                  <a:pt x="166897" y="59651"/>
                </a:lnTo>
                <a:lnTo>
                  <a:pt x="166023" y="60361"/>
                </a:lnTo>
                <a:lnTo>
                  <a:pt x="165149" y="61070"/>
                </a:lnTo>
                <a:lnTo>
                  <a:pt x="164274" y="61780"/>
                </a:lnTo>
                <a:lnTo>
                  <a:pt x="163399" y="62490"/>
                </a:lnTo>
                <a:lnTo>
                  <a:pt x="161650" y="63915"/>
                </a:lnTo>
                <a:lnTo>
                  <a:pt x="159898" y="65345"/>
                </a:lnTo>
                <a:lnTo>
                  <a:pt x="158145" y="66781"/>
                </a:lnTo>
                <a:lnTo>
                  <a:pt x="156390" y="68224"/>
                </a:lnTo>
                <a:lnTo>
                  <a:pt x="154635" y="69676"/>
                </a:lnTo>
                <a:lnTo>
                  <a:pt x="152879" y="71138"/>
                </a:lnTo>
                <a:lnTo>
                  <a:pt x="151123" y="72611"/>
                </a:lnTo>
                <a:lnTo>
                  <a:pt x="149368" y="74097"/>
                </a:lnTo>
                <a:lnTo>
                  <a:pt x="147615" y="75597"/>
                </a:lnTo>
                <a:lnTo>
                  <a:pt x="145863" y="77112"/>
                </a:lnTo>
                <a:lnTo>
                  <a:pt x="144113" y="78644"/>
                </a:lnTo>
                <a:lnTo>
                  <a:pt x="142366" y="80194"/>
                </a:lnTo>
                <a:lnTo>
                  <a:pt x="140622" y="81763"/>
                </a:lnTo>
                <a:lnTo>
                  <a:pt x="138882" y="83353"/>
                </a:lnTo>
                <a:lnTo>
                  <a:pt x="137146" y="84965"/>
                </a:lnTo>
                <a:lnTo>
                  <a:pt x="135415" y="86600"/>
                </a:lnTo>
                <a:lnTo>
                  <a:pt x="133689" y="88260"/>
                </a:lnTo>
                <a:lnTo>
                  <a:pt x="131969" y="89946"/>
                </a:lnTo>
                <a:lnTo>
                  <a:pt x="130256" y="91660"/>
                </a:lnTo>
                <a:lnTo>
                  <a:pt x="128549" y="93402"/>
                </a:lnTo>
                <a:lnTo>
                  <a:pt x="126849" y="95175"/>
                </a:lnTo>
                <a:lnTo>
                  <a:pt x="125157" y="96979"/>
                </a:lnTo>
                <a:lnTo>
                  <a:pt x="123473" y="98815"/>
                </a:lnTo>
                <a:lnTo>
                  <a:pt x="121798" y="100686"/>
                </a:lnTo>
                <a:lnTo>
                  <a:pt x="121302" y="101203"/>
                </a:lnTo>
                <a:lnTo>
                  <a:pt x="120807" y="101720"/>
                </a:lnTo>
                <a:lnTo>
                  <a:pt x="120313" y="102237"/>
                </a:lnTo>
                <a:lnTo>
                  <a:pt x="119820" y="102754"/>
                </a:lnTo>
                <a:lnTo>
                  <a:pt x="119328" y="103272"/>
                </a:lnTo>
                <a:lnTo>
                  <a:pt x="118838" y="103789"/>
                </a:lnTo>
                <a:lnTo>
                  <a:pt x="118348" y="104307"/>
                </a:lnTo>
                <a:lnTo>
                  <a:pt x="117860" y="104825"/>
                </a:lnTo>
                <a:lnTo>
                  <a:pt x="117372" y="105344"/>
                </a:lnTo>
                <a:lnTo>
                  <a:pt x="116885" y="105863"/>
                </a:lnTo>
                <a:lnTo>
                  <a:pt x="116399" y="106382"/>
                </a:lnTo>
                <a:lnTo>
                  <a:pt x="115914" y="106902"/>
                </a:lnTo>
                <a:lnTo>
                  <a:pt x="115430" y="107422"/>
                </a:lnTo>
                <a:lnTo>
                  <a:pt x="114946" y="107943"/>
                </a:lnTo>
                <a:lnTo>
                  <a:pt x="114462" y="108465"/>
                </a:lnTo>
                <a:lnTo>
                  <a:pt x="113980" y="108987"/>
                </a:lnTo>
                <a:lnTo>
                  <a:pt x="113497" y="109510"/>
                </a:lnTo>
                <a:lnTo>
                  <a:pt x="113016" y="110034"/>
                </a:lnTo>
                <a:lnTo>
                  <a:pt x="112534" y="110559"/>
                </a:lnTo>
                <a:lnTo>
                  <a:pt x="112053" y="111085"/>
                </a:lnTo>
                <a:lnTo>
                  <a:pt x="111572" y="111611"/>
                </a:lnTo>
                <a:lnTo>
                  <a:pt x="111092" y="112139"/>
                </a:lnTo>
                <a:lnTo>
                  <a:pt x="110612" y="112668"/>
                </a:lnTo>
                <a:lnTo>
                  <a:pt x="110131" y="113198"/>
                </a:lnTo>
                <a:lnTo>
                  <a:pt x="108688" y="114805"/>
                </a:lnTo>
                <a:lnTo>
                  <a:pt x="107246" y="116423"/>
                </a:lnTo>
                <a:lnTo>
                  <a:pt x="105807" y="118052"/>
                </a:lnTo>
                <a:lnTo>
                  <a:pt x="104370" y="119691"/>
                </a:lnTo>
                <a:lnTo>
                  <a:pt x="102935" y="121341"/>
                </a:lnTo>
                <a:lnTo>
                  <a:pt x="101502" y="123002"/>
                </a:lnTo>
                <a:lnTo>
                  <a:pt x="100072" y="124674"/>
                </a:lnTo>
                <a:lnTo>
                  <a:pt x="98644" y="126356"/>
                </a:lnTo>
                <a:lnTo>
                  <a:pt x="97219" y="128049"/>
                </a:lnTo>
                <a:lnTo>
                  <a:pt x="95796" y="129753"/>
                </a:lnTo>
                <a:lnTo>
                  <a:pt x="94376" y="131469"/>
                </a:lnTo>
                <a:lnTo>
                  <a:pt x="92959" y="133195"/>
                </a:lnTo>
                <a:lnTo>
                  <a:pt x="91545" y="134932"/>
                </a:lnTo>
                <a:lnTo>
                  <a:pt x="90134" y="136680"/>
                </a:lnTo>
                <a:lnTo>
                  <a:pt x="88726" y="138439"/>
                </a:lnTo>
                <a:lnTo>
                  <a:pt x="87321" y="140210"/>
                </a:lnTo>
                <a:lnTo>
                  <a:pt x="85920" y="141991"/>
                </a:lnTo>
                <a:lnTo>
                  <a:pt x="84521" y="143784"/>
                </a:lnTo>
                <a:lnTo>
                  <a:pt x="83126" y="145588"/>
                </a:lnTo>
                <a:lnTo>
                  <a:pt x="81735" y="147404"/>
                </a:lnTo>
                <a:lnTo>
                  <a:pt x="80347" y="149231"/>
                </a:lnTo>
                <a:lnTo>
                  <a:pt x="78963" y="151069"/>
                </a:lnTo>
                <a:lnTo>
                  <a:pt x="77583" y="152919"/>
                </a:lnTo>
                <a:lnTo>
                  <a:pt x="76206" y="154780"/>
                </a:lnTo>
                <a:lnTo>
                  <a:pt x="75744" y="155398"/>
                </a:lnTo>
                <a:lnTo>
                  <a:pt x="75284" y="156016"/>
                </a:lnTo>
                <a:lnTo>
                  <a:pt x="74825" y="156633"/>
                </a:lnTo>
                <a:lnTo>
                  <a:pt x="74366" y="157250"/>
                </a:lnTo>
                <a:lnTo>
                  <a:pt x="73909" y="157867"/>
                </a:lnTo>
                <a:lnTo>
                  <a:pt x="73453" y="158484"/>
                </a:lnTo>
                <a:lnTo>
                  <a:pt x="72998" y="159100"/>
                </a:lnTo>
                <a:lnTo>
                  <a:pt x="72543" y="159717"/>
                </a:lnTo>
                <a:lnTo>
                  <a:pt x="72090" y="160334"/>
                </a:lnTo>
                <a:lnTo>
                  <a:pt x="71637" y="160951"/>
                </a:lnTo>
                <a:lnTo>
                  <a:pt x="71185" y="161569"/>
                </a:lnTo>
                <a:lnTo>
                  <a:pt x="70734" y="162186"/>
                </a:lnTo>
                <a:lnTo>
                  <a:pt x="70283" y="162804"/>
                </a:lnTo>
                <a:lnTo>
                  <a:pt x="69833" y="163423"/>
                </a:lnTo>
                <a:lnTo>
                  <a:pt x="69383" y="164041"/>
                </a:lnTo>
                <a:lnTo>
                  <a:pt x="68934" y="164661"/>
                </a:lnTo>
                <a:lnTo>
                  <a:pt x="68485" y="165281"/>
                </a:lnTo>
                <a:lnTo>
                  <a:pt x="68037" y="165901"/>
                </a:lnTo>
                <a:lnTo>
                  <a:pt x="67589" y="166523"/>
                </a:lnTo>
                <a:lnTo>
                  <a:pt x="67141" y="167145"/>
                </a:lnTo>
                <a:lnTo>
                  <a:pt x="66694" y="167767"/>
                </a:lnTo>
                <a:lnTo>
                  <a:pt x="66247" y="168391"/>
                </a:lnTo>
                <a:lnTo>
                  <a:pt x="65800" y="169016"/>
                </a:lnTo>
                <a:lnTo>
                  <a:pt x="65353" y="169641"/>
                </a:lnTo>
                <a:lnTo>
                  <a:pt x="63116" y="172832"/>
                </a:lnTo>
                <a:lnTo>
                  <a:pt x="60889" y="176056"/>
                </a:lnTo>
                <a:lnTo>
                  <a:pt x="58672" y="179313"/>
                </a:lnTo>
                <a:lnTo>
                  <a:pt x="56464" y="182602"/>
                </a:lnTo>
                <a:lnTo>
                  <a:pt x="54266" y="185925"/>
                </a:lnTo>
                <a:lnTo>
                  <a:pt x="52079" y="189280"/>
                </a:lnTo>
                <a:lnTo>
                  <a:pt x="49903" y="192668"/>
                </a:lnTo>
                <a:lnTo>
                  <a:pt x="47737" y="196088"/>
                </a:lnTo>
                <a:lnTo>
                  <a:pt x="45583" y="199542"/>
                </a:lnTo>
                <a:lnTo>
                  <a:pt x="43441" y="203028"/>
                </a:lnTo>
                <a:lnTo>
                  <a:pt x="41311" y="206546"/>
                </a:lnTo>
                <a:lnTo>
                  <a:pt x="39194" y="210097"/>
                </a:lnTo>
                <a:lnTo>
                  <a:pt x="37090" y="213681"/>
                </a:lnTo>
                <a:lnTo>
                  <a:pt x="34998" y="217298"/>
                </a:lnTo>
                <a:lnTo>
                  <a:pt x="32921" y="220947"/>
                </a:lnTo>
                <a:lnTo>
                  <a:pt x="30857" y="224628"/>
                </a:lnTo>
                <a:lnTo>
                  <a:pt x="28807" y="228342"/>
                </a:lnTo>
                <a:lnTo>
                  <a:pt x="26772" y="232088"/>
                </a:lnTo>
                <a:lnTo>
                  <a:pt x="24752" y="235867"/>
                </a:lnTo>
                <a:lnTo>
                  <a:pt x="22747" y="239679"/>
                </a:lnTo>
                <a:lnTo>
                  <a:pt x="20758" y="243522"/>
                </a:lnTo>
                <a:lnTo>
                  <a:pt x="18785" y="247399"/>
                </a:lnTo>
                <a:lnTo>
                  <a:pt x="16828" y="251307"/>
                </a:lnTo>
                <a:lnTo>
                  <a:pt x="14888" y="255248"/>
                </a:lnTo>
                <a:lnTo>
                  <a:pt x="14676" y="255837"/>
                </a:lnTo>
                <a:lnTo>
                  <a:pt x="14465" y="256426"/>
                </a:lnTo>
                <a:lnTo>
                  <a:pt x="14254" y="257014"/>
                </a:lnTo>
                <a:lnTo>
                  <a:pt x="14044" y="257601"/>
                </a:lnTo>
                <a:lnTo>
                  <a:pt x="13835" y="258187"/>
                </a:lnTo>
                <a:lnTo>
                  <a:pt x="13625" y="258772"/>
                </a:lnTo>
                <a:lnTo>
                  <a:pt x="13417" y="259357"/>
                </a:lnTo>
                <a:lnTo>
                  <a:pt x="13209" y="259941"/>
                </a:lnTo>
                <a:lnTo>
                  <a:pt x="13001" y="260525"/>
                </a:lnTo>
                <a:lnTo>
                  <a:pt x="12793" y="261108"/>
                </a:lnTo>
                <a:lnTo>
                  <a:pt x="12586" y="261691"/>
                </a:lnTo>
                <a:lnTo>
                  <a:pt x="12380" y="262273"/>
                </a:lnTo>
                <a:lnTo>
                  <a:pt x="12173" y="262855"/>
                </a:lnTo>
                <a:lnTo>
                  <a:pt x="11967" y="263437"/>
                </a:lnTo>
                <a:lnTo>
                  <a:pt x="11761" y="264019"/>
                </a:lnTo>
                <a:lnTo>
                  <a:pt x="11556" y="264600"/>
                </a:lnTo>
                <a:lnTo>
                  <a:pt x="11351" y="265182"/>
                </a:lnTo>
                <a:lnTo>
                  <a:pt x="11145" y="265763"/>
                </a:lnTo>
                <a:lnTo>
                  <a:pt x="10941" y="266345"/>
                </a:lnTo>
                <a:lnTo>
                  <a:pt x="10736" y="266926"/>
                </a:lnTo>
                <a:lnTo>
                  <a:pt x="10531" y="267508"/>
                </a:lnTo>
                <a:lnTo>
                  <a:pt x="10327" y="268091"/>
                </a:lnTo>
                <a:lnTo>
                  <a:pt x="10123" y="268673"/>
                </a:lnTo>
                <a:lnTo>
                  <a:pt x="9919" y="269256"/>
                </a:lnTo>
                <a:lnTo>
                  <a:pt x="9157" y="271625"/>
                </a:lnTo>
                <a:lnTo>
                  <a:pt x="8425" y="273989"/>
                </a:lnTo>
                <a:lnTo>
                  <a:pt x="7723" y="276344"/>
                </a:lnTo>
                <a:lnTo>
                  <a:pt x="7056" y="278683"/>
                </a:lnTo>
                <a:lnTo>
                  <a:pt x="6426" y="281000"/>
                </a:lnTo>
                <a:lnTo>
                  <a:pt x="5835" y="283289"/>
                </a:lnTo>
                <a:lnTo>
                  <a:pt x="5288" y="285545"/>
                </a:lnTo>
                <a:lnTo>
                  <a:pt x="4785" y="287762"/>
                </a:lnTo>
                <a:lnTo>
                  <a:pt x="4331" y="289934"/>
                </a:lnTo>
                <a:lnTo>
                  <a:pt x="3927" y="292056"/>
                </a:lnTo>
                <a:lnTo>
                  <a:pt x="3578" y="294120"/>
                </a:lnTo>
                <a:lnTo>
                  <a:pt x="3284" y="296123"/>
                </a:lnTo>
                <a:lnTo>
                  <a:pt x="3050" y="298057"/>
                </a:lnTo>
                <a:lnTo>
                  <a:pt x="2879" y="299917"/>
                </a:lnTo>
                <a:lnTo>
                  <a:pt x="2772" y="301697"/>
                </a:lnTo>
                <a:lnTo>
                  <a:pt x="2733" y="303391"/>
                </a:lnTo>
                <a:lnTo>
                  <a:pt x="2764" y="304994"/>
                </a:lnTo>
                <a:lnTo>
                  <a:pt x="2869" y="306500"/>
                </a:lnTo>
                <a:lnTo>
                  <a:pt x="3050" y="307903"/>
                </a:lnTo>
                <a:lnTo>
                  <a:pt x="3309" y="309196"/>
                </a:lnTo>
                <a:lnTo>
                  <a:pt x="3651" y="310375"/>
                </a:lnTo>
                <a:lnTo>
                  <a:pt x="4076" y="311433"/>
                </a:lnTo>
                <a:lnTo>
                  <a:pt x="4589" y="312365"/>
                </a:lnTo>
                <a:lnTo>
                  <a:pt x="5193" y="313165"/>
                </a:lnTo>
                <a:lnTo>
                  <a:pt x="5722" y="313761"/>
                </a:lnTo>
                <a:lnTo>
                  <a:pt x="6269" y="314297"/>
                </a:lnTo>
                <a:lnTo>
                  <a:pt x="6834" y="314774"/>
                </a:lnTo>
                <a:lnTo>
                  <a:pt x="7416" y="315194"/>
                </a:lnTo>
                <a:lnTo>
                  <a:pt x="8016" y="315557"/>
                </a:lnTo>
                <a:lnTo>
                  <a:pt x="8633" y="315863"/>
                </a:lnTo>
                <a:lnTo>
                  <a:pt x="9266" y="316114"/>
                </a:lnTo>
                <a:lnTo>
                  <a:pt x="9915" y="316311"/>
                </a:lnTo>
                <a:lnTo>
                  <a:pt x="10580" y="316454"/>
                </a:lnTo>
                <a:lnTo>
                  <a:pt x="11260" y="316545"/>
                </a:lnTo>
                <a:lnTo>
                  <a:pt x="11955" y="316584"/>
                </a:lnTo>
                <a:lnTo>
                  <a:pt x="12665" y="316572"/>
                </a:lnTo>
                <a:lnTo>
                  <a:pt x="13390" y="316509"/>
                </a:lnTo>
                <a:lnTo>
                  <a:pt x="14128" y="316398"/>
                </a:lnTo>
                <a:lnTo>
                  <a:pt x="14880" y="316238"/>
                </a:lnTo>
                <a:lnTo>
                  <a:pt x="15645" y="316031"/>
                </a:lnTo>
                <a:lnTo>
                  <a:pt x="16423" y="315777"/>
                </a:lnTo>
                <a:lnTo>
                  <a:pt x="17213" y="315477"/>
                </a:lnTo>
                <a:lnTo>
                  <a:pt x="18016" y="315133"/>
                </a:lnTo>
                <a:lnTo>
                  <a:pt x="18831" y="314745"/>
                </a:lnTo>
                <a:lnTo>
                  <a:pt x="19657" y="314313"/>
                </a:lnTo>
                <a:lnTo>
                  <a:pt x="20494" y="313839"/>
                </a:lnTo>
                <a:lnTo>
                  <a:pt x="21342" y="313324"/>
                </a:lnTo>
                <a:lnTo>
                  <a:pt x="22200" y="312768"/>
                </a:lnTo>
                <a:lnTo>
                  <a:pt x="22642" y="312444"/>
                </a:lnTo>
                <a:lnTo>
                  <a:pt x="23102" y="312052"/>
                </a:lnTo>
                <a:lnTo>
                  <a:pt x="23579" y="311597"/>
                </a:lnTo>
                <a:lnTo>
                  <a:pt x="24073" y="311082"/>
                </a:lnTo>
                <a:lnTo>
                  <a:pt x="24581" y="310513"/>
                </a:lnTo>
                <a:lnTo>
                  <a:pt x="25103" y="309895"/>
                </a:lnTo>
                <a:lnTo>
                  <a:pt x="25637" y="309233"/>
                </a:lnTo>
                <a:lnTo>
                  <a:pt x="26182" y="308530"/>
                </a:lnTo>
                <a:lnTo>
                  <a:pt x="26737" y="307793"/>
                </a:lnTo>
                <a:lnTo>
                  <a:pt x="27301" y="307025"/>
                </a:lnTo>
                <a:lnTo>
                  <a:pt x="27872" y="306232"/>
                </a:lnTo>
                <a:lnTo>
                  <a:pt x="28450" y="305418"/>
                </a:lnTo>
                <a:lnTo>
                  <a:pt x="29032" y="304588"/>
                </a:lnTo>
                <a:lnTo>
                  <a:pt x="29618" y="303747"/>
                </a:lnTo>
                <a:lnTo>
                  <a:pt x="30206" y="302899"/>
                </a:lnTo>
                <a:lnTo>
                  <a:pt x="30796" y="302050"/>
                </a:lnTo>
                <a:lnTo>
                  <a:pt x="31385" y="301204"/>
                </a:lnTo>
                <a:lnTo>
                  <a:pt x="31974" y="300366"/>
                </a:lnTo>
                <a:lnTo>
                  <a:pt x="32559" y="299541"/>
                </a:lnTo>
                <a:lnTo>
                  <a:pt x="33141" y="298733"/>
                </a:lnTo>
                <a:lnTo>
                  <a:pt x="33718" y="297947"/>
                </a:lnTo>
                <a:lnTo>
                  <a:pt x="34289" y="297188"/>
                </a:lnTo>
                <a:lnTo>
                  <a:pt x="34852" y="296461"/>
                </a:lnTo>
                <a:lnTo>
                  <a:pt x="35407" y="295770"/>
                </a:lnTo>
                <a:lnTo>
                  <a:pt x="37162" y="293638"/>
                </a:lnTo>
                <a:lnTo>
                  <a:pt x="38772" y="291654"/>
                </a:lnTo>
                <a:lnTo>
                  <a:pt x="40254" y="289797"/>
                </a:lnTo>
                <a:lnTo>
                  <a:pt x="41625" y="288044"/>
                </a:lnTo>
                <a:lnTo>
                  <a:pt x="42903" y="286374"/>
                </a:lnTo>
                <a:lnTo>
                  <a:pt x="44105" y="284767"/>
                </a:lnTo>
                <a:lnTo>
                  <a:pt x="45249" y="283199"/>
                </a:lnTo>
                <a:lnTo>
                  <a:pt x="46352" y="281650"/>
                </a:lnTo>
                <a:lnTo>
                  <a:pt x="47432" y="280098"/>
                </a:lnTo>
                <a:lnTo>
                  <a:pt x="48506" y="278521"/>
                </a:lnTo>
                <a:lnTo>
                  <a:pt x="49591" y="276898"/>
                </a:lnTo>
                <a:lnTo>
                  <a:pt x="50706" y="275206"/>
                </a:lnTo>
                <a:lnTo>
                  <a:pt x="51866" y="273426"/>
                </a:lnTo>
                <a:lnTo>
                  <a:pt x="53091" y="271534"/>
                </a:lnTo>
                <a:lnTo>
                  <a:pt x="54397" y="269510"/>
                </a:lnTo>
                <a:lnTo>
                  <a:pt x="55801" y="267331"/>
                </a:lnTo>
                <a:lnTo>
                  <a:pt x="57322" y="264976"/>
                </a:lnTo>
                <a:lnTo>
                  <a:pt x="58976" y="262424"/>
                </a:lnTo>
                <a:lnTo>
                  <a:pt x="60782" y="259652"/>
                </a:lnTo>
                <a:lnTo>
                  <a:pt x="62755" y="256640"/>
                </a:lnTo>
                <a:lnTo>
                  <a:pt x="64915" y="253366"/>
                </a:lnTo>
                <a:lnTo>
                  <a:pt x="67278" y="249808"/>
                </a:lnTo>
                <a:lnTo>
                  <a:pt x="69863" y="245944"/>
                </a:lnTo>
                <a:lnTo>
                  <a:pt x="72685" y="241753"/>
                </a:lnTo>
                <a:lnTo>
                  <a:pt x="73174" y="241026"/>
                </a:lnTo>
                <a:lnTo>
                  <a:pt x="73703" y="240236"/>
                </a:lnTo>
                <a:lnTo>
                  <a:pt x="74278" y="239378"/>
                </a:lnTo>
                <a:lnTo>
                  <a:pt x="74904" y="238447"/>
                </a:lnTo>
                <a:lnTo>
                  <a:pt x="75585" y="237437"/>
                </a:lnTo>
                <a:lnTo>
                  <a:pt x="76326" y="236344"/>
                </a:lnTo>
                <a:lnTo>
                  <a:pt x="77133" y="235161"/>
                </a:lnTo>
                <a:lnTo>
                  <a:pt x="78011" y="233883"/>
                </a:lnTo>
                <a:lnTo>
                  <a:pt x="78964" y="232505"/>
                </a:lnTo>
                <a:lnTo>
                  <a:pt x="79996" y="231022"/>
                </a:lnTo>
                <a:lnTo>
                  <a:pt x="81114" y="229429"/>
                </a:lnTo>
                <a:lnTo>
                  <a:pt x="82322" y="227719"/>
                </a:lnTo>
                <a:lnTo>
                  <a:pt x="83626" y="225888"/>
                </a:lnTo>
                <a:lnTo>
                  <a:pt x="85029" y="223931"/>
                </a:lnTo>
                <a:lnTo>
                  <a:pt x="86537" y="221841"/>
                </a:lnTo>
                <a:lnTo>
                  <a:pt x="88154" y="219614"/>
                </a:lnTo>
                <a:lnTo>
                  <a:pt x="89887" y="217245"/>
                </a:lnTo>
                <a:lnTo>
                  <a:pt x="91739" y="214728"/>
                </a:lnTo>
                <a:lnTo>
                  <a:pt x="93716" y="212057"/>
                </a:lnTo>
                <a:lnTo>
                  <a:pt x="95822" y="209228"/>
                </a:lnTo>
                <a:lnTo>
                  <a:pt x="98063" y="206234"/>
                </a:lnTo>
                <a:lnTo>
                  <a:pt x="100443" y="203072"/>
                </a:lnTo>
                <a:lnTo>
                  <a:pt x="102968" y="199735"/>
                </a:lnTo>
                <a:lnTo>
                  <a:pt x="105642" y="196218"/>
                </a:lnTo>
                <a:lnTo>
                  <a:pt x="108780" y="192097"/>
                </a:lnTo>
                <a:lnTo>
                  <a:pt x="111625" y="188347"/>
                </a:lnTo>
                <a:lnTo>
                  <a:pt x="114204" y="184937"/>
                </a:lnTo>
                <a:lnTo>
                  <a:pt x="116544" y="181836"/>
                </a:lnTo>
                <a:lnTo>
                  <a:pt x="118669" y="179014"/>
                </a:lnTo>
                <a:lnTo>
                  <a:pt x="120607" y="176440"/>
                </a:lnTo>
                <a:lnTo>
                  <a:pt x="122383" y="174084"/>
                </a:lnTo>
                <a:lnTo>
                  <a:pt x="124023" y="171915"/>
                </a:lnTo>
                <a:lnTo>
                  <a:pt x="125554" y="169903"/>
                </a:lnTo>
                <a:lnTo>
                  <a:pt x="127003" y="168016"/>
                </a:lnTo>
                <a:lnTo>
                  <a:pt x="128394" y="166226"/>
                </a:lnTo>
                <a:lnTo>
                  <a:pt x="129754" y="164500"/>
                </a:lnTo>
                <a:lnTo>
                  <a:pt x="131110" y="162808"/>
                </a:lnTo>
                <a:lnTo>
                  <a:pt x="132488" y="161121"/>
                </a:lnTo>
                <a:lnTo>
                  <a:pt x="133912" y="159407"/>
                </a:lnTo>
                <a:lnTo>
                  <a:pt x="135411" y="157635"/>
                </a:lnTo>
                <a:lnTo>
                  <a:pt x="137010" y="155776"/>
                </a:lnTo>
                <a:lnTo>
                  <a:pt x="138735" y="153799"/>
                </a:lnTo>
                <a:lnTo>
                  <a:pt x="140612" y="151672"/>
                </a:lnTo>
                <a:lnTo>
                  <a:pt x="142668" y="149366"/>
                </a:lnTo>
                <a:lnTo>
                  <a:pt x="144928" y="146851"/>
                </a:lnTo>
                <a:lnTo>
                  <a:pt x="147418" y="144094"/>
                </a:lnTo>
                <a:lnTo>
                  <a:pt x="150166" y="141067"/>
                </a:lnTo>
                <a:lnTo>
                  <a:pt x="153197" y="137737"/>
                </a:lnTo>
                <a:lnTo>
                  <a:pt x="153690" y="137381"/>
                </a:lnTo>
                <a:lnTo>
                  <a:pt x="154418" y="136802"/>
                </a:lnTo>
                <a:lnTo>
                  <a:pt x="155358" y="136021"/>
                </a:lnTo>
                <a:lnTo>
                  <a:pt x="156489" y="135058"/>
                </a:lnTo>
                <a:lnTo>
                  <a:pt x="157788" y="133934"/>
                </a:lnTo>
                <a:lnTo>
                  <a:pt x="159233" y="132671"/>
                </a:lnTo>
                <a:lnTo>
                  <a:pt x="160802" y="131288"/>
                </a:lnTo>
                <a:lnTo>
                  <a:pt x="162473" y="129806"/>
                </a:lnTo>
                <a:lnTo>
                  <a:pt x="164223" y="128247"/>
                </a:lnTo>
                <a:lnTo>
                  <a:pt x="166030" y="126631"/>
                </a:lnTo>
                <a:lnTo>
                  <a:pt x="167873" y="124978"/>
                </a:lnTo>
                <a:lnTo>
                  <a:pt x="169728" y="123310"/>
                </a:lnTo>
                <a:lnTo>
                  <a:pt x="171575" y="121647"/>
                </a:lnTo>
                <a:lnTo>
                  <a:pt x="173389" y="120009"/>
                </a:lnTo>
                <a:lnTo>
                  <a:pt x="175151" y="118418"/>
                </a:lnTo>
                <a:lnTo>
                  <a:pt x="176836" y="116895"/>
                </a:lnTo>
                <a:lnTo>
                  <a:pt x="178424" y="115460"/>
                </a:lnTo>
                <a:lnTo>
                  <a:pt x="179891" y="114133"/>
                </a:lnTo>
                <a:lnTo>
                  <a:pt x="181216" y="112936"/>
                </a:lnTo>
                <a:lnTo>
                  <a:pt x="182377" y="111889"/>
                </a:lnTo>
                <a:lnTo>
                  <a:pt x="183351" y="111013"/>
                </a:lnTo>
                <a:lnTo>
                  <a:pt x="184116" y="110329"/>
                </a:lnTo>
                <a:lnTo>
                  <a:pt x="184650" y="109857"/>
                </a:lnTo>
                <a:lnTo>
                  <a:pt x="184931" y="109618"/>
                </a:lnTo>
                <a:lnTo>
                  <a:pt x="186714" y="107692"/>
                </a:lnTo>
                <a:lnTo>
                  <a:pt x="188751" y="105694"/>
                </a:lnTo>
                <a:lnTo>
                  <a:pt x="191013" y="103636"/>
                </a:lnTo>
                <a:lnTo>
                  <a:pt x="193474" y="101532"/>
                </a:lnTo>
                <a:lnTo>
                  <a:pt x="196103" y="99394"/>
                </a:lnTo>
                <a:lnTo>
                  <a:pt x="198873" y="97236"/>
                </a:lnTo>
                <a:lnTo>
                  <a:pt x="201756" y="95071"/>
                </a:lnTo>
                <a:lnTo>
                  <a:pt x="204722" y="92912"/>
                </a:lnTo>
                <a:lnTo>
                  <a:pt x="207744" y="90772"/>
                </a:lnTo>
                <a:lnTo>
                  <a:pt x="210792" y="88664"/>
                </a:lnTo>
                <a:lnTo>
                  <a:pt x="213839" y="86601"/>
                </a:lnTo>
                <a:lnTo>
                  <a:pt x="216856" y="84596"/>
                </a:lnTo>
                <a:lnTo>
                  <a:pt x="219815" y="82663"/>
                </a:lnTo>
                <a:lnTo>
                  <a:pt x="222687" y="80814"/>
                </a:lnTo>
                <a:lnTo>
                  <a:pt x="225444" y="79062"/>
                </a:lnTo>
                <a:lnTo>
                  <a:pt x="228058" y="77422"/>
                </a:lnTo>
                <a:lnTo>
                  <a:pt x="230499" y="75904"/>
                </a:lnTo>
                <a:lnTo>
                  <a:pt x="232740" y="74524"/>
                </a:lnTo>
                <a:lnTo>
                  <a:pt x="234752" y="73293"/>
                </a:lnTo>
                <a:lnTo>
                  <a:pt x="236507" y="72226"/>
                </a:lnTo>
                <a:lnTo>
                  <a:pt x="237977" y="71334"/>
                </a:lnTo>
                <a:lnTo>
                  <a:pt x="239132" y="70631"/>
                </a:lnTo>
                <a:lnTo>
                  <a:pt x="239945" y="70131"/>
                </a:lnTo>
                <a:lnTo>
                  <a:pt x="240387" y="69845"/>
                </a:lnTo>
                <a:lnTo>
                  <a:pt x="240673" y="69666"/>
                </a:lnTo>
                <a:lnTo>
                  <a:pt x="241105" y="69420"/>
                </a:lnTo>
                <a:lnTo>
                  <a:pt x="241674" y="69113"/>
                </a:lnTo>
                <a:lnTo>
                  <a:pt x="242372" y="68748"/>
                </a:lnTo>
                <a:lnTo>
                  <a:pt x="243192" y="68329"/>
                </a:lnTo>
                <a:lnTo>
                  <a:pt x="244126" y="67860"/>
                </a:lnTo>
                <a:lnTo>
                  <a:pt x="245168" y="67346"/>
                </a:lnTo>
                <a:lnTo>
                  <a:pt x="246308" y="66789"/>
                </a:lnTo>
                <a:lnTo>
                  <a:pt x="247541" y="66195"/>
                </a:lnTo>
                <a:lnTo>
                  <a:pt x="248857" y="65568"/>
                </a:lnTo>
                <a:lnTo>
                  <a:pt x="250250" y="64910"/>
                </a:lnTo>
                <a:lnTo>
                  <a:pt x="251712" y="64227"/>
                </a:lnTo>
                <a:lnTo>
                  <a:pt x="253236" y="63522"/>
                </a:lnTo>
                <a:lnTo>
                  <a:pt x="254813" y="62799"/>
                </a:lnTo>
                <a:lnTo>
                  <a:pt x="256437" y="62063"/>
                </a:lnTo>
                <a:lnTo>
                  <a:pt x="258099" y="61317"/>
                </a:lnTo>
                <a:lnTo>
                  <a:pt x="259793" y="60565"/>
                </a:lnTo>
                <a:lnTo>
                  <a:pt x="261510" y="59811"/>
                </a:lnTo>
                <a:lnTo>
                  <a:pt x="263243" y="59060"/>
                </a:lnTo>
                <a:lnTo>
                  <a:pt x="264985" y="58315"/>
                </a:lnTo>
                <a:lnTo>
                  <a:pt x="266728" y="57581"/>
                </a:lnTo>
                <a:lnTo>
                  <a:pt x="268464" y="56860"/>
                </a:lnTo>
                <a:lnTo>
                  <a:pt x="270185" y="56158"/>
                </a:lnTo>
                <a:lnTo>
                  <a:pt x="271885" y="55479"/>
                </a:lnTo>
                <a:lnTo>
                  <a:pt x="273009" y="55147"/>
                </a:lnTo>
                <a:lnTo>
                  <a:pt x="274148" y="54815"/>
                </a:lnTo>
                <a:lnTo>
                  <a:pt x="275304" y="54485"/>
                </a:lnTo>
                <a:lnTo>
                  <a:pt x="276478" y="54155"/>
                </a:lnTo>
                <a:lnTo>
                  <a:pt x="277670" y="53828"/>
                </a:lnTo>
                <a:lnTo>
                  <a:pt x="278881" y="53503"/>
                </a:lnTo>
                <a:lnTo>
                  <a:pt x="280113" y="53180"/>
                </a:lnTo>
                <a:lnTo>
                  <a:pt x="281366" y="52861"/>
                </a:lnTo>
                <a:lnTo>
                  <a:pt x="282641" y="52546"/>
                </a:lnTo>
                <a:lnTo>
                  <a:pt x="283940" y="52235"/>
                </a:lnTo>
                <a:lnTo>
                  <a:pt x="285262" y="51929"/>
                </a:lnTo>
                <a:lnTo>
                  <a:pt x="286610" y="51628"/>
                </a:lnTo>
                <a:lnTo>
                  <a:pt x="287983" y="51333"/>
                </a:lnTo>
                <a:lnTo>
                  <a:pt x="289384" y="51044"/>
                </a:lnTo>
                <a:lnTo>
                  <a:pt x="290812" y="50761"/>
                </a:lnTo>
                <a:lnTo>
                  <a:pt x="292269" y="50486"/>
                </a:lnTo>
                <a:lnTo>
                  <a:pt x="293756" y="50219"/>
                </a:lnTo>
                <a:lnTo>
                  <a:pt x="295274" y="49959"/>
                </a:lnTo>
                <a:lnTo>
                  <a:pt x="296823" y="49709"/>
                </a:lnTo>
                <a:lnTo>
                  <a:pt x="298405" y="49467"/>
                </a:lnTo>
                <a:lnTo>
                  <a:pt x="300020" y="49235"/>
                </a:lnTo>
                <a:lnTo>
                  <a:pt x="301670" y="49013"/>
                </a:lnTo>
                <a:lnTo>
                  <a:pt x="303355" y="48802"/>
                </a:lnTo>
                <a:lnTo>
                  <a:pt x="305076" y="48602"/>
                </a:lnTo>
                <a:lnTo>
                  <a:pt x="303976" y="48831"/>
                </a:lnTo>
                <a:lnTo>
                  <a:pt x="303227" y="49005"/>
                </a:lnTo>
                <a:lnTo>
                  <a:pt x="302811" y="49129"/>
                </a:lnTo>
                <a:lnTo>
                  <a:pt x="302714" y="49210"/>
                </a:lnTo>
                <a:lnTo>
                  <a:pt x="302918" y="49253"/>
                </a:lnTo>
                <a:lnTo>
                  <a:pt x="303407" y="49262"/>
                </a:lnTo>
                <a:lnTo>
                  <a:pt x="304165" y="49244"/>
                </a:lnTo>
                <a:lnTo>
                  <a:pt x="305175" y="49205"/>
                </a:lnTo>
                <a:lnTo>
                  <a:pt x="306421" y="49148"/>
                </a:lnTo>
                <a:lnTo>
                  <a:pt x="307886" y="49081"/>
                </a:lnTo>
                <a:lnTo>
                  <a:pt x="309554" y="49008"/>
                </a:lnTo>
                <a:lnTo>
                  <a:pt x="311410" y="48936"/>
                </a:lnTo>
                <a:lnTo>
                  <a:pt x="313435" y="48869"/>
                </a:lnTo>
                <a:lnTo>
                  <a:pt x="315615" y="48812"/>
                </a:lnTo>
                <a:lnTo>
                  <a:pt x="317932" y="48773"/>
                </a:lnTo>
                <a:lnTo>
                  <a:pt x="320370" y="48755"/>
                </a:lnTo>
                <a:lnTo>
                  <a:pt x="322913" y="48765"/>
                </a:lnTo>
                <a:lnTo>
                  <a:pt x="325544" y="48808"/>
                </a:lnTo>
                <a:lnTo>
                  <a:pt x="328248" y="48889"/>
                </a:lnTo>
                <a:lnTo>
                  <a:pt x="331007" y="49014"/>
                </a:lnTo>
                <a:lnTo>
                  <a:pt x="333805" y="49189"/>
                </a:lnTo>
                <a:lnTo>
                  <a:pt x="336627" y="49419"/>
                </a:lnTo>
                <a:lnTo>
                  <a:pt x="339454" y="49709"/>
                </a:lnTo>
                <a:lnTo>
                  <a:pt x="342272" y="50065"/>
                </a:lnTo>
                <a:lnTo>
                  <a:pt x="343256" y="50155"/>
                </a:lnTo>
                <a:lnTo>
                  <a:pt x="343927" y="50215"/>
                </a:lnTo>
                <a:lnTo>
                  <a:pt x="344309" y="50247"/>
                </a:lnTo>
                <a:lnTo>
                  <a:pt x="344426" y="50253"/>
                </a:lnTo>
                <a:lnTo>
                  <a:pt x="344303" y="50235"/>
                </a:lnTo>
                <a:lnTo>
                  <a:pt x="343962" y="50195"/>
                </a:lnTo>
                <a:lnTo>
                  <a:pt x="343429" y="50136"/>
                </a:lnTo>
                <a:lnTo>
                  <a:pt x="342726" y="50059"/>
                </a:lnTo>
                <a:lnTo>
                  <a:pt x="341878" y="49968"/>
                </a:lnTo>
                <a:lnTo>
                  <a:pt x="340909" y="49863"/>
                </a:lnTo>
                <a:lnTo>
                  <a:pt x="339843" y="49747"/>
                </a:lnTo>
                <a:lnTo>
                  <a:pt x="338703" y="49622"/>
                </a:lnTo>
                <a:lnTo>
                  <a:pt x="337514" y="49491"/>
                </a:lnTo>
                <a:lnTo>
                  <a:pt x="336299" y="49355"/>
                </a:lnTo>
                <a:lnTo>
                  <a:pt x="335082" y="49216"/>
                </a:lnTo>
                <a:lnTo>
                  <a:pt x="333887" y="49077"/>
                </a:lnTo>
                <a:lnTo>
                  <a:pt x="332739" y="48940"/>
                </a:lnTo>
                <a:lnTo>
                  <a:pt x="331661" y="48807"/>
                </a:lnTo>
                <a:lnTo>
                  <a:pt x="330676" y="48681"/>
                </a:lnTo>
                <a:lnTo>
                  <a:pt x="329810" y="48562"/>
                </a:lnTo>
                <a:lnTo>
                  <a:pt x="329085" y="48454"/>
                </a:lnTo>
                <a:lnTo>
                  <a:pt x="328526" y="48358"/>
                </a:lnTo>
                <a:lnTo>
                  <a:pt x="328157" y="48277"/>
                </a:lnTo>
                <a:lnTo>
                  <a:pt x="328001" y="48213"/>
                </a:lnTo>
                <a:lnTo>
                  <a:pt x="328641" y="48198"/>
                </a:lnTo>
                <a:lnTo>
                  <a:pt x="329330" y="48195"/>
                </a:lnTo>
                <a:lnTo>
                  <a:pt x="330062" y="48204"/>
                </a:lnTo>
                <a:lnTo>
                  <a:pt x="330837" y="48223"/>
                </a:lnTo>
                <a:lnTo>
                  <a:pt x="331650" y="48253"/>
                </a:lnTo>
                <a:lnTo>
                  <a:pt x="332499" y="48293"/>
                </a:lnTo>
                <a:lnTo>
                  <a:pt x="333380" y="48343"/>
                </a:lnTo>
                <a:lnTo>
                  <a:pt x="334291" y="48403"/>
                </a:lnTo>
                <a:lnTo>
                  <a:pt x="335229" y="48472"/>
                </a:lnTo>
                <a:lnTo>
                  <a:pt x="336190" y="48550"/>
                </a:lnTo>
                <a:lnTo>
                  <a:pt x="337171" y="48636"/>
                </a:lnTo>
                <a:lnTo>
                  <a:pt x="338170" y="48731"/>
                </a:lnTo>
                <a:lnTo>
                  <a:pt x="339184" y="48833"/>
                </a:lnTo>
                <a:lnTo>
                  <a:pt x="340208" y="48942"/>
                </a:lnTo>
                <a:lnTo>
                  <a:pt x="341241" y="49059"/>
                </a:lnTo>
                <a:lnTo>
                  <a:pt x="342280" y="49182"/>
                </a:lnTo>
                <a:lnTo>
                  <a:pt x="343321" y="49312"/>
                </a:lnTo>
                <a:lnTo>
                  <a:pt x="344360" y="49448"/>
                </a:lnTo>
                <a:lnTo>
                  <a:pt x="345397" y="49589"/>
                </a:lnTo>
                <a:lnTo>
                  <a:pt x="346426" y="49735"/>
                </a:lnTo>
                <a:lnTo>
                  <a:pt x="347445" y="49887"/>
                </a:lnTo>
                <a:lnTo>
                  <a:pt x="348452" y="50042"/>
                </a:lnTo>
                <a:lnTo>
                  <a:pt x="349443" y="50202"/>
                </a:lnTo>
                <a:lnTo>
                  <a:pt x="350415" y="50366"/>
                </a:lnTo>
                <a:lnTo>
                  <a:pt x="351784" y="50631"/>
                </a:lnTo>
                <a:lnTo>
                  <a:pt x="353158" y="50912"/>
                </a:lnTo>
                <a:lnTo>
                  <a:pt x="354535" y="51207"/>
                </a:lnTo>
                <a:lnTo>
                  <a:pt x="355912" y="51516"/>
                </a:lnTo>
                <a:lnTo>
                  <a:pt x="357286" y="51837"/>
                </a:lnTo>
                <a:lnTo>
                  <a:pt x="358655" y="52169"/>
                </a:lnTo>
                <a:lnTo>
                  <a:pt x="360016" y="52511"/>
                </a:lnTo>
                <a:lnTo>
                  <a:pt x="361366" y="52861"/>
                </a:lnTo>
                <a:lnTo>
                  <a:pt x="362704" y="53218"/>
                </a:lnTo>
                <a:lnTo>
                  <a:pt x="364025" y="53581"/>
                </a:lnTo>
                <a:lnTo>
                  <a:pt x="365328" y="53948"/>
                </a:lnTo>
                <a:lnTo>
                  <a:pt x="366610" y="54319"/>
                </a:lnTo>
                <a:lnTo>
                  <a:pt x="367868" y="54692"/>
                </a:lnTo>
                <a:lnTo>
                  <a:pt x="369100" y="55065"/>
                </a:lnTo>
                <a:lnTo>
                  <a:pt x="370303" y="55438"/>
                </a:lnTo>
                <a:lnTo>
                  <a:pt x="371474" y="55809"/>
                </a:lnTo>
                <a:lnTo>
                  <a:pt x="372611" y="56177"/>
                </a:lnTo>
                <a:lnTo>
                  <a:pt x="373711" y="56541"/>
                </a:lnTo>
                <a:lnTo>
                  <a:pt x="374772" y="56899"/>
                </a:lnTo>
                <a:lnTo>
                  <a:pt x="375790" y="57251"/>
                </a:lnTo>
                <a:lnTo>
                  <a:pt x="376764" y="57594"/>
                </a:lnTo>
                <a:lnTo>
                  <a:pt x="377690" y="57928"/>
                </a:lnTo>
                <a:lnTo>
                  <a:pt x="378567" y="58251"/>
                </a:lnTo>
                <a:lnTo>
                  <a:pt x="379390" y="58562"/>
                </a:lnTo>
                <a:lnTo>
                  <a:pt x="379786" y="58707"/>
                </a:lnTo>
                <a:lnTo>
                  <a:pt x="379985" y="58760"/>
                </a:lnTo>
                <a:lnTo>
                  <a:pt x="380012" y="58734"/>
                </a:lnTo>
                <a:lnTo>
                  <a:pt x="379895" y="58641"/>
                </a:lnTo>
                <a:lnTo>
                  <a:pt x="379658" y="58492"/>
                </a:lnTo>
                <a:lnTo>
                  <a:pt x="379329" y="58299"/>
                </a:lnTo>
                <a:lnTo>
                  <a:pt x="378933" y="58074"/>
                </a:lnTo>
                <a:lnTo>
                  <a:pt x="378496" y="57830"/>
                </a:lnTo>
                <a:lnTo>
                  <a:pt x="378045" y="57577"/>
                </a:lnTo>
                <a:lnTo>
                  <a:pt x="377605" y="57328"/>
                </a:lnTo>
                <a:lnTo>
                  <a:pt x="377203" y="57094"/>
                </a:lnTo>
                <a:lnTo>
                  <a:pt x="376865" y="56889"/>
                </a:lnTo>
                <a:lnTo>
                  <a:pt x="376616" y="56722"/>
                </a:lnTo>
                <a:lnTo>
                  <a:pt x="376484" y="56607"/>
                </a:lnTo>
                <a:lnTo>
                  <a:pt x="376493" y="56554"/>
                </a:lnTo>
                <a:lnTo>
                  <a:pt x="376671" y="56577"/>
                </a:lnTo>
                <a:lnTo>
                  <a:pt x="377043" y="56687"/>
                </a:lnTo>
                <a:lnTo>
                  <a:pt x="377636" y="56895"/>
                </a:lnTo>
                <a:lnTo>
                  <a:pt x="378475" y="57214"/>
                </a:lnTo>
                <a:lnTo>
                  <a:pt x="379586" y="57655"/>
                </a:lnTo>
                <a:lnTo>
                  <a:pt x="380996" y="58231"/>
                </a:lnTo>
                <a:lnTo>
                  <a:pt x="382731" y="58953"/>
                </a:lnTo>
                <a:lnTo>
                  <a:pt x="384817" y="59833"/>
                </a:lnTo>
                <a:lnTo>
                  <a:pt x="387279" y="60883"/>
                </a:lnTo>
                <a:lnTo>
                  <a:pt x="389703" y="61931"/>
                </a:lnTo>
                <a:lnTo>
                  <a:pt x="391679" y="62808"/>
                </a:lnTo>
                <a:lnTo>
                  <a:pt x="393245" y="63528"/>
                </a:lnTo>
                <a:lnTo>
                  <a:pt x="394439" y="64106"/>
                </a:lnTo>
                <a:lnTo>
                  <a:pt x="395297" y="64556"/>
                </a:lnTo>
                <a:lnTo>
                  <a:pt x="395858" y="64894"/>
                </a:lnTo>
                <a:lnTo>
                  <a:pt x="396158" y="65135"/>
                </a:lnTo>
                <a:lnTo>
                  <a:pt x="396235" y="65292"/>
                </a:lnTo>
                <a:lnTo>
                  <a:pt x="396127" y="65381"/>
                </a:lnTo>
                <a:lnTo>
                  <a:pt x="395870" y="65416"/>
                </a:lnTo>
                <a:lnTo>
                  <a:pt x="395503" y="65413"/>
                </a:lnTo>
                <a:lnTo>
                  <a:pt x="395062" y="65385"/>
                </a:lnTo>
                <a:lnTo>
                  <a:pt x="394585" y="65349"/>
                </a:lnTo>
                <a:lnTo>
                  <a:pt x="394110" y="65318"/>
                </a:lnTo>
                <a:lnTo>
                  <a:pt x="393674" y="65307"/>
                </a:lnTo>
                <a:lnTo>
                  <a:pt x="393314" y="65331"/>
                </a:lnTo>
                <a:lnTo>
                  <a:pt x="393067" y="65405"/>
                </a:lnTo>
                <a:lnTo>
                  <a:pt x="392972" y="65544"/>
                </a:lnTo>
                <a:lnTo>
                  <a:pt x="393065" y="65762"/>
                </a:lnTo>
                <a:lnTo>
                  <a:pt x="393384" y="66074"/>
                </a:lnTo>
                <a:lnTo>
                  <a:pt x="393967" y="66495"/>
                </a:lnTo>
                <a:lnTo>
                  <a:pt x="394850" y="67040"/>
                </a:lnTo>
                <a:lnTo>
                  <a:pt x="396071" y="67723"/>
                </a:lnTo>
                <a:lnTo>
                  <a:pt x="397668" y="68559"/>
                </a:lnTo>
                <a:lnTo>
                  <a:pt x="399520" y="69523"/>
                </a:lnTo>
                <a:lnTo>
                  <a:pt x="401487" y="70582"/>
                </a:lnTo>
                <a:lnTo>
                  <a:pt x="403558" y="71729"/>
                </a:lnTo>
                <a:lnTo>
                  <a:pt x="405722" y="72956"/>
                </a:lnTo>
                <a:lnTo>
                  <a:pt x="407967" y="74257"/>
                </a:lnTo>
                <a:lnTo>
                  <a:pt x="410282" y="75624"/>
                </a:lnTo>
                <a:lnTo>
                  <a:pt x="412657" y="77049"/>
                </a:lnTo>
                <a:lnTo>
                  <a:pt x="415079" y="78527"/>
                </a:lnTo>
                <a:lnTo>
                  <a:pt x="417538" y="80048"/>
                </a:lnTo>
                <a:lnTo>
                  <a:pt x="420022" y="81607"/>
                </a:lnTo>
                <a:lnTo>
                  <a:pt x="422520" y="83197"/>
                </a:lnTo>
                <a:lnTo>
                  <a:pt x="425020" y="84809"/>
                </a:lnTo>
                <a:lnTo>
                  <a:pt x="427512" y="86436"/>
                </a:lnTo>
                <a:lnTo>
                  <a:pt x="429984" y="88072"/>
                </a:lnTo>
                <a:lnTo>
                  <a:pt x="432425" y="89710"/>
                </a:lnTo>
                <a:lnTo>
                  <a:pt x="434824" y="91341"/>
                </a:lnTo>
                <a:lnTo>
                  <a:pt x="437169" y="92959"/>
                </a:lnTo>
                <a:lnTo>
                  <a:pt x="439450" y="94557"/>
                </a:lnTo>
                <a:lnTo>
                  <a:pt x="441654" y="96127"/>
                </a:lnTo>
                <a:lnTo>
                  <a:pt x="443771" y="97662"/>
                </a:lnTo>
                <a:lnTo>
                  <a:pt x="445789" y="99155"/>
                </a:lnTo>
                <a:lnTo>
                  <a:pt x="447697" y="100599"/>
                </a:lnTo>
                <a:lnTo>
                  <a:pt x="448511" y="101231"/>
                </a:lnTo>
                <a:lnTo>
                  <a:pt x="448418" y="101157"/>
                </a:lnTo>
                <a:lnTo>
                  <a:pt x="446556" y="99674"/>
                </a:lnTo>
                <a:lnTo>
                  <a:pt x="444502" y="98045"/>
                </a:lnTo>
                <a:lnTo>
                  <a:pt x="442288" y="96296"/>
                </a:lnTo>
                <a:lnTo>
                  <a:pt x="439948" y="94455"/>
                </a:lnTo>
                <a:lnTo>
                  <a:pt x="437514" y="92551"/>
                </a:lnTo>
                <a:lnTo>
                  <a:pt x="435019" y="90610"/>
                </a:lnTo>
                <a:lnTo>
                  <a:pt x="432495" y="88660"/>
                </a:lnTo>
                <a:lnTo>
                  <a:pt x="429975" y="86729"/>
                </a:lnTo>
                <a:lnTo>
                  <a:pt x="427492" y="84846"/>
                </a:lnTo>
                <a:lnTo>
                  <a:pt x="425078" y="83036"/>
                </a:lnTo>
                <a:lnTo>
                  <a:pt x="422767" y="81329"/>
                </a:lnTo>
                <a:lnTo>
                  <a:pt x="420590" y="79751"/>
                </a:lnTo>
                <a:lnTo>
                  <a:pt x="418581" y="78331"/>
                </a:lnTo>
                <a:lnTo>
                  <a:pt x="416772" y="77096"/>
                </a:lnTo>
                <a:lnTo>
                  <a:pt x="415196" y="76074"/>
                </a:lnTo>
                <a:lnTo>
                  <a:pt x="413857" y="75226"/>
                </a:lnTo>
                <a:lnTo>
                  <a:pt x="412726" y="74486"/>
                </a:lnTo>
                <a:lnTo>
                  <a:pt x="411798" y="73854"/>
                </a:lnTo>
                <a:lnTo>
                  <a:pt x="411071" y="73332"/>
                </a:lnTo>
                <a:lnTo>
                  <a:pt x="410541" y="72921"/>
                </a:lnTo>
                <a:lnTo>
                  <a:pt x="410206" y="72622"/>
                </a:lnTo>
                <a:lnTo>
                  <a:pt x="410063" y="72434"/>
                </a:lnTo>
                <a:lnTo>
                  <a:pt x="410108" y="72360"/>
                </a:lnTo>
                <a:lnTo>
                  <a:pt x="410340" y="72399"/>
                </a:lnTo>
                <a:lnTo>
                  <a:pt x="410755" y="72553"/>
                </a:lnTo>
                <a:lnTo>
                  <a:pt x="411349" y="72823"/>
                </a:lnTo>
                <a:lnTo>
                  <a:pt x="412121" y="73209"/>
                </a:lnTo>
                <a:lnTo>
                  <a:pt x="413066" y="73713"/>
                </a:lnTo>
                <a:lnTo>
                  <a:pt x="414183" y="74334"/>
                </a:lnTo>
                <a:lnTo>
                  <a:pt x="415468" y="75075"/>
                </a:lnTo>
                <a:lnTo>
                  <a:pt x="416918" y="75935"/>
                </a:lnTo>
                <a:lnTo>
                  <a:pt x="418530" y="76916"/>
                </a:lnTo>
                <a:lnTo>
                  <a:pt x="420302" y="78018"/>
                </a:lnTo>
                <a:lnTo>
                  <a:pt x="422231" y="79242"/>
                </a:lnTo>
                <a:lnTo>
                  <a:pt x="424312" y="80590"/>
                </a:lnTo>
                <a:lnTo>
                  <a:pt x="426544" y="82061"/>
                </a:lnTo>
                <a:lnTo>
                  <a:pt x="428924" y="83658"/>
                </a:lnTo>
                <a:lnTo>
                  <a:pt x="431449" y="85380"/>
                </a:lnTo>
                <a:lnTo>
                  <a:pt x="434115" y="87228"/>
                </a:lnTo>
                <a:lnTo>
                  <a:pt x="436549" y="88921"/>
                </a:lnTo>
                <a:lnTo>
                  <a:pt x="438403" y="90193"/>
                </a:lnTo>
                <a:lnTo>
                  <a:pt x="439314" y="90805"/>
                </a:lnTo>
                <a:lnTo>
                  <a:pt x="442403" y="93261"/>
                </a:lnTo>
                <a:lnTo>
                  <a:pt x="446676" y="96742"/>
                </a:lnTo>
                <a:lnTo>
                  <a:pt x="451045" y="100387"/>
                </a:lnTo>
                <a:lnTo>
                  <a:pt x="455498" y="104189"/>
                </a:lnTo>
                <a:lnTo>
                  <a:pt x="460022" y="108138"/>
                </a:lnTo>
                <a:lnTo>
                  <a:pt x="464604" y="112228"/>
                </a:lnTo>
                <a:lnTo>
                  <a:pt x="469231" y="116450"/>
                </a:lnTo>
                <a:lnTo>
                  <a:pt x="473891" y="120796"/>
                </a:lnTo>
                <a:lnTo>
                  <a:pt x="478570" y="125260"/>
                </a:lnTo>
                <a:lnTo>
                  <a:pt x="483255" y="129832"/>
                </a:lnTo>
                <a:lnTo>
                  <a:pt x="487935" y="134505"/>
                </a:lnTo>
                <a:lnTo>
                  <a:pt x="492596" y="139271"/>
                </a:lnTo>
                <a:lnTo>
                  <a:pt x="497225" y="144123"/>
                </a:lnTo>
                <a:lnTo>
                  <a:pt x="501810" y="149052"/>
                </a:lnTo>
                <a:lnTo>
                  <a:pt x="506337" y="154050"/>
                </a:lnTo>
                <a:lnTo>
                  <a:pt x="510795" y="159110"/>
                </a:lnTo>
                <a:lnTo>
                  <a:pt x="515169" y="164224"/>
                </a:lnTo>
                <a:lnTo>
                  <a:pt x="519447" y="169384"/>
                </a:lnTo>
                <a:lnTo>
                  <a:pt x="523617" y="174582"/>
                </a:lnTo>
                <a:lnTo>
                  <a:pt x="520902" y="170989"/>
                </a:lnTo>
                <a:lnTo>
                  <a:pt x="517995" y="167279"/>
                </a:lnTo>
                <a:lnTo>
                  <a:pt x="514910" y="163468"/>
                </a:lnTo>
                <a:lnTo>
                  <a:pt x="511659" y="159569"/>
                </a:lnTo>
                <a:lnTo>
                  <a:pt x="508258" y="155597"/>
                </a:lnTo>
                <a:lnTo>
                  <a:pt x="504721" y="151565"/>
                </a:lnTo>
                <a:lnTo>
                  <a:pt x="501060" y="147488"/>
                </a:lnTo>
                <a:lnTo>
                  <a:pt x="497290" y="143380"/>
                </a:lnTo>
                <a:lnTo>
                  <a:pt x="493425" y="139254"/>
                </a:lnTo>
                <a:lnTo>
                  <a:pt x="489478" y="135125"/>
                </a:lnTo>
                <a:lnTo>
                  <a:pt x="485464" y="131007"/>
                </a:lnTo>
                <a:lnTo>
                  <a:pt x="481396" y="126914"/>
                </a:lnTo>
                <a:lnTo>
                  <a:pt x="477288" y="122861"/>
                </a:lnTo>
                <a:lnTo>
                  <a:pt x="473155" y="118860"/>
                </a:lnTo>
                <a:lnTo>
                  <a:pt x="469009" y="114927"/>
                </a:lnTo>
                <a:lnTo>
                  <a:pt x="464866" y="111076"/>
                </a:lnTo>
                <a:lnTo>
                  <a:pt x="460738" y="107319"/>
                </a:lnTo>
                <a:lnTo>
                  <a:pt x="456639" y="103673"/>
                </a:lnTo>
                <a:lnTo>
                  <a:pt x="452584" y="100150"/>
                </a:lnTo>
                <a:lnTo>
                  <a:pt x="448586" y="96765"/>
                </a:lnTo>
                <a:lnTo>
                  <a:pt x="444659" y="93531"/>
                </a:lnTo>
                <a:lnTo>
                  <a:pt x="440818" y="90464"/>
                </a:lnTo>
                <a:lnTo>
                  <a:pt x="437075" y="87576"/>
                </a:lnTo>
                <a:lnTo>
                  <a:pt x="433445" y="84883"/>
                </a:lnTo>
                <a:lnTo>
                  <a:pt x="434304" y="85394"/>
                </a:lnTo>
                <a:lnTo>
                  <a:pt x="435291" y="86033"/>
                </a:lnTo>
                <a:lnTo>
                  <a:pt x="436395" y="86791"/>
                </a:lnTo>
                <a:lnTo>
                  <a:pt x="437604" y="87654"/>
                </a:lnTo>
                <a:lnTo>
                  <a:pt x="438907" y="88614"/>
                </a:lnTo>
                <a:lnTo>
                  <a:pt x="440292" y="89658"/>
                </a:lnTo>
                <a:lnTo>
                  <a:pt x="441747" y="90776"/>
                </a:lnTo>
                <a:lnTo>
                  <a:pt x="443261" y="91956"/>
                </a:lnTo>
                <a:lnTo>
                  <a:pt x="444823" y="93188"/>
                </a:lnTo>
                <a:lnTo>
                  <a:pt x="446421" y="94460"/>
                </a:lnTo>
                <a:lnTo>
                  <a:pt x="448043" y="95762"/>
                </a:lnTo>
                <a:lnTo>
                  <a:pt x="449679" y="97082"/>
                </a:lnTo>
                <a:lnTo>
                  <a:pt x="451315" y="98410"/>
                </a:lnTo>
                <a:lnTo>
                  <a:pt x="452942" y="99734"/>
                </a:lnTo>
                <a:lnTo>
                  <a:pt x="454546" y="101043"/>
                </a:lnTo>
                <a:lnTo>
                  <a:pt x="456118" y="102326"/>
                </a:lnTo>
                <a:lnTo>
                  <a:pt x="457645" y="103573"/>
                </a:lnTo>
                <a:lnTo>
                  <a:pt x="459115" y="104772"/>
                </a:lnTo>
                <a:lnTo>
                  <a:pt x="460518" y="105912"/>
                </a:lnTo>
                <a:lnTo>
                  <a:pt x="461841" y="106983"/>
                </a:lnTo>
                <a:lnTo>
                  <a:pt x="463073" y="107972"/>
                </a:lnTo>
                <a:lnTo>
                  <a:pt x="464203" y="108869"/>
                </a:lnTo>
                <a:lnTo>
                  <a:pt x="465219" y="109664"/>
                </a:lnTo>
                <a:lnTo>
                  <a:pt x="466110" y="110345"/>
                </a:lnTo>
                <a:lnTo>
                  <a:pt x="466027" y="110214"/>
                </a:lnTo>
                <a:lnTo>
                  <a:pt x="465898" y="110049"/>
                </a:lnTo>
                <a:lnTo>
                  <a:pt x="465725" y="109853"/>
                </a:lnTo>
                <a:lnTo>
                  <a:pt x="465511" y="109626"/>
                </a:lnTo>
                <a:lnTo>
                  <a:pt x="465260" y="109372"/>
                </a:lnTo>
                <a:lnTo>
                  <a:pt x="464974" y="109092"/>
                </a:lnTo>
                <a:lnTo>
                  <a:pt x="464655" y="108788"/>
                </a:lnTo>
                <a:lnTo>
                  <a:pt x="464307" y="108463"/>
                </a:lnTo>
                <a:lnTo>
                  <a:pt x="463933" y="108119"/>
                </a:lnTo>
                <a:lnTo>
                  <a:pt x="463534" y="107758"/>
                </a:lnTo>
                <a:lnTo>
                  <a:pt x="463114" y="107382"/>
                </a:lnTo>
                <a:lnTo>
                  <a:pt x="462676" y="106993"/>
                </a:lnTo>
                <a:lnTo>
                  <a:pt x="462223" y="106593"/>
                </a:lnTo>
                <a:lnTo>
                  <a:pt x="461756" y="106185"/>
                </a:lnTo>
                <a:lnTo>
                  <a:pt x="461280" y="105770"/>
                </a:lnTo>
                <a:lnTo>
                  <a:pt x="460796" y="105351"/>
                </a:lnTo>
                <a:lnTo>
                  <a:pt x="460308" y="104929"/>
                </a:lnTo>
                <a:lnTo>
                  <a:pt x="459818" y="104508"/>
                </a:lnTo>
                <a:lnTo>
                  <a:pt x="459330" y="104089"/>
                </a:lnTo>
                <a:lnTo>
                  <a:pt x="458845" y="103673"/>
                </a:lnTo>
                <a:lnTo>
                  <a:pt x="458367" y="103265"/>
                </a:lnTo>
                <a:lnTo>
                  <a:pt x="457899" y="102864"/>
                </a:lnTo>
                <a:lnTo>
                  <a:pt x="457442" y="102474"/>
                </a:lnTo>
                <a:lnTo>
                  <a:pt x="457001" y="102097"/>
                </a:lnTo>
                <a:lnTo>
                  <a:pt x="457757" y="102599"/>
                </a:lnTo>
                <a:lnTo>
                  <a:pt x="458633" y="103232"/>
                </a:lnTo>
                <a:lnTo>
                  <a:pt x="459621" y="103988"/>
                </a:lnTo>
                <a:lnTo>
                  <a:pt x="460712" y="104861"/>
                </a:lnTo>
                <a:lnTo>
                  <a:pt x="461901" y="105842"/>
                </a:lnTo>
                <a:lnTo>
                  <a:pt x="463178" y="106924"/>
                </a:lnTo>
                <a:lnTo>
                  <a:pt x="464536" y="108100"/>
                </a:lnTo>
                <a:lnTo>
                  <a:pt x="465967" y="109361"/>
                </a:lnTo>
                <a:lnTo>
                  <a:pt x="467464" y="110699"/>
                </a:lnTo>
                <a:lnTo>
                  <a:pt x="469018" y="112108"/>
                </a:lnTo>
                <a:lnTo>
                  <a:pt x="470623" y="113580"/>
                </a:lnTo>
                <a:lnTo>
                  <a:pt x="472269" y="115107"/>
                </a:lnTo>
                <a:lnTo>
                  <a:pt x="473950" y="116681"/>
                </a:lnTo>
                <a:lnTo>
                  <a:pt x="475658" y="118294"/>
                </a:lnTo>
                <a:lnTo>
                  <a:pt x="477384" y="119940"/>
                </a:lnTo>
                <a:lnTo>
                  <a:pt x="479122" y="121609"/>
                </a:lnTo>
                <a:lnTo>
                  <a:pt x="480863" y="123296"/>
                </a:lnTo>
                <a:lnTo>
                  <a:pt x="482599" y="124992"/>
                </a:lnTo>
                <a:lnTo>
                  <a:pt x="484323" y="126688"/>
                </a:lnTo>
                <a:lnTo>
                  <a:pt x="486028" y="128379"/>
                </a:lnTo>
                <a:lnTo>
                  <a:pt x="487705" y="130056"/>
                </a:lnTo>
                <a:lnTo>
                  <a:pt x="489346" y="131711"/>
                </a:lnTo>
                <a:lnTo>
                  <a:pt x="490944" y="133337"/>
                </a:lnTo>
                <a:lnTo>
                  <a:pt x="492491" y="134926"/>
                </a:lnTo>
                <a:lnTo>
                  <a:pt x="490049" y="132140"/>
                </a:lnTo>
                <a:lnTo>
                  <a:pt x="487527" y="129361"/>
                </a:lnTo>
                <a:lnTo>
                  <a:pt x="484930" y="126591"/>
                </a:lnTo>
                <a:lnTo>
                  <a:pt x="482264" y="123834"/>
                </a:lnTo>
                <a:lnTo>
                  <a:pt x="479533" y="121090"/>
                </a:lnTo>
                <a:lnTo>
                  <a:pt x="476741" y="118363"/>
                </a:lnTo>
                <a:lnTo>
                  <a:pt x="473893" y="115654"/>
                </a:lnTo>
                <a:lnTo>
                  <a:pt x="470995" y="112967"/>
                </a:lnTo>
                <a:lnTo>
                  <a:pt x="468051" y="110303"/>
                </a:lnTo>
                <a:lnTo>
                  <a:pt x="465066" y="107665"/>
                </a:lnTo>
                <a:lnTo>
                  <a:pt x="462045" y="105055"/>
                </a:lnTo>
                <a:lnTo>
                  <a:pt x="458992" y="102475"/>
                </a:lnTo>
                <a:lnTo>
                  <a:pt x="455912" y="99928"/>
                </a:lnTo>
                <a:lnTo>
                  <a:pt x="452810" y="97416"/>
                </a:lnTo>
                <a:lnTo>
                  <a:pt x="449691" y="94942"/>
                </a:lnTo>
                <a:lnTo>
                  <a:pt x="446560" y="92507"/>
                </a:lnTo>
                <a:lnTo>
                  <a:pt x="443421" y="90115"/>
                </a:lnTo>
                <a:lnTo>
                  <a:pt x="440279" y="87766"/>
                </a:lnTo>
                <a:lnTo>
                  <a:pt x="437139" y="85465"/>
                </a:lnTo>
                <a:lnTo>
                  <a:pt x="434006" y="83212"/>
                </a:lnTo>
                <a:lnTo>
                  <a:pt x="430884" y="81011"/>
                </a:lnTo>
                <a:lnTo>
                  <a:pt x="427779" y="78864"/>
                </a:lnTo>
                <a:lnTo>
                  <a:pt x="424695" y="76773"/>
                </a:lnTo>
                <a:lnTo>
                  <a:pt x="421636" y="74740"/>
                </a:lnTo>
                <a:lnTo>
                  <a:pt x="421860" y="74869"/>
                </a:lnTo>
                <a:lnTo>
                  <a:pt x="422082" y="74998"/>
                </a:lnTo>
                <a:lnTo>
                  <a:pt x="422305" y="75127"/>
                </a:lnTo>
                <a:lnTo>
                  <a:pt x="422527" y="75256"/>
                </a:lnTo>
                <a:lnTo>
                  <a:pt x="422748" y="75385"/>
                </a:lnTo>
                <a:lnTo>
                  <a:pt x="422969" y="75514"/>
                </a:lnTo>
                <a:lnTo>
                  <a:pt x="423190" y="75643"/>
                </a:lnTo>
                <a:lnTo>
                  <a:pt x="423410" y="75773"/>
                </a:lnTo>
                <a:lnTo>
                  <a:pt x="423630" y="75902"/>
                </a:lnTo>
                <a:lnTo>
                  <a:pt x="423850" y="76032"/>
                </a:lnTo>
                <a:lnTo>
                  <a:pt x="424069" y="76161"/>
                </a:lnTo>
                <a:lnTo>
                  <a:pt x="424288" y="76291"/>
                </a:lnTo>
                <a:lnTo>
                  <a:pt x="424507" y="76421"/>
                </a:lnTo>
                <a:lnTo>
                  <a:pt x="424726" y="76551"/>
                </a:lnTo>
                <a:lnTo>
                  <a:pt x="424945" y="76682"/>
                </a:lnTo>
                <a:lnTo>
                  <a:pt x="425163" y="76812"/>
                </a:lnTo>
                <a:lnTo>
                  <a:pt x="425381" y="76943"/>
                </a:lnTo>
                <a:lnTo>
                  <a:pt x="425599" y="77074"/>
                </a:lnTo>
                <a:lnTo>
                  <a:pt x="425817" y="77205"/>
                </a:lnTo>
                <a:lnTo>
                  <a:pt x="426035" y="77336"/>
                </a:lnTo>
                <a:lnTo>
                  <a:pt x="426252" y="77468"/>
                </a:lnTo>
                <a:lnTo>
                  <a:pt x="426470" y="77600"/>
                </a:lnTo>
                <a:lnTo>
                  <a:pt x="426688" y="77732"/>
                </a:lnTo>
                <a:lnTo>
                  <a:pt x="426906" y="77864"/>
                </a:lnTo>
                <a:lnTo>
                  <a:pt x="427667" y="78327"/>
                </a:lnTo>
                <a:lnTo>
                  <a:pt x="428344" y="78737"/>
                </a:lnTo>
                <a:lnTo>
                  <a:pt x="428939" y="79093"/>
                </a:lnTo>
                <a:lnTo>
                  <a:pt x="429453" y="79398"/>
                </a:lnTo>
                <a:lnTo>
                  <a:pt x="429889" y="79653"/>
                </a:lnTo>
                <a:lnTo>
                  <a:pt x="430248" y="79859"/>
                </a:lnTo>
                <a:lnTo>
                  <a:pt x="430532" y="80017"/>
                </a:lnTo>
                <a:lnTo>
                  <a:pt x="430743" y="80128"/>
                </a:lnTo>
                <a:lnTo>
                  <a:pt x="430883" y="80194"/>
                </a:lnTo>
                <a:lnTo>
                  <a:pt x="430953" y="80216"/>
                </a:lnTo>
                <a:lnTo>
                  <a:pt x="430956" y="80194"/>
                </a:lnTo>
                <a:lnTo>
                  <a:pt x="430893" y="80131"/>
                </a:lnTo>
                <a:lnTo>
                  <a:pt x="430766" y="80028"/>
                </a:lnTo>
                <a:lnTo>
                  <a:pt x="430578" y="79885"/>
                </a:lnTo>
                <a:lnTo>
                  <a:pt x="430329" y="79704"/>
                </a:lnTo>
                <a:lnTo>
                  <a:pt x="430022" y="79486"/>
                </a:lnTo>
                <a:lnTo>
                  <a:pt x="429658" y="79232"/>
                </a:lnTo>
                <a:lnTo>
                  <a:pt x="429240" y="78944"/>
                </a:lnTo>
                <a:lnTo>
                  <a:pt x="428769" y="78623"/>
                </a:lnTo>
                <a:lnTo>
                  <a:pt x="428247" y="78269"/>
                </a:lnTo>
                <a:lnTo>
                  <a:pt x="427676" y="77885"/>
                </a:lnTo>
                <a:lnTo>
                  <a:pt x="427057" y="77471"/>
                </a:lnTo>
                <a:lnTo>
                  <a:pt x="426393" y="77029"/>
                </a:lnTo>
                <a:lnTo>
                  <a:pt x="425686" y="76559"/>
                </a:lnTo>
                <a:lnTo>
                  <a:pt x="428866" y="78565"/>
                </a:lnTo>
                <a:lnTo>
                  <a:pt x="432188" y="80794"/>
                </a:lnTo>
                <a:lnTo>
                  <a:pt x="435640" y="83229"/>
                </a:lnTo>
                <a:lnTo>
                  <a:pt x="439207" y="85855"/>
                </a:lnTo>
                <a:lnTo>
                  <a:pt x="442875" y="88657"/>
                </a:lnTo>
                <a:lnTo>
                  <a:pt x="446629" y="91618"/>
                </a:lnTo>
                <a:lnTo>
                  <a:pt x="450457" y="94724"/>
                </a:lnTo>
                <a:lnTo>
                  <a:pt x="454345" y="97957"/>
                </a:lnTo>
                <a:lnTo>
                  <a:pt x="458277" y="101302"/>
                </a:lnTo>
                <a:lnTo>
                  <a:pt x="462241" y="104745"/>
                </a:lnTo>
                <a:lnTo>
                  <a:pt x="466222" y="108268"/>
                </a:lnTo>
                <a:lnTo>
                  <a:pt x="470206" y="111856"/>
                </a:lnTo>
                <a:lnTo>
                  <a:pt x="474180" y="115493"/>
                </a:lnTo>
                <a:lnTo>
                  <a:pt x="478129" y="119164"/>
                </a:lnTo>
                <a:lnTo>
                  <a:pt x="482040" y="122853"/>
                </a:lnTo>
                <a:lnTo>
                  <a:pt x="485898" y="126543"/>
                </a:lnTo>
                <a:lnTo>
                  <a:pt x="489690" y="130221"/>
                </a:lnTo>
                <a:lnTo>
                  <a:pt x="493401" y="133868"/>
                </a:lnTo>
                <a:lnTo>
                  <a:pt x="497018" y="137471"/>
                </a:lnTo>
                <a:lnTo>
                  <a:pt x="500527" y="141012"/>
                </a:lnTo>
                <a:lnTo>
                  <a:pt x="503914" y="144477"/>
                </a:lnTo>
                <a:lnTo>
                  <a:pt x="507164" y="147849"/>
                </a:lnTo>
                <a:lnTo>
                  <a:pt x="510264" y="151113"/>
                </a:lnTo>
                <a:lnTo>
                  <a:pt x="513200" y="154254"/>
                </a:lnTo>
                <a:lnTo>
                  <a:pt x="512848" y="153725"/>
                </a:lnTo>
                <a:lnTo>
                  <a:pt x="512204" y="152899"/>
                </a:lnTo>
                <a:lnTo>
                  <a:pt x="511301" y="151810"/>
                </a:lnTo>
                <a:lnTo>
                  <a:pt x="510174" y="150494"/>
                </a:lnTo>
                <a:lnTo>
                  <a:pt x="508856" y="148984"/>
                </a:lnTo>
                <a:lnTo>
                  <a:pt x="507382" y="147316"/>
                </a:lnTo>
                <a:lnTo>
                  <a:pt x="505786" y="145524"/>
                </a:lnTo>
                <a:lnTo>
                  <a:pt x="504100" y="143644"/>
                </a:lnTo>
                <a:lnTo>
                  <a:pt x="502360" y="141710"/>
                </a:lnTo>
                <a:lnTo>
                  <a:pt x="500599" y="139757"/>
                </a:lnTo>
                <a:lnTo>
                  <a:pt x="498851" y="137819"/>
                </a:lnTo>
                <a:lnTo>
                  <a:pt x="497151" y="135932"/>
                </a:lnTo>
                <a:lnTo>
                  <a:pt x="495531" y="134130"/>
                </a:lnTo>
                <a:lnTo>
                  <a:pt x="494026" y="132448"/>
                </a:lnTo>
                <a:lnTo>
                  <a:pt x="492671" y="130921"/>
                </a:lnTo>
                <a:lnTo>
                  <a:pt x="491498" y="129584"/>
                </a:lnTo>
                <a:lnTo>
                  <a:pt x="490542" y="128471"/>
                </a:lnTo>
                <a:lnTo>
                  <a:pt x="489836" y="127617"/>
                </a:lnTo>
                <a:lnTo>
                  <a:pt x="489416" y="127057"/>
                </a:lnTo>
                <a:lnTo>
                  <a:pt x="489313" y="126826"/>
                </a:lnTo>
                <a:lnTo>
                  <a:pt x="489564" y="126959"/>
                </a:lnTo>
                <a:lnTo>
                  <a:pt x="490201" y="127489"/>
                </a:lnTo>
                <a:lnTo>
                  <a:pt x="491258" y="128453"/>
                </a:lnTo>
                <a:lnTo>
                  <a:pt x="492770" y="129885"/>
                </a:lnTo>
                <a:lnTo>
                  <a:pt x="492368" y="129432"/>
                </a:lnTo>
                <a:lnTo>
                  <a:pt x="491958" y="128972"/>
                </a:lnTo>
                <a:lnTo>
                  <a:pt x="491540" y="128507"/>
                </a:lnTo>
                <a:lnTo>
                  <a:pt x="491114" y="128035"/>
                </a:lnTo>
                <a:lnTo>
                  <a:pt x="490680" y="127558"/>
                </a:lnTo>
                <a:lnTo>
                  <a:pt x="490239" y="127076"/>
                </a:lnTo>
                <a:lnTo>
                  <a:pt x="489791" y="126588"/>
                </a:lnTo>
                <a:lnTo>
                  <a:pt x="489335" y="126095"/>
                </a:lnTo>
                <a:lnTo>
                  <a:pt x="488872" y="125597"/>
                </a:lnTo>
                <a:lnTo>
                  <a:pt x="488402" y="125095"/>
                </a:lnTo>
                <a:lnTo>
                  <a:pt x="487924" y="124587"/>
                </a:lnTo>
                <a:lnTo>
                  <a:pt x="487440" y="124075"/>
                </a:lnTo>
                <a:lnTo>
                  <a:pt x="486949" y="123559"/>
                </a:lnTo>
                <a:lnTo>
                  <a:pt x="486451" y="123038"/>
                </a:lnTo>
                <a:lnTo>
                  <a:pt x="485946" y="122513"/>
                </a:lnTo>
                <a:lnTo>
                  <a:pt x="485435" y="121985"/>
                </a:lnTo>
                <a:lnTo>
                  <a:pt x="484918" y="121452"/>
                </a:lnTo>
                <a:lnTo>
                  <a:pt x="484394" y="120916"/>
                </a:lnTo>
                <a:lnTo>
                  <a:pt x="483864" y="120377"/>
                </a:lnTo>
                <a:lnTo>
                  <a:pt x="483327" y="119834"/>
                </a:lnTo>
                <a:lnTo>
                  <a:pt x="482785" y="119288"/>
                </a:lnTo>
                <a:lnTo>
                  <a:pt x="482237" y="118740"/>
                </a:lnTo>
                <a:lnTo>
                  <a:pt x="481683" y="118188"/>
                </a:lnTo>
                <a:lnTo>
                  <a:pt x="481123" y="117634"/>
                </a:lnTo>
                <a:lnTo>
                  <a:pt x="481324" y="117779"/>
                </a:lnTo>
                <a:lnTo>
                  <a:pt x="481524" y="117925"/>
                </a:lnTo>
                <a:lnTo>
                  <a:pt x="481724" y="118070"/>
                </a:lnTo>
                <a:lnTo>
                  <a:pt x="481924" y="118216"/>
                </a:lnTo>
                <a:lnTo>
                  <a:pt x="482123" y="118361"/>
                </a:lnTo>
                <a:lnTo>
                  <a:pt x="482322" y="118507"/>
                </a:lnTo>
                <a:lnTo>
                  <a:pt x="482520" y="118652"/>
                </a:lnTo>
                <a:lnTo>
                  <a:pt x="482718" y="118797"/>
                </a:lnTo>
                <a:lnTo>
                  <a:pt x="482916" y="118942"/>
                </a:lnTo>
                <a:lnTo>
                  <a:pt x="483114" y="119087"/>
                </a:lnTo>
                <a:lnTo>
                  <a:pt x="483311" y="119232"/>
                </a:lnTo>
                <a:lnTo>
                  <a:pt x="483508" y="119378"/>
                </a:lnTo>
                <a:lnTo>
                  <a:pt x="483705" y="119523"/>
                </a:lnTo>
                <a:lnTo>
                  <a:pt x="483902" y="119668"/>
                </a:lnTo>
                <a:lnTo>
                  <a:pt x="484098" y="119813"/>
                </a:lnTo>
                <a:lnTo>
                  <a:pt x="484295" y="119959"/>
                </a:lnTo>
                <a:lnTo>
                  <a:pt x="484491" y="120104"/>
                </a:lnTo>
                <a:lnTo>
                  <a:pt x="484687" y="120250"/>
                </a:lnTo>
                <a:lnTo>
                  <a:pt x="484883" y="120396"/>
                </a:lnTo>
                <a:lnTo>
                  <a:pt x="485079" y="120541"/>
                </a:lnTo>
                <a:lnTo>
                  <a:pt x="485275" y="120687"/>
                </a:lnTo>
                <a:lnTo>
                  <a:pt x="485471" y="120834"/>
                </a:lnTo>
                <a:lnTo>
                  <a:pt x="485667" y="120980"/>
                </a:lnTo>
                <a:lnTo>
                  <a:pt x="485862" y="121126"/>
                </a:lnTo>
                <a:lnTo>
                  <a:pt x="486027" y="121265"/>
                </a:lnTo>
                <a:lnTo>
                  <a:pt x="486191" y="121402"/>
                </a:lnTo>
                <a:lnTo>
                  <a:pt x="486352" y="121539"/>
                </a:lnTo>
                <a:lnTo>
                  <a:pt x="486512" y="121675"/>
                </a:lnTo>
                <a:lnTo>
                  <a:pt x="486670" y="121810"/>
                </a:lnTo>
                <a:lnTo>
                  <a:pt x="486826" y="121943"/>
                </a:lnTo>
                <a:lnTo>
                  <a:pt x="486980" y="122076"/>
                </a:lnTo>
                <a:lnTo>
                  <a:pt x="487132" y="122207"/>
                </a:lnTo>
                <a:lnTo>
                  <a:pt x="487281" y="122337"/>
                </a:lnTo>
                <a:lnTo>
                  <a:pt x="487428" y="122465"/>
                </a:lnTo>
                <a:lnTo>
                  <a:pt x="487572" y="122592"/>
                </a:lnTo>
                <a:lnTo>
                  <a:pt x="487714" y="122717"/>
                </a:lnTo>
                <a:lnTo>
                  <a:pt x="487853" y="122841"/>
                </a:lnTo>
                <a:lnTo>
                  <a:pt x="487988" y="122963"/>
                </a:lnTo>
                <a:lnTo>
                  <a:pt x="488121" y="123083"/>
                </a:lnTo>
                <a:lnTo>
                  <a:pt x="488251" y="123201"/>
                </a:lnTo>
                <a:lnTo>
                  <a:pt x="488377" y="123317"/>
                </a:lnTo>
                <a:lnTo>
                  <a:pt x="488499" y="123431"/>
                </a:lnTo>
                <a:lnTo>
                  <a:pt x="488619" y="123543"/>
                </a:lnTo>
                <a:lnTo>
                  <a:pt x="488734" y="123652"/>
                </a:lnTo>
                <a:lnTo>
                  <a:pt x="488846" y="123759"/>
                </a:lnTo>
                <a:lnTo>
                  <a:pt x="488954" y="123864"/>
                </a:lnTo>
                <a:lnTo>
                  <a:pt x="489057" y="123966"/>
                </a:lnTo>
                <a:lnTo>
                  <a:pt x="489157" y="124066"/>
                </a:lnTo>
                <a:lnTo>
                  <a:pt x="491482" y="126542"/>
                </a:lnTo>
                <a:lnTo>
                  <a:pt x="493787" y="129073"/>
                </a:lnTo>
                <a:lnTo>
                  <a:pt x="496074" y="131655"/>
                </a:lnTo>
                <a:lnTo>
                  <a:pt x="498346" y="134288"/>
                </a:lnTo>
                <a:lnTo>
                  <a:pt x="500606" y="136968"/>
                </a:lnTo>
                <a:lnTo>
                  <a:pt x="502854" y="139694"/>
                </a:lnTo>
                <a:lnTo>
                  <a:pt x="505095" y="142463"/>
                </a:lnTo>
                <a:lnTo>
                  <a:pt x="507329" y="145273"/>
                </a:lnTo>
                <a:lnTo>
                  <a:pt x="509560" y="148122"/>
                </a:lnTo>
                <a:lnTo>
                  <a:pt x="511790" y="151008"/>
                </a:lnTo>
                <a:lnTo>
                  <a:pt x="514021" y="153928"/>
                </a:lnTo>
                <a:lnTo>
                  <a:pt x="516255" y="156880"/>
                </a:lnTo>
                <a:lnTo>
                  <a:pt x="518494" y="159862"/>
                </a:lnTo>
                <a:lnTo>
                  <a:pt x="520742" y="162871"/>
                </a:lnTo>
                <a:lnTo>
                  <a:pt x="523000" y="165907"/>
                </a:lnTo>
                <a:lnTo>
                  <a:pt x="525271" y="168965"/>
                </a:lnTo>
                <a:lnTo>
                  <a:pt x="527556" y="172045"/>
                </a:lnTo>
                <a:lnTo>
                  <a:pt x="529859" y="175144"/>
                </a:lnTo>
                <a:lnTo>
                  <a:pt x="532181" y="178259"/>
                </a:lnTo>
                <a:lnTo>
                  <a:pt x="534525" y="181388"/>
                </a:lnTo>
                <a:lnTo>
                  <a:pt x="536894" y="184530"/>
                </a:lnTo>
                <a:lnTo>
                  <a:pt x="539289" y="187682"/>
                </a:lnTo>
                <a:lnTo>
                  <a:pt x="541713" y="190841"/>
                </a:lnTo>
                <a:lnTo>
                  <a:pt x="544168" y="194006"/>
                </a:lnTo>
                <a:lnTo>
                  <a:pt x="545310" y="195660"/>
                </a:lnTo>
                <a:lnTo>
                  <a:pt x="546489" y="197366"/>
                </a:lnTo>
                <a:lnTo>
                  <a:pt x="547699" y="199114"/>
                </a:lnTo>
                <a:lnTo>
                  <a:pt x="548932" y="200896"/>
                </a:lnTo>
                <a:lnTo>
                  <a:pt x="550184" y="202700"/>
                </a:lnTo>
                <a:lnTo>
                  <a:pt x="551448" y="204519"/>
                </a:lnTo>
                <a:lnTo>
                  <a:pt x="552717" y="206341"/>
                </a:lnTo>
                <a:lnTo>
                  <a:pt x="553986" y="208157"/>
                </a:lnTo>
                <a:lnTo>
                  <a:pt x="555248" y="209958"/>
                </a:lnTo>
                <a:lnTo>
                  <a:pt x="556497" y="211734"/>
                </a:lnTo>
                <a:lnTo>
                  <a:pt x="557728" y="213476"/>
                </a:lnTo>
                <a:lnTo>
                  <a:pt x="558933" y="215173"/>
                </a:lnTo>
                <a:lnTo>
                  <a:pt x="560107" y="216816"/>
                </a:lnTo>
                <a:lnTo>
                  <a:pt x="561244" y="218395"/>
                </a:lnTo>
                <a:lnTo>
                  <a:pt x="562337" y="219901"/>
                </a:lnTo>
                <a:lnTo>
                  <a:pt x="563380" y="221324"/>
                </a:lnTo>
                <a:lnTo>
                  <a:pt x="564368" y="222654"/>
                </a:lnTo>
                <a:lnTo>
                  <a:pt x="565293" y="223882"/>
                </a:lnTo>
                <a:lnTo>
                  <a:pt x="566149" y="224998"/>
                </a:lnTo>
                <a:lnTo>
                  <a:pt x="566932" y="225993"/>
                </a:lnTo>
                <a:lnTo>
                  <a:pt x="567633" y="226856"/>
                </a:lnTo>
                <a:lnTo>
                  <a:pt x="568248" y="227578"/>
                </a:lnTo>
                <a:lnTo>
                  <a:pt x="568770" y="228150"/>
                </a:lnTo>
                <a:lnTo>
                  <a:pt x="569192" y="228561"/>
                </a:lnTo>
                <a:lnTo>
                  <a:pt x="568635" y="227666"/>
                </a:lnTo>
                <a:lnTo>
                  <a:pt x="568081" y="226780"/>
                </a:lnTo>
                <a:lnTo>
                  <a:pt x="567531" y="225905"/>
                </a:lnTo>
                <a:lnTo>
                  <a:pt x="566983" y="225038"/>
                </a:lnTo>
                <a:lnTo>
                  <a:pt x="566438" y="224180"/>
                </a:lnTo>
                <a:lnTo>
                  <a:pt x="565895" y="223331"/>
                </a:lnTo>
                <a:lnTo>
                  <a:pt x="565355" y="222489"/>
                </a:lnTo>
                <a:lnTo>
                  <a:pt x="564816" y="221654"/>
                </a:lnTo>
                <a:lnTo>
                  <a:pt x="564279" y="220826"/>
                </a:lnTo>
                <a:lnTo>
                  <a:pt x="563743" y="220005"/>
                </a:lnTo>
                <a:lnTo>
                  <a:pt x="563208" y="219189"/>
                </a:lnTo>
                <a:lnTo>
                  <a:pt x="562674" y="218378"/>
                </a:lnTo>
                <a:lnTo>
                  <a:pt x="562140" y="217572"/>
                </a:lnTo>
                <a:lnTo>
                  <a:pt x="561606" y="216770"/>
                </a:lnTo>
                <a:lnTo>
                  <a:pt x="561072" y="215972"/>
                </a:lnTo>
                <a:lnTo>
                  <a:pt x="560538" y="215178"/>
                </a:lnTo>
                <a:lnTo>
                  <a:pt x="560003" y="214386"/>
                </a:lnTo>
                <a:lnTo>
                  <a:pt x="559467" y="213596"/>
                </a:lnTo>
                <a:lnTo>
                  <a:pt x="558930" y="212808"/>
                </a:lnTo>
                <a:lnTo>
                  <a:pt x="558391" y="212021"/>
                </a:lnTo>
                <a:lnTo>
                  <a:pt x="557851" y="211235"/>
                </a:lnTo>
                <a:lnTo>
                  <a:pt x="557308" y="210449"/>
                </a:lnTo>
                <a:lnTo>
                  <a:pt x="556763" y="209663"/>
                </a:lnTo>
                <a:lnTo>
                  <a:pt x="556216" y="208876"/>
                </a:lnTo>
                <a:lnTo>
                  <a:pt x="556312" y="208990"/>
                </a:lnTo>
                <a:lnTo>
                  <a:pt x="556407" y="209104"/>
                </a:lnTo>
                <a:lnTo>
                  <a:pt x="556503" y="209217"/>
                </a:lnTo>
                <a:lnTo>
                  <a:pt x="556598" y="209331"/>
                </a:lnTo>
                <a:lnTo>
                  <a:pt x="556693" y="209444"/>
                </a:lnTo>
                <a:lnTo>
                  <a:pt x="556788" y="209557"/>
                </a:lnTo>
                <a:lnTo>
                  <a:pt x="556883" y="209670"/>
                </a:lnTo>
                <a:lnTo>
                  <a:pt x="556978" y="209783"/>
                </a:lnTo>
                <a:lnTo>
                  <a:pt x="557072" y="209895"/>
                </a:lnTo>
                <a:lnTo>
                  <a:pt x="557166" y="210008"/>
                </a:lnTo>
                <a:lnTo>
                  <a:pt x="557260" y="210120"/>
                </a:lnTo>
                <a:lnTo>
                  <a:pt x="557354" y="210233"/>
                </a:lnTo>
                <a:lnTo>
                  <a:pt x="557448" y="210345"/>
                </a:lnTo>
                <a:lnTo>
                  <a:pt x="557542" y="210457"/>
                </a:lnTo>
                <a:lnTo>
                  <a:pt x="557636" y="210569"/>
                </a:lnTo>
                <a:lnTo>
                  <a:pt x="557729" y="210681"/>
                </a:lnTo>
                <a:lnTo>
                  <a:pt x="557823" y="210793"/>
                </a:lnTo>
                <a:lnTo>
                  <a:pt x="557916" y="210905"/>
                </a:lnTo>
                <a:lnTo>
                  <a:pt x="558010" y="211016"/>
                </a:lnTo>
                <a:lnTo>
                  <a:pt x="558103" y="211128"/>
                </a:lnTo>
                <a:lnTo>
                  <a:pt x="558196" y="211240"/>
                </a:lnTo>
                <a:lnTo>
                  <a:pt x="558289" y="211352"/>
                </a:lnTo>
                <a:lnTo>
                  <a:pt x="558382" y="211464"/>
                </a:lnTo>
                <a:lnTo>
                  <a:pt x="558476" y="211576"/>
                </a:lnTo>
                <a:lnTo>
                  <a:pt x="559131" y="212513"/>
                </a:lnTo>
                <a:lnTo>
                  <a:pt x="559793" y="213463"/>
                </a:lnTo>
                <a:lnTo>
                  <a:pt x="560462" y="214424"/>
                </a:lnTo>
                <a:lnTo>
                  <a:pt x="561138" y="215395"/>
                </a:lnTo>
                <a:lnTo>
                  <a:pt x="561818" y="216376"/>
                </a:lnTo>
                <a:lnTo>
                  <a:pt x="562504" y="217365"/>
                </a:lnTo>
                <a:lnTo>
                  <a:pt x="563194" y="218363"/>
                </a:lnTo>
                <a:lnTo>
                  <a:pt x="563888" y="219368"/>
                </a:lnTo>
                <a:lnTo>
                  <a:pt x="564585" y="220381"/>
                </a:lnTo>
                <a:lnTo>
                  <a:pt x="565285" y="221399"/>
                </a:lnTo>
                <a:lnTo>
                  <a:pt x="565987" y="222422"/>
                </a:lnTo>
                <a:lnTo>
                  <a:pt x="566691" y="223451"/>
                </a:lnTo>
                <a:lnTo>
                  <a:pt x="567395" y="224483"/>
                </a:lnTo>
                <a:lnTo>
                  <a:pt x="568101" y="225518"/>
                </a:lnTo>
                <a:lnTo>
                  <a:pt x="568806" y="226556"/>
                </a:lnTo>
                <a:lnTo>
                  <a:pt x="569511" y="227595"/>
                </a:lnTo>
                <a:lnTo>
                  <a:pt x="570215" y="228636"/>
                </a:lnTo>
                <a:lnTo>
                  <a:pt x="570917" y="229677"/>
                </a:lnTo>
                <a:lnTo>
                  <a:pt x="571617" y="230718"/>
                </a:lnTo>
                <a:lnTo>
                  <a:pt x="572314" y="231757"/>
                </a:lnTo>
                <a:lnTo>
                  <a:pt x="573007" y="232795"/>
                </a:lnTo>
                <a:lnTo>
                  <a:pt x="573697" y="233830"/>
                </a:lnTo>
                <a:lnTo>
                  <a:pt x="574383" y="234862"/>
                </a:lnTo>
                <a:lnTo>
                  <a:pt x="575063" y="235890"/>
                </a:lnTo>
                <a:lnTo>
                  <a:pt x="575305" y="236456"/>
                </a:lnTo>
                <a:lnTo>
                  <a:pt x="575599" y="237081"/>
                </a:lnTo>
                <a:lnTo>
                  <a:pt x="575941" y="237762"/>
                </a:lnTo>
                <a:lnTo>
                  <a:pt x="576327" y="238493"/>
                </a:lnTo>
                <a:lnTo>
                  <a:pt x="576753" y="239271"/>
                </a:lnTo>
                <a:lnTo>
                  <a:pt x="577213" y="240089"/>
                </a:lnTo>
                <a:lnTo>
                  <a:pt x="577706" y="240944"/>
                </a:lnTo>
                <a:lnTo>
                  <a:pt x="578225" y="241831"/>
                </a:lnTo>
                <a:lnTo>
                  <a:pt x="578767" y="242745"/>
                </a:lnTo>
                <a:lnTo>
                  <a:pt x="579327" y="243681"/>
                </a:lnTo>
                <a:lnTo>
                  <a:pt x="579902" y="244634"/>
                </a:lnTo>
                <a:lnTo>
                  <a:pt x="580488" y="245601"/>
                </a:lnTo>
                <a:lnTo>
                  <a:pt x="581079" y="246575"/>
                </a:lnTo>
                <a:lnTo>
                  <a:pt x="581672" y="247553"/>
                </a:lnTo>
                <a:lnTo>
                  <a:pt x="582263" y="248530"/>
                </a:lnTo>
                <a:lnTo>
                  <a:pt x="582847" y="249501"/>
                </a:lnTo>
                <a:lnTo>
                  <a:pt x="583421" y="250461"/>
                </a:lnTo>
                <a:lnTo>
                  <a:pt x="583980" y="251405"/>
                </a:lnTo>
                <a:lnTo>
                  <a:pt x="584519" y="252329"/>
                </a:lnTo>
                <a:lnTo>
                  <a:pt x="585035" y="253228"/>
                </a:lnTo>
                <a:lnTo>
                  <a:pt x="585524" y="254098"/>
                </a:lnTo>
                <a:lnTo>
                  <a:pt x="585981" y="254933"/>
                </a:lnTo>
                <a:lnTo>
                  <a:pt x="586402" y="255729"/>
                </a:lnTo>
                <a:lnTo>
                  <a:pt x="586783" y="256481"/>
                </a:lnTo>
                <a:lnTo>
                  <a:pt x="586939" y="256568"/>
                </a:lnTo>
                <a:lnTo>
                  <a:pt x="587021" y="256549"/>
                </a:lnTo>
                <a:lnTo>
                  <a:pt x="587036" y="256435"/>
                </a:lnTo>
                <a:lnTo>
                  <a:pt x="586991" y="256237"/>
                </a:lnTo>
                <a:lnTo>
                  <a:pt x="586894" y="255966"/>
                </a:lnTo>
                <a:lnTo>
                  <a:pt x="586752" y="255633"/>
                </a:lnTo>
                <a:lnTo>
                  <a:pt x="586572" y="255248"/>
                </a:lnTo>
                <a:lnTo>
                  <a:pt x="586361" y="254822"/>
                </a:lnTo>
                <a:lnTo>
                  <a:pt x="586128" y="254365"/>
                </a:lnTo>
                <a:lnTo>
                  <a:pt x="585878" y="253890"/>
                </a:lnTo>
                <a:lnTo>
                  <a:pt x="585619" y="253406"/>
                </a:lnTo>
                <a:lnTo>
                  <a:pt x="585358" y="252925"/>
                </a:lnTo>
                <a:lnTo>
                  <a:pt x="585104" y="252457"/>
                </a:lnTo>
                <a:lnTo>
                  <a:pt x="584862" y="252013"/>
                </a:lnTo>
                <a:lnTo>
                  <a:pt x="584640" y="251604"/>
                </a:lnTo>
                <a:lnTo>
                  <a:pt x="584445" y="251240"/>
                </a:lnTo>
                <a:lnTo>
                  <a:pt x="584286" y="250933"/>
                </a:lnTo>
                <a:lnTo>
                  <a:pt x="584168" y="250693"/>
                </a:lnTo>
                <a:lnTo>
                  <a:pt x="584099" y="250531"/>
                </a:lnTo>
                <a:lnTo>
                  <a:pt x="584086" y="250458"/>
                </a:lnTo>
                <a:lnTo>
                  <a:pt x="584137" y="250485"/>
                </a:lnTo>
                <a:lnTo>
                  <a:pt x="584259" y="250622"/>
                </a:lnTo>
                <a:lnTo>
                  <a:pt x="584458" y="250881"/>
                </a:lnTo>
                <a:lnTo>
                  <a:pt x="584744" y="251272"/>
                </a:lnTo>
                <a:lnTo>
                  <a:pt x="584654" y="251044"/>
                </a:lnTo>
                <a:lnTo>
                  <a:pt x="584542" y="250792"/>
                </a:lnTo>
                <a:lnTo>
                  <a:pt x="584411" y="250516"/>
                </a:lnTo>
                <a:lnTo>
                  <a:pt x="584260" y="250218"/>
                </a:lnTo>
                <a:lnTo>
                  <a:pt x="584090" y="249899"/>
                </a:lnTo>
                <a:lnTo>
                  <a:pt x="583903" y="249560"/>
                </a:lnTo>
                <a:lnTo>
                  <a:pt x="583700" y="249202"/>
                </a:lnTo>
                <a:lnTo>
                  <a:pt x="583481" y="248826"/>
                </a:lnTo>
                <a:lnTo>
                  <a:pt x="583248" y="248434"/>
                </a:lnTo>
                <a:lnTo>
                  <a:pt x="583001" y="248027"/>
                </a:lnTo>
                <a:lnTo>
                  <a:pt x="582742" y="247606"/>
                </a:lnTo>
                <a:lnTo>
                  <a:pt x="582471" y="247172"/>
                </a:lnTo>
                <a:lnTo>
                  <a:pt x="582190" y="246727"/>
                </a:lnTo>
                <a:lnTo>
                  <a:pt x="581899" y="246271"/>
                </a:lnTo>
                <a:lnTo>
                  <a:pt x="581599" y="245806"/>
                </a:lnTo>
                <a:lnTo>
                  <a:pt x="581292" y="245333"/>
                </a:lnTo>
                <a:lnTo>
                  <a:pt x="580978" y="244853"/>
                </a:lnTo>
                <a:lnTo>
                  <a:pt x="580659" y="244367"/>
                </a:lnTo>
                <a:lnTo>
                  <a:pt x="580335" y="243877"/>
                </a:lnTo>
                <a:lnTo>
                  <a:pt x="580007" y="243383"/>
                </a:lnTo>
                <a:lnTo>
                  <a:pt x="579676" y="242887"/>
                </a:lnTo>
                <a:lnTo>
                  <a:pt x="579344" y="242391"/>
                </a:lnTo>
                <a:lnTo>
                  <a:pt x="579011" y="241895"/>
                </a:lnTo>
                <a:lnTo>
                  <a:pt x="578678" y="241400"/>
                </a:lnTo>
                <a:lnTo>
                  <a:pt x="578305" y="240738"/>
                </a:lnTo>
                <a:lnTo>
                  <a:pt x="577911" y="240044"/>
                </a:lnTo>
                <a:lnTo>
                  <a:pt x="577495" y="239318"/>
                </a:lnTo>
                <a:lnTo>
                  <a:pt x="577059" y="238561"/>
                </a:lnTo>
                <a:lnTo>
                  <a:pt x="576604" y="237775"/>
                </a:lnTo>
                <a:lnTo>
                  <a:pt x="576129" y="236962"/>
                </a:lnTo>
                <a:lnTo>
                  <a:pt x="575636" y="236122"/>
                </a:lnTo>
                <a:lnTo>
                  <a:pt x="575125" y="235257"/>
                </a:lnTo>
                <a:lnTo>
                  <a:pt x="574597" y="234369"/>
                </a:lnTo>
                <a:lnTo>
                  <a:pt x="574053" y="233458"/>
                </a:lnTo>
                <a:lnTo>
                  <a:pt x="573493" y="232526"/>
                </a:lnTo>
                <a:lnTo>
                  <a:pt x="572917" y="231575"/>
                </a:lnTo>
                <a:lnTo>
                  <a:pt x="572328" y="230605"/>
                </a:lnTo>
                <a:lnTo>
                  <a:pt x="571724" y="229619"/>
                </a:lnTo>
                <a:lnTo>
                  <a:pt x="571108" y="228617"/>
                </a:lnTo>
                <a:lnTo>
                  <a:pt x="570479" y="227600"/>
                </a:lnTo>
                <a:lnTo>
                  <a:pt x="569838" y="226571"/>
                </a:lnTo>
                <a:lnTo>
                  <a:pt x="569186" y="225530"/>
                </a:lnTo>
                <a:lnTo>
                  <a:pt x="568523" y="224479"/>
                </a:lnTo>
                <a:lnTo>
                  <a:pt x="567851" y="223420"/>
                </a:lnTo>
                <a:lnTo>
                  <a:pt x="567169" y="222352"/>
                </a:lnTo>
                <a:lnTo>
                  <a:pt x="566479" y="221279"/>
                </a:lnTo>
                <a:lnTo>
                  <a:pt x="565781" y="220201"/>
                </a:lnTo>
                <a:lnTo>
                  <a:pt x="565076" y="219119"/>
                </a:lnTo>
                <a:lnTo>
                  <a:pt x="565464" y="219560"/>
                </a:lnTo>
                <a:lnTo>
                  <a:pt x="565851" y="220001"/>
                </a:lnTo>
                <a:lnTo>
                  <a:pt x="566237" y="220442"/>
                </a:lnTo>
                <a:lnTo>
                  <a:pt x="566622" y="220882"/>
                </a:lnTo>
                <a:lnTo>
                  <a:pt x="567007" y="221322"/>
                </a:lnTo>
                <a:lnTo>
                  <a:pt x="567390" y="221761"/>
                </a:lnTo>
                <a:lnTo>
                  <a:pt x="567774" y="222201"/>
                </a:lnTo>
                <a:lnTo>
                  <a:pt x="568156" y="222640"/>
                </a:lnTo>
                <a:lnTo>
                  <a:pt x="568538" y="223080"/>
                </a:lnTo>
                <a:lnTo>
                  <a:pt x="568920" y="223520"/>
                </a:lnTo>
                <a:lnTo>
                  <a:pt x="569301" y="223959"/>
                </a:lnTo>
                <a:lnTo>
                  <a:pt x="569682" y="224399"/>
                </a:lnTo>
                <a:lnTo>
                  <a:pt x="570062" y="224839"/>
                </a:lnTo>
                <a:lnTo>
                  <a:pt x="570442" y="225279"/>
                </a:lnTo>
                <a:lnTo>
                  <a:pt x="570821" y="225719"/>
                </a:lnTo>
                <a:lnTo>
                  <a:pt x="571201" y="226159"/>
                </a:lnTo>
                <a:lnTo>
                  <a:pt x="571579" y="226600"/>
                </a:lnTo>
                <a:lnTo>
                  <a:pt x="571958" y="227041"/>
                </a:lnTo>
                <a:lnTo>
                  <a:pt x="572337" y="227483"/>
                </a:lnTo>
                <a:lnTo>
                  <a:pt x="572715" y="227925"/>
                </a:lnTo>
                <a:lnTo>
                  <a:pt x="573094" y="228367"/>
                </a:lnTo>
                <a:lnTo>
                  <a:pt x="573472" y="228810"/>
                </a:lnTo>
                <a:lnTo>
                  <a:pt x="573850" y="229254"/>
                </a:lnTo>
                <a:lnTo>
                  <a:pt x="574228" y="229698"/>
                </a:lnTo>
                <a:lnTo>
                  <a:pt x="575104" y="231049"/>
                </a:lnTo>
                <a:lnTo>
                  <a:pt x="575999" y="232430"/>
                </a:lnTo>
                <a:lnTo>
                  <a:pt x="576911" y="233839"/>
                </a:lnTo>
                <a:lnTo>
                  <a:pt x="577839" y="235273"/>
                </a:lnTo>
                <a:lnTo>
                  <a:pt x="578781" y="236731"/>
                </a:lnTo>
                <a:lnTo>
                  <a:pt x="579737" y="238210"/>
                </a:lnTo>
                <a:lnTo>
                  <a:pt x="580704" y="239708"/>
                </a:lnTo>
                <a:lnTo>
                  <a:pt x="581681" y="241223"/>
                </a:lnTo>
                <a:lnTo>
                  <a:pt x="582667" y="242752"/>
                </a:lnTo>
                <a:lnTo>
                  <a:pt x="583660" y="244294"/>
                </a:lnTo>
                <a:lnTo>
                  <a:pt x="584659" y="245846"/>
                </a:lnTo>
                <a:lnTo>
                  <a:pt x="585663" y="247407"/>
                </a:lnTo>
                <a:lnTo>
                  <a:pt x="586669" y="248973"/>
                </a:lnTo>
                <a:lnTo>
                  <a:pt x="587677" y="250543"/>
                </a:lnTo>
                <a:lnTo>
                  <a:pt x="588685" y="252114"/>
                </a:lnTo>
                <a:lnTo>
                  <a:pt x="589692" y="253685"/>
                </a:lnTo>
                <a:lnTo>
                  <a:pt x="590696" y="255252"/>
                </a:lnTo>
                <a:lnTo>
                  <a:pt x="591696" y="256815"/>
                </a:lnTo>
                <a:lnTo>
                  <a:pt x="592690" y="258370"/>
                </a:lnTo>
                <a:lnTo>
                  <a:pt x="593677" y="259916"/>
                </a:lnTo>
                <a:lnTo>
                  <a:pt x="594656" y="261450"/>
                </a:lnTo>
                <a:lnTo>
                  <a:pt x="595625" y="262971"/>
                </a:lnTo>
                <a:lnTo>
                  <a:pt x="596582" y="264475"/>
                </a:lnTo>
                <a:lnTo>
                  <a:pt x="597527" y="265961"/>
                </a:lnTo>
                <a:lnTo>
                  <a:pt x="597090" y="265163"/>
                </a:lnTo>
                <a:lnTo>
                  <a:pt x="596694" y="264426"/>
                </a:lnTo>
                <a:lnTo>
                  <a:pt x="596335" y="263746"/>
                </a:lnTo>
                <a:lnTo>
                  <a:pt x="596010" y="263118"/>
                </a:lnTo>
                <a:lnTo>
                  <a:pt x="595714" y="262535"/>
                </a:lnTo>
                <a:lnTo>
                  <a:pt x="595445" y="261992"/>
                </a:lnTo>
                <a:lnTo>
                  <a:pt x="595198" y="261483"/>
                </a:lnTo>
                <a:lnTo>
                  <a:pt x="594970" y="261003"/>
                </a:lnTo>
                <a:lnTo>
                  <a:pt x="594756" y="260547"/>
                </a:lnTo>
                <a:lnTo>
                  <a:pt x="594554" y="260108"/>
                </a:lnTo>
                <a:lnTo>
                  <a:pt x="594359" y="259681"/>
                </a:lnTo>
                <a:lnTo>
                  <a:pt x="594168" y="259260"/>
                </a:lnTo>
                <a:lnTo>
                  <a:pt x="593977" y="258841"/>
                </a:lnTo>
                <a:lnTo>
                  <a:pt x="593783" y="258417"/>
                </a:lnTo>
                <a:lnTo>
                  <a:pt x="593580" y="257982"/>
                </a:lnTo>
                <a:lnTo>
                  <a:pt x="593367" y="257532"/>
                </a:lnTo>
                <a:lnTo>
                  <a:pt x="593139" y="257060"/>
                </a:lnTo>
                <a:lnTo>
                  <a:pt x="592891" y="256561"/>
                </a:lnTo>
                <a:lnTo>
                  <a:pt x="592622" y="256030"/>
                </a:lnTo>
                <a:lnTo>
                  <a:pt x="592326" y="255460"/>
                </a:lnTo>
                <a:lnTo>
                  <a:pt x="592001" y="254847"/>
                </a:lnTo>
                <a:lnTo>
                  <a:pt x="591642" y="254184"/>
                </a:lnTo>
                <a:lnTo>
                  <a:pt x="591245" y="253466"/>
                </a:lnTo>
                <a:lnTo>
                  <a:pt x="590808" y="252688"/>
                </a:lnTo>
                <a:lnTo>
                  <a:pt x="590392" y="252014"/>
                </a:lnTo>
                <a:lnTo>
                  <a:pt x="589981" y="251349"/>
                </a:lnTo>
                <a:lnTo>
                  <a:pt x="589574" y="250695"/>
                </a:lnTo>
                <a:lnTo>
                  <a:pt x="589172" y="250049"/>
                </a:lnTo>
                <a:lnTo>
                  <a:pt x="588775" y="249413"/>
                </a:lnTo>
                <a:lnTo>
                  <a:pt x="588382" y="248786"/>
                </a:lnTo>
                <a:lnTo>
                  <a:pt x="587993" y="248169"/>
                </a:lnTo>
                <a:lnTo>
                  <a:pt x="587609" y="247560"/>
                </a:lnTo>
                <a:lnTo>
                  <a:pt x="587230" y="246961"/>
                </a:lnTo>
                <a:lnTo>
                  <a:pt x="586855" y="246370"/>
                </a:lnTo>
                <a:lnTo>
                  <a:pt x="586484" y="245788"/>
                </a:lnTo>
                <a:lnTo>
                  <a:pt x="586118" y="245214"/>
                </a:lnTo>
                <a:lnTo>
                  <a:pt x="585755" y="244649"/>
                </a:lnTo>
                <a:lnTo>
                  <a:pt x="585397" y="244092"/>
                </a:lnTo>
                <a:lnTo>
                  <a:pt x="585044" y="243543"/>
                </a:lnTo>
                <a:lnTo>
                  <a:pt x="584694" y="243003"/>
                </a:lnTo>
                <a:lnTo>
                  <a:pt x="584349" y="242471"/>
                </a:lnTo>
                <a:lnTo>
                  <a:pt x="584007" y="241946"/>
                </a:lnTo>
                <a:lnTo>
                  <a:pt x="583670" y="241429"/>
                </a:lnTo>
                <a:lnTo>
                  <a:pt x="583336" y="240920"/>
                </a:lnTo>
                <a:lnTo>
                  <a:pt x="583007" y="240419"/>
                </a:lnTo>
                <a:lnTo>
                  <a:pt x="582682" y="239925"/>
                </a:lnTo>
                <a:lnTo>
                  <a:pt x="582360" y="239438"/>
                </a:lnTo>
                <a:lnTo>
                  <a:pt x="582042" y="238958"/>
                </a:lnTo>
                <a:lnTo>
                  <a:pt x="582221" y="239163"/>
                </a:lnTo>
                <a:lnTo>
                  <a:pt x="582399" y="239368"/>
                </a:lnTo>
                <a:lnTo>
                  <a:pt x="582577" y="239572"/>
                </a:lnTo>
                <a:lnTo>
                  <a:pt x="582754" y="239776"/>
                </a:lnTo>
                <a:lnTo>
                  <a:pt x="582931" y="239979"/>
                </a:lnTo>
                <a:lnTo>
                  <a:pt x="583107" y="240182"/>
                </a:lnTo>
                <a:lnTo>
                  <a:pt x="583284" y="240385"/>
                </a:lnTo>
                <a:lnTo>
                  <a:pt x="583460" y="240588"/>
                </a:lnTo>
                <a:lnTo>
                  <a:pt x="583635" y="240791"/>
                </a:lnTo>
                <a:lnTo>
                  <a:pt x="583811" y="240993"/>
                </a:lnTo>
                <a:lnTo>
                  <a:pt x="583986" y="241196"/>
                </a:lnTo>
                <a:lnTo>
                  <a:pt x="584161" y="241398"/>
                </a:lnTo>
                <a:lnTo>
                  <a:pt x="584336" y="241600"/>
                </a:lnTo>
                <a:lnTo>
                  <a:pt x="584510" y="241802"/>
                </a:lnTo>
                <a:lnTo>
                  <a:pt x="584684" y="242003"/>
                </a:lnTo>
                <a:lnTo>
                  <a:pt x="584859" y="242205"/>
                </a:lnTo>
                <a:lnTo>
                  <a:pt x="585033" y="242407"/>
                </a:lnTo>
                <a:lnTo>
                  <a:pt x="585207" y="242609"/>
                </a:lnTo>
                <a:lnTo>
                  <a:pt x="585380" y="242810"/>
                </a:lnTo>
                <a:lnTo>
                  <a:pt x="585554" y="243012"/>
                </a:lnTo>
                <a:lnTo>
                  <a:pt x="585728" y="243214"/>
                </a:lnTo>
                <a:lnTo>
                  <a:pt x="585901" y="243415"/>
                </a:lnTo>
                <a:lnTo>
                  <a:pt x="586075" y="243617"/>
                </a:lnTo>
                <a:lnTo>
                  <a:pt x="586248" y="243819"/>
                </a:lnTo>
                <a:lnTo>
                  <a:pt x="587153" y="245241"/>
                </a:lnTo>
                <a:lnTo>
                  <a:pt x="588073" y="246687"/>
                </a:lnTo>
                <a:lnTo>
                  <a:pt x="589002" y="248147"/>
                </a:lnTo>
                <a:lnTo>
                  <a:pt x="589934" y="249610"/>
                </a:lnTo>
                <a:lnTo>
                  <a:pt x="590861" y="251065"/>
                </a:lnTo>
                <a:lnTo>
                  <a:pt x="591776" y="252501"/>
                </a:lnTo>
                <a:lnTo>
                  <a:pt x="592674" y="253906"/>
                </a:lnTo>
                <a:lnTo>
                  <a:pt x="593546" y="255271"/>
                </a:lnTo>
                <a:lnTo>
                  <a:pt x="594386" y="256584"/>
                </a:lnTo>
                <a:lnTo>
                  <a:pt x="595188" y="257833"/>
                </a:lnTo>
                <a:lnTo>
                  <a:pt x="595944" y="259009"/>
                </a:lnTo>
                <a:lnTo>
                  <a:pt x="596648" y="260099"/>
                </a:lnTo>
                <a:lnTo>
                  <a:pt x="597292" y="261094"/>
                </a:lnTo>
                <a:lnTo>
                  <a:pt x="597870" y="261982"/>
                </a:lnTo>
                <a:lnTo>
                  <a:pt x="598375" y="262751"/>
                </a:lnTo>
                <a:lnTo>
                  <a:pt x="598801" y="263392"/>
                </a:lnTo>
                <a:lnTo>
                  <a:pt x="599140" y="263892"/>
                </a:lnTo>
                <a:lnTo>
                  <a:pt x="599385" y="264242"/>
                </a:lnTo>
                <a:lnTo>
                  <a:pt x="599530" y="264430"/>
                </a:lnTo>
                <a:lnTo>
                  <a:pt x="599568" y="264445"/>
                </a:lnTo>
                <a:lnTo>
                  <a:pt x="599492" y="264276"/>
                </a:lnTo>
                <a:lnTo>
                  <a:pt x="599295" y="263912"/>
                </a:lnTo>
                <a:lnTo>
                  <a:pt x="598971" y="263342"/>
                </a:lnTo>
                <a:lnTo>
                  <a:pt x="598512" y="262555"/>
                </a:lnTo>
                <a:lnTo>
                  <a:pt x="598005" y="261700"/>
                </a:lnTo>
                <a:lnTo>
                  <a:pt x="597495" y="260839"/>
                </a:lnTo>
                <a:lnTo>
                  <a:pt x="596983" y="259976"/>
                </a:lnTo>
                <a:lnTo>
                  <a:pt x="596472" y="259114"/>
                </a:lnTo>
                <a:lnTo>
                  <a:pt x="595963" y="258257"/>
                </a:lnTo>
                <a:lnTo>
                  <a:pt x="595460" y="257408"/>
                </a:lnTo>
                <a:lnTo>
                  <a:pt x="594964" y="256572"/>
                </a:lnTo>
                <a:lnTo>
                  <a:pt x="594477" y="255752"/>
                </a:lnTo>
                <a:lnTo>
                  <a:pt x="594003" y="254951"/>
                </a:lnTo>
                <a:lnTo>
                  <a:pt x="593542" y="254173"/>
                </a:lnTo>
                <a:lnTo>
                  <a:pt x="593098" y="253423"/>
                </a:lnTo>
                <a:lnTo>
                  <a:pt x="592672" y="252703"/>
                </a:lnTo>
                <a:lnTo>
                  <a:pt x="592268" y="252017"/>
                </a:lnTo>
                <a:lnTo>
                  <a:pt x="591886" y="251369"/>
                </a:lnTo>
                <a:lnTo>
                  <a:pt x="591530" y="250763"/>
                </a:lnTo>
                <a:lnTo>
                  <a:pt x="591201" y="250201"/>
                </a:lnTo>
                <a:lnTo>
                  <a:pt x="590902" y="249689"/>
                </a:lnTo>
                <a:lnTo>
                  <a:pt x="590636" y="249229"/>
                </a:lnTo>
                <a:lnTo>
                  <a:pt x="590403" y="248825"/>
                </a:lnTo>
                <a:lnTo>
                  <a:pt x="590208" y="248481"/>
                </a:lnTo>
                <a:lnTo>
                  <a:pt x="590051" y="248201"/>
                </a:lnTo>
                <a:lnTo>
                  <a:pt x="589935" y="247988"/>
                </a:lnTo>
                <a:lnTo>
                  <a:pt x="589863" y="247845"/>
                </a:lnTo>
                <a:lnTo>
                  <a:pt x="589836" y="247777"/>
                </a:lnTo>
                <a:lnTo>
                  <a:pt x="589933" y="247865"/>
                </a:lnTo>
                <a:lnTo>
                  <a:pt x="590030" y="247952"/>
                </a:lnTo>
                <a:lnTo>
                  <a:pt x="590126" y="248039"/>
                </a:lnTo>
                <a:lnTo>
                  <a:pt x="590223" y="248126"/>
                </a:lnTo>
                <a:lnTo>
                  <a:pt x="590319" y="248213"/>
                </a:lnTo>
                <a:lnTo>
                  <a:pt x="590414" y="248300"/>
                </a:lnTo>
                <a:lnTo>
                  <a:pt x="590510" y="248387"/>
                </a:lnTo>
                <a:lnTo>
                  <a:pt x="590605" y="248473"/>
                </a:lnTo>
                <a:lnTo>
                  <a:pt x="590701" y="248559"/>
                </a:lnTo>
                <a:lnTo>
                  <a:pt x="590796" y="248646"/>
                </a:lnTo>
                <a:lnTo>
                  <a:pt x="590891" y="248732"/>
                </a:lnTo>
                <a:lnTo>
                  <a:pt x="590986" y="248818"/>
                </a:lnTo>
                <a:lnTo>
                  <a:pt x="591080" y="248904"/>
                </a:lnTo>
                <a:lnTo>
                  <a:pt x="591175" y="248989"/>
                </a:lnTo>
                <a:lnTo>
                  <a:pt x="591269" y="249075"/>
                </a:lnTo>
                <a:lnTo>
                  <a:pt x="591364" y="249161"/>
                </a:lnTo>
                <a:lnTo>
                  <a:pt x="591458" y="249247"/>
                </a:lnTo>
                <a:lnTo>
                  <a:pt x="591553" y="249332"/>
                </a:lnTo>
                <a:lnTo>
                  <a:pt x="591647" y="249418"/>
                </a:lnTo>
                <a:lnTo>
                  <a:pt x="591741" y="249504"/>
                </a:lnTo>
                <a:lnTo>
                  <a:pt x="591835" y="249590"/>
                </a:lnTo>
                <a:lnTo>
                  <a:pt x="591929" y="249675"/>
                </a:lnTo>
                <a:lnTo>
                  <a:pt x="592023" y="249761"/>
                </a:lnTo>
                <a:lnTo>
                  <a:pt x="592118" y="249847"/>
                </a:lnTo>
                <a:lnTo>
                  <a:pt x="592899" y="251088"/>
                </a:lnTo>
                <a:lnTo>
                  <a:pt x="593699" y="252356"/>
                </a:lnTo>
                <a:lnTo>
                  <a:pt x="594516" y="253649"/>
                </a:lnTo>
                <a:lnTo>
                  <a:pt x="595347" y="254965"/>
                </a:lnTo>
                <a:lnTo>
                  <a:pt x="596191" y="256300"/>
                </a:lnTo>
                <a:lnTo>
                  <a:pt x="597047" y="257653"/>
                </a:lnTo>
                <a:lnTo>
                  <a:pt x="597911" y="259020"/>
                </a:lnTo>
                <a:lnTo>
                  <a:pt x="598783" y="260398"/>
                </a:lnTo>
                <a:lnTo>
                  <a:pt x="599660" y="261787"/>
                </a:lnTo>
                <a:lnTo>
                  <a:pt x="600541" y="263181"/>
                </a:lnTo>
                <a:lnTo>
                  <a:pt x="601424" y="264580"/>
                </a:lnTo>
                <a:lnTo>
                  <a:pt x="602307" y="265980"/>
                </a:lnTo>
                <a:lnTo>
                  <a:pt x="603187" y="267380"/>
                </a:lnTo>
                <a:lnTo>
                  <a:pt x="604064" y="268775"/>
                </a:lnTo>
                <a:lnTo>
                  <a:pt x="604935" y="270164"/>
                </a:lnTo>
                <a:lnTo>
                  <a:pt x="605798" y="271544"/>
                </a:lnTo>
                <a:lnTo>
                  <a:pt x="606652" y="272912"/>
                </a:lnTo>
                <a:lnTo>
                  <a:pt x="607495" y="274266"/>
                </a:lnTo>
                <a:lnTo>
                  <a:pt x="608324" y="275603"/>
                </a:lnTo>
                <a:lnTo>
                  <a:pt x="609138" y="276921"/>
                </a:lnTo>
                <a:lnTo>
                  <a:pt x="609936" y="278216"/>
                </a:lnTo>
                <a:lnTo>
                  <a:pt x="610715" y="279487"/>
                </a:lnTo>
                <a:lnTo>
                  <a:pt x="611473" y="280730"/>
                </a:lnTo>
                <a:lnTo>
                  <a:pt x="612208" y="281944"/>
                </a:lnTo>
                <a:lnTo>
                  <a:pt x="612212" y="281876"/>
                </a:lnTo>
                <a:lnTo>
                  <a:pt x="612197" y="281785"/>
                </a:lnTo>
                <a:lnTo>
                  <a:pt x="612165" y="281674"/>
                </a:lnTo>
                <a:lnTo>
                  <a:pt x="612117" y="281542"/>
                </a:lnTo>
                <a:lnTo>
                  <a:pt x="612055" y="281392"/>
                </a:lnTo>
                <a:lnTo>
                  <a:pt x="611978" y="281226"/>
                </a:lnTo>
                <a:lnTo>
                  <a:pt x="611889" y="281043"/>
                </a:lnTo>
                <a:lnTo>
                  <a:pt x="611788" y="280846"/>
                </a:lnTo>
                <a:lnTo>
                  <a:pt x="611676" y="280636"/>
                </a:lnTo>
                <a:lnTo>
                  <a:pt x="611555" y="280414"/>
                </a:lnTo>
                <a:lnTo>
                  <a:pt x="611425" y="280182"/>
                </a:lnTo>
                <a:lnTo>
                  <a:pt x="611288" y="279941"/>
                </a:lnTo>
                <a:lnTo>
                  <a:pt x="611145" y="279692"/>
                </a:lnTo>
                <a:lnTo>
                  <a:pt x="610996" y="279437"/>
                </a:lnTo>
                <a:lnTo>
                  <a:pt x="610843" y="279177"/>
                </a:lnTo>
                <a:lnTo>
                  <a:pt x="610688" y="278913"/>
                </a:lnTo>
                <a:lnTo>
                  <a:pt x="610530" y="278647"/>
                </a:lnTo>
                <a:lnTo>
                  <a:pt x="610371" y="278379"/>
                </a:lnTo>
                <a:lnTo>
                  <a:pt x="610212" y="278113"/>
                </a:lnTo>
                <a:lnTo>
                  <a:pt x="610055" y="277848"/>
                </a:lnTo>
                <a:lnTo>
                  <a:pt x="609899" y="277586"/>
                </a:lnTo>
                <a:lnTo>
                  <a:pt x="609748" y="277328"/>
                </a:lnTo>
                <a:lnTo>
                  <a:pt x="609600" y="277076"/>
                </a:lnTo>
                <a:lnTo>
                  <a:pt x="609458" y="276831"/>
                </a:lnTo>
                <a:lnTo>
                  <a:pt x="609493" y="276824"/>
                </a:lnTo>
                <a:lnTo>
                  <a:pt x="609537" y="276839"/>
                </a:lnTo>
                <a:lnTo>
                  <a:pt x="609589" y="276873"/>
                </a:lnTo>
                <a:lnTo>
                  <a:pt x="609649" y="276927"/>
                </a:lnTo>
                <a:lnTo>
                  <a:pt x="609716" y="276998"/>
                </a:lnTo>
                <a:lnTo>
                  <a:pt x="609790" y="277086"/>
                </a:lnTo>
                <a:lnTo>
                  <a:pt x="609870" y="277189"/>
                </a:lnTo>
                <a:lnTo>
                  <a:pt x="609956" y="277306"/>
                </a:lnTo>
                <a:lnTo>
                  <a:pt x="610047" y="277436"/>
                </a:lnTo>
                <a:lnTo>
                  <a:pt x="610143" y="277577"/>
                </a:lnTo>
                <a:lnTo>
                  <a:pt x="610243" y="277728"/>
                </a:lnTo>
                <a:lnTo>
                  <a:pt x="610347" y="277888"/>
                </a:lnTo>
                <a:lnTo>
                  <a:pt x="610454" y="278056"/>
                </a:lnTo>
                <a:lnTo>
                  <a:pt x="610564" y="278230"/>
                </a:lnTo>
                <a:lnTo>
                  <a:pt x="610675" y="278409"/>
                </a:lnTo>
                <a:lnTo>
                  <a:pt x="610789" y="278591"/>
                </a:lnTo>
                <a:lnTo>
                  <a:pt x="610904" y="278776"/>
                </a:lnTo>
                <a:lnTo>
                  <a:pt x="611019" y="278963"/>
                </a:lnTo>
                <a:lnTo>
                  <a:pt x="611134" y="279149"/>
                </a:lnTo>
                <a:lnTo>
                  <a:pt x="611250" y="279334"/>
                </a:lnTo>
                <a:lnTo>
                  <a:pt x="611364" y="279517"/>
                </a:lnTo>
                <a:lnTo>
                  <a:pt x="611477" y="279695"/>
                </a:lnTo>
                <a:lnTo>
                  <a:pt x="611588" y="279869"/>
                </a:lnTo>
                <a:lnTo>
                  <a:pt x="611696" y="280036"/>
                </a:lnTo>
                <a:lnTo>
                  <a:pt x="611639" y="279811"/>
                </a:lnTo>
                <a:lnTo>
                  <a:pt x="611533" y="279524"/>
                </a:lnTo>
                <a:lnTo>
                  <a:pt x="611381" y="279179"/>
                </a:lnTo>
                <a:lnTo>
                  <a:pt x="611188" y="278781"/>
                </a:lnTo>
                <a:lnTo>
                  <a:pt x="610955" y="278334"/>
                </a:lnTo>
                <a:lnTo>
                  <a:pt x="610688" y="277843"/>
                </a:lnTo>
                <a:lnTo>
                  <a:pt x="610390" y="277313"/>
                </a:lnTo>
                <a:lnTo>
                  <a:pt x="610063" y="276748"/>
                </a:lnTo>
                <a:lnTo>
                  <a:pt x="609713" y="276152"/>
                </a:lnTo>
                <a:lnTo>
                  <a:pt x="609341" y="275530"/>
                </a:lnTo>
                <a:lnTo>
                  <a:pt x="608952" y="274887"/>
                </a:lnTo>
                <a:lnTo>
                  <a:pt x="608550" y="274227"/>
                </a:lnTo>
                <a:lnTo>
                  <a:pt x="608137" y="273554"/>
                </a:lnTo>
                <a:lnTo>
                  <a:pt x="607718" y="272874"/>
                </a:lnTo>
                <a:lnTo>
                  <a:pt x="607295" y="272190"/>
                </a:lnTo>
                <a:lnTo>
                  <a:pt x="606873" y="271508"/>
                </a:lnTo>
                <a:lnTo>
                  <a:pt x="606454" y="270832"/>
                </a:lnTo>
                <a:lnTo>
                  <a:pt x="606043" y="270166"/>
                </a:lnTo>
                <a:lnTo>
                  <a:pt x="605643" y="269515"/>
                </a:lnTo>
                <a:lnTo>
                  <a:pt x="605258" y="268883"/>
                </a:lnTo>
                <a:lnTo>
                  <a:pt x="604890" y="268275"/>
                </a:lnTo>
                <a:lnTo>
                  <a:pt x="604544" y="267696"/>
                </a:lnTo>
                <a:lnTo>
                  <a:pt x="604223" y="267150"/>
                </a:lnTo>
                <a:lnTo>
                  <a:pt x="603931" y="266641"/>
                </a:lnTo>
                <a:lnTo>
                  <a:pt x="603760" y="266620"/>
                </a:lnTo>
                <a:lnTo>
                  <a:pt x="603548" y="266504"/>
                </a:lnTo>
                <a:lnTo>
                  <a:pt x="603297" y="266300"/>
                </a:lnTo>
                <a:lnTo>
                  <a:pt x="603010" y="266011"/>
                </a:lnTo>
                <a:lnTo>
                  <a:pt x="602687" y="265643"/>
                </a:lnTo>
                <a:lnTo>
                  <a:pt x="602332" y="265201"/>
                </a:lnTo>
                <a:lnTo>
                  <a:pt x="601946" y="264690"/>
                </a:lnTo>
                <a:lnTo>
                  <a:pt x="601531" y="264114"/>
                </a:lnTo>
                <a:lnTo>
                  <a:pt x="601090" y="263478"/>
                </a:lnTo>
                <a:lnTo>
                  <a:pt x="600624" y="262787"/>
                </a:lnTo>
                <a:lnTo>
                  <a:pt x="600136" y="262047"/>
                </a:lnTo>
                <a:lnTo>
                  <a:pt x="599628" y="261261"/>
                </a:lnTo>
                <a:lnTo>
                  <a:pt x="599101" y="260436"/>
                </a:lnTo>
                <a:lnTo>
                  <a:pt x="598559" y="259575"/>
                </a:lnTo>
                <a:lnTo>
                  <a:pt x="598002" y="258684"/>
                </a:lnTo>
                <a:lnTo>
                  <a:pt x="597433" y="257767"/>
                </a:lnTo>
                <a:lnTo>
                  <a:pt x="596855" y="256830"/>
                </a:lnTo>
                <a:lnTo>
                  <a:pt x="596268" y="255877"/>
                </a:lnTo>
                <a:lnTo>
                  <a:pt x="595676" y="254914"/>
                </a:lnTo>
                <a:lnTo>
                  <a:pt x="595080" y="253945"/>
                </a:lnTo>
                <a:lnTo>
                  <a:pt x="594483" y="252974"/>
                </a:lnTo>
                <a:lnTo>
                  <a:pt x="593886" y="252008"/>
                </a:lnTo>
                <a:lnTo>
                  <a:pt x="593292" y="251051"/>
                </a:lnTo>
                <a:lnTo>
                  <a:pt x="592702" y="250107"/>
                </a:lnTo>
                <a:lnTo>
                  <a:pt x="592790" y="250105"/>
                </a:lnTo>
                <a:lnTo>
                  <a:pt x="592878" y="250103"/>
                </a:lnTo>
                <a:lnTo>
                  <a:pt x="592965" y="250101"/>
                </a:lnTo>
                <a:lnTo>
                  <a:pt x="593052" y="250099"/>
                </a:lnTo>
                <a:lnTo>
                  <a:pt x="593140" y="250096"/>
                </a:lnTo>
                <a:lnTo>
                  <a:pt x="593226" y="250094"/>
                </a:lnTo>
                <a:lnTo>
                  <a:pt x="593313" y="250092"/>
                </a:lnTo>
                <a:lnTo>
                  <a:pt x="593400" y="250090"/>
                </a:lnTo>
                <a:lnTo>
                  <a:pt x="593486" y="250088"/>
                </a:lnTo>
                <a:lnTo>
                  <a:pt x="593572" y="250086"/>
                </a:lnTo>
                <a:lnTo>
                  <a:pt x="593659" y="250084"/>
                </a:lnTo>
                <a:lnTo>
                  <a:pt x="593745" y="250082"/>
                </a:lnTo>
                <a:lnTo>
                  <a:pt x="593831" y="250080"/>
                </a:lnTo>
                <a:lnTo>
                  <a:pt x="593916" y="250078"/>
                </a:lnTo>
                <a:lnTo>
                  <a:pt x="594002" y="250076"/>
                </a:lnTo>
                <a:lnTo>
                  <a:pt x="594088" y="250074"/>
                </a:lnTo>
                <a:lnTo>
                  <a:pt x="594173" y="250072"/>
                </a:lnTo>
                <a:lnTo>
                  <a:pt x="594259" y="250070"/>
                </a:lnTo>
                <a:lnTo>
                  <a:pt x="594344" y="250068"/>
                </a:lnTo>
                <a:lnTo>
                  <a:pt x="594429" y="250066"/>
                </a:lnTo>
                <a:lnTo>
                  <a:pt x="594515" y="250064"/>
                </a:lnTo>
                <a:lnTo>
                  <a:pt x="594600" y="250062"/>
                </a:lnTo>
                <a:lnTo>
                  <a:pt x="594685" y="250060"/>
                </a:lnTo>
                <a:lnTo>
                  <a:pt x="594770" y="250059"/>
                </a:lnTo>
                <a:lnTo>
                  <a:pt x="595446" y="251156"/>
                </a:lnTo>
                <a:lnTo>
                  <a:pt x="596141" y="252288"/>
                </a:lnTo>
                <a:lnTo>
                  <a:pt x="596852" y="253449"/>
                </a:lnTo>
                <a:lnTo>
                  <a:pt x="597576" y="254635"/>
                </a:lnTo>
                <a:lnTo>
                  <a:pt x="598312" y="255842"/>
                </a:lnTo>
                <a:lnTo>
                  <a:pt x="599055" y="257065"/>
                </a:lnTo>
                <a:lnTo>
                  <a:pt x="599804" y="258300"/>
                </a:lnTo>
                <a:lnTo>
                  <a:pt x="600556" y="259542"/>
                </a:lnTo>
                <a:lnTo>
                  <a:pt x="601308" y="260787"/>
                </a:lnTo>
                <a:lnTo>
                  <a:pt x="602058" y="262030"/>
                </a:lnTo>
                <a:lnTo>
                  <a:pt x="602803" y="263268"/>
                </a:lnTo>
                <a:lnTo>
                  <a:pt x="603540" y="264495"/>
                </a:lnTo>
                <a:lnTo>
                  <a:pt x="604267" y="265707"/>
                </a:lnTo>
                <a:lnTo>
                  <a:pt x="604982" y="266900"/>
                </a:lnTo>
                <a:lnTo>
                  <a:pt x="605680" y="268069"/>
                </a:lnTo>
                <a:lnTo>
                  <a:pt x="606361" y="269210"/>
                </a:lnTo>
                <a:lnTo>
                  <a:pt x="607021" y="270318"/>
                </a:lnTo>
                <a:lnTo>
                  <a:pt x="607657" y="271389"/>
                </a:lnTo>
                <a:lnTo>
                  <a:pt x="608268" y="272418"/>
                </a:lnTo>
                <a:lnTo>
                  <a:pt x="608849" y="273402"/>
                </a:lnTo>
                <a:lnTo>
                  <a:pt x="609400" y="274335"/>
                </a:lnTo>
                <a:lnTo>
                  <a:pt x="609916" y="275213"/>
                </a:lnTo>
                <a:lnTo>
                  <a:pt x="610396" y="276032"/>
                </a:lnTo>
                <a:lnTo>
                  <a:pt x="610837" y="276786"/>
                </a:lnTo>
                <a:lnTo>
                  <a:pt x="611546" y="277990"/>
                </a:lnTo>
                <a:lnTo>
                  <a:pt x="612061" y="278861"/>
                </a:lnTo>
                <a:lnTo>
                  <a:pt x="612396" y="279425"/>
                </a:lnTo>
                <a:lnTo>
                  <a:pt x="612565" y="279705"/>
                </a:lnTo>
                <a:lnTo>
                  <a:pt x="612584" y="279728"/>
                </a:lnTo>
                <a:lnTo>
                  <a:pt x="612468" y="279519"/>
                </a:lnTo>
                <a:lnTo>
                  <a:pt x="612231" y="279102"/>
                </a:lnTo>
                <a:lnTo>
                  <a:pt x="611887" y="278503"/>
                </a:lnTo>
                <a:lnTo>
                  <a:pt x="611453" y="277747"/>
                </a:lnTo>
                <a:lnTo>
                  <a:pt x="610943" y="276858"/>
                </a:lnTo>
                <a:lnTo>
                  <a:pt x="610371" y="275863"/>
                </a:lnTo>
                <a:lnTo>
                  <a:pt x="609753" y="274786"/>
                </a:lnTo>
                <a:lnTo>
                  <a:pt x="609103" y="273652"/>
                </a:lnTo>
                <a:lnTo>
                  <a:pt x="608436" y="272486"/>
                </a:lnTo>
                <a:lnTo>
                  <a:pt x="607767" y="271314"/>
                </a:lnTo>
                <a:lnTo>
                  <a:pt x="607111" y="270161"/>
                </a:lnTo>
                <a:lnTo>
                  <a:pt x="606483" y="269051"/>
                </a:lnTo>
                <a:lnTo>
                  <a:pt x="605897" y="268009"/>
                </a:lnTo>
                <a:lnTo>
                  <a:pt x="605368" y="267062"/>
                </a:lnTo>
                <a:lnTo>
                  <a:pt x="604912" y="266234"/>
                </a:lnTo>
                <a:lnTo>
                  <a:pt x="604543" y="265549"/>
                </a:lnTo>
                <a:lnTo>
                  <a:pt x="604276" y="265034"/>
                </a:lnTo>
                <a:lnTo>
                  <a:pt x="604125" y="264713"/>
                </a:lnTo>
                <a:lnTo>
                  <a:pt x="604106" y="264611"/>
                </a:lnTo>
                <a:lnTo>
                  <a:pt x="604307" y="264887"/>
                </a:lnTo>
                <a:lnTo>
                  <a:pt x="604787" y="265650"/>
                </a:lnTo>
                <a:lnTo>
                  <a:pt x="605521" y="266852"/>
                </a:lnTo>
                <a:lnTo>
                  <a:pt x="606481" y="268446"/>
                </a:lnTo>
                <a:lnTo>
                  <a:pt x="607639" y="270385"/>
                </a:lnTo>
                <a:lnTo>
                  <a:pt x="608968" y="272619"/>
                </a:lnTo>
                <a:lnTo>
                  <a:pt x="610441" y="275103"/>
                </a:lnTo>
                <a:lnTo>
                  <a:pt x="612031" y="277789"/>
                </a:lnTo>
                <a:lnTo>
                  <a:pt x="613710" y="280628"/>
                </a:lnTo>
                <a:lnTo>
                  <a:pt x="615452" y="283574"/>
                </a:lnTo>
                <a:lnTo>
                  <a:pt x="617229" y="286578"/>
                </a:lnTo>
                <a:lnTo>
                  <a:pt x="619015" y="289593"/>
                </a:lnTo>
                <a:lnTo>
                  <a:pt x="620781" y="292572"/>
                </a:lnTo>
                <a:lnTo>
                  <a:pt x="622500" y="295467"/>
                </a:lnTo>
                <a:lnTo>
                  <a:pt x="624146" y="298230"/>
                </a:lnTo>
                <a:lnTo>
                  <a:pt x="625691" y="300814"/>
                </a:lnTo>
                <a:lnTo>
                  <a:pt x="627108" y="303172"/>
                </a:lnTo>
                <a:lnTo>
                  <a:pt x="628369" y="305254"/>
                </a:lnTo>
                <a:lnTo>
                  <a:pt x="629448" y="307015"/>
                </a:lnTo>
                <a:lnTo>
                  <a:pt x="630318" y="308406"/>
                </a:lnTo>
                <a:lnTo>
                  <a:pt x="630950" y="309380"/>
                </a:lnTo>
                <a:lnTo>
                  <a:pt x="631318" y="309890"/>
                </a:lnTo>
                <a:lnTo>
                  <a:pt x="631395" y="309887"/>
                </a:lnTo>
                <a:lnTo>
                  <a:pt x="631154" y="309324"/>
                </a:lnTo>
                <a:lnTo>
                  <a:pt x="630647" y="308322"/>
                </a:lnTo>
                <a:lnTo>
                  <a:pt x="629883" y="306900"/>
                </a:lnTo>
                <a:lnTo>
                  <a:pt x="628880" y="305091"/>
                </a:lnTo>
                <a:lnTo>
                  <a:pt x="627660" y="302931"/>
                </a:lnTo>
                <a:lnTo>
                  <a:pt x="626242" y="300452"/>
                </a:lnTo>
                <a:lnTo>
                  <a:pt x="624646" y="297688"/>
                </a:lnTo>
                <a:lnTo>
                  <a:pt x="622893" y="294675"/>
                </a:lnTo>
                <a:lnTo>
                  <a:pt x="621002" y="291444"/>
                </a:lnTo>
                <a:lnTo>
                  <a:pt x="618993" y="288032"/>
                </a:lnTo>
                <a:lnTo>
                  <a:pt x="616887" y="284471"/>
                </a:lnTo>
                <a:lnTo>
                  <a:pt x="614704" y="280795"/>
                </a:lnTo>
                <a:lnTo>
                  <a:pt x="612463" y="277040"/>
                </a:lnTo>
                <a:lnTo>
                  <a:pt x="610185" y="273237"/>
                </a:lnTo>
                <a:lnTo>
                  <a:pt x="607890" y="269422"/>
                </a:lnTo>
                <a:lnTo>
                  <a:pt x="605597" y="265629"/>
                </a:lnTo>
                <a:lnTo>
                  <a:pt x="603328" y="261891"/>
                </a:lnTo>
                <a:lnTo>
                  <a:pt x="601101" y="258242"/>
                </a:lnTo>
                <a:lnTo>
                  <a:pt x="598937" y="254717"/>
                </a:lnTo>
                <a:lnTo>
                  <a:pt x="596856" y="251349"/>
                </a:lnTo>
                <a:lnTo>
                  <a:pt x="594879" y="248173"/>
                </a:lnTo>
                <a:lnTo>
                  <a:pt x="593024" y="245222"/>
                </a:lnTo>
                <a:lnTo>
                  <a:pt x="591313" y="242530"/>
                </a:lnTo>
                <a:lnTo>
                  <a:pt x="589765" y="240131"/>
                </a:lnTo>
                <a:lnTo>
                  <a:pt x="588400" y="238060"/>
                </a:lnTo>
                <a:lnTo>
                  <a:pt x="588006" y="237365"/>
                </a:lnTo>
                <a:lnTo>
                  <a:pt x="587615" y="236673"/>
                </a:lnTo>
                <a:lnTo>
                  <a:pt x="587224" y="235985"/>
                </a:lnTo>
                <a:lnTo>
                  <a:pt x="586834" y="235299"/>
                </a:lnTo>
                <a:lnTo>
                  <a:pt x="586445" y="234616"/>
                </a:lnTo>
                <a:lnTo>
                  <a:pt x="586057" y="233936"/>
                </a:lnTo>
                <a:lnTo>
                  <a:pt x="585668" y="233257"/>
                </a:lnTo>
                <a:lnTo>
                  <a:pt x="585279" y="232581"/>
                </a:lnTo>
                <a:lnTo>
                  <a:pt x="584889" y="231907"/>
                </a:lnTo>
                <a:lnTo>
                  <a:pt x="584499" y="231234"/>
                </a:lnTo>
                <a:lnTo>
                  <a:pt x="584108" y="230563"/>
                </a:lnTo>
                <a:lnTo>
                  <a:pt x="583715" y="229892"/>
                </a:lnTo>
                <a:lnTo>
                  <a:pt x="583320" y="229223"/>
                </a:lnTo>
                <a:lnTo>
                  <a:pt x="582924" y="228554"/>
                </a:lnTo>
                <a:lnTo>
                  <a:pt x="582525" y="227885"/>
                </a:lnTo>
                <a:lnTo>
                  <a:pt x="582124" y="227217"/>
                </a:lnTo>
                <a:lnTo>
                  <a:pt x="581719" y="226549"/>
                </a:lnTo>
                <a:lnTo>
                  <a:pt x="581312" y="225880"/>
                </a:lnTo>
                <a:lnTo>
                  <a:pt x="580901" y="225211"/>
                </a:lnTo>
                <a:lnTo>
                  <a:pt x="580487" y="224541"/>
                </a:lnTo>
                <a:lnTo>
                  <a:pt x="580068" y="223870"/>
                </a:lnTo>
                <a:lnTo>
                  <a:pt x="579646" y="223198"/>
                </a:lnTo>
                <a:lnTo>
                  <a:pt x="579218" y="222524"/>
                </a:lnTo>
                <a:lnTo>
                  <a:pt x="578786" y="221849"/>
                </a:lnTo>
                <a:lnTo>
                  <a:pt x="577837" y="220392"/>
                </a:lnTo>
                <a:lnTo>
                  <a:pt x="576886" y="218960"/>
                </a:lnTo>
                <a:lnTo>
                  <a:pt x="575935" y="217550"/>
                </a:lnTo>
                <a:lnTo>
                  <a:pt x="574985" y="216162"/>
                </a:lnTo>
                <a:lnTo>
                  <a:pt x="574037" y="214796"/>
                </a:lnTo>
                <a:lnTo>
                  <a:pt x="573093" y="213450"/>
                </a:lnTo>
                <a:lnTo>
                  <a:pt x="572155" y="212123"/>
                </a:lnTo>
                <a:lnTo>
                  <a:pt x="571222" y="210816"/>
                </a:lnTo>
                <a:lnTo>
                  <a:pt x="570298" y="209526"/>
                </a:lnTo>
                <a:lnTo>
                  <a:pt x="569382" y="208253"/>
                </a:lnTo>
                <a:lnTo>
                  <a:pt x="568477" y="206997"/>
                </a:lnTo>
                <a:lnTo>
                  <a:pt x="567584" y="205755"/>
                </a:lnTo>
                <a:lnTo>
                  <a:pt x="566704" y="204528"/>
                </a:lnTo>
                <a:lnTo>
                  <a:pt x="565839" y="203315"/>
                </a:lnTo>
                <a:lnTo>
                  <a:pt x="564990" y="202115"/>
                </a:lnTo>
                <a:lnTo>
                  <a:pt x="564157" y="200926"/>
                </a:lnTo>
                <a:lnTo>
                  <a:pt x="563344" y="199748"/>
                </a:lnTo>
                <a:lnTo>
                  <a:pt x="562551" y="198581"/>
                </a:lnTo>
                <a:lnTo>
                  <a:pt x="561778" y="197422"/>
                </a:lnTo>
                <a:lnTo>
                  <a:pt x="561029" y="196272"/>
                </a:lnTo>
                <a:lnTo>
                  <a:pt x="560304" y="195130"/>
                </a:lnTo>
                <a:lnTo>
                  <a:pt x="559604" y="193994"/>
                </a:lnTo>
                <a:lnTo>
                  <a:pt x="558931" y="192865"/>
                </a:lnTo>
                <a:lnTo>
                  <a:pt x="558286" y="191740"/>
                </a:lnTo>
                <a:lnTo>
                  <a:pt x="559819" y="193919"/>
                </a:lnTo>
                <a:lnTo>
                  <a:pt x="561369" y="196113"/>
                </a:lnTo>
                <a:lnTo>
                  <a:pt x="562931" y="198320"/>
                </a:lnTo>
                <a:lnTo>
                  <a:pt x="564505" y="200541"/>
                </a:lnTo>
                <a:lnTo>
                  <a:pt x="566089" y="202773"/>
                </a:lnTo>
                <a:lnTo>
                  <a:pt x="567679" y="205015"/>
                </a:lnTo>
                <a:lnTo>
                  <a:pt x="569276" y="207266"/>
                </a:lnTo>
                <a:lnTo>
                  <a:pt x="570876" y="209525"/>
                </a:lnTo>
                <a:lnTo>
                  <a:pt x="572477" y="211790"/>
                </a:lnTo>
                <a:lnTo>
                  <a:pt x="574079" y="214062"/>
                </a:lnTo>
                <a:lnTo>
                  <a:pt x="575678" y="216337"/>
                </a:lnTo>
                <a:lnTo>
                  <a:pt x="577272" y="218616"/>
                </a:lnTo>
                <a:lnTo>
                  <a:pt x="578861" y="220896"/>
                </a:lnTo>
                <a:lnTo>
                  <a:pt x="580441" y="223177"/>
                </a:lnTo>
                <a:lnTo>
                  <a:pt x="582012" y="225458"/>
                </a:lnTo>
                <a:lnTo>
                  <a:pt x="583570" y="227737"/>
                </a:lnTo>
                <a:lnTo>
                  <a:pt x="585115" y="230013"/>
                </a:lnTo>
                <a:lnTo>
                  <a:pt x="586643" y="232286"/>
                </a:lnTo>
                <a:lnTo>
                  <a:pt x="588154" y="234553"/>
                </a:lnTo>
                <a:lnTo>
                  <a:pt x="589645" y="236813"/>
                </a:lnTo>
                <a:lnTo>
                  <a:pt x="591114" y="239066"/>
                </a:lnTo>
                <a:lnTo>
                  <a:pt x="592559" y="241310"/>
                </a:lnTo>
                <a:lnTo>
                  <a:pt x="593978" y="243544"/>
                </a:lnTo>
                <a:lnTo>
                  <a:pt x="595370" y="245767"/>
                </a:lnTo>
                <a:lnTo>
                  <a:pt x="595354" y="245697"/>
                </a:lnTo>
                <a:lnTo>
                  <a:pt x="595338" y="245627"/>
                </a:lnTo>
                <a:lnTo>
                  <a:pt x="595322" y="245557"/>
                </a:lnTo>
                <a:lnTo>
                  <a:pt x="595307" y="245487"/>
                </a:lnTo>
                <a:lnTo>
                  <a:pt x="595291" y="245418"/>
                </a:lnTo>
                <a:lnTo>
                  <a:pt x="595275" y="245348"/>
                </a:lnTo>
                <a:lnTo>
                  <a:pt x="595259" y="245279"/>
                </a:lnTo>
                <a:lnTo>
                  <a:pt x="595243" y="245210"/>
                </a:lnTo>
                <a:lnTo>
                  <a:pt x="595227" y="245141"/>
                </a:lnTo>
                <a:lnTo>
                  <a:pt x="595212" y="245072"/>
                </a:lnTo>
                <a:lnTo>
                  <a:pt x="595196" y="245003"/>
                </a:lnTo>
                <a:lnTo>
                  <a:pt x="595180" y="244934"/>
                </a:lnTo>
                <a:lnTo>
                  <a:pt x="595164" y="244866"/>
                </a:lnTo>
                <a:lnTo>
                  <a:pt x="595149" y="244797"/>
                </a:lnTo>
                <a:lnTo>
                  <a:pt x="595133" y="244729"/>
                </a:lnTo>
                <a:lnTo>
                  <a:pt x="595117" y="244660"/>
                </a:lnTo>
                <a:lnTo>
                  <a:pt x="595102" y="244592"/>
                </a:lnTo>
                <a:lnTo>
                  <a:pt x="595086" y="244524"/>
                </a:lnTo>
                <a:lnTo>
                  <a:pt x="595070" y="244456"/>
                </a:lnTo>
                <a:lnTo>
                  <a:pt x="595055" y="244388"/>
                </a:lnTo>
                <a:lnTo>
                  <a:pt x="595039" y="244320"/>
                </a:lnTo>
                <a:lnTo>
                  <a:pt x="595023" y="244252"/>
                </a:lnTo>
                <a:lnTo>
                  <a:pt x="595008" y="244184"/>
                </a:lnTo>
                <a:lnTo>
                  <a:pt x="594992" y="244116"/>
                </a:lnTo>
                <a:lnTo>
                  <a:pt x="596110" y="245915"/>
                </a:lnTo>
                <a:lnTo>
                  <a:pt x="597266" y="247785"/>
                </a:lnTo>
                <a:lnTo>
                  <a:pt x="598456" y="249716"/>
                </a:lnTo>
                <a:lnTo>
                  <a:pt x="599673" y="251697"/>
                </a:lnTo>
                <a:lnTo>
                  <a:pt x="600911" y="253718"/>
                </a:lnTo>
                <a:lnTo>
                  <a:pt x="602165" y="255769"/>
                </a:lnTo>
                <a:lnTo>
                  <a:pt x="603428" y="257839"/>
                </a:lnTo>
                <a:lnTo>
                  <a:pt x="604694" y="259919"/>
                </a:lnTo>
                <a:lnTo>
                  <a:pt x="605958" y="261997"/>
                </a:lnTo>
                <a:lnTo>
                  <a:pt x="607214" y="264064"/>
                </a:lnTo>
                <a:lnTo>
                  <a:pt x="608455" y="266109"/>
                </a:lnTo>
                <a:lnTo>
                  <a:pt x="609676" y="268122"/>
                </a:lnTo>
                <a:lnTo>
                  <a:pt x="610871" y="270093"/>
                </a:lnTo>
                <a:lnTo>
                  <a:pt x="612034" y="272012"/>
                </a:lnTo>
                <a:lnTo>
                  <a:pt x="613158" y="273868"/>
                </a:lnTo>
                <a:lnTo>
                  <a:pt x="614239" y="275650"/>
                </a:lnTo>
                <a:lnTo>
                  <a:pt x="615269" y="277349"/>
                </a:lnTo>
                <a:lnTo>
                  <a:pt x="616244" y="278955"/>
                </a:lnTo>
                <a:lnTo>
                  <a:pt x="617156" y="280456"/>
                </a:lnTo>
                <a:lnTo>
                  <a:pt x="618001" y="281843"/>
                </a:lnTo>
                <a:lnTo>
                  <a:pt x="618772" y="283106"/>
                </a:lnTo>
                <a:lnTo>
                  <a:pt x="619464" y="284234"/>
                </a:lnTo>
                <a:lnTo>
                  <a:pt x="620069" y="285216"/>
                </a:lnTo>
                <a:lnTo>
                  <a:pt x="620584" y="286043"/>
                </a:lnTo>
                <a:lnTo>
                  <a:pt x="619648" y="284316"/>
                </a:lnTo>
                <a:lnTo>
                  <a:pt x="618674" y="282535"/>
                </a:lnTo>
                <a:lnTo>
                  <a:pt x="617665" y="280708"/>
                </a:lnTo>
                <a:lnTo>
                  <a:pt x="616624" y="278840"/>
                </a:lnTo>
                <a:lnTo>
                  <a:pt x="615554" y="276935"/>
                </a:lnTo>
                <a:lnTo>
                  <a:pt x="614459" y="275001"/>
                </a:lnTo>
                <a:lnTo>
                  <a:pt x="613343" y="273042"/>
                </a:lnTo>
                <a:lnTo>
                  <a:pt x="612208" y="271065"/>
                </a:lnTo>
                <a:lnTo>
                  <a:pt x="611058" y="269074"/>
                </a:lnTo>
                <a:lnTo>
                  <a:pt x="609896" y="267075"/>
                </a:lnTo>
                <a:lnTo>
                  <a:pt x="608726" y="265075"/>
                </a:lnTo>
                <a:lnTo>
                  <a:pt x="607551" y="263077"/>
                </a:lnTo>
                <a:lnTo>
                  <a:pt x="606374" y="261089"/>
                </a:lnTo>
                <a:lnTo>
                  <a:pt x="605199" y="259116"/>
                </a:lnTo>
                <a:lnTo>
                  <a:pt x="604029" y="257163"/>
                </a:lnTo>
                <a:lnTo>
                  <a:pt x="602867" y="255235"/>
                </a:lnTo>
                <a:lnTo>
                  <a:pt x="601717" y="253339"/>
                </a:lnTo>
                <a:lnTo>
                  <a:pt x="600582" y="251481"/>
                </a:lnTo>
                <a:lnTo>
                  <a:pt x="599466" y="249664"/>
                </a:lnTo>
                <a:lnTo>
                  <a:pt x="598371" y="247897"/>
                </a:lnTo>
                <a:lnTo>
                  <a:pt x="597302" y="246183"/>
                </a:lnTo>
                <a:lnTo>
                  <a:pt x="596261" y="244528"/>
                </a:lnTo>
                <a:lnTo>
                  <a:pt x="595253" y="242939"/>
                </a:lnTo>
                <a:lnTo>
                  <a:pt x="594279" y="241420"/>
                </a:lnTo>
                <a:lnTo>
                  <a:pt x="594291" y="241402"/>
                </a:lnTo>
                <a:lnTo>
                  <a:pt x="594302" y="241384"/>
                </a:lnTo>
                <a:lnTo>
                  <a:pt x="594314" y="241365"/>
                </a:lnTo>
                <a:lnTo>
                  <a:pt x="594325" y="241347"/>
                </a:lnTo>
                <a:lnTo>
                  <a:pt x="594337" y="241330"/>
                </a:lnTo>
                <a:lnTo>
                  <a:pt x="594348" y="241312"/>
                </a:lnTo>
                <a:lnTo>
                  <a:pt x="594360" y="241294"/>
                </a:lnTo>
                <a:lnTo>
                  <a:pt x="594371" y="241276"/>
                </a:lnTo>
                <a:lnTo>
                  <a:pt x="594383" y="241258"/>
                </a:lnTo>
                <a:lnTo>
                  <a:pt x="594394" y="241240"/>
                </a:lnTo>
                <a:lnTo>
                  <a:pt x="594406" y="241222"/>
                </a:lnTo>
                <a:lnTo>
                  <a:pt x="594417" y="241205"/>
                </a:lnTo>
                <a:lnTo>
                  <a:pt x="594428" y="241187"/>
                </a:lnTo>
                <a:lnTo>
                  <a:pt x="594440" y="241169"/>
                </a:lnTo>
                <a:lnTo>
                  <a:pt x="594451" y="241151"/>
                </a:lnTo>
                <a:lnTo>
                  <a:pt x="594463" y="241134"/>
                </a:lnTo>
                <a:lnTo>
                  <a:pt x="594474" y="241116"/>
                </a:lnTo>
                <a:lnTo>
                  <a:pt x="594485" y="241098"/>
                </a:lnTo>
                <a:lnTo>
                  <a:pt x="594497" y="241081"/>
                </a:lnTo>
                <a:lnTo>
                  <a:pt x="594508" y="241063"/>
                </a:lnTo>
                <a:lnTo>
                  <a:pt x="594520" y="241046"/>
                </a:lnTo>
                <a:lnTo>
                  <a:pt x="594531" y="241028"/>
                </a:lnTo>
                <a:lnTo>
                  <a:pt x="594542" y="241011"/>
                </a:lnTo>
                <a:lnTo>
                  <a:pt x="594554" y="240993"/>
                </a:lnTo>
                <a:lnTo>
                  <a:pt x="595109" y="241933"/>
                </a:lnTo>
                <a:lnTo>
                  <a:pt x="595669" y="242878"/>
                </a:lnTo>
                <a:lnTo>
                  <a:pt x="596232" y="243826"/>
                </a:lnTo>
                <a:lnTo>
                  <a:pt x="596796" y="244772"/>
                </a:lnTo>
                <a:lnTo>
                  <a:pt x="597361" y="245713"/>
                </a:lnTo>
                <a:lnTo>
                  <a:pt x="597924" y="246647"/>
                </a:lnTo>
                <a:lnTo>
                  <a:pt x="598485" y="247571"/>
                </a:lnTo>
                <a:lnTo>
                  <a:pt x="599042" y="248481"/>
                </a:lnTo>
                <a:lnTo>
                  <a:pt x="599594" y="249375"/>
                </a:lnTo>
                <a:lnTo>
                  <a:pt x="600139" y="250248"/>
                </a:lnTo>
                <a:lnTo>
                  <a:pt x="600676" y="251099"/>
                </a:lnTo>
                <a:lnTo>
                  <a:pt x="601204" y="251923"/>
                </a:lnTo>
                <a:lnTo>
                  <a:pt x="601721" y="252718"/>
                </a:lnTo>
                <a:lnTo>
                  <a:pt x="602226" y="253481"/>
                </a:lnTo>
                <a:lnTo>
                  <a:pt x="602718" y="254208"/>
                </a:lnTo>
                <a:lnTo>
                  <a:pt x="603195" y="254897"/>
                </a:lnTo>
                <a:lnTo>
                  <a:pt x="603656" y="255544"/>
                </a:lnTo>
                <a:lnTo>
                  <a:pt x="604099" y="256146"/>
                </a:lnTo>
                <a:lnTo>
                  <a:pt x="604523" y="256700"/>
                </a:lnTo>
                <a:lnTo>
                  <a:pt x="604927" y="257203"/>
                </a:lnTo>
                <a:lnTo>
                  <a:pt x="605309" y="257652"/>
                </a:lnTo>
                <a:lnTo>
                  <a:pt x="605668" y="258044"/>
                </a:lnTo>
                <a:lnTo>
                  <a:pt x="606003" y="258375"/>
                </a:lnTo>
                <a:lnTo>
                  <a:pt x="606312" y="258642"/>
                </a:lnTo>
                <a:lnTo>
                  <a:pt x="605620" y="257543"/>
                </a:lnTo>
                <a:lnTo>
                  <a:pt x="604956" y="256483"/>
                </a:lnTo>
                <a:lnTo>
                  <a:pt x="604316" y="255463"/>
                </a:lnTo>
                <a:lnTo>
                  <a:pt x="603702" y="254479"/>
                </a:lnTo>
                <a:lnTo>
                  <a:pt x="603111" y="253531"/>
                </a:lnTo>
                <a:lnTo>
                  <a:pt x="602543" y="252617"/>
                </a:lnTo>
                <a:lnTo>
                  <a:pt x="601995" y="251736"/>
                </a:lnTo>
                <a:lnTo>
                  <a:pt x="601467" y="250884"/>
                </a:lnTo>
                <a:lnTo>
                  <a:pt x="600959" y="250062"/>
                </a:lnTo>
                <a:lnTo>
                  <a:pt x="600467" y="249267"/>
                </a:lnTo>
                <a:lnTo>
                  <a:pt x="599993" y="248498"/>
                </a:lnTo>
                <a:lnTo>
                  <a:pt x="599533" y="247753"/>
                </a:lnTo>
                <a:lnTo>
                  <a:pt x="599087" y="247030"/>
                </a:lnTo>
                <a:lnTo>
                  <a:pt x="598655" y="246328"/>
                </a:lnTo>
                <a:lnTo>
                  <a:pt x="598234" y="245646"/>
                </a:lnTo>
                <a:lnTo>
                  <a:pt x="597823" y="244980"/>
                </a:lnTo>
                <a:lnTo>
                  <a:pt x="597422" y="244331"/>
                </a:lnTo>
                <a:lnTo>
                  <a:pt x="597029" y="243696"/>
                </a:lnTo>
                <a:lnTo>
                  <a:pt x="596643" y="243073"/>
                </a:lnTo>
                <a:lnTo>
                  <a:pt x="596263" y="242462"/>
                </a:lnTo>
                <a:lnTo>
                  <a:pt x="595888" y="241860"/>
                </a:lnTo>
                <a:lnTo>
                  <a:pt x="595516" y="241265"/>
                </a:lnTo>
                <a:lnTo>
                  <a:pt x="595146" y="240677"/>
                </a:lnTo>
                <a:lnTo>
                  <a:pt x="594777" y="240093"/>
                </a:lnTo>
                <a:lnTo>
                  <a:pt x="594892" y="240188"/>
                </a:lnTo>
                <a:lnTo>
                  <a:pt x="595005" y="240274"/>
                </a:lnTo>
                <a:lnTo>
                  <a:pt x="595116" y="240352"/>
                </a:lnTo>
                <a:lnTo>
                  <a:pt x="595224" y="240421"/>
                </a:lnTo>
                <a:lnTo>
                  <a:pt x="595329" y="240481"/>
                </a:lnTo>
                <a:lnTo>
                  <a:pt x="595431" y="240532"/>
                </a:lnTo>
                <a:lnTo>
                  <a:pt x="595529" y="240574"/>
                </a:lnTo>
                <a:lnTo>
                  <a:pt x="595623" y="240606"/>
                </a:lnTo>
                <a:lnTo>
                  <a:pt x="595712" y="240628"/>
                </a:lnTo>
                <a:lnTo>
                  <a:pt x="595797" y="240639"/>
                </a:lnTo>
                <a:lnTo>
                  <a:pt x="595876" y="240641"/>
                </a:lnTo>
                <a:lnTo>
                  <a:pt x="595951" y="240632"/>
                </a:lnTo>
                <a:lnTo>
                  <a:pt x="596019" y="240613"/>
                </a:lnTo>
                <a:lnTo>
                  <a:pt x="596081" y="240582"/>
                </a:lnTo>
                <a:lnTo>
                  <a:pt x="596137" y="240541"/>
                </a:lnTo>
                <a:lnTo>
                  <a:pt x="596186" y="240487"/>
                </a:lnTo>
                <a:lnTo>
                  <a:pt x="596227" y="240423"/>
                </a:lnTo>
                <a:lnTo>
                  <a:pt x="596262" y="240346"/>
                </a:lnTo>
                <a:lnTo>
                  <a:pt x="596288" y="240258"/>
                </a:lnTo>
                <a:lnTo>
                  <a:pt x="596306" y="240157"/>
                </a:lnTo>
                <a:lnTo>
                  <a:pt x="596316" y="240044"/>
                </a:lnTo>
                <a:lnTo>
                  <a:pt x="596317" y="239918"/>
                </a:lnTo>
                <a:lnTo>
                  <a:pt x="596308" y="239779"/>
                </a:lnTo>
                <a:lnTo>
                  <a:pt x="596290" y="239627"/>
                </a:lnTo>
                <a:lnTo>
                  <a:pt x="597168" y="240994"/>
                </a:lnTo>
                <a:lnTo>
                  <a:pt x="598043" y="242363"/>
                </a:lnTo>
                <a:lnTo>
                  <a:pt x="598917" y="243733"/>
                </a:lnTo>
                <a:lnTo>
                  <a:pt x="599789" y="245104"/>
                </a:lnTo>
                <a:lnTo>
                  <a:pt x="600658" y="246476"/>
                </a:lnTo>
                <a:lnTo>
                  <a:pt x="601527" y="247850"/>
                </a:lnTo>
                <a:lnTo>
                  <a:pt x="602393" y="249226"/>
                </a:lnTo>
                <a:lnTo>
                  <a:pt x="603258" y="250604"/>
                </a:lnTo>
                <a:lnTo>
                  <a:pt x="604122" y="251984"/>
                </a:lnTo>
                <a:lnTo>
                  <a:pt x="604984" y="253365"/>
                </a:lnTo>
                <a:lnTo>
                  <a:pt x="605845" y="254749"/>
                </a:lnTo>
                <a:lnTo>
                  <a:pt x="606705" y="256135"/>
                </a:lnTo>
                <a:lnTo>
                  <a:pt x="607563" y="257524"/>
                </a:lnTo>
                <a:lnTo>
                  <a:pt x="608421" y="258915"/>
                </a:lnTo>
                <a:lnTo>
                  <a:pt x="609278" y="260309"/>
                </a:lnTo>
                <a:lnTo>
                  <a:pt x="610134" y="261706"/>
                </a:lnTo>
                <a:lnTo>
                  <a:pt x="610989" y="263106"/>
                </a:lnTo>
                <a:lnTo>
                  <a:pt x="611844" y="264509"/>
                </a:lnTo>
                <a:lnTo>
                  <a:pt x="612698" y="265916"/>
                </a:lnTo>
                <a:lnTo>
                  <a:pt x="613552" y="267325"/>
                </a:lnTo>
                <a:lnTo>
                  <a:pt x="614405" y="268738"/>
                </a:lnTo>
                <a:lnTo>
                  <a:pt x="615258" y="270155"/>
                </a:lnTo>
                <a:lnTo>
                  <a:pt x="616111" y="271576"/>
                </a:lnTo>
                <a:lnTo>
                  <a:pt x="616964" y="273000"/>
                </a:lnTo>
                <a:lnTo>
                  <a:pt x="616919" y="273022"/>
                </a:lnTo>
                <a:lnTo>
                  <a:pt x="616847" y="272988"/>
                </a:lnTo>
                <a:lnTo>
                  <a:pt x="616750" y="272902"/>
                </a:lnTo>
                <a:lnTo>
                  <a:pt x="616630" y="272767"/>
                </a:lnTo>
                <a:lnTo>
                  <a:pt x="616490" y="272589"/>
                </a:lnTo>
                <a:lnTo>
                  <a:pt x="616330" y="272371"/>
                </a:lnTo>
                <a:lnTo>
                  <a:pt x="616154" y="272116"/>
                </a:lnTo>
                <a:lnTo>
                  <a:pt x="615962" y="271829"/>
                </a:lnTo>
                <a:lnTo>
                  <a:pt x="615757" y="271514"/>
                </a:lnTo>
                <a:lnTo>
                  <a:pt x="615541" y="271175"/>
                </a:lnTo>
                <a:lnTo>
                  <a:pt x="615316" y="270816"/>
                </a:lnTo>
                <a:lnTo>
                  <a:pt x="615083" y="270440"/>
                </a:lnTo>
                <a:lnTo>
                  <a:pt x="614844" y="270053"/>
                </a:lnTo>
                <a:lnTo>
                  <a:pt x="614603" y="269657"/>
                </a:lnTo>
                <a:lnTo>
                  <a:pt x="614359" y="269257"/>
                </a:lnTo>
                <a:lnTo>
                  <a:pt x="614116" y="268856"/>
                </a:lnTo>
                <a:lnTo>
                  <a:pt x="613875" y="268460"/>
                </a:lnTo>
                <a:lnTo>
                  <a:pt x="613639" y="268071"/>
                </a:lnTo>
                <a:lnTo>
                  <a:pt x="613408" y="267694"/>
                </a:lnTo>
                <a:lnTo>
                  <a:pt x="613186" y="267332"/>
                </a:lnTo>
                <a:lnTo>
                  <a:pt x="612974" y="266990"/>
                </a:lnTo>
                <a:lnTo>
                  <a:pt x="612773" y="266672"/>
                </a:lnTo>
                <a:lnTo>
                  <a:pt x="612587" y="266382"/>
                </a:lnTo>
                <a:lnTo>
                  <a:pt x="612416" y="266123"/>
                </a:lnTo>
                <a:lnTo>
                  <a:pt x="612696" y="266694"/>
                </a:lnTo>
                <a:lnTo>
                  <a:pt x="612956" y="267214"/>
                </a:lnTo>
                <a:lnTo>
                  <a:pt x="613202" y="267695"/>
                </a:lnTo>
                <a:lnTo>
                  <a:pt x="613440" y="268148"/>
                </a:lnTo>
                <a:lnTo>
                  <a:pt x="613676" y="268585"/>
                </a:lnTo>
                <a:lnTo>
                  <a:pt x="613916" y="269017"/>
                </a:lnTo>
                <a:lnTo>
                  <a:pt x="614165" y="269455"/>
                </a:lnTo>
                <a:lnTo>
                  <a:pt x="614429" y="269912"/>
                </a:lnTo>
                <a:lnTo>
                  <a:pt x="614714" y="270398"/>
                </a:lnTo>
                <a:lnTo>
                  <a:pt x="615026" y="270925"/>
                </a:lnTo>
                <a:lnTo>
                  <a:pt x="615371" y="271504"/>
                </a:lnTo>
                <a:lnTo>
                  <a:pt x="615753" y="272147"/>
                </a:lnTo>
                <a:lnTo>
                  <a:pt x="616180" y="272866"/>
                </a:lnTo>
                <a:lnTo>
                  <a:pt x="616657" y="273671"/>
                </a:lnTo>
                <a:lnTo>
                  <a:pt x="617189" y="274575"/>
                </a:lnTo>
                <a:lnTo>
                  <a:pt x="617783" y="275588"/>
                </a:lnTo>
                <a:lnTo>
                  <a:pt x="618443" y="276723"/>
                </a:lnTo>
                <a:lnTo>
                  <a:pt x="619177" y="277990"/>
                </a:lnTo>
                <a:lnTo>
                  <a:pt x="619990" y="279402"/>
                </a:lnTo>
                <a:lnTo>
                  <a:pt x="620886" y="280969"/>
                </a:lnTo>
                <a:lnTo>
                  <a:pt x="621874" y="282704"/>
                </a:lnTo>
                <a:lnTo>
                  <a:pt x="622957" y="284617"/>
                </a:lnTo>
                <a:lnTo>
                  <a:pt x="624142" y="286720"/>
                </a:lnTo>
                <a:lnTo>
                  <a:pt x="625435" y="289025"/>
                </a:lnTo>
                <a:lnTo>
                  <a:pt x="625415" y="288834"/>
                </a:lnTo>
                <a:lnTo>
                  <a:pt x="625342" y="288572"/>
                </a:lnTo>
                <a:lnTo>
                  <a:pt x="625219" y="288246"/>
                </a:lnTo>
                <a:lnTo>
                  <a:pt x="625052" y="287859"/>
                </a:lnTo>
                <a:lnTo>
                  <a:pt x="624844" y="287417"/>
                </a:lnTo>
                <a:lnTo>
                  <a:pt x="624599" y="286927"/>
                </a:lnTo>
                <a:lnTo>
                  <a:pt x="624322" y="286392"/>
                </a:lnTo>
                <a:lnTo>
                  <a:pt x="624017" y="285818"/>
                </a:lnTo>
                <a:lnTo>
                  <a:pt x="623688" y="285211"/>
                </a:lnTo>
                <a:lnTo>
                  <a:pt x="623340" y="284576"/>
                </a:lnTo>
                <a:lnTo>
                  <a:pt x="622977" y="283918"/>
                </a:lnTo>
                <a:lnTo>
                  <a:pt x="622602" y="283242"/>
                </a:lnTo>
                <a:lnTo>
                  <a:pt x="622220" y="282554"/>
                </a:lnTo>
                <a:lnTo>
                  <a:pt x="621836" y="281860"/>
                </a:lnTo>
                <a:lnTo>
                  <a:pt x="621453" y="281164"/>
                </a:lnTo>
                <a:lnTo>
                  <a:pt x="621077" y="280471"/>
                </a:lnTo>
                <a:lnTo>
                  <a:pt x="620710" y="279788"/>
                </a:lnTo>
                <a:lnTo>
                  <a:pt x="620358" y="279119"/>
                </a:lnTo>
                <a:lnTo>
                  <a:pt x="620024" y="278470"/>
                </a:lnTo>
                <a:lnTo>
                  <a:pt x="619713" y="277846"/>
                </a:lnTo>
                <a:lnTo>
                  <a:pt x="619428" y="277252"/>
                </a:lnTo>
                <a:lnTo>
                  <a:pt x="619176" y="276693"/>
                </a:lnTo>
                <a:lnTo>
                  <a:pt x="618958" y="276176"/>
                </a:lnTo>
                <a:lnTo>
                  <a:pt x="618780" y="275705"/>
                </a:lnTo>
                <a:lnTo>
                  <a:pt x="619203" y="276261"/>
                </a:lnTo>
                <a:lnTo>
                  <a:pt x="619691" y="276945"/>
                </a:lnTo>
                <a:lnTo>
                  <a:pt x="620237" y="277746"/>
                </a:lnTo>
                <a:lnTo>
                  <a:pt x="620837" y="278651"/>
                </a:lnTo>
                <a:lnTo>
                  <a:pt x="621483" y="279651"/>
                </a:lnTo>
                <a:lnTo>
                  <a:pt x="622169" y="280733"/>
                </a:lnTo>
                <a:lnTo>
                  <a:pt x="622890" y="281885"/>
                </a:lnTo>
                <a:lnTo>
                  <a:pt x="623639" y="283098"/>
                </a:lnTo>
                <a:lnTo>
                  <a:pt x="624409" y="284359"/>
                </a:lnTo>
                <a:lnTo>
                  <a:pt x="625195" y="285657"/>
                </a:lnTo>
                <a:lnTo>
                  <a:pt x="625990" y="286981"/>
                </a:lnTo>
                <a:lnTo>
                  <a:pt x="626789" y="288319"/>
                </a:lnTo>
                <a:lnTo>
                  <a:pt x="627584" y="289659"/>
                </a:lnTo>
                <a:lnTo>
                  <a:pt x="628371" y="290992"/>
                </a:lnTo>
                <a:lnTo>
                  <a:pt x="629141" y="292305"/>
                </a:lnTo>
                <a:lnTo>
                  <a:pt x="629891" y="293586"/>
                </a:lnTo>
                <a:lnTo>
                  <a:pt x="630612" y="294825"/>
                </a:lnTo>
                <a:lnTo>
                  <a:pt x="631300" y="296010"/>
                </a:lnTo>
                <a:lnTo>
                  <a:pt x="631947" y="297130"/>
                </a:lnTo>
                <a:lnTo>
                  <a:pt x="632548" y="298174"/>
                </a:lnTo>
                <a:lnTo>
                  <a:pt x="633096" y="299129"/>
                </a:lnTo>
                <a:lnTo>
                  <a:pt x="633586" y="299985"/>
                </a:lnTo>
                <a:lnTo>
                  <a:pt x="634010" y="300731"/>
                </a:lnTo>
                <a:lnTo>
                  <a:pt x="634363" y="301355"/>
                </a:lnTo>
                <a:lnTo>
                  <a:pt x="634450" y="301268"/>
                </a:lnTo>
                <a:lnTo>
                  <a:pt x="634429" y="301013"/>
                </a:lnTo>
                <a:lnTo>
                  <a:pt x="634307" y="300603"/>
                </a:lnTo>
                <a:lnTo>
                  <a:pt x="634093" y="300049"/>
                </a:lnTo>
                <a:lnTo>
                  <a:pt x="633794" y="299366"/>
                </a:lnTo>
                <a:lnTo>
                  <a:pt x="633420" y="298566"/>
                </a:lnTo>
                <a:lnTo>
                  <a:pt x="632978" y="297661"/>
                </a:lnTo>
                <a:lnTo>
                  <a:pt x="632476" y="296666"/>
                </a:lnTo>
                <a:lnTo>
                  <a:pt x="631923" y="295592"/>
                </a:lnTo>
                <a:lnTo>
                  <a:pt x="631327" y="294452"/>
                </a:lnTo>
                <a:lnTo>
                  <a:pt x="630695" y="293260"/>
                </a:lnTo>
                <a:lnTo>
                  <a:pt x="630036" y="292028"/>
                </a:lnTo>
                <a:lnTo>
                  <a:pt x="629359" y="290770"/>
                </a:lnTo>
                <a:lnTo>
                  <a:pt x="628671" y="289498"/>
                </a:lnTo>
                <a:lnTo>
                  <a:pt x="627980" y="288225"/>
                </a:lnTo>
                <a:lnTo>
                  <a:pt x="627294" y="286964"/>
                </a:lnTo>
                <a:lnTo>
                  <a:pt x="626623" y="285727"/>
                </a:lnTo>
                <a:lnTo>
                  <a:pt x="625973" y="284529"/>
                </a:lnTo>
                <a:lnTo>
                  <a:pt x="625353" y="283381"/>
                </a:lnTo>
                <a:lnTo>
                  <a:pt x="624772" y="282297"/>
                </a:lnTo>
                <a:lnTo>
                  <a:pt x="624236" y="281289"/>
                </a:lnTo>
                <a:lnTo>
                  <a:pt x="623756" y="280370"/>
                </a:lnTo>
                <a:lnTo>
                  <a:pt x="623337" y="279554"/>
                </a:lnTo>
                <a:lnTo>
                  <a:pt x="622990" y="278853"/>
                </a:lnTo>
                <a:lnTo>
                  <a:pt x="622921" y="278719"/>
                </a:lnTo>
                <a:lnTo>
                  <a:pt x="622860" y="278598"/>
                </a:lnTo>
                <a:lnTo>
                  <a:pt x="622805" y="278489"/>
                </a:lnTo>
                <a:lnTo>
                  <a:pt x="622760" y="278395"/>
                </a:lnTo>
                <a:lnTo>
                  <a:pt x="622723" y="278317"/>
                </a:lnTo>
                <a:lnTo>
                  <a:pt x="622697" y="278257"/>
                </a:lnTo>
                <a:lnTo>
                  <a:pt x="622682" y="278215"/>
                </a:lnTo>
                <a:lnTo>
                  <a:pt x="622680" y="278194"/>
                </a:lnTo>
                <a:lnTo>
                  <a:pt x="622691" y="278195"/>
                </a:lnTo>
                <a:lnTo>
                  <a:pt x="622716" y="278219"/>
                </a:lnTo>
                <a:lnTo>
                  <a:pt x="622756" y="278269"/>
                </a:lnTo>
                <a:lnTo>
                  <a:pt x="622812" y="278344"/>
                </a:lnTo>
                <a:lnTo>
                  <a:pt x="622884" y="278448"/>
                </a:lnTo>
                <a:lnTo>
                  <a:pt x="622975" y="278580"/>
                </a:lnTo>
                <a:lnTo>
                  <a:pt x="623085" y="278744"/>
                </a:lnTo>
                <a:lnTo>
                  <a:pt x="623214" y="278939"/>
                </a:lnTo>
                <a:lnTo>
                  <a:pt x="623364" y="279169"/>
                </a:lnTo>
                <a:lnTo>
                  <a:pt x="623536" y="279434"/>
                </a:lnTo>
                <a:lnTo>
                  <a:pt x="623730" y="279735"/>
                </a:lnTo>
                <a:lnTo>
                  <a:pt x="623948" y="280074"/>
                </a:lnTo>
                <a:lnTo>
                  <a:pt x="624190" y="280453"/>
                </a:lnTo>
                <a:lnTo>
                  <a:pt x="624458" y="280873"/>
                </a:lnTo>
                <a:lnTo>
                  <a:pt x="624752" y="281336"/>
                </a:lnTo>
                <a:lnTo>
                  <a:pt x="625073" y="281842"/>
                </a:lnTo>
                <a:lnTo>
                  <a:pt x="625657" y="282772"/>
                </a:lnTo>
                <a:lnTo>
                  <a:pt x="626172" y="283586"/>
                </a:lnTo>
                <a:lnTo>
                  <a:pt x="626620" y="284287"/>
                </a:lnTo>
                <a:lnTo>
                  <a:pt x="627002" y="284880"/>
                </a:lnTo>
                <a:lnTo>
                  <a:pt x="627321" y="285366"/>
                </a:lnTo>
                <a:lnTo>
                  <a:pt x="627579" y="285751"/>
                </a:lnTo>
                <a:lnTo>
                  <a:pt x="627777" y="286036"/>
                </a:lnTo>
                <a:lnTo>
                  <a:pt x="627918" y="286226"/>
                </a:lnTo>
                <a:lnTo>
                  <a:pt x="628004" y="286324"/>
                </a:lnTo>
                <a:lnTo>
                  <a:pt x="628036" y="286333"/>
                </a:lnTo>
                <a:lnTo>
                  <a:pt x="628017" y="286257"/>
                </a:lnTo>
                <a:lnTo>
                  <a:pt x="627949" y="286099"/>
                </a:lnTo>
                <a:lnTo>
                  <a:pt x="627833" y="285862"/>
                </a:lnTo>
                <a:lnTo>
                  <a:pt x="627672" y="285550"/>
                </a:lnTo>
                <a:lnTo>
                  <a:pt x="627468" y="285166"/>
                </a:lnTo>
                <a:lnTo>
                  <a:pt x="627222" y="284714"/>
                </a:lnTo>
                <a:lnTo>
                  <a:pt x="626937" y="284197"/>
                </a:lnTo>
                <a:lnTo>
                  <a:pt x="626614" y="283618"/>
                </a:lnTo>
                <a:lnTo>
                  <a:pt x="626256" y="282982"/>
                </a:lnTo>
                <a:lnTo>
                  <a:pt x="625865" y="282290"/>
                </a:lnTo>
                <a:lnTo>
                  <a:pt x="625443" y="281547"/>
                </a:lnTo>
                <a:lnTo>
                  <a:pt x="624991" y="280756"/>
                </a:lnTo>
                <a:lnTo>
                  <a:pt x="624511" y="279920"/>
                </a:lnTo>
                <a:lnTo>
                  <a:pt x="624006" y="279043"/>
                </a:lnTo>
                <a:lnTo>
                  <a:pt x="623766" y="278581"/>
                </a:lnTo>
                <a:lnTo>
                  <a:pt x="623527" y="278120"/>
                </a:lnTo>
                <a:lnTo>
                  <a:pt x="623288" y="277661"/>
                </a:lnTo>
                <a:lnTo>
                  <a:pt x="623049" y="277204"/>
                </a:lnTo>
                <a:lnTo>
                  <a:pt x="622811" y="276747"/>
                </a:lnTo>
                <a:lnTo>
                  <a:pt x="622574" y="276292"/>
                </a:lnTo>
                <a:lnTo>
                  <a:pt x="622336" y="275839"/>
                </a:lnTo>
                <a:lnTo>
                  <a:pt x="622100" y="275386"/>
                </a:lnTo>
                <a:lnTo>
                  <a:pt x="621863" y="274934"/>
                </a:lnTo>
                <a:lnTo>
                  <a:pt x="621627" y="274484"/>
                </a:lnTo>
                <a:lnTo>
                  <a:pt x="621392" y="274034"/>
                </a:lnTo>
                <a:lnTo>
                  <a:pt x="621156" y="273586"/>
                </a:lnTo>
                <a:lnTo>
                  <a:pt x="620921" y="273138"/>
                </a:lnTo>
                <a:lnTo>
                  <a:pt x="620686" y="272692"/>
                </a:lnTo>
                <a:lnTo>
                  <a:pt x="620452" y="272246"/>
                </a:lnTo>
                <a:lnTo>
                  <a:pt x="620217" y="271801"/>
                </a:lnTo>
                <a:lnTo>
                  <a:pt x="619983" y="271356"/>
                </a:lnTo>
                <a:lnTo>
                  <a:pt x="619749" y="270913"/>
                </a:lnTo>
                <a:lnTo>
                  <a:pt x="619515" y="270470"/>
                </a:lnTo>
                <a:lnTo>
                  <a:pt x="619282" y="270027"/>
                </a:lnTo>
                <a:lnTo>
                  <a:pt x="619048" y="269585"/>
                </a:lnTo>
                <a:lnTo>
                  <a:pt x="618814" y="269144"/>
                </a:lnTo>
                <a:lnTo>
                  <a:pt x="618581" y="268703"/>
                </a:lnTo>
                <a:lnTo>
                  <a:pt x="618347" y="268263"/>
                </a:lnTo>
                <a:lnTo>
                  <a:pt x="618816" y="268960"/>
                </a:lnTo>
                <a:lnTo>
                  <a:pt x="619345" y="269777"/>
                </a:lnTo>
                <a:lnTo>
                  <a:pt x="619930" y="270706"/>
                </a:lnTo>
                <a:lnTo>
                  <a:pt x="620567" y="271737"/>
                </a:lnTo>
                <a:lnTo>
                  <a:pt x="621250" y="272861"/>
                </a:lnTo>
                <a:lnTo>
                  <a:pt x="621976" y="274070"/>
                </a:lnTo>
                <a:lnTo>
                  <a:pt x="622740" y="275353"/>
                </a:lnTo>
                <a:lnTo>
                  <a:pt x="623537" y="276701"/>
                </a:lnTo>
                <a:lnTo>
                  <a:pt x="624363" y="278107"/>
                </a:lnTo>
                <a:lnTo>
                  <a:pt x="625213" y="279560"/>
                </a:lnTo>
                <a:lnTo>
                  <a:pt x="626084" y="281051"/>
                </a:lnTo>
                <a:lnTo>
                  <a:pt x="626970" y="282571"/>
                </a:lnTo>
                <a:lnTo>
                  <a:pt x="627867" y="284111"/>
                </a:lnTo>
                <a:lnTo>
                  <a:pt x="628770" y="285663"/>
                </a:lnTo>
                <a:lnTo>
                  <a:pt x="629676" y="287216"/>
                </a:lnTo>
                <a:lnTo>
                  <a:pt x="630578" y="288762"/>
                </a:lnTo>
                <a:lnTo>
                  <a:pt x="631474" y="290291"/>
                </a:lnTo>
                <a:lnTo>
                  <a:pt x="632359" y="291794"/>
                </a:lnTo>
                <a:lnTo>
                  <a:pt x="633228" y="293263"/>
                </a:lnTo>
                <a:lnTo>
                  <a:pt x="634076" y="294688"/>
                </a:lnTo>
                <a:lnTo>
                  <a:pt x="634899" y="296060"/>
                </a:lnTo>
                <a:lnTo>
                  <a:pt x="635693" y="297370"/>
                </a:lnTo>
                <a:lnTo>
                  <a:pt x="636453" y="298608"/>
                </a:lnTo>
                <a:lnTo>
                  <a:pt x="637175" y="299767"/>
                </a:lnTo>
                <a:lnTo>
                  <a:pt x="636662" y="298700"/>
                </a:lnTo>
                <a:lnTo>
                  <a:pt x="636100" y="297570"/>
                </a:lnTo>
                <a:lnTo>
                  <a:pt x="635494" y="296382"/>
                </a:lnTo>
                <a:lnTo>
                  <a:pt x="634845" y="295142"/>
                </a:lnTo>
                <a:lnTo>
                  <a:pt x="634158" y="293852"/>
                </a:lnTo>
                <a:lnTo>
                  <a:pt x="633436" y="292519"/>
                </a:lnTo>
                <a:lnTo>
                  <a:pt x="632683" y="291147"/>
                </a:lnTo>
                <a:lnTo>
                  <a:pt x="631902" y="289740"/>
                </a:lnTo>
                <a:lnTo>
                  <a:pt x="631096" y="288303"/>
                </a:lnTo>
                <a:lnTo>
                  <a:pt x="630269" y="286842"/>
                </a:lnTo>
                <a:lnTo>
                  <a:pt x="629425" y="285360"/>
                </a:lnTo>
                <a:lnTo>
                  <a:pt x="628567" y="283863"/>
                </a:lnTo>
                <a:lnTo>
                  <a:pt x="627698" y="282355"/>
                </a:lnTo>
                <a:lnTo>
                  <a:pt x="626821" y="280840"/>
                </a:lnTo>
                <a:lnTo>
                  <a:pt x="625941" y="279324"/>
                </a:lnTo>
                <a:lnTo>
                  <a:pt x="625061" y="277812"/>
                </a:lnTo>
                <a:lnTo>
                  <a:pt x="624184" y="276307"/>
                </a:lnTo>
                <a:lnTo>
                  <a:pt x="623313" y="274815"/>
                </a:lnTo>
                <a:lnTo>
                  <a:pt x="622453" y="273340"/>
                </a:lnTo>
                <a:lnTo>
                  <a:pt x="621606" y="271888"/>
                </a:lnTo>
                <a:lnTo>
                  <a:pt x="620776" y="270462"/>
                </a:lnTo>
                <a:lnTo>
                  <a:pt x="619967" y="269068"/>
                </a:lnTo>
                <a:lnTo>
                  <a:pt x="619182" y="267710"/>
                </a:lnTo>
                <a:lnTo>
                  <a:pt x="618424" y="266393"/>
                </a:lnTo>
                <a:lnTo>
                  <a:pt x="618448" y="266332"/>
                </a:lnTo>
                <a:lnTo>
                  <a:pt x="618507" y="266347"/>
                </a:lnTo>
                <a:lnTo>
                  <a:pt x="618596" y="266430"/>
                </a:lnTo>
                <a:lnTo>
                  <a:pt x="618712" y="266573"/>
                </a:lnTo>
                <a:lnTo>
                  <a:pt x="618852" y="266770"/>
                </a:lnTo>
                <a:lnTo>
                  <a:pt x="619012" y="267011"/>
                </a:lnTo>
                <a:lnTo>
                  <a:pt x="619189" y="267289"/>
                </a:lnTo>
                <a:lnTo>
                  <a:pt x="619380" y="267596"/>
                </a:lnTo>
                <a:lnTo>
                  <a:pt x="619580" y="267926"/>
                </a:lnTo>
                <a:lnTo>
                  <a:pt x="619787" y="268269"/>
                </a:lnTo>
                <a:lnTo>
                  <a:pt x="619997" y="268619"/>
                </a:lnTo>
                <a:lnTo>
                  <a:pt x="620206" y="268967"/>
                </a:lnTo>
                <a:lnTo>
                  <a:pt x="620411" y="269306"/>
                </a:lnTo>
                <a:lnTo>
                  <a:pt x="620609" y="269628"/>
                </a:lnTo>
                <a:lnTo>
                  <a:pt x="620796" y="269925"/>
                </a:lnTo>
                <a:lnTo>
                  <a:pt x="620968" y="270190"/>
                </a:lnTo>
                <a:lnTo>
                  <a:pt x="621123" y="270414"/>
                </a:lnTo>
                <a:lnTo>
                  <a:pt x="621256" y="270591"/>
                </a:lnTo>
                <a:lnTo>
                  <a:pt x="621365" y="270712"/>
                </a:lnTo>
                <a:lnTo>
                  <a:pt x="621445" y="270770"/>
                </a:lnTo>
                <a:lnTo>
                  <a:pt x="621494" y="270757"/>
                </a:lnTo>
                <a:lnTo>
                  <a:pt x="621507" y="270664"/>
                </a:lnTo>
                <a:lnTo>
                  <a:pt x="621482" y="270485"/>
                </a:lnTo>
                <a:lnTo>
                  <a:pt x="621415" y="270212"/>
                </a:lnTo>
                <a:lnTo>
                  <a:pt x="620620" y="268839"/>
                </a:lnTo>
                <a:lnTo>
                  <a:pt x="619824" y="267469"/>
                </a:lnTo>
                <a:lnTo>
                  <a:pt x="619027" y="266101"/>
                </a:lnTo>
                <a:lnTo>
                  <a:pt x="618229" y="264737"/>
                </a:lnTo>
                <a:lnTo>
                  <a:pt x="617431" y="263375"/>
                </a:lnTo>
                <a:lnTo>
                  <a:pt x="616633" y="262018"/>
                </a:lnTo>
                <a:lnTo>
                  <a:pt x="615835" y="260665"/>
                </a:lnTo>
                <a:lnTo>
                  <a:pt x="615038" y="259316"/>
                </a:lnTo>
                <a:lnTo>
                  <a:pt x="614241" y="257972"/>
                </a:lnTo>
                <a:lnTo>
                  <a:pt x="613446" y="256633"/>
                </a:lnTo>
                <a:lnTo>
                  <a:pt x="612652" y="255300"/>
                </a:lnTo>
                <a:lnTo>
                  <a:pt x="611860" y="253972"/>
                </a:lnTo>
                <a:lnTo>
                  <a:pt x="611070" y="252651"/>
                </a:lnTo>
                <a:lnTo>
                  <a:pt x="610282" y="251337"/>
                </a:lnTo>
                <a:lnTo>
                  <a:pt x="609497" y="250029"/>
                </a:lnTo>
                <a:lnTo>
                  <a:pt x="608715" y="248728"/>
                </a:lnTo>
                <a:lnTo>
                  <a:pt x="607936" y="247436"/>
                </a:lnTo>
                <a:lnTo>
                  <a:pt x="607161" y="246151"/>
                </a:lnTo>
                <a:lnTo>
                  <a:pt x="606389" y="244874"/>
                </a:lnTo>
                <a:lnTo>
                  <a:pt x="605622" y="243606"/>
                </a:lnTo>
                <a:lnTo>
                  <a:pt x="604859" y="242348"/>
                </a:lnTo>
                <a:lnTo>
                  <a:pt x="604101" y="241098"/>
                </a:lnTo>
                <a:lnTo>
                  <a:pt x="603349" y="239858"/>
                </a:lnTo>
                <a:lnTo>
                  <a:pt x="602601" y="238628"/>
                </a:lnTo>
                <a:lnTo>
                  <a:pt x="602800" y="238830"/>
                </a:lnTo>
                <a:lnTo>
                  <a:pt x="603016" y="239072"/>
                </a:lnTo>
                <a:lnTo>
                  <a:pt x="603250" y="239350"/>
                </a:lnTo>
                <a:lnTo>
                  <a:pt x="603499" y="239663"/>
                </a:lnTo>
                <a:lnTo>
                  <a:pt x="603763" y="240008"/>
                </a:lnTo>
                <a:lnTo>
                  <a:pt x="604039" y="240382"/>
                </a:lnTo>
                <a:lnTo>
                  <a:pt x="604328" y="240782"/>
                </a:lnTo>
                <a:lnTo>
                  <a:pt x="604627" y="241205"/>
                </a:lnTo>
                <a:lnTo>
                  <a:pt x="604936" y="241650"/>
                </a:lnTo>
                <a:lnTo>
                  <a:pt x="605253" y="242113"/>
                </a:lnTo>
                <a:lnTo>
                  <a:pt x="605577" y="242591"/>
                </a:lnTo>
                <a:lnTo>
                  <a:pt x="605906" y="243082"/>
                </a:lnTo>
                <a:lnTo>
                  <a:pt x="606240" y="243584"/>
                </a:lnTo>
                <a:lnTo>
                  <a:pt x="606577" y="244092"/>
                </a:lnTo>
                <a:lnTo>
                  <a:pt x="606917" y="244606"/>
                </a:lnTo>
                <a:lnTo>
                  <a:pt x="607257" y="245122"/>
                </a:lnTo>
                <a:lnTo>
                  <a:pt x="607596" y="245637"/>
                </a:lnTo>
                <a:lnTo>
                  <a:pt x="607934" y="246149"/>
                </a:lnTo>
                <a:lnTo>
                  <a:pt x="608269" y="246655"/>
                </a:lnTo>
                <a:lnTo>
                  <a:pt x="608599" y="247153"/>
                </a:lnTo>
                <a:lnTo>
                  <a:pt x="608925" y="247639"/>
                </a:lnTo>
                <a:lnTo>
                  <a:pt x="609243" y="248111"/>
                </a:lnTo>
                <a:lnTo>
                  <a:pt x="609554" y="248566"/>
                </a:lnTo>
                <a:lnTo>
                  <a:pt x="609855" y="249002"/>
                </a:lnTo>
                <a:lnTo>
                  <a:pt x="609770" y="248794"/>
                </a:lnTo>
                <a:lnTo>
                  <a:pt x="609663" y="248559"/>
                </a:lnTo>
                <a:lnTo>
                  <a:pt x="609536" y="248300"/>
                </a:lnTo>
                <a:lnTo>
                  <a:pt x="609392" y="248019"/>
                </a:lnTo>
                <a:lnTo>
                  <a:pt x="609230" y="247717"/>
                </a:lnTo>
                <a:lnTo>
                  <a:pt x="609054" y="247397"/>
                </a:lnTo>
                <a:lnTo>
                  <a:pt x="608864" y="247061"/>
                </a:lnTo>
                <a:lnTo>
                  <a:pt x="608663" y="246710"/>
                </a:lnTo>
                <a:lnTo>
                  <a:pt x="608451" y="246346"/>
                </a:lnTo>
                <a:lnTo>
                  <a:pt x="608231" y="245972"/>
                </a:lnTo>
                <a:lnTo>
                  <a:pt x="608004" y="245589"/>
                </a:lnTo>
                <a:lnTo>
                  <a:pt x="607771" y="245199"/>
                </a:lnTo>
                <a:lnTo>
                  <a:pt x="607535" y="244804"/>
                </a:lnTo>
                <a:lnTo>
                  <a:pt x="607296" y="244407"/>
                </a:lnTo>
                <a:lnTo>
                  <a:pt x="607057" y="244008"/>
                </a:lnTo>
                <a:lnTo>
                  <a:pt x="606818" y="243611"/>
                </a:lnTo>
                <a:lnTo>
                  <a:pt x="606583" y="243217"/>
                </a:lnTo>
                <a:lnTo>
                  <a:pt x="606351" y="242827"/>
                </a:lnTo>
                <a:lnTo>
                  <a:pt x="606126" y="242445"/>
                </a:lnTo>
                <a:lnTo>
                  <a:pt x="605908" y="242071"/>
                </a:lnTo>
                <a:lnTo>
                  <a:pt x="605698" y="241708"/>
                </a:lnTo>
                <a:lnTo>
                  <a:pt x="605500" y="241358"/>
                </a:lnTo>
                <a:lnTo>
                  <a:pt x="605313" y="241022"/>
                </a:lnTo>
                <a:lnTo>
                  <a:pt x="605141" y="240703"/>
                </a:lnTo>
                <a:lnTo>
                  <a:pt x="605732" y="241557"/>
                </a:lnTo>
                <a:lnTo>
                  <a:pt x="606334" y="242437"/>
                </a:lnTo>
                <a:lnTo>
                  <a:pt x="606946" y="243340"/>
                </a:lnTo>
                <a:lnTo>
                  <a:pt x="607566" y="244264"/>
                </a:lnTo>
                <a:lnTo>
                  <a:pt x="608194" y="245206"/>
                </a:lnTo>
                <a:lnTo>
                  <a:pt x="608829" y="246165"/>
                </a:lnTo>
                <a:lnTo>
                  <a:pt x="609469" y="247137"/>
                </a:lnTo>
                <a:lnTo>
                  <a:pt x="610113" y="248121"/>
                </a:lnTo>
                <a:lnTo>
                  <a:pt x="610760" y="249113"/>
                </a:lnTo>
                <a:lnTo>
                  <a:pt x="611409" y="250112"/>
                </a:lnTo>
                <a:lnTo>
                  <a:pt x="612060" y="251115"/>
                </a:lnTo>
                <a:lnTo>
                  <a:pt x="612710" y="252120"/>
                </a:lnTo>
                <a:lnTo>
                  <a:pt x="613359" y="253123"/>
                </a:lnTo>
                <a:lnTo>
                  <a:pt x="614006" y="254124"/>
                </a:lnTo>
                <a:lnTo>
                  <a:pt x="614650" y="255119"/>
                </a:lnTo>
                <a:lnTo>
                  <a:pt x="615289" y="256106"/>
                </a:lnTo>
                <a:lnTo>
                  <a:pt x="615922" y="257082"/>
                </a:lnTo>
                <a:lnTo>
                  <a:pt x="616549" y="258046"/>
                </a:lnTo>
                <a:lnTo>
                  <a:pt x="617169" y="258994"/>
                </a:lnTo>
                <a:lnTo>
                  <a:pt x="617779" y="259924"/>
                </a:lnTo>
                <a:lnTo>
                  <a:pt x="618380" y="260834"/>
                </a:lnTo>
                <a:lnTo>
                  <a:pt x="618970" y="261722"/>
                </a:lnTo>
                <a:lnTo>
                  <a:pt x="619547" y="262585"/>
                </a:lnTo>
                <a:lnTo>
                  <a:pt x="620112" y="263420"/>
                </a:lnTo>
                <a:lnTo>
                  <a:pt x="619825" y="262847"/>
                </a:lnTo>
                <a:lnTo>
                  <a:pt x="619551" y="262305"/>
                </a:lnTo>
                <a:lnTo>
                  <a:pt x="619291" y="261796"/>
                </a:lnTo>
                <a:lnTo>
                  <a:pt x="619047" y="261321"/>
                </a:lnTo>
                <a:lnTo>
                  <a:pt x="618820" y="260879"/>
                </a:lnTo>
                <a:lnTo>
                  <a:pt x="618611" y="260473"/>
                </a:lnTo>
                <a:lnTo>
                  <a:pt x="618422" y="260103"/>
                </a:lnTo>
                <a:lnTo>
                  <a:pt x="618253" y="259770"/>
                </a:lnTo>
                <a:lnTo>
                  <a:pt x="618105" y="259475"/>
                </a:lnTo>
                <a:lnTo>
                  <a:pt x="617981" y="259218"/>
                </a:lnTo>
                <a:lnTo>
                  <a:pt x="617880" y="259000"/>
                </a:lnTo>
                <a:lnTo>
                  <a:pt x="617805" y="258822"/>
                </a:lnTo>
                <a:lnTo>
                  <a:pt x="617757" y="258685"/>
                </a:lnTo>
                <a:lnTo>
                  <a:pt x="617736" y="258590"/>
                </a:lnTo>
                <a:lnTo>
                  <a:pt x="617744" y="258538"/>
                </a:lnTo>
                <a:lnTo>
                  <a:pt x="617782" y="258529"/>
                </a:lnTo>
                <a:lnTo>
                  <a:pt x="617852" y="258565"/>
                </a:lnTo>
                <a:lnTo>
                  <a:pt x="617954" y="258645"/>
                </a:lnTo>
                <a:lnTo>
                  <a:pt x="618090" y="258772"/>
                </a:lnTo>
                <a:lnTo>
                  <a:pt x="618260" y="258945"/>
                </a:lnTo>
                <a:lnTo>
                  <a:pt x="618467" y="259166"/>
                </a:lnTo>
                <a:lnTo>
                  <a:pt x="618712" y="259435"/>
                </a:lnTo>
                <a:lnTo>
                  <a:pt x="618994" y="259754"/>
                </a:lnTo>
                <a:lnTo>
                  <a:pt x="619317" y="260122"/>
                </a:lnTo>
                <a:lnTo>
                  <a:pt x="617628" y="257459"/>
                </a:lnTo>
                <a:lnTo>
                  <a:pt x="615939" y="254776"/>
                </a:lnTo>
                <a:lnTo>
                  <a:pt x="614248" y="252076"/>
                </a:lnTo>
                <a:lnTo>
                  <a:pt x="612556" y="249362"/>
                </a:lnTo>
                <a:lnTo>
                  <a:pt x="610865" y="246638"/>
                </a:lnTo>
                <a:lnTo>
                  <a:pt x="609174" y="243906"/>
                </a:lnTo>
                <a:lnTo>
                  <a:pt x="607483" y="241169"/>
                </a:lnTo>
                <a:lnTo>
                  <a:pt x="605793" y="238431"/>
                </a:lnTo>
                <a:lnTo>
                  <a:pt x="604104" y="235694"/>
                </a:lnTo>
                <a:lnTo>
                  <a:pt x="602417" y="232962"/>
                </a:lnTo>
                <a:lnTo>
                  <a:pt x="600733" y="230237"/>
                </a:lnTo>
                <a:lnTo>
                  <a:pt x="599050" y="227522"/>
                </a:lnTo>
                <a:lnTo>
                  <a:pt x="597370" y="224821"/>
                </a:lnTo>
                <a:lnTo>
                  <a:pt x="595694" y="222136"/>
                </a:lnTo>
                <a:lnTo>
                  <a:pt x="594021" y="219471"/>
                </a:lnTo>
                <a:lnTo>
                  <a:pt x="592351" y="216828"/>
                </a:lnTo>
                <a:lnTo>
                  <a:pt x="590686" y="214210"/>
                </a:lnTo>
                <a:lnTo>
                  <a:pt x="589026" y="211621"/>
                </a:lnTo>
                <a:lnTo>
                  <a:pt x="587370" y="209064"/>
                </a:lnTo>
                <a:lnTo>
                  <a:pt x="585720" y="206541"/>
                </a:lnTo>
                <a:lnTo>
                  <a:pt x="584075" y="204055"/>
                </a:lnTo>
                <a:lnTo>
                  <a:pt x="582437" y="201610"/>
                </a:lnTo>
                <a:lnTo>
                  <a:pt x="580805" y="199209"/>
                </a:lnTo>
                <a:lnTo>
                  <a:pt x="579179" y="196854"/>
                </a:lnTo>
                <a:lnTo>
                  <a:pt x="579064" y="196617"/>
                </a:lnTo>
                <a:lnTo>
                  <a:pt x="578948" y="196381"/>
                </a:lnTo>
                <a:lnTo>
                  <a:pt x="578833" y="196145"/>
                </a:lnTo>
                <a:lnTo>
                  <a:pt x="578718" y="195910"/>
                </a:lnTo>
                <a:lnTo>
                  <a:pt x="578604" y="195676"/>
                </a:lnTo>
                <a:lnTo>
                  <a:pt x="578489" y="195442"/>
                </a:lnTo>
                <a:lnTo>
                  <a:pt x="578375" y="195209"/>
                </a:lnTo>
                <a:lnTo>
                  <a:pt x="578261" y="194976"/>
                </a:lnTo>
                <a:lnTo>
                  <a:pt x="578147" y="194744"/>
                </a:lnTo>
                <a:lnTo>
                  <a:pt x="578034" y="194512"/>
                </a:lnTo>
                <a:lnTo>
                  <a:pt x="577920" y="194281"/>
                </a:lnTo>
                <a:lnTo>
                  <a:pt x="577807" y="194050"/>
                </a:lnTo>
                <a:lnTo>
                  <a:pt x="577694" y="193819"/>
                </a:lnTo>
                <a:lnTo>
                  <a:pt x="577581" y="193589"/>
                </a:lnTo>
                <a:lnTo>
                  <a:pt x="577468" y="193359"/>
                </a:lnTo>
                <a:lnTo>
                  <a:pt x="577355" y="193130"/>
                </a:lnTo>
                <a:lnTo>
                  <a:pt x="577242" y="192900"/>
                </a:lnTo>
                <a:lnTo>
                  <a:pt x="577129" y="192671"/>
                </a:lnTo>
                <a:lnTo>
                  <a:pt x="577016" y="192443"/>
                </a:lnTo>
                <a:lnTo>
                  <a:pt x="576904" y="192214"/>
                </a:lnTo>
                <a:lnTo>
                  <a:pt x="576791" y="191986"/>
                </a:lnTo>
                <a:lnTo>
                  <a:pt x="576678" y="191758"/>
                </a:lnTo>
                <a:lnTo>
                  <a:pt x="576566" y="191530"/>
                </a:lnTo>
                <a:lnTo>
                  <a:pt x="576453" y="191302"/>
                </a:lnTo>
                <a:lnTo>
                  <a:pt x="577849" y="193259"/>
                </a:lnTo>
                <a:lnTo>
                  <a:pt x="579236" y="195214"/>
                </a:lnTo>
                <a:lnTo>
                  <a:pt x="580610" y="197159"/>
                </a:lnTo>
                <a:lnTo>
                  <a:pt x="581966" y="199089"/>
                </a:lnTo>
                <a:lnTo>
                  <a:pt x="583301" y="200995"/>
                </a:lnTo>
                <a:lnTo>
                  <a:pt x="584610" y="202871"/>
                </a:lnTo>
                <a:lnTo>
                  <a:pt x="585889" y="204710"/>
                </a:lnTo>
                <a:lnTo>
                  <a:pt x="587134" y="206506"/>
                </a:lnTo>
                <a:lnTo>
                  <a:pt x="588341" y="208251"/>
                </a:lnTo>
                <a:lnTo>
                  <a:pt x="589505" y="209939"/>
                </a:lnTo>
                <a:lnTo>
                  <a:pt x="590623" y="211562"/>
                </a:lnTo>
                <a:lnTo>
                  <a:pt x="591690" y="213115"/>
                </a:lnTo>
                <a:lnTo>
                  <a:pt x="592702" y="214590"/>
                </a:lnTo>
                <a:lnTo>
                  <a:pt x="593656" y="215980"/>
                </a:lnTo>
                <a:lnTo>
                  <a:pt x="594546" y="217278"/>
                </a:lnTo>
                <a:lnTo>
                  <a:pt x="595369" y="218478"/>
                </a:lnTo>
                <a:lnTo>
                  <a:pt x="596120" y="219573"/>
                </a:lnTo>
                <a:lnTo>
                  <a:pt x="596796" y="220555"/>
                </a:lnTo>
                <a:lnTo>
                  <a:pt x="597392" y="221419"/>
                </a:lnTo>
                <a:lnTo>
                  <a:pt x="597904" y="222156"/>
                </a:lnTo>
                <a:lnTo>
                  <a:pt x="598329" y="222761"/>
                </a:lnTo>
                <a:lnTo>
                  <a:pt x="598661" y="223227"/>
                </a:lnTo>
                <a:lnTo>
                  <a:pt x="598896" y="223546"/>
                </a:lnTo>
                <a:lnTo>
                  <a:pt x="599032" y="223712"/>
                </a:lnTo>
                <a:lnTo>
                  <a:pt x="599070" y="223717"/>
                </a:lnTo>
                <a:lnTo>
                  <a:pt x="598964" y="223509"/>
                </a:lnTo>
                <a:lnTo>
                  <a:pt x="598721" y="223099"/>
                </a:lnTo>
                <a:lnTo>
                  <a:pt x="598348" y="222499"/>
                </a:lnTo>
                <a:lnTo>
                  <a:pt x="597852" y="221719"/>
                </a:lnTo>
                <a:lnTo>
                  <a:pt x="597241" y="220771"/>
                </a:lnTo>
                <a:lnTo>
                  <a:pt x="596522" y="219667"/>
                </a:lnTo>
                <a:lnTo>
                  <a:pt x="595702" y="218417"/>
                </a:lnTo>
                <a:lnTo>
                  <a:pt x="594788" y="217034"/>
                </a:lnTo>
                <a:lnTo>
                  <a:pt x="593788" y="215527"/>
                </a:lnTo>
                <a:lnTo>
                  <a:pt x="592708" y="213910"/>
                </a:lnTo>
                <a:lnTo>
                  <a:pt x="591556" y="212192"/>
                </a:lnTo>
                <a:lnTo>
                  <a:pt x="590339" y="210385"/>
                </a:lnTo>
                <a:lnTo>
                  <a:pt x="589065" y="208501"/>
                </a:lnTo>
                <a:lnTo>
                  <a:pt x="587740" y="206550"/>
                </a:lnTo>
                <a:lnTo>
                  <a:pt x="586372" y="204545"/>
                </a:lnTo>
                <a:lnTo>
                  <a:pt x="584968" y="202496"/>
                </a:lnTo>
                <a:lnTo>
                  <a:pt x="583535" y="200414"/>
                </a:lnTo>
                <a:lnTo>
                  <a:pt x="582081" y="198312"/>
                </a:lnTo>
                <a:lnTo>
                  <a:pt x="580612" y="196200"/>
                </a:lnTo>
                <a:lnTo>
                  <a:pt x="579136" y="194089"/>
                </a:lnTo>
                <a:lnTo>
                  <a:pt x="577661" y="191992"/>
                </a:lnTo>
                <a:lnTo>
                  <a:pt x="576192" y="189918"/>
                </a:lnTo>
                <a:lnTo>
                  <a:pt x="574738" y="187880"/>
                </a:lnTo>
                <a:lnTo>
                  <a:pt x="574686" y="187778"/>
                </a:lnTo>
                <a:lnTo>
                  <a:pt x="574634" y="187675"/>
                </a:lnTo>
                <a:lnTo>
                  <a:pt x="574583" y="187573"/>
                </a:lnTo>
                <a:lnTo>
                  <a:pt x="574531" y="187471"/>
                </a:lnTo>
                <a:lnTo>
                  <a:pt x="574480" y="187369"/>
                </a:lnTo>
                <a:lnTo>
                  <a:pt x="574428" y="187267"/>
                </a:lnTo>
                <a:lnTo>
                  <a:pt x="574377" y="187166"/>
                </a:lnTo>
                <a:lnTo>
                  <a:pt x="574326" y="187065"/>
                </a:lnTo>
                <a:lnTo>
                  <a:pt x="574275" y="186964"/>
                </a:lnTo>
                <a:lnTo>
                  <a:pt x="574224" y="186863"/>
                </a:lnTo>
                <a:lnTo>
                  <a:pt x="574173" y="186762"/>
                </a:lnTo>
                <a:lnTo>
                  <a:pt x="574122" y="186662"/>
                </a:lnTo>
                <a:lnTo>
                  <a:pt x="574071" y="186561"/>
                </a:lnTo>
                <a:lnTo>
                  <a:pt x="574020" y="186461"/>
                </a:lnTo>
                <a:lnTo>
                  <a:pt x="573970" y="186361"/>
                </a:lnTo>
                <a:lnTo>
                  <a:pt x="573919" y="186261"/>
                </a:lnTo>
                <a:lnTo>
                  <a:pt x="573868" y="186161"/>
                </a:lnTo>
                <a:lnTo>
                  <a:pt x="573818" y="186061"/>
                </a:lnTo>
                <a:lnTo>
                  <a:pt x="573767" y="185962"/>
                </a:lnTo>
                <a:lnTo>
                  <a:pt x="573717" y="185862"/>
                </a:lnTo>
                <a:lnTo>
                  <a:pt x="573666" y="185762"/>
                </a:lnTo>
                <a:lnTo>
                  <a:pt x="573616" y="185663"/>
                </a:lnTo>
                <a:lnTo>
                  <a:pt x="573566" y="185564"/>
                </a:lnTo>
                <a:lnTo>
                  <a:pt x="573515" y="185464"/>
                </a:lnTo>
                <a:lnTo>
                  <a:pt x="573784" y="185819"/>
                </a:lnTo>
                <a:lnTo>
                  <a:pt x="574052" y="186173"/>
                </a:lnTo>
                <a:lnTo>
                  <a:pt x="574319" y="186527"/>
                </a:lnTo>
                <a:lnTo>
                  <a:pt x="574586" y="186881"/>
                </a:lnTo>
                <a:lnTo>
                  <a:pt x="574852" y="187234"/>
                </a:lnTo>
                <a:lnTo>
                  <a:pt x="575118" y="187587"/>
                </a:lnTo>
                <a:lnTo>
                  <a:pt x="575383" y="187940"/>
                </a:lnTo>
                <a:lnTo>
                  <a:pt x="575648" y="188292"/>
                </a:lnTo>
                <a:lnTo>
                  <a:pt x="575913" y="188644"/>
                </a:lnTo>
                <a:lnTo>
                  <a:pt x="576177" y="188996"/>
                </a:lnTo>
                <a:lnTo>
                  <a:pt x="576440" y="189348"/>
                </a:lnTo>
                <a:lnTo>
                  <a:pt x="576703" y="189699"/>
                </a:lnTo>
                <a:lnTo>
                  <a:pt x="576966" y="190051"/>
                </a:lnTo>
                <a:lnTo>
                  <a:pt x="577229" y="190403"/>
                </a:lnTo>
                <a:lnTo>
                  <a:pt x="577491" y="190754"/>
                </a:lnTo>
                <a:lnTo>
                  <a:pt x="577753" y="191106"/>
                </a:lnTo>
                <a:lnTo>
                  <a:pt x="578015" y="191457"/>
                </a:lnTo>
                <a:lnTo>
                  <a:pt x="578277" y="191809"/>
                </a:lnTo>
                <a:lnTo>
                  <a:pt x="578538" y="192161"/>
                </a:lnTo>
                <a:lnTo>
                  <a:pt x="578800" y="192513"/>
                </a:lnTo>
                <a:lnTo>
                  <a:pt x="579061" y="192866"/>
                </a:lnTo>
                <a:lnTo>
                  <a:pt x="579322" y="193218"/>
                </a:lnTo>
                <a:lnTo>
                  <a:pt x="579583" y="193571"/>
                </a:lnTo>
                <a:lnTo>
                  <a:pt x="579844" y="193925"/>
                </a:lnTo>
                <a:lnTo>
                  <a:pt x="579586" y="193521"/>
                </a:lnTo>
                <a:lnTo>
                  <a:pt x="579311" y="193080"/>
                </a:lnTo>
                <a:lnTo>
                  <a:pt x="579012" y="192591"/>
                </a:lnTo>
                <a:lnTo>
                  <a:pt x="578677" y="192044"/>
                </a:lnTo>
                <a:lnTo>
                  <a:pt x="578296" y="191427"/>
                </a:lnTo>
                <a:lnTo>
                  <a:pt x="577861" y="190729"/>
                </a:lnTo>
                <a:lnTo>
                  <a:pt x="577360" y="189940"/>
                </a:lnTo>
                <a:lnTo>
                  <a:pt x="576784" y="189048"/>
                </a:lnTo>
                <a:lnTo>
                  <a:pt x="576123" y="188043"/>
                </a:lnTo>
                <a:lnTo>
                  <a:pt x="575367" y="186914"/>
                </a:lnTo>
                <a:lnTo>
                  <a:pt x="574507" y="185649"/>
                </a:lnTo>
                <a:lnTo>
                  <a:pt x="573531" y="184238"/>
                </a:lnTo>
                <a:lnTo>
                  <a:pt x="572431" y="182669"/>
                </a:lnTo>
                <a:lnTo>
                  <a:pt x="571197" y="180933"/>
                </a:lnTo>
                <a:lnTo>
                  <a:pt x="569818" y="179017"/>
                </a:lnTo>
                <a:lnTo>
                  <a:pt x="568284" y="176911"/>
                </a:lnTo>
                <a:lnTo>
                  <a:pt x="566587" y="174605"/>
                </a:lnTo>
                <a:lnTo>
                  <a:pt x="564715" y="172086"/>
                </a:lnTo>
                <a:lnTo>
                  <a:pt x="562658" y="169344"/>
                </a:lnTo>
                <a:lnTo>
                  <a:pt x="560408" y="166369"/>
                </a:lnTo>
                <a:lnTo>
                  <a:pt x="557954" y="163148"/>
                </a:lnTo>
                <a:lnTo>
                  <a:pt x="555286" y="159672"/>
                </a:lnTo>
                <a:lnTo>
                  <a:pt x="552394" y="155929"/>
                </a:lnTo>
                <a:lnTo>
                  <a:pt x="549268" y="151909"/>
                </a:lnTo>
                <a:lnTo>
                  <a:pt x="550071" y="152822"/>
                </a:lnTo>
                <a:lnTo>
                  <a:pt x="550926" y="153824"/>
                </a:lnTo>
                <a:lnTo>
                  <a:pt x="551827" y="154904"/>
                </a:lnTo>
                <a:lnTo>
                  <a:pt x="552770" y="156055"/>
                </a:lnTo>
                <a:lnTo>
                  <a:pt x="553747" y="157265"/>
                </a:lnTo>
                <a:lnTo>
                  <a:pt x="554753" y="158525"/>
                </a:lnTo>
                <a:lnTo>
                  <a:pt x="555782" y="159827"/>
                </a:lnTo>
                <a:lnTo>
                  <a:pt x="556829" y="161159"/>
                </a:lnTo>
                <a:lnTo>
                  <a:pt x="557886" y="162514"/>
                </a:lnTo>
                <a:lnTo>
                  <a:pt x="558948" y="163881"/>
                </a:lnTo>
                <a:lnTo>
                  <a:pt x="560010" y="165250"/>
                </a:lnTo>
                <a:lnTo>
                  <a:pt x="561065" y="166613"/>
                </a:lnTo>
                <a:lnTo>
                  <a:pt x="562108" y="167960"/>
                </a:lnTo>
                <a:lnTo>
                  <a:pt x="563132" y="169281"/>
                </a:lnTo>
                <a:lnTo>
                  <a:pt x="564131" y="170566"/>
                </a:lnTo>
                <a:lnTo>
                  <a:pt x="565100" y="171807"/>
                </a:lnTo>
                <a:lnTo>
                  <a:pt x="566033" y="172993"/>
                </a:lnTo>
                <a:lnTo>
                  <a:pt x="566923" y="174115"/>
                </a:lnTo>
                <a:lnTo>
                  <a:pt x="567766" y="175164"/>
                </a:lnTo>
                <a:lnTo>
                  <a:pt x="568554" y="176129"/>
                </a:lnTo>
                <a:lnTo>
                  <a:pt x="569282" y="177003"/>
                </a:lnTo>
                <a:lnTo>
                  <a:pt x="569944" y="177774"/>
                </a:lnTo>
                <a:lnTo>
                  <a:pt x="570535" y="178433"/>
                </a:lnTo>
                <a:lnTo>
                  <a:pt x="571047" y="178972"/>
                </a:lnTo>
                <a:lnTo>
                  <a:pt x="569582" y="176852"/>
                </a:lnTo>
                <a:lnTo>
                  <a:pt x="568086" y="174721"/>
                </a:lnTo>
                <a:lnTo>
                  <a:pt x="566561" y="172581"/>
                </a:lnTo>
                <a:lnTo>
                  <a:pt x="565007" y="170429"/>
                </a:lnTo>
                <a:lnTo>
                  <a:pt x="563425" y="168268"/>
                </a:lnTo>
                <a:lnTo>
                  <a:pt x="561815" y="166098"/>
                </a:lnTo>
                <a:lnTo>
                  <a:pt x="560177" y="163918"/>
                </a:lnTo>
                <a:lnTo>
                  <a:pt x="558514" y="161728"/>
                </a:lnTo>
                <a:lnTo>
                  <a:pt x="556824" y="159530"/>
                </a:lnTo>
                <a:lnTo>
                  <a:pt x="555109" y="157324"/>
                </a:lnTo>
                <a:lnTo>
                  <a:pt x="553369" y="155109"/>
                </a:lnTo>
                <a:lnTo>
                  <a:pt x="551605" y="152887"/>
                </a:lnTo>
                <a:lnTo>
                  <a:pt x="549817" y="150656"/>
                </a:lnTo>
                <a:lnTo>
                  <a:pt x="548006" y="148418"/>
                </a:lnTo>
                <a:lnTo>
                  <a:pt x="546174" y="146174"/>
                </a:lnTo>
                <a:lnTo>
                  <a:pt x="544319" y="143922"/>
                </a:lnTo>
                <a:lnTo>
                  <a:pt x="542443" y="141663"/>
                </a:lnTo>
                <a:lnTo>
                  <a:pt x="540547" y="139399"/>
                </a:lnTo>
                <a:lnTo>
                  <a:pt x="538631" y="137128"/>
                </a:lnTo>
                <a:lnTo>
                  <a:pt x="536695" y="134852"/>
                </a:lnTo>
                <a:lnTo>
                  <a:pt x="534741" y="132570"/>
                </a:lnTo>
                <a:lnTo>
                  <a:pt x="532768" y="130283"/>
                </a:lnTo>
                <a:lnTo>
                  <a:pt x="530778" y="127991"/>
                </a:lnTo>
                <a:lnTo>
                  <a:pt x="528771" y="125694"/>
                </a:lnTo>
                <a:lnTo>
                  <a:pt x="529721" y="126630"/>
                </a:lnTo>
                <a:lnTo>
                  <a:pt x="530743" y="127673"/>
                </a:lnTo>
                <a:lnTo>
                  <a:pt x="531834" y="128819"/>
                </a:lnTo>
                <a:lnTo>
                  <a:pt x="532990" y="130062"/>
                </a:lnTo>
                <a:lnTo>
                  <a:pt x="534208" y="131400"/>
                </a:lnTo>
                <a:lnTo>
                  <a:pt x="535484" y="132826"/>
                </a:lnTo>
                <a:lnTo>
                  <a:pt x="536815" y="134336"/>
                </a:lnTo>
                <a:lnTo>
                  <a:pt x="538198" y="135925"/>
                </a:lnTo>
                <a:lnTo>
                  <a:pt x="539629" y="137589"/>
                </a:lnTo>
                <a:lnTo>
                  <a:pt x="541104" y="139323"/>
                </a:lnTo>
                <a:lnTo>
                  <a:pt x="542620" y="141123"/>
                </a:lnTo>
                <a:lnTo>
                  <a:pt x="544174" y="142983"/>
                </a:lnTo>
                <a:lnTo>
                  <a:pt x="545762" y="144899"/>
                </a:lnTo>
                <a:lnTo>
                  <a:pt x="547380" y="146867"/>
                </a:lnTo>
                <a:lnTo>
                  <a:pt x="549026" y="148881"/>
                </a:lnTo>
                <a:lnTo>
                  <a:pt x="550696" y="150937"/>
                </a:lnTo>
                <a:lnTo>
                  <a:pt x="552386" y="153030"/>
                </a:lnTo>
                <a:lnTo>
                  <a:pt x="554093" y="155156"/>
                </a:lnTo>
                <a:lnTo>
                  <a:pt x="555813" y="157309"/>
                </a:lnTo>
                <a:lnTo>
                  <a:pt x="557543" y="159486"/>
                </a:lnTo>
                <a:lnTo>
                  <a:pt x="559279" y="161682"/>
                </a:lnTo>
                <a:lnTo>
                  <a:pt x="561019" y="163891"/>
                </a:lnTo>
                <a:lnTo>
                  <a:pt x="562758" y="166110"/>
                </a:lnTo>
                <a:lnTo>
                  <a:pt x="564493" y="168333"/>
                </a:lnTo>
                <a:lnTo>
                  <a:pt x="564361" y="168064"/>
                </a:lnTo>
                <a:lnTo>
                  <a:pt x="564134" y="167687"/>
                </a:lnTo>
                <a:lnTo>
                  <a:pt x="563823" y="167212"/>
                </a:lnTo>
                <a:lnTo>
                  <a:pt x="563439" y="166653"/>
                </a:lnTo>
                <a:lnTo>
                  <a:pt x="562993" y="166022"/>
                </a:lnTo>
                <a:lnTo>
                  <a:pt x="562495" y="165332"/>
                </a:lnTo>
                <a:lnTo>
                  <a:pt x="561955" y="164593"/>
                </a:lnTo>
                <a:lnTo>
                  <a:pt x="561384" y="163819"/>
                </a:lnTo>
                <a:lnTo>
                  <a:pt x="560793" y="163023"/>
                </a:lnTo>
                <a:lnTo>
                  <a:pt x="560192" y="162215"/>
                </a:lnTo>
                <a:lnTo>
                  <a:pt x="559592" y="161410"/>
                </a:lnTo>
                <a:lnTo>
                  <a:pt x="559003" y="160618"/>
                </a:lnTo>
                <a:lnTo>
                  <a:pt x="558435" y="159852"/>
                </a:lnTo>
                <a:lnTo>
                  <a:pt x="557901" y="159124"/>
                </a:lnTo>
                <a:lnTo>
                  <a:pt x="557409" y="158448"/>
                </a:lnTo>
                <a:lnTo>
                  <a:pt x="556971" y="157834"/>
                </a:lnTo>
                <a:lnTo>
                  <a:pt x="556597" y="157296"/>
                </a:lnTo>
                <a:lnTo>
                  <a:pt x="556297" y="156845"/>
                </a:lnTo>
                <a:lnTo>
                  <a:pt x="556083" y="156494"/>
                </a:lnTo>
                <a:lnTo>
                  <a:pt x="555964" y="156255"/>
                </a:lnTo>
                <a:lnTo>
                  <a:pt x="555952" y="156141"/>
                </a:lnTo>
                <a:lnTo>
                  <a:pt x="556057" y="156163"/>
                </a:lnTo>
                <a:lnTo>
                  <a:pt x="556289" y="156334"/>
                </a:lnTo>
                <a:lnTo>
                  <a:pt x="556659" y="156667"/>
                </a:lnTo>
                <a:lnTo>
                  <a:pt x="556756" y="156779"/>
                </a:lnTo>
                <a:lnTo>
                  <a:pt x="556852" y="156891"/>
                </a:lnTo>
                <a:lnTo>
                  <a:pt x="556948" y="157004"/>
                </a:lnTo>
                <a:lnTo>
                  <a:pt x="557044" y="157116"/>
                </a:lnTo>
                <a:lnTo>
                  <a:pt x="557140" y="157227"/>
                </a:lnTo>
                <a:lnTo>
                  <a:pt x="557235" y="157339"/>
                </a:lnTo>
                <a:lnTo>
                  <a:pt x="557331" y="157450"/>
                </a:lnTo>
                <a:lnTo>
                  <a:pt x="557426" y="157562"/>
                </a:lnTo>
                <a:lnTo>
                  <a:pt x="557521" y="157673"/>
                </a:lnTo>
                <a:lnTo>
                  <a:pt x="557616" y="157784"/>
                </a:lnTo>
                <a:lnTo>
                  <a:pt x="557711" y="157895"/>
                </a:lnTo>
                <a:lnTo>
                  <a:pt x="557805" y="158006"/>
                </a:lnTo>
                <a:lnTo>
                  <a:pt x="557900" y="158117"/>
                </a:lnTo>
                <a:lnTo>
                  <a:pt x="557994" y="158227"/>
                </a:lnTo>
                <a:lnTo>
                  <a:pt x="558089" y="158338"/>
                </a:lnTo>
                <a:lnTo>
                  <a:pt x="558183" y="158449"/>
                </a:lnTo>
                <a:lnTo>
                  <a:pt x="558277" y="158559"/>
                </a:lnTo>
                <a:lnTo>
                  <a:pt x="558371" y="158670"/>
                </a:lnTo>
                <a:lnTo>
                  <a:pt x="558466" y="158780"/>
                </a:lnTo>
                <a:lnTo>
                  <a:pt x="558560" y="158891"/>
                </a:lnTo>
                <a:lnTo>
                  <a:pt x="558654" y="159001"/>
                </a:lnTo>
                <a:lnTo>
                  <a:pt x="558748" y="159112"/>
                </a:lnTo>
                <a:lnTo>
                  <a:pt x="558842" y="159222"/>
                </a:lnTo>
                <a:lnTo>
                  <a:pt x="558935" y="159333"/>
                </a:lnTo>
                <a:lnTo>
                  <a:pt x="560040" y="160832"/>
                </a:lnTo>
                <a:lnTo>
                  <a:pt x="561116" y="162323"/>
                </a:lnTo>
                <a:lnTo>
                  <a:pt x="562168" y="163811"/>
                </a:lnTo>
                <a:lnTo>
                  <a:pt x="563201" y="165298"/>
                </a:lnTo>
                <a:lnTo>
                  <a:pt x="564220" y="166787"/>
                </a:lnTo>
                <a:lnTo>
                  <a:pt x="565231" y="168284"/>
                </a:lnTo>
                <a:lnTo>
                  <a:pt x="566236" y="169790"/>
                </a:lnTo>
                <a:lnTo>
                  <a:pt x="567243" y="171310"/>
                </a:lnTo>
                <a:lnTo>
                  <a:pt x="568255" y="172847"/>
                </a:lnTo>
                <a:lnTo>
                  <a:pt x="569278" y="174404"/>
                </a:lnTo>
                <a:lnTo>
                  <a:pt x="570317" y="175986"/>
                </a:lnTo>
                <a:lnTo>
                  <a:pt x="571375" y="177595"/>
                </a:lnTo>
                <a:lnTo>
                  <a:pt x="572459" y="179236"/>
                </a:lnTo>
                <a:lnTo>
                  <a:pt x="573573" y="180910"/>
                </a:lnTo>
                <a:lnTo>
                  <a:pt x="574723" y="182624"/>
                </a:lnTo>
                <a:lnTo>
                  <a:pt x="575912" y="184378"/>
                </a:lnTo>
                <a:lnTo>
                  <a:pt x="577146" y="186178"/>
                </a:lnTo>
                <a:lnTo>
                  <a:pt x="578431" y="188027"/>
                </a:lnTo>
                <a:lnTo>
                  <a:pt x="579770" y="189927"/>
                </a:lnTo>
                <a:lnTo>
                  <a:pt x="581168" y="191884"/>
                </a:lnTo>
                <a:lnTo>
                  <a:pt x="582632" y="193900"/>
                </a:lnTo>
                <a:lnTo>
                  <a:pt x="584164" y="195978"/>
                </a:lnTo>
                <a:lnTo>
                  <a:pt x="585772" y="198123"/>
                </a:lnTo>
                <a:lnTo>
                  <a:pt x="587458" y="200337"/>
                </a:lnTo>
                <a:lnTo>
                  <a:pt x="587348" y="200155"/>
                </a:lnTo>
                <a:lnTo>
                  <a:pt x="587243" y="199979"/>
                </a:lnTo>
                <a:lnTo>
                  <a:pt x="587143" y="199810"/>
                </a:lnTo>
                <a:lnTo>
                  <a:pt x="587048" y="199648"/>
                </a:lnTo>
                <a:lnTo>
                  <a:pt x="586958" y="199493"/>
                </a:lnTo>
                <a:lnTo>
                  <a:pt x="586873" y="199344"/>
                </a:lnTo>
                <a:lnTo>
                  <a:pt x="586793" y="199202"/>
                </a:lnTo>
                <a:lnTo>
                  <a:pt x="586718" y="199066"/>
                </a:lnTo>
                <a:lnTo>
                  <a:pt x="586648" y="198937"/>
                </a:lnTo>
                <a:lnTo>
                  <a:pt x="586583" y="198815"/>
                </a:lnTo>
                <a:lnTo>
                  <a:pt x="586522" y="198699"/>
                </a:lnTo>
                <a:lnTo>
                  <a:pt x="586466" y="198590"/>
                </a:lnTo>
                <a:lnTo>
                  <a:pt x="586415" y="198487"/>
                </a:lnTo>
                <a:lnTo>
                  <a:pt x="586368" y="198390"/>
                </a:lnTo>
                <a:lnTo>
                  <a:pt x="586326" y="198300"/>
                </a:lnTo>
                <a:lnTo>
                  <a:pt x="586288" y="198216"/>
                </a:lnTo>
                <a:lnTo>
                  <a:pt x="586255" y="198139"/>
                </a:lnTo>
                <a:lnTo>
                  <a:pt x="586227" y="198067"/>
                </a:lnTo>
                <a:lnTo>
                  <a:pt x="586203" y="198003"/>
                </a:lnTo>
                <a:lnTo>
                  <a:pt x="586183" y="197944"/>
                </a:lnTo>
                <a:lnTo>
                  <a:pt x="586168" y="197891"/>
                </a:lnTo>
                <a:lnTo>
                  <a:pt x="586157" y="197845"/>
                </a:lnTo>
                <a:lnTo>
                  <a:pt x="586151" y="197805"/>
                </a:lnTo>
                <a:lnTo>
                  <a:pt x="586148" y="197771"/>
                </a:lnTo>
                <a:lnTo>
                  <a:pt x="586841" y="198822"/>
                </a:lnTo>
                <a:lnTo>
                  <a:pt x="587535" y="199871"/>
                </a:lnTo>
                <a:lnTo>
                  <a:pt x="588233" y="200920"/>
                </a:lnTo>
                <a:lnTo>
                  <a:pt x="588936" y="201971"/>
                </a:lnTo>
                <a:lnTo>
                  <a:pt x="589645" y="203026"/>
                </a:lnTo>
                <a:lnTo>
                  <a:pt x="590360" y="204088"/>
                </a:lnTo>
                <a:lnTo>
                  <a:pt x="591084" y="205159"/>
                </a:lnTo>
                <a:lnTo>
                  <a:pt x="591816" y="206240"/>
                </a:lnTo>
                <a:lnTo>
                  <a:pt x="592560" y="207335"/>
                </a:lnTo>
                <a:lnTo>
                  <a:pt x="593315" y="208445"/>
                </a:lnTo>
                <a:lnTo>
                  <a:pt x="594082" y="209572"/>
                </a:lnTo>
                <a:lnTo>
                  <a:pt x="594864" y="210719"/>
                </a:lnTo>
                <a:lnTo>
                  <a:pt x="595661" y="211888"/>
                </a:lnTo>
                <a:lnTo>
                  <a:pt x="596473" y="213080"/>
                </a:lnTo>
                <a:lnTo>
                  <a:pt x="597304" y="214299"/>
                </a:lnTo>
                <a:lnTo>
                  <a:pt x="598153" y="215546"/>
                </a:lnTo>
                <a:lnTo>
                  <a:pt x="599022" y="216824"/>
                </a:lnTo>
                <a:lnTo>
                  <a:pt x="599911" y="218135"/>
                </a:lnTo>
                <a:lnTo>
                  <a:pt x="600823" y="219480"/>
                </a:lnTo>
                <a:lnTo>
                  <a:pt x="601758" y="220862"/>
                </a:lnTo>
                <a:lnTo>
                  <a:pt x="602718" y="222284"/>
                </a:lnTo>
                <a:lnTo>
                  <a:pt x="603703" y="223747"/>
                </a:lnTo>
                <a:lnTo>
                  <a:pt x="604714" y="225254"/>
                </a:lnTo>
                <a:lnTo>
                  <a:pt x="605754" y="226807"/>
                </a:lnTo>
                <a:lnTo>
                  <a:pt x="605181" y="225891"/>
                </a:lnTo>
                <a:lnTo>
                  <a:pt x="604611" y="224977"/>
                </a:lnTo>
                <a:lnTo>
                  <a:pt x="604044" y="224068"/>
                </a:lnTo>
                <a:lnTo>
                  <a:pt x="603480" y="223165"/>
                </a:lnTo>
                <a:lnTo>
                  <a:pt x="602922" y="222270"/>
                </a:lnTo>
                <a:lnTo>
                  <a:pt x="602370" y="221383"/>
                </a:lnTo>
                <a:lnTo>
                  <a:pt x="601825" y="220506"/>
                </a:lnTo>
                <a:lnTo>
                  <a:pt x="601287" y="219642"/>
                </a:lnTo>
                <a:lnTo>
                  <a:pt x="600757" y="218791"/>
                </a:lnTo>
                <a:lnTo>
                  <a:pt x="600237" y="217954"/>
                </a:lnTo>
                <a:lnTo>
                  <a:pt x="599727" y="217135"/>
                </a:lnTo>
                <a:lnTo>
                  <a:pt x="599228" y="216333"/>
                </a:lnTo>
                <a:lnTo>
                  <a:pt x="598741" y="215551"/>
                </a:lnTo>
                <a:lnTo>
                  <a:pt x="598266" y="214790"/>
                </a:lnTo>
                <a:lnTo>
                  <a:pt x="597806" y="214052"/>
                </a:lnTo>
                <a:lnTo>
                  <a:pt x="597360" y="213338"/>
                </a:lnTo>
                <a:lnTo>
                  <a:pt x="596929" y="212649"/>
                </a:lnTo>
                <a:lnTo>
                  <a:pt x="596515" y="211987"/>
                </a:lnTo>
                <a:lnTo>
                  <a:pt x="596118" y="211355"/>
                </a:lnTo>
                <a:lnTo>
                  <a:pt x="595738" y="210752"/>
                </a:lnTo>
                <a:lnTo>
                  <a:pt x="595378" y="210181"/>
                </a:lnTo>
                <a:lnTo>
                  <a:pt x="595037" y="209644"/>
                </a:lnTo>
                <a:lnTo>
                  <a:pt x="594717" y="209141"/>
                </a:lnTo>
                <a:lnTo>
                  <a:pt x="594419" y="208674"/>
                </a:lnTo>
                <a:lnTo>
                  <a:pt x="593955" y="207799"/>
                </a:lnTo>
                <a:lnTo>
                  <a:pt x="593452" y="206894"/>
                </a:lnTo>
                <a:lnTo>
                  <a:pt x="592912" y="205962"/>
                </a:lnTo>
                <a:lnTo>
                  <a:pt x="592338" y="205007"/>
                </a:lnTo>
                <a:lnTo>
                  <a:pt x="591733" y="204031"/>
                </a:lnTo>
                <a:lnTo>
                  <a:pt x="591099" y="203036"/>
                </a:lnTo>
                <a:lnTo>
                  <a:pt x="590441" y="202027"/>
                </a:lnTo>
                <a:lnTo>
                  <a:pt x="589760" y="201005"/>
                </a:lnTo>
                <a:lnTo>
                  <a:pt x="589059" y="199974"/>
                </a:lnTo>
                <a:lnTo>
                  <a:pt x="588341" y="198936"/>
                </a:lnTo>
                <a:lnTo>
                  <a:pt x="587609" y="197895"/>
                </a:lnTo>
                <a:lnTo>
                  <a:pt x="586866" y="196852"/>
                </a:lnTo>
                <a:lnTo>
                  <a:pt x="586114" y="195812"/>
                </a:lnTo>
                <a:lnTo>
                  <a:pt x="585357" y="194777"/>
                </a:lnTo>
                <a:lnTo>
                  <a:pt x="584597" y="193750"/>
                </a:lnTo>
                <a:lnTo>
                  <a:pt x="583838" y="192733"/>
                </a:lnTo>
                <a:lnTo>
                  <a:pt x="583081" y="191730"/>
                </a:lnTo>
                <a:lnTo>
                  <a:pt x="582330" y="190743"/>
                </a:lnTo>
                <a:lnTo>
                  <a:pt x="581587" y="189776"/>
                </a:lnTo>
                <a:lnTo>
                  <a:pt x="580856" y="188831"/>
                </a:lnTo>
                <a:lnTo>
                  <a:pt x="580139" y="187910"/>
                </a:lnTo>
                <a:lnTo>
                  <a:pt x="579440" y="187018"/>
                </a:lnTo>
                <a:lnTo>
                  <a:pt x="578760" y="186157"/>
                </a:lnTo>
                <a:lnTo>
                  <a:pt x="578103" y="185329"/>
                </a:lnTo>
                <a:lnTo>
                  <a:pt x="578358" y="185627"/>
                </a:lnTo>
                <a:lnTo>
                  <a:pt x="578606" y="185913"/>
                </a:lnTo>
                <a:lnTo>
                  <a:pt x="578849" y="186189"/>
                </a:lnTo>
                <a:lnTo>
                  <a:pt x="579086" y="186454"/>
                </a:lnTo>
                <a:lnTo>
                  <a:pt x="579320" y="186712"/>
                </a:lnTo>
                <a:lnTo>
                  <a:pt x="579549" y="186963"/>
                </a:lnTo>
                <a:lnTo>
                  <a:pt x="579776" y="187209"/>
                </a:lnTo>
                <a:lnTo>
                  <a:pt x="580000" y="187452"/>
                </a:lnTo>
                <a:lnTo>
                  <a:pt x="580223" y="187692"/>
                </a:lnTo>
                <a:lnTo>
                  <a:pt x="580446" y="187932"/>
                </a:lnTo>
                <a:lnTo>
                  <a:pt x="580668" y="188173"/>
                </a:lnTo>
                <a:lnTo>
                  <a:pt x="580892" y="188416"/>
                </a:lnTo>
                <a:lnTo>
                  <a:pt x="581116" y="188662"/>
                </a:lnTo>
                <a:lnTo>
                  <a:pt x="581343" y="188914"/>
                </a:lnTo>
                <a:lnTo>
                  <a:pt x="581574" y="189173"/>
                </a:lnTo>
                <a:lnTo>
                  <a:pt x="581807" y="189439"/>
                </a:lnTo>
                <a:lnTo>
                  <a:pt x="582046" y="189716"/>
                </a:lnTo>
                <a:lnTo>
                  <a:pt x="582289" y="190003"/>
                </a:lnTo>
                <a:lnTo>
                  <a:pt x="582539" y="190303"/>
                </a:lnTo>
                <a:lnTo>
                  <a:pt x="582795" y="190616"/>
                </a:lnTo>
                <a:lnTo>
                  <a:pt x="583058" y="190945"/>
                </a:lnTo>
                <a:lnTo>
                  <a:pt x="583330" y="191291"/>
                </a:lnTo>
                <a:lnTo>
                  <a:pt x="583610" y="191656"/>
                </a:lnTo>
                <a:lnTo>
                  <a:pt x="583900" y="192040"/>
                </a:lnTo>
                <a:lnTo>
                  <a:pt x="582421" y="189684"/>
                </a:lnTo>
                <a:lnTo>
                  <a:pt x="580883" y="187313"/>
                </a:lnTo>
                <a:lnTo>
                  <a:pt x="579290" y="184927"/>
                </a:lnTo>
                <a:lnTo>
                  <a:pt x="577644" y="182529"/>
                </a:lnTo>
                <a:lnTo>
                  <a:pt x="575950" y="180120"/>
                </a:lnTo>
                <a:lnTo>
                  <a:pt x="574211" y="177701"/>
                </a:lnTo>
                <a:lnTo>
                  <a:pt x="572430" y="175274"/>
                </a:lnTo>
                <a:lnTo>
                  <a:pt x="570610" y="172840"/>
                </a:lnTo>
                <a:lnTo>
                  <a:pt x="568756" y="170400"/>
                </a:lnTo>
                <a:lnTo>
                  <a:pt x="566870" y="167956"/>
                </a:lnTo>
                <a:lnTo>
                  <a:pt x="564956" y="165509"/>
                </a:lnTo>
                <a:lnTo>
                  <a:pt x="563018" y="163060"/>
                </a:lnTo>
                <a:lnTo>
                  <a:pt x="561058" y="160612"/>
                </a:lnTo>
                <a:lnTo>
                  <a:pt x="559081" y="158165"/>
                </a:lnTo>
                <a:lnTo>
                  <a:pt x="557089" y="155720"/>
                </a:lnTo>
                <a:lnTo>
                  <a:pt x="555086" y="153280"/>
                </a:lnTo>
                <a:lnTo>
                  <a:pt x="553076" y="150846"/>
                </a:lnTo>
                <a:lnTo>
                  <a:pt x="551062" y="148418"/>
                </a:lnTo>
                <a:lnTo>
                  <a:pt x="549047" y="145998"/>
                </a:lnTo>
                <a:lnTo>
                  <a:pt x="547035" y="143589"/>
                </a:lnTo>
                <a:lnTo>
                  <a:pt x="545029" y="141190"/>
                </a:lnTo>
                <a:lnTo>
                  <a:pt x="543033" y="138804"/>
                </a:lnTo>
                <a:lnTo>
                  <a:pt x="541050" y="136432"/>
                </a:lnTo>
                <a:lnTo>
                  <a:pt x="539083" y="134075"/>
                </a:lnTo>
                <a:lnTo>
                  <a:pt x="540125" y="135246"/>
                </a:lnTo>
                <a:lnTo>
                  <a:pt x="541159" y="136421"/>
                </a:lnTo>
                <a:lnTo>
                  <a:pt x="542188" y="137598"/>
                </a:lnTo>
                <a:lnTo>
                  <a:pt x="543211" y="138779"/>
                </a:lnTo>
                <a:lnTo>
                  <a:pt x="544227" y="139961"/>
                </a:lnTo>
                <a:lnTo>
                  <a:pt x="545239" y="141145"/>
                </a:lnTo>
                <a:lnTo>
                  <a:pt x="546244" y="142330"/>
                </a:lnTo>
                <a:lnTo>
                  <a:pt x="547245" y="143517"/>
                </a:lnTo>
                <a:lnTo>
                  <a:pt x="548241" y="144704"/>
                </a:lnTo>
                <a:lnTo>
                  <a:pt x="549232" y="145891"/>
                </a:lnTo>
                <a:lnTo>
                  <a:pt x="550218" y="147077"/>
                </a:lnTo>
                <a:lnTo>
                  <a:pt x="551200" y="148264"/>
                </a:lnTo>
                <a:lnTo>
                  <a:pt x="552178" y="149449"/>
                </a:lnTo>
                <a:lnTo>
                  <a:pt x="553152" y="150632"/>
                </a:lnTo>
                <a:lnTo>
                  <a:pt x="554123" y="151814"/>
                </a:lnTo>
                <a:lnTo>
                  <a:pt x="555090" y="152994"/>
                </a:lnTo>
                <a:lnTo>
                  <a:pt x="556054" y="154171"/>
                </a:lnTo>
                <a:lnTo>
                  <a:pt x="557014" y="155345"/>
                </a:lnTo>
                <a:lnTo>
                  <a:pt x="557972" y="156515"/>
                </a:lnTo>
                <a:lnTo>
                  <a:pt x="558928" y="157682"/>
                </a:lnTo>
                <a:lnTo>
                  <a:pt x="559881" y="158844"/>
                </a:lnTo>
                <a:lnTo>
                  <a:pt x="560832" y="160002"/>
                </a:lnTo>
                <a:lnTo>
                  <a:pt x="561781" y="161155"/>
                </a:lnTo>
                <a:lnTo>
                  <a:pt x="562728" y="162302"/>
                </a:lnTo>
                <a:lnTo>
                  <a:pt x="562172" y="161472"/>
                </a:lnTo>
                <a:lnTo>
                  <a:pt x="561531" y="160557"/>
                </a:lnTo>
                <a:lnTo>
                  <a:pt x="560812" y="159564"/>
                </a:lnTo>
                <a:lnTo>
                  <a:pt x="560023" y="158500"/>
                </a:lnTo>
                <a:lnTo>
                  <a:pt x="559171" y="157375"/>
                </a:lnTo>
                <a:lnTo>
                  <a:pt x="558263" y="156194"/>
                </a:lnTo>
                <a:lnTo>
                  <a:pt x="557307" y="154967"/>
                </a:lnTo>
                <a:lnTo>
                  <a:pt x="556310" y="153700"/>
                </a:lnTo>
                <a:lnTo>
                  <a:pt x="555280" y="152401"/>
                </a:lnTo>
                <a:lnTo>
                  <a:pt x="554223" y="151078"/>
                </a:lnTo>
                <a:lnTo>
                  <a:pt x="553147" y="149738"/>
                </a:lnTo>
                <a:lnTo>
                  <a:pt x="552060" y="148390"/>
                </a:lnTo>
                <a:lnTo>
                  <a:pt x="550968" y="147040"/>
                </a:lnTo>
                <a:lnTo>
                  <a:pt x="549879" y="145697"/>
                </a:lnTo>
                <a:lnTo>
                  <a:pt x="548801" y="144368"/>
                </a:lnTo>
                <a:lnTo>
                  <a:pt x="547740" y="143060"/>
                </a:lnTo>
                <a:lnTo>
                  <a:pt x="546704" y="141782"/>
                </a:lnTo>
                <a:lnTo>
                  <a:pt x="545701" y="140540"/>
                </a:lnTo>
                <a:lnTo>
                  <a:pt x="544737" y="139343"/>
                </a:lnTo>
                <a:lnTo>
                  <a:pt x="543820" y="138199"/>
                </a:lnTo>
                <a:lnTo>
                  <a:pt x="542958" y="137114"/>
                </a:lnTo>
                <a:lnTo>
                  <a:pt x="542157" y="136097"/>
                </a:lnTo>
                <a:lnTo>
                  <a:pt x="541425" y="135155"/>
                </a:lnTo>
                <a:lnTo>
                  <a:pt x="540770" y="134296"/>
                </a:lnTo>
                <a:lnTo>
                  <a:pt x="541171" y="134722"/>
                </a:lnTo>
                <a:lnTo>
                  <a:pt x="541605" y="135195"/>
                </a:lnTo>
                <a:lnTo>
                  <a:pt x="542069" y="135709"/>
                </a:lnTo>
                <a:lnTo>
                  <a:pt x="542561" y="136263"/>
                </a:lnTo>
                <a:lnTo>
                  <a:pt x="543077" y="136852"/>
                </a:lnTo>
                <a:lnTo>
                  <a:pt x="543615" y="137472"/>
                </a:lnTo>
                <a:lnTo>
                  <a:pt x="544172" y="138120"/>
                </a:lnTo>
                <a:lnTo>
                  <a:pt x="544746" y="138792"/>
                </a:lnTo>
                <a:lnTo>
                  <a:pt x="545334" y="139485"/>
                </a:lnTo>
                <a:lnTo>
                  <a:pt x="545932" y="140194"/>
                </a:lnTo>
                <a:lnTo>
                  <a:pt x="546539" y="140916"/>
                </a:lnTo>
                <a:lnTo>
                  <a:pt x="547152" y="141648"/>
                </a:lnTo>
                <a:lnTo>
                  <a:pt x="547767" y="142385"/>
                </a:lnTo>
                <a:lnTo>
                  <a:pt x="548383" y="143124"/>
                </a:lnTo>
                <a:lnTo>
                  <a:pt x="548996" y="143861"/>
                </a:lnTo>
                <a:lnTo>
                  <a:pt x="549604" y="144593"/>
                </a:lnTo>
                <a:lnTo>
                  <a:pt x="550204" y="145315"/>
                </a:lnTo>
                <a:lnTo>
                  <a:pt x="550793" y="146025"/>
                </a:lnTo>
                <a:lnTo>
                  <a:pt x="551369" y="146718"/>
                </a:lnTo>
                <a:lnTo>
                  <a:pt x="551929" y="147390"/>
                </a:lnTo>
                <a:lnTo>
                  <a:pt x="552471" y="148039"/>
                </a:lnTo>
                <a:lnTo>
                  <a:pt x="552990" y="148660"/>
                </a:lnTo>
                <a:lnTo>
                  <a:pt x="553486" y="149250"/>
                </a:lnTo>
                <a:lnTo>
                  <a:pt x="553955" y="149804"/>
                </a:lnTo>
                <a:lnTo>
                  <a:pt x="553826" y="149617"/>
                </a:lnTo>
                <a:lnTo>
                  <a:pt x="553692" y="149425"/>
                </a:lnTo>
                <a:lnTo>
                  <a:pt x="553553" y="149227"/>
                </a:lnTo>
                <a:lnTo>
                  <a:pt x="553410" y="149026"/>
                </a:lnTo>
                <a:lnTo>
                  <a:pt x="553264" y="148822"/>
                </a:lnTo>
                <a:lnTo>
                  <a:pt x="553115" y="148616"/>
                </a:lnTo>
                <a:lnTo>
                  <a:pt x="552964" y="148409"/>
                </a:lnTo>
                <a:lnTo>
                  <a:pt x="552812" y="148200"/>
                </a:lnTo>
                <a:lnTo>
                  <a:pt x="552660" y="147992"/>
                </a:lnTo>
                <a:lnTo>
                  <a:pt x="552507" y="147785"/>
                </a:lnTo>
                <a:lnTo>
                  <a:pt x="552355" y="147580"/>
                </a:lnTo>
                <a:lnTo>
                  <a:pt x="552205" y="147377"/>
                </a:lnTo>
                <a:lnTo>
                  <a:pt x="552057" y="147177"/>
                </a:lnTo>
                <a:lnTo>
                  <a:pt x="551912" y="146981"/>
                </a:lnTo>
                <a:lnTo>
                  <a:pt x="551770" y="146791"/>
                </a:lnTo>
                <a:lnTo>
                  <a:pt x="551632" y="146606"/>
                </a:lnTo>
                <a:lnTo>
                  <a:pt x="551500" y="146427"/>
                </a:lnTo>
                <a:lnTo>
                  <a:pt x="551373" y="146256"/>
                </a:lnTo>
                <a:lnTo>
                  <a:pt x="551252" y="146093"/>
                </a:lnTo>
                <a:lnTo>
                  <a:pt x="551138" y="145939"/>
                </a:lnTo>
                <a:lnTo>
                  <a:pt x="551032" y="145794"/>
                </a:lnTo>
                <a:lnTo>
                  <a:pt x="550934" y="145660"/>
                </a:lnTo>
                <a:lnTo>
                  <a:pt x="550846" y="145537"/>
                </a:lnTo>
                <a:lnTo>
                  <a:pt x="550767" y="145426"/>
                </a:lnTo>
                <a:lnTo>
                  <a:pt x="550661" y="145283"/>
                </a:lnTo>
                <a:lnTo>
                  <a:pt x="550550" y="145134"/>
                </a:lnTo>
                <a:lnTo>
                  <a:pt x="550435" y="144979"/>
                </a:lnTo>
                <a:lnTo>
                  <a:pt x="550315" y="144819"/>
                </a:lnTo>
                <a:lnTo>
                  <a:pt x="550191" y="144654"/>
                </a:lnTo>
                <a:lnTo>
                  <a:pt x="550063" y="144483"/>
                </a:lnTo>
                <a:lnTo>
                  <a:pt x="549930" y="144308"/>
                </a:lnTo>
                <a:lnTo>
                  <a:pt x="549794" y="144128"/>
                </a:lnTo>
                <a:lnTo>
                  <a:pt x="549653" y="143943"/>
                </a:lnTo>
                <a:lnTo>
                  <a:pt x="549509" y="143754"/>
                </a:lnTo>
                <a:lnTo>
                  <a:pt x="549361" y="143560"/>
                </a:lnTo>
                <a:lnTo>
                  <a:pt x="549210" y="143362"/>
                </a:lnTo>
                <a:lnTo>
                  <a:pt x="549055" y="143161"/>
                </a:lnTo>
                <a:lnTo>
                  <a:pt x="548897" y="142955"/>
                </a:lnTo>
                <a:lnTo>
                  <a:pt x="548736" y="142746"/>
                </a:lnTo>
                <a:lnTo>
                  <a:pt x="548572" y="142533"/>
                </a:lnTo>
                <a:lnTo>
                  <a:pt x="548405" y="142318"/>
                </a:lnTo>
                <a:lnTo>
                  <a:pt x="548235" y="142099"/>
                </a:lnTo>
                <a:lnTo>
                  <a:pt x="548062" y="141876"/>
                </a:lnTo>
                <a:lnTo>
                  <a:pt x="547887" y="141652"/>
                </a:lnTo>
                <a:lnTo>
                  <a:pt x="547710" y="141424"/>
                </a:lnTo>
                <a:lnTo>
                  <a:pt x="547531" y="141194"/>
                </a:lnTo>
                <a:lnTo>
                  <a:pt x="547349" y="140962"/>
                </a:lnTo>
                <a:lnTo>
                  <a:pt x="547165" y="140727"/>
                </a:lnTo>
                <a:lnTo>
                  <a:pt x="547455" y="141040"/>
                </a:lnTo>
                <a:lnTo>
                  <a:pt x="547741" y="141351"/>
                </a:lnTo>
                <a:lnTo>
                  <a:pt x="548021" y="141654"/>
                </a:lnTo>
                <a:lnTo>
                  <a:pt x="548291" y="141947"/>
                </a:lnTo>
                <a:lnTo>
                  <a:pt x="548547" y="142224"/>
                </a:lnTo>
                <a:lnTo>
                  <a:pt x="548787" y="142482"/>
                </a:lnTo>
                <a:lnTo>
                  <a:pt x="549006" y="142715"/>
                </a:lnTo>
                <a:lnTo>
                  <a:pt x="549201" y="142921"/>
                </a:lnTo>
                <a:lnTo>
                  <a:pt x="549368" y="143094"/>
                </a:lnTo>
                <a:lnTo>
                  <a:pt x="549505" y="143230"/>
                </a:lnTo>
                <a:lnTo>
                  <a:pt x="549607" y="143326"/>
                </a:lnTo>
                <a:lnTo>
                  <a:pt x="549670" y="143377"/>
                </a:lnTo>
                <a:lnTo>
                  <a:pt x="549692" y="143378"/>
                </a:lnTo>
                <a:lnTo>
                  <a:pt x="549669" y="143326"/>
                </a:lnTo>
                <a:lnTo>
                  <a:pt x="549597" y="143216"/>
                </a:lnTo>
                <a:lnTo>
                  <a:pt x="549472" y="143044"/>
                </a:lnTo>
                <a:lnTo>
                  <a:pt x="549292" y="142806"/>
                </a:lnTo>
                <a:lnTo>
                  <a:pt x="549052" y="142497"/>
                </a:lnTo>
                <a:lnTo>
                  <a:pt x="548750" y="142113"/>
                </a:lnTo>
                <a:lnTo>
                  <a:pt x="548381" y="141650"/>
                </a:lnTo>
                <a:lnTo>
                  <a:pt x="547942" y="141104"/>
                </a:lnTo>
                <a:lnTo>
                  <a:pt x="547430" y="140471"/>
                </a:lnTo>
                <a:lnTo>
                  <a:pt x="546841" y="139745"/>
                </a:lnTo>
                <a:lnTo>
                  <a:pt x="546171" y="138924"/>
                </a:lnTo>
                <a:lnTo>
                  <a:pt x="545071" y="137592"/>
                </a:lnTo>
                <a:lnTo>
                  <a:pt x="544002" y="136304"/>
                </a:lnTo>
                <a:lnTo>
                  <a:pt x="542962" y="135056"/>
                </a:lnTo>
                <a:lnTo>
                  <a:pt x="541949" y="133846"/>
                </a:lnTo>
                <a:lnTo>
                  <a:pt x="540962" y="132670"/>
                </a:lnTo>
                <a:lnTo>
                  <a:pt x="539996" y="131527"/>
                </a:lnTo>
                <a:lnTo>
                  <a:pt x="539052" y="130414"/>
                </a:lnTo>
                <a:lnTo>
                  <a:pt x="538125" y="129327"/>
                </a:lnTo>
                <a:lnTo>
                  <a:pt x="537216" y="128264"/>
                </a:lnTo>
                <a:lnTo>
                  <a:pt x="536320" y="127222"/>
                </a:lnTo>
                <a:lnTo>
                  <a:pt x="535436" y="126199"/>
                </a:lnTo>
                <a:lnTo>
                  <a:pt x="534562" y="125190"/>
                </a:lnTo>
                <a:lnTo>
                  <a:pt x="533696" y="124195"/>
                </a:lnTo>
                <a:lnTo>
                  <a:pt x="532836" y="123210"/>
                </a:lnTo>
                <a:lnTo>
                  <a:pt x="531979" y="122232"/>
                </a:lnTo>
                <a:lnTo>
                  <a:pt x="531124" y="121258"/>
                </a:lnTo>
                <a:lnTo>
                  <a:pt x="530268" y="120286"/>
                </a:lnTo>
                <a:lnTo>
                  <a:pt x="529409" y="119313"/>
                </a:lnTo>
                <a:lnTo>
                  <a:pt x="528545" y="118336"/>
                </a:lnTo>
                <a:lnTo>
                  <a:pt x="527674" y="117352"/>
                </a:lnTo>
                <a:lnTo>
                  <a:pt x="526793" y="116359"/>
                </a:lnTo>
                <a:lnTo>
                  <a:pt x="525902" y="115353"/>
                </a:lnTo>
                <a:lnTo>
                  <a:pt x="524996" y="114333"/>
                </a:lnTo>
                <a:lnTo>
                  <a:pt x="524075" y="113294"/>
                </a:lnTo>
                <a:lnTo>
                  <a:pt x="524455" y="113671"/>
                </a:lnTo>
                <a:lnTo>
                  <a:pt x="524862" y="114080"/>
                </a:lnTo>
                <a:lnTo>
                  <a:pt x="525290" y="114513"/>
                </a:lnTo>
                <a:lnTo>
                  <a:pt x="525730" y="114964"/>
                </a:lnTo>
                <a:lnTo>
                  <a:pt x="526176" y="115423"/>
                </a:lnTo>
                <a:lnTo>
                  <a:pt x="526623" y="115884"/>
                </a:lnTo>
                <a:lnTo>
                  <a:pt x="527061" y="116338"/>
                </a:lnTo>
                <a:lnTo>
                  <a:pt x="527485" y="116779"/>
                </a:lnTo>
                <a:lnTo>
                  <a:pt x="527888" y="117197"/>
                </a:lnTo>
                <a:lnTo>
                  <a:pt x="528263" y="117587"/>
                </a:lnTo>
                <a:lnTo>
                  <a:pt x="528603" y="117938"/>
                </a:lnTo>
                <a:lnTo>
                  <a:pt x="528901" y="118245"/>
                </a:lnTo>
                <a:lnTo>
                  <a:pt x="529150" y="118500"/>
                </a:lnTo>
                <a:lnTo>
                  <a:pt x="529344" y="118693"/>
                </a:lnTo>
                <a:lnTo>
                  <a:pt x="529475" y="118819"/>
                </a:lnTo>
                <a:lnTo>
                  <a:pt x="529537" y="118869"/>
                </a:lnTo>
                <a:lnTo>
                  <a:pt x="529522" y="118835"/>
                </a:lnTo>
                <a:lnTo>
                  <a:pt x="529425" y="118710"/>
                </a:lnTo>
                <a:lnTo>
                  <a:pt x="529237" y="118486"/>
                </a:lnTo>
                <a:lnTo>
                  <a:pt x="528952" y="118155"/>
                </a:lnTo>
                <a:lnTo>
                  <a:pt x="528564" y="117710"/>
                </a:lnTo>
                <a:lnTo>
                  <a:pt x="528065" y="117142"/>
                </a:lnTo>
                <a:lnTo>
                  <a:pt x="527448" y="116444"/>
                </a:lnTo>
                <a:lnTo>
                  <a:pt x="526707" y="115609"/>
                </a:lnTo>
                <a:lnTo>
                  <a:pt x="525836" y="114632"/>
                </a:lnTo>
                <a:lnTo>
                  <a:pt x="524821" y="113511"/>
                </a:lnTo>
                <a:lnTo>
                  <a:pt x="523667" y="112255"/>
                </a:lnTo>
                <a:lnTo>
                  <a:pt x="522382" y="110873"/>
                </a:lnTo>
                <a:lnTo>
                  <a:pt x="520974" y="109373"/>
                </a:lnTo>
                <a:lnTo>
                  <a:pt x="519450" y="107766"/>
                </a:lnTo>
                <a:lnTo>
                  <a:pt x="517818" y="106060"/>
                </a:lnTo>
                <a:lnTo>
                  <a:pt x="516084" y="104263"/>
                </a:lnTo>
                <a:lnTo>
                  <a:pt x="514257" y="102386"/>
                </a:lnTo>
                <a:lnTo>
                  <a:pt x="512343" y="100436"/>
                </a:lnTo>
                <a:lnTo>
                  <a:pt x="510351" y="98424"/>
                </a:lnTo>
                <a:lnTo>
                  <a:pt x="508287" y="96357"/>
                </a:lnTo>
                <a:lnTo>
                  <a:pt x="506159" y="94245"/>
                </a:lnTo>
                <a:lnTo>
                  <a:pt x="503974" y="92097"/>
                </a:lnTo>
                <a:lnTo>
                  <a:pt x="501739" y="89922"/>
                </a:lnTo>
                <a:lnTo>
                  <a:pt x="499463" y="87729"/>
                </a:lnTo>
                <a:lnTo>
                  <a:pt x="497152" y="85527"/>
                </a:lnTo>
                <a:lnTo>
                  <a:pt x="494814" y="83324"/>
                </a:lnTo>
                <a:lnTo>
                  <a:pt x="492456" y="81131"/>
                </a:lnTo>
                <a:lnTo>
                  <a:pt x="490086" y="78955"/>
                </a:lnTo>
                <a:lnTo>
                  <a:pt x="487711" y="76807"/>
                </a:lnTo>
                <a:lnTo>
                  <a:pt x="485338" y="74694"/>
                </a:lnTo>
                <a:lnTo>
                  <a:pt x="482975" y="72626"/>
                </a:lnTo>
                <a:lnTo>
                  <a:pt x="480630" y="70612"/>
                </a:lnTo>
                <a:lnTo>
                  <a:pt x="480711" y="70643"/>
                </a:lnTo>
                <a:lnTo>
                  <a:pt x="480865" y="70743"/>
                </a:lnTo>
                <a:lnTo>
                  <a:pt x="481085" y="70905"/>
                </a:lnTo>
                <a:lnTo>
                  <a:pt x="481361" y="71120"/>
                </a:lnTo>
                <a:lnTo>
                  <a:pt x="481687" y="71381"/>
                </a:lnTo>
                <a:lnTo>
                  <a:pt x="482054" y="71683"/>
                </a:lnTo>
                <a:lnTo>
                  <a:pt x="482455" y="72016"/>
                </a:lnTo>
                <a:lnTo>
                  <a:pt x="482882" y="72374"/>
                </a:lnTo>
                <a:lnTo>
                  <a:pt x="483327" y="72750"/>
                </a:lnTo>
                <a:lnTo>
                  <a:pt x="483782" y="73136"/>
                </a:lnTo>
                <a:lnTo>
                  <a:pt x="484240" y="73526"/>
                </a:lnTo>
                <a:lnTo>
                  <a:pt x="484692" y="73911"/>
                </a:lnTo>
                <a:lnTo>
                  <a:pt x="485132" y="74285"/>
                </a:lnTo>
                <a:lnTo>
                  <a:pt x="485550" y="74640"/>
                </a:lnTo>
                <a:lnTo>
                  <a:pt x="485940" y="74970"/>
                </a:lnTo>
                <a:lnTo>
                  <a:pt x="486293" y="75266"/>
                </a:lnTo>
                <a:lnTo>
                  <a:pt x="486601" y="75523"/>
                </a:lnTo>
                <a:lnTo>
                  <a:pt x="486858" y="75731"/>
                </a:lnTo>
                <a:lnTo>
                  <a:pt x="487054" y="75885"/>
                </a:lnTo>
                <a:lnTo>
                  <a:pt x="487183" y="75977"/>
                </a:lnTo>
                <a:lnTo>
                  <a:pt x="487236" y="75999"/>
                </a:lnTo>
                <a:lnTo>
                  <a:pt x="487206" y="75945"/>
                </a:lnTo>
                <a:lnTo>
                  <a:pt x="487084" y="75807"/>
                </a:lnTo>
                <a:lnTo>
                  <a:pt x="486864" y="75578"/>
                </a:lnTo>
                <a:lnTo>
                  <a:pt x="486540" y="75272"/>
                </a:lnTo>
                <a:lnTo>
                  <a:pt x="486145" y="74909"/>
                </a:lnTo>
                <a:lnTo>
                  <a:pt x="485682" y="74494"/>
                </a:lnTo>
                <a:lnTo>
                  <a:pt x="485159" y="74032"/>
                </a:lnTo>
                <a:lnTo>
                  <a:pt x="484579" y="73526"/>
                </a:lnTo>
                <a:lnTo>
                  <a:pt x="483949" y="72981"/>
                </a:lnTo>
                <a:lnTo>
                  <a:pt x="483273" y="72401"/>
                </a:lnTo>
                <a:lnTo>
                  <a:pt x="482558" y="71791"/>
                </a:lnTo>
                <a:lnTo>
                  <a:pt x="481808" y="71154"/>
                </a:lnTo>
                <a:lnTo>
                  <a:pt x="481030" y="70495"/>
                </a:lnTo>
                <a:lnTo>
                  <a:pt x="480227" y="69819"/>
                </a:lnTo>
                <a:lnTo>
                  <a:pt x="479407" y="69129"/>
                </a:lnTo>
                <a:lnTo>
                  <a:pt x="478573" y="68430"/>
                </a:lnTo>
                <a:lnTo>
                  <a:pt x="477732" y="67726"/>
                </a:lnTo>
                <a:lnTo>
                  <a:pt x="476888" y="67022"/>
                </a:lnTo>
                <a:lnTo>
                  <a:pt x="476048" y="66322"/>
                </a:lnTo>
                <a:lnTo>
                  <a:pt x="475216" y="65629"/>
                </a:lnTo>
                <a:lnTo>
                  <a:pt x="474398" y="64949"/>
                </a:lnTo>
                <a:lnTo>
                  <a:pt x="473600" y="64286"/>
                </a:lnTo>
                <a:lnTo>
                  <a:pt x="472826" y="63643"/>
                </a:lnTo>
                <a:lnTo>
                  <a:pt x="472082" y="63026"/>
                </a:lnTo>
                <a:lnTo>
                  <a:pt x="471374" y="62438"/>
                </a:lnTo>
                <a:lnTo>
                  <a:pt x="470706" y="61884"/>
                </a:lnTo>
                <a:lnTo>
                  <a:pt x="470085" y="61368"/>
                </a:lnTo>
                <a:lnTo>
                  <a:pt x="470092" y="61322"/>
                </a:lnTo>
                <a:lnTo>
                  <a:pt x="470147" y="61321"/>
                </a:lnTo>
                <a:lnTo>
                  <a:pt x="470246" y="61360"/>
                </a:lnTo>
                <a:lnTo>
                  <a:pt x="470384" y="61436"/>
                </a:lnTo>
                <a:lnTo>
                  <a:pt x="470556" y="61544"/>
                </a:lnTo>
                <a:lnTo>
                  <a:pt x="470757" y="61679"/>
                </a:lnTo>
                <a:lnTo>
                  <a:pt x="470983" y="61838"/>
                </a:lnTo>
                <a:lnTo>
                  <a:pt x="471228" y="62015"/>
                </a:lnTo>
                <a:lnTo>
                  <a:pt x="471489" y="62206"/>
                </a:lnTo>
                <a:lnTo>
                  <a:pt x="471761" y="62408"/>
                </a:lnTo>
                <a:lnTo>
                  <a:pt x="472038" y="62615"/>
                </a:lnTo>
                <a:lnTo>
                  <a:pt x="472316" y="62824"/>
                </a:lnTo>
                <a:lnTo>
                  <a:pt x="472590" y="63029"/>
                </a:lnTo>
                <a:lnTo>
                  <a:pt x="472857" y="63226"/>
                </a:lnTo>
                <a:lnTo>
                  <a:pt x="473110" y="63412"/>
                </a:lnTo>
                <a:lnTo>
                  <a:pt x="473345" y="63582"/>
                </a:lnTo>
                <a:lnTo>
                  <a:pt x="473558" y="63730"/>
                </a:lnTo>
                <a:lnTo>
                  <a:pt x="473744" y="63854"/>
                </a:lnTo>
                <a:lnTo>
                  <a:pt x="473897" y="63948"/>
                </a:lnTo>
                <a:lnTo>
                  <a:pt x="474014" y="64008"/>
                </a:lnTo>
                <a:lnTo>
                  <a:pt x="474090" y="64030"/>
                </a:lnTo>
                <a:lnTo>
                  <a:pt x="474120" y="64010"/>
                </a:lnTo>
                <a:lnTo>
                  <a:pt x="474099" y="63942"/>
                </a:lnTo>
                <a:lnTo>
                  <a:pt x="474022" y="63823"/>
                </a:lnTo>
                <a:lnTo>
                  <a:pt x="473325" y="63267"/>
                </a:lnTo>
                <a:lnTo>
                  <a:pt x="472739" y="62794"/>
                </a:lnTo>
                <a:lnTo>
                  <a:pt x="472256" y="62399"/>
                </a:lnTo>
                <a:lnTo>
                  <a:pt x="471868" y="62074"/>
                </a:lnTo>
                <a:lnTo>
                  <a:pt x="471566" y="61814"/>
                </a:lnTo>
                <a:lnTo>
                  <a:pt x="471342" y="61612"/>
                </a:lnTo>
                <a:lnTo>
                  <a:pt x="471187" y="61460"/>
                </a:lnTo>
                <a:lnTo>
                  <a:pt x="471092" y="61354"/>
                </a:lnTo>
                <a:lnTo>
                  <a:pt x="471049" y="61286"/>
                </a:lnTo>
                <a:lnTo>
                  <a:pt x="471049" y="61250"/>
                </a:lnTo>
                <a:lnTo>
                  <a:pt x="471083" y="61239"/>
                </a:lnTo>
                <a:lnTo>
                  <a:pt x="471144" y="61248"/>
                </a:lnTo>
                <a:lnTo>
                  <a:pt x="471222" y="61269"/>
                </a:lnTo>
                <a:lnTo>
                  <a:pt x="471309" y="61295"/>
                </a:lnTo>
                <a:lnTo>
                  <a:pt x="471397" y="61322"/>
                </a:lnTo>
                <a:lnTo>
                  <a:pt x="471476" y="61341"/>
                </a:lnTo>
                <a:lnTo>
                  <a:pt x="471538" y="61347"/>
                </a:lnTo>
                <a:lnTo>
                  <a:pt x="471575" y="61333"/>
                </a:lnTo>
                <a:lnTo>
                  <a:pt x="471577" y="61293"/>
                </a:lnTo>
                <a:lnTo>
                  <a:pt x="471537" y="61220"/>
                </a:lnTo>
                <a:lnTo>
                  <a:pt x="471446" y="61107"/>
                </a:lnTo>
                <a:lnTo>
                  <a:pt x="471295" y="60949"/>
                </a:lnTo>
                <a:lnTo>
                  <a:pt x="471076" y="60739"/>
                </a:lnTo>
                <a:lnTo>
                  <a:pt x="470779" y="60470"/>
                </a:lnTo>
                <a:lnTo>
                  <a:pt x="469992" y="59852"/>
                </a:lnTo>
                <a:lnTo>
                  <a:pt x="469226" y="59255"/>
                </a:lnTo>
                <a:lnTo>
                  <a:pt x="468480" y="58679"/>
                </a:lnTo>
                <a:lnTo>
                  <a:pt x="467752" y="58121"/>
                </a:lnTo>
                <a:lnTo>
                  <a:pt x="467042" y="57582"/>
                </a:lnTo>
                <a:lnTo>
                  <a:pt x="466347" y="57058"/>
                </a:lnTo>
                <a:lnTo>
                  <a:pt x="465666" y="56549"/>
                </a:lnTo>
                <a:lnTo>
                  <a:pt x="464998" y="56054"/>
                </a:lnTo>
                <a:lnTo>
                  <a:pt x="464341" y="55571"/>
                </a:lnTo>
                <a:lnTo>
                  <a:pt x="463693" y="55099"/>
                </a:lnTo>
                <a:lnTo>
                  <a:pt x="463053" y="54637"/>
                </a:lnTo>
                <a:lnTo>
                  <a:pt x="462419" y="54183"/>
                </a:lnTo>
                <a:lnTo>
                  <a:pt x="461790" y="53736"/>
                </a:lnTo>
                <a:lnTo>
                  <a:pt x="461165" y="53294"/>
                </a:lnTo>
                <a:lnTo>
                  <a:pt x="460541" y="52856"/>
                </a:lnTo>
                <a:lnTo>
                  <a:pt x="459918" y="52421"/>
                </a:lnTo>
                <a:lnTo>
                  <a:pt x="459293" y="51988"/>
                </a:lnTo>
                <a:lnTo>
                  <a:pt x="458666" y="51555"/>
                </a:lnTo>
                <a:lnTo>
                  <a:pt x="458034" y="51120"/>
                </a:lnTo>
                <a:lnTo>
                  <a:pt x="457397" y="50683"/>
                </a:lnTo>
                <a:lnTo>
                  <a:pt x="456752" y="50242"/>
                </a:lnTo>
                <a:lnTo>
                  <a:pt x="456098" y="49796"/>
                </a:lnTo>
                <a:lnTo>
                  <a:pt x="455434" y="49344"/>
                </a:lnTo>
                <a:lnTo>
                  <a:pt x="454758" y="48883"/>
                </a:lnTo>
                <a:lnTo>
                  <a:pt x="454884" y="49012"/>
                </a:lnTo>
                <a:lnTo>
                  <a:pt x="455025" y="49149"/>
                </a:lnTo>
                <a:lnTo>
                  <a:pt x="455183" y="49296"/>
                </a:lnTo>
                <a:lnTo>
                  <a:pt x="455356" y="49451"/>
                </a:lnTo>
                <a:lnTo>
                  <a:pt x="455545" y="49616"/>
                </a:lnTo>
                <a:lnTo>
                  <a:pt x="455750" y="49789"/>
                </a:lnTo>
                <a:lnTo>
                  <a:pt x="455970" y="49971"/>
                </a:lnTo>
                <a:lnTo>
                  <a:pt x="456205" y="50162"/>
                </a:lnTo>
                <a:lnTo>
                  <a:pt x="456455" y="50362"/>
                </a:lnTo>
                <a:lnTo>
                  <a:pt x="456720" y="50571"/>
                </a:lnTo>
                <a:lnTo>
                  <a:pt x="457000" y="50789"/>
                </a:lnTo>
                <a:lnTo>
                  <a:pt x="457295" y="51016"/>
                </a:lnTo>
                <a:lnTo>
                  <a:pt x="457604" y="51251"/>
                </a:lnTo>
                <a:lnTo>
                  <a:pt x="457927" y="51496"/>
                </a:lnTo>
                <a:lnTo>
                  <a:pt x="458264" y="51750"/>
                </a:lnTo>
                <a:lnTo>
                  <a:pt x="458615" y="52012"/>
                </a:lnTo>
                <a:lnTo>
                  <a:pt x="458981" y="52283"/>
                </a:lnTo>
                <a:lnTo>
                  <a:pt x="459359" y="52563"/>
                </a:lnTo>
                <a:lnTo>
                  <a:pt x="459752" y="52852"/>
                </a:lnTo>
                <a:lnTo>
                  <a:pt x="460157" y="53150"/>
                </a:lnTo>
                <a:lnTo>
                  <a:pt x="460576" y="53457"/>
                </a:lnTo>
                <a:lnTo>
                  <a:pt x="461008" y="53773"/>
                </a:lnTo>
                <a:lnTo>
                  <a:pt x="461453" y="54097"/>
                </a:lnTo>
                <a:lnTo>
                  <a:pt x="461911" y="54431"/>
                </a:lnTo>
                <a:lnTo>
                  <a:pt x="461511" y="54172"/>
                </a:lnTo>
                <a:lnTo>
                  <a:pt x="461088" y="53895"/>
                </a:lnTo>
                <a:lnTo>
                  <a:pt x="460645" y="53603"/>
                </a:lnTo>
                <a:lnTo>
                  <a:pt x="460182" y="53295"/>
                </a:lnTo>
                <a:lnTo>
                  <a:pt x="459702" y="52975"/>
                </a:lnTo>
                <a:lnTo>
                  <a:pt x="459206" y="52643"/>
                </a:lnTo>
                <a:lnTo>
                  <a:pt x="458696" y="52300"/>
                </a:lnTo>
                <a:lnTo>
                  <a:pt x="458173" y="51948"/>
                </a:lnTo>
                <a:lnTo>
                  <a:pt x="457639" y="51588"/>
                </a:lnTo>
                <a:lnTo>
                  <a:pt x="457096" y="51222"/>
                </a:lnTo>
                <a:lnTo>
                  <a:pt x="456546" y="50851"/>
                </a:lnTo>
                <a:lnTo>
                  <a:pt x="455989" y="50476"/>
                </a:lnTo>
                <a:lnTo>
                  <a:pt x="455429" y="50099"/>
                </a:lnTo>
                <a:lnTo>
                  <a:pt x="454865" y="49721"/>
                </a:lnTo>
                <a:lnTo>
                  <a:pt x="454301" y="49344"/>
                </a:lnTo>
                <a:lnTo>
                  <a:pt x="453737" y="48968"/>
                </a:lnTo>
                <a:lnTo>
                  <a:pt x="453176" y="48596"/>
                </a:lnTo>
                <a:lnTo>
                  <a:pt x="452619" y="48228"/>
                </a:lnTo>
                <a:lnTo>
                  <a:pt x="452067" y="47866"/>
                </a:lnTo>
                <a:lnTo>
                  <a:pt x="451522" y="47512"/>
                </a:lnTo>
                <a:lnTo>
                  <a:pt x="450987" y="47166"/>
                </a:lnTo>
                <a:lnTo>
                  <a:pt x="450462" y="46831"/>
                </a:lnTo>
                <a:lnTo>
                  <a:pt x="449949" y="46506"/>
                </a:lnTo>
                <a:lnTo>
                  <a:pt x="449451" y="46195"/>
                </a:lnTo>
                <a:lnTo>
                  <a:pt x="449890" y="46533"/>
                </a:lnTo>
                <a:lnTo>
                  <a:pt x="450363" y="46891"/>
                </a:lnTo>
                <a:lnTo>
                  <a:pt x="450867" y="47269"/>
                </a:lnTo>
                <a:lnTo>
                  <a:pt x="451402" y="47665"/>
                </a:lnTo>
                <a:lnTo>
                  <a:pt x="451965" y="48078"/>
                </a:lnTo>
                <a:lnTo>
                  <a:pt x="452553" y="48508"/>
                </a:lnTo>
                <a:lnTo>
                  <a:pt x="453164" y="48952"/>
                </a:lnTo>
                <a:lnTo>
                  <a:pt x="453797" y="49410"/>
                </a:lnTo>
                <a:lnTo>
                  <a:pt x="454449" y="49881"/>
                </a:lnTo>
                <a:lnTo>
                  <a:pt x="455119" y="50364"/>
                </a:lnTo>
                <a:lnTo>
                  <a:pt x="455803" y="50857"/>
                </a:lnTo>
                <a:lnTo>
                  <a:pt x="456500" y="51360"/>
                </a:lnTo>
                <a:lnTo>
                  <a:pt x="457209" y="51871"/>
                </a:lnTo>
                <a:lnTo>
                  <a:pt x="457926" y="52389"/>
                </a:lnTo>
                <a:lnTo>
                  <a:pt x="458649" y="52913"/>
                </a:lnTo>
                <a:lnTo>
                  <a:pt x="459377" y="53442"/>
                </a:lnTo>
                <a:lnTo>
                  <a:pt x="460108" y="53975"/>
                </a:lnTo>
                <a:lnTo>
                  <a:pt x="460839" y="54511"/>
                </a:lnTo>
                <a:lnTo>
                  <a:pt x="461568" y="55048"/>
                </a:lnTo>
                <a:lnTo>
                  <a:pt x="462294" y="55586"/>
                </a:lnTo>
                <a:lnTo>
                  <a:pt x="463013" y="56123"/>
                </a:lnTo>
                <a:lnTo>
                  <a:pt x="463724" y="56659"/>
                </a:lnTo>
                <a:lnTo>
                  <a:pt x="464425" y="57192"/>
                </a:lnTo>
                <a:lnTo>
                  <a:pt x="465114" y="57720"/>
                </a:lnTo>
                <a:lnTo>
                  <a:pt x="464762" y="57500"/>
                </a:lnTo>
                <a:lnTo>
                  <a:pt x="464374" y="57249"/>
                </a:lnTo>
                <a:lnTo>
                  <a:pt x="463952" y="56970"/>
                </a:lnTo>
                <a:lnTo>
                  <a:pt x="463500" y="56666"/>
                </a:lnTo>
                <a:lnTo>
                  <a:pt x="463019" y="56339"/>
                </a:lnTo>
                <a:lnTo>
                  <a:pt x="462515" y="55992"/>
                </a:lnTo>
                <a:lnTo>
                  <a:pt x="461988" y="55627"/>
                </a:lnTo>
                <a:lnTo>
                  <a:pt x="461444" y="55247"/>
                </a:lnTo>
                <a:lnTo>
                  <a:pt x="460883" y="54855"/>
                </a:lnTo>
                <a:lnTo>
                  <a:pt x="460311" y="54453"/>
                </a:lnTo>
                <a:lnTo>
                  <a:pt x="459729" y="54044"/>
                </a:lnTo>
                <a:lnTo>
                  <a:pt x="459141" y="53631"/>
                </a:lnTo>
                <a:lnTo>
                  <a:pt x="458549" y="53216"/>
                </a:lnTo>
                <a:lnTo>
                  <a:pt x="457957" y="52801"/>
                </a:lnTo>
                <a:lnTo>
                  <a:pt x="457368" y="52390"/>
                </a:lnTo>
                <a:lnTo>
                  <a:pt x="456785" y="51985"/>
                </a:lnTo>
                <a:lnTo>
                  <a:pt x="456211" y="51589"/>
                </a:lnTo>
                <a:lnTo>
                  <a:pt x="455648" y="51204"/>
                </a:lnTo>
                <a:lnTo>
                  <a:pt x="455101" y="50832"/>
                </a:lnTo>
                <a:lnTo>
                  <a:pt x="454572" y="50478"/>
                </a:lnTo>
                <a:lnTo>
                  <a:pt x="454063" y="50142"/>
                </a:lnTo>
                <a:lnTo>
                  <a:pt x="453579" y="49828"/>
                </a:lnTo>
                <a:lnTo>
                  <a:pt x="453122" y="49539"/>
                </a:lnTo>
                <a:lnTo>
                  <a:pt x="452695" y="49276"/>
                </a:lnTo>
                <a:lnTo>
                  <a:pt x="451947" y="48858"/>
                </a:lnTo>
                <a:lnTo>
                  <a:pt x="451695" y="48802"/>
                </a:lnTo>
                <a:lnTo>
                  <a:pt x="451899" y="49078"/>
                </a:lnTo>
                <a:lnTo>
                  <a:pt x="452516" y="49654"/>
                </a:lnTo>
                <a:lnTo>
                  <a:pt x="453503" y="50499"/>
                </a:lnTo>
                <a:lnTo>
                  <a:pt x="454819" y="51583"/>
                </a:lnTo>
                <a:lnTo>
                  <a:pt x="456422" y="52873"/>
                </a:lnTo>
                <a:lnTo>
                  <a:pt x="458268" y="54340"/>
                </a:lnTo>
                <a:lnTo>
                  <a:pt x="460317" y="55952"/>
                </a:lnTo>
                <a:lnTo>
                  <a:pt x="462525" y="57678"/>
                </a:lnTo>
                <a:lnTo>
                  <a:pt x="464850" y="59486"/>
                </a:lnTo>
                <a:lnTo>
                  <a:pt x="465990" y="60369"/>
                </a:lnTo>
                <a:lnTo>
                  <a:pt x="465502" y="60009"/>
                </a:lnTo>
                <a:lnTo>
                  <a:pt x="464438" y="59241"/>
                </a:lnTo>
                <a:lnTo>
                  <a:pt x="463443" y="58540"/>
                </a:lnTo>
                <a:lnTo>
                  <a:pt x="462524" y="57917"/>
                </a:lnTo>
                <a:lnTo>
                  <a:pt x="462644" y="58064"/>
                </a:lnTo>
                <a:lnTo>
                  <a:pt x="462774" y="58212"/>
                </a:lnTo>
                <a:lnTo>
                  <a:pt x="462911" y="58359"/>
                </a:lnTo>
                <a:lnTo>
                  <a:pt x="463051" y="58504"/>
                </a:lnTo>
                <a:lnTo>
                  <a:pt x="463191" y="58645"/>
                </a:lnTo>
                <a:lnTo>
                  <a:pt x="463328" y="58779"/>
                </a:lnTo>
                <a:lnTo>
                  <a:pt x="463458" y="58905"/>
                </a:lnTo>
                <a:lnTo>
                  <a:pt x="463580" y="59020"/>
                </a:lnTo>
                <a:lnTo>
                  <a:pt x="463689" y="59123"/>
                </a:lnTo>
                <a:lnTo>
                  <a:pt x="463782" y="59212"/>
                </a:lnTo>
                <a:lnTo>
                  <a:pt x="463856" y="59284"/>
                </a:lnTo>
                <a:lnTo>
                  <a:pt x="463908" y="59338"/>
                </a:lnTo>
                <a:lnTo>
                  <a:pt x="463935" y="59372"/>
                </a:lnTo>
                <a:lnTo>
                  <a:pt x="463933" y="59383"/>
                </a:lnTo>
                <a:lnTo>
                  <a:pt x="463899" y="59371"/>
                </a:lnTo>
                <a:lnTo>
                  <a:pt x="463831" y="59332"/>
                </a:lnTo>
                <a:lnTo>
                  <a:pt x="463725" y="59265"/>
                </a:lnTo>
                <a:lnTo>
                  <a:pt x="463577" y="59168"/>
                </a:lnTo>
                <a:lnTo>
                  <a:pt x="463385" y="59039"/>
                </a:lnTo>
                <a:lnTo>
                  <a:pt x="463145" y="58875"/>
                </a:lnTo>
                <a:lnTo>
                  <a:pt x="462855" y="58676"/>
                </a:lnTo>
                <a:lnTo>
                  <a:pt x="462511" y="58439"/>
                </a:lnTo>
                <a:lnTo>
                  <a:pt x="462109" y="58161"/>
                </a:lnTo>
                <a:lnTo>
                  <a:pt x="461647" y="57842"/>
                </a:lnTo>
                <a:lnTo>
                  <a:pt x="460467" y="56816"/>
                </a:lnTo>
                <a:lnTo>
                  <a:pt x="459321" y="55818"/>
                </a:lnTo>
                <a:lnTo>
                  <a:pt x="458206" y="54847"/>
                </a:lnTo>
                <a:lnTo>
                  <a:pt x="457118" y="53901"/>
                </a:lnTo>
                <a:lnTo>
                  <a:pt x="456054" y="52978"/>
                </a:lnTo>
                <a:lnTo>
                  <a:pt x="455010" y="52076"/>
                </a:lnTo>
                <a:lnTo>
                  <a:pt x="453984" y="51193"/>
                </a:lnTo>
                <a:lnTo>
                  <a:pt x="452971" y="50327"/>
                </a:lnTo>
                <a:lnTo>
                  <a:pt x="451969" y="49477"/>
                </a:lnTo>
                <a:lnTo>
                  <a:pt x="450974" y="48640"/>
                </a:lnTo>
                <a:lnTo>
                  <a:pt x="449983" y="47815"/>
                </a:lnTo>
                <a:lnTo>
                  <a:pt x="448992" y="47000"/>
                </a:lnTo>
                <a:lnTo>
                  <a:pt x="447998" y="46192"/>
                </a:lnTo>
                <a:lnTo>
                  <a:pt x="446998" y="45391"/>
                </a:lnTo>
                <a:lnTo>
                  <a:pt x="445987" y="44593"/>
                </a:lnTo>
                <a:lnTo>
                  <a:pt x="444964" y="43798"/>
                </a:lnTo>
                <a:lnTo>
                  <a:pt x="443924" y="43002"/>
                </a:lnTo>
                <a:lnTo>
                  <a:pt x="442864" y="42206"/>
                </a:lnTo>
                <a:lnTo>
                  <a:pt x="441781" y="41405"/>
                </a:lnTo>
                <a:lnTo>
                  <a:pt x="440672" y="40600"/>
                </a:lnTo>
                <a:lnTo>
                  <a:pt x="439532" y="39787"/>
                </a:lnTo>
                <a:lnTo>
                  <a:pt x="438359" y="38964"/>
                </a:lnTo>
                <a:lnTo>
                  <a:pt x="437149" y="38131"/>
                </a:lnTo>
                <a:lnTo>
                  <a:pt x="435899" y="37285"/>
                </a:lnTo>
                <a:lnTo>
                  <a:pt x="437229" y="38078"/>
                </a:lnTo>
                <a:lnTo>
                  <a:pt x="438399" y="38772"/>
                </a:lnTo>
                <a:lnTo>
                  <a:pt x="439413" y="39369"/>
                </a:lnTo>
                <a:lnTo>
                  <a:pt x="440275" y="39874"/>
                </a:lnTo>
                <a:lnTo>
                  <a:pt x="440992" y="40289"/>
                </a:lnTo>
                <a:lnTo>
                  <a:pt x="441566" y="40616"/>
                </a:lnTo>
                <a:lnTo>
                  <a:pt x="442003" y="40860"/>
                </a:lnTo>
                <a:lnTo>
                  <a:pt x="442308" y="41023"/>
                </a:lnTo>
                <a:lnTo>
                  <a:pt x="442485" y="41109"/>
                </a:lnTo>
                <a:lnTo>
                  <a:pt x="442538" y="41119"/>
                </a:lnTo>
                <a:lnTo>
                  <a:pt x="442473" y="41058"/>
                </a:lnTo>
                <a:lnTo>
                  <a:pt x="442293" y="40929"/>
                </a:lnTo>
                <a:lnTo>
                  <a:pt x="442005" y="40734"/>
                </a:lnTo>
                <a:lnTo>
                  <a:pt x="441611" y="40477"/>
                </a:lnTo>
                <a:lnTo>
                  <a:pt x="441118" y="40160"/>
                </a:lnTo>
                <a:lnTo>
                  <a:pt x="440529" y="39787"/>
                </a:lnTo>
                <a:lnTo>
                  <a:pt x="439849" y="39361"/>
                </a:lnTo>
                <a:lnTo>
                  <a:pt x="439083" y="38885"/>
                </a:lnTo>
                <a:lnTo>
                  <a:pt x="438235" y="38362"/>
                </a:lnTo>
                <a:lnTo>
                  <a:pt x="437310" y="37794"/>
                </a:lnTo>
                <a:lnTo>
                  <a:pt x="436313" y="37186"/>
                </a:lnTo>
                <a:lnTo>
                  <a:pt x="435249" y="36540"/>
                </a:lnTo>
                <a:lnTo>
                  <a:pt x="434121" y="35859"/>
                </a:lnTo>
                <a:lnTo>
                  <a:pt x="432935" y="35147"/>
                </a:lnTo>
                <a:lnTo>
                  <a:pt x="432551" y="34887"/>
                </a:lnTo>
                <a:lnTo>
                  <a:pt x="432243" y="34664"/>
                </a:lnTo>
                <a:lnTo>
                  <a:pt x="432004" y="34475"/>
                </a:lnTo>
                <a:lnTo>
                  <a:pt x="431825" y="34315"/>
                </a:lnTo>
                <a:lnTo>
                  <a:pt x="431699" y="34181"/>
                </a:lnTo>
                <a:lnTo>
                  <a:pt x="431617" y="34070"/>
                </a:lnTo>
                <a:lnTo>
                  <a:pt x="431572" y="33976"/>
                </a:lnTo>
                <a:lnTo>
                  <a:pt x="431556" y="33898"/>
                </a:lnTo>
                <a:lnTo>
                  <a:pt x="431561" y="33830"/>
                </a:lnTo>
                <a:lnTo>
                  <a:pt x="431580" y="33770"/>
                </a:lnTo>
                <a:lnTo>
                  <a:pt x="431603" y="33714"/>
                </a:lnTo>
                <a:lnTo>
                  <a:pt x="431624" y="33658"/>
                </a:lnTo>
                <a:lnTo>
                  <a:pt x="431634" y="33598"/>
                </a:lnTo>
                <a:lnTo>
                  <a:pt x="431626" y="33531"/>
                </a:lnTo>
                <a:lnTo>
                  <a:pt x="431591" y="33453"/>
                </a:lnTo>
                <a:lnTo>
                  <a:pt x="431522" y="33359"/>
                </a:lnTo>
                <a:lnTo>
                  <a:pt x="431411" y="33248"/>
                </a:lnTo>
                <a:lnTo>
                  <a:pt x="431251" y="33114"/>
                </a:lnTo>
                <a:lnTo>
                  <a:pt x="431032" y="32955"/>
                </a:lnTo>
                <a:lnTo>
                  <a:pt x="430748" y="32766"/>
                </a:lnTo>
                <a:lnTo>
                  <a:pt x="430390" y="32544"/>
                </a:lnTo>
                <a:lnTo>
                  <a:pt x="429950" y="32284"/>
                </a:lnTo>
                <a:lnTo>
                  <a:pt x="429421" y="31985"/>
                </a:lnTo>
                <a:lnTo>
                  <a:pt x="428795" y="31641"/>
                </a:lnTo>
                <a:lnTo>
                  <a:pt x="428942" y="31668"/>
                </a:lnTo>
                <a:lnTo>
                  <a:pt x="429103" y="31708"/>
                </a:lnTo>
                <a:lnTo>
                  <a:pt x="429278" y="31760"/>
                </a:lnTo>
                <a:lnTo>
                  <a:pt x="429465" y="31822"/>
                </a:lnTo>
                <a:lnTo>
                  <a:pt x="429663" y="31895"/>
                </a:lnTo>
                <a:lnTo>
                  <a:pt x="429872" y="31977"/>
                </a:lnTo>
                <a:lnTo>
                  <a:pt x="430091" y="32068"/>
                </a:lnTo>
                <a:lnTo>
                  <a:pt x="430319" y="32167"/>
                </a:lnTo>
                <a:lnTo>
                  <a:pt x="430555" y="32273"/>
                </a:lnTo>
                <a:lnTo>
                  <a:pt x="430799" y="32386"/>
                </a:lnTo>
                <a:lnTo>
                  <a:pt x="431049" y="32504"/>
                </a:lnTo>
                <a:lnTo>
                  <a:pt x="431305" y="32628"/>
                </a:lnTo>
                <a:lnTo>
                  <a:pt x="431565" y="32756"/>
                </a:lnTo>
                <a:lnTo>
                  <a:pt x="431830" y="32888"/>
                </a:lnTo>
                <a:lnTo>
                  <a:pt x="432098" y="33024"/>
                </a:lnTo>
                <a:lnTo>
                  <a:pt x="432369" y="33161"/>
                </a:lnTo>
                <a:lnTo>
                  <a:pt x="432641" y="33300"/>
                </a:lnTo>
                <a:lnTo>
                  <a:pt x="432913" y="33440"/>
                </a:lnTo>
                <a:lnTo>
                  <a:pt x="433186" y="33580"/>
                </a:lnTo>
                <a:lnTo>
                  <a:pt x="433458" y="33719"/>
                </a:lnTo>
                <a:lnTo>
                  <a:pt x="433727" y="33857"/>
                </a:lnTo>
                <a:lnTo>
                  <a:pt x="433995" y="33993"/>
                </a:lnTo>
                <a:lnTo>
                  <a:pt x="434258" y="34127"/>
                </a:lnTo>
                <a:lnTo>
                  <a:pt x="434518" y="34257"/>
                </a:lnTo>
                <a:lnTo>
                  <a:pt x="433229" y="33410"/>
                </a:lnTo>
                <a:lnTo>
                  <a:pt x="431930" y="32586"/>
                </a:lnTo>
                <a:lnTo>
                  <a:pt x="430622" y="31786"/>
                </a:lnTo>
                <a:lnTo>
                  <a:pt x="429308" y="31009"/>
                </a:lnTo>
                <a:lnTo>
                  <a:pt x="427990" y="30255"/>
                </a:lnTo>
                <a:lnTo>
                  <a:pt x="426669" y="29523"/>
                </a:lnTo>
                <a:lnTo>
                  <a:pt x="425348" y="28814"/>
                </a:lnTo>
                <a:lnTo>
                  <a:pt x="424029" y="28125"/>
                </a:lnTo>
                <a:lnTo>
                  <a:pt x="422714" y="27458"/>
                </a:lnTo>
                <a:lnTo>
                  <a:pt x="421404" y="26811"/>
                </a:lnTo>
                <a:lnTo>
                  <a:pt x="420103" y="26184"/>
                </a:lnTo>
                <a:lnTo>
                  <a:pt x="418811" y="25578"/>
                </a:lnTo>
                <a:lnTo>
                  <a:pt x="417532" y="24990"/>
                </a:lnTo>
                <a:lnTo>
                  <a:pt x="416267" y="24422"/>
                </a:lnTo>
                <a:lnTo>
                  <a:pt x="415018" y="23873"/>
                </a:lnTo>
                <a:lnTo>
                  <a:pt x="413787" y="23341"/>
                </a:lnTo>
                <a:lnTo>
                  <a:pt x="412576" y="22827"/>
                </a:lnTo>
                <a:lnTo>
                  <a:pt x="411388" y="22331"/>
                </a:lnTo>
                <a:lnTo>
                  <a:pt x="410224" y="21852"/>
                </a:lnTo>
                <a:lnTo>
                  <a:pt x="409086" y="21389"/>
                </a:lnTo>
                <a:lnTo>
                  <a:pt x="407977" y="20943"/>
                </a:lnTo>
                <a:lnTo>
                  <a:pt x="406899" y="20512"/>
                </a:lnTo>
                <a:lnTo>
                  <a:pt x="405853" y="20096"/>
                </a:lnTo>
                <a:lnTo>
                  <a:pt x="404842" y="19696"/>
                </a:lnTo>
                <a:lnTo>
                  <a:pt x="404912" y="19745"/>
                </a:lnTo>
                <a:lnTo>
                  <a:pt x="404978" y="19794"/>
                </a:lnTo>
                <a:lnTo>
                  <a:pt x="405040" y="19843"/>
                </a:lnTo>
                <a:lnTo>
                  <a:pt x="405100" y="19892"/>
                </a:lnTo>
                <a:lnTo>
                  <a:pt x="405155" y="19940"/>
                </a:lnTo>
                <a:lnTo>
                  <a:pt x="405207" y="19988"/>
                </a:lnTo>
                <a:lnTo>
                  <a:pt x="405256" y="20035"/>
                </a:lnTo>
                <a:lnTo>
                  <a:pt x="405302" y="20082"/>
                </a:lnTo>
                <a:lnTo>
                  <a:pt x="405344" y="20128"/>
                </a:lnTo>
                <a:lnTo>
                  <a:pt x="405384" y="20174"/>
                </a:lnTo>
                <a:lnTo>
                  <a:pt x="405420" y="20220"/>
                </a:lnTo>
                <a:lnTo>
                  <a:pt x="405453" y="20265"/>
                </a:lnTo>
                <a:lnTo>
                  <a:pt x="405484" y="20310"/>
                </a:lnTo>
                <a:lnTo>
                  <a:pt x="405511" y="20354"/>
                </a:lnTo>
                <a:lnTo>
                  <a:pt x="405536" y="20398"/>
                </a:lnTo>
                <a:lnTo>
                  <a:pt x="405558" y="20442"/>
                </a:lnTo>
                <a:lnTo>
                  <a:pt x="405577" y="20485"/>
                </a:lnTo>
                <a:lnTo>
                  <a:pt x="405594" y="20527"/>
                </a:lnTo>
                <a:lnTo>
                  <a:pt x="405608" y="20569"/>
                </a:lnTo>
                <a:lnTo>
                  <a:pt x="405620" y="20611"/>
                </a:lnTo>
                <a:lnTo>
                  <a:pt x="405629" y="20652"/>
                </a:lnTo>
                <a:lnTo>
                  <a:pt x="405636" y="20692"/>
                </a:lnTo>
                <a:lnTo>
                  <a:pt x="405641" y="20732"/>
                </a:lnTo>
                <a:lnTo>
                  <a:pt x="405644" y="20772"/>
                </a:lnTo>
                <a:lnTo>
                  <a:pt x="405132" y="20543"/>
                </a:lnTo>
                <a:lnTo>
                  <a:pt x="404625" y="20317"/>
                </a:lnTo>
                <a:lnTo>
                  <a:pt x="404123" y="20095"/>
                </a:lnTo>
                <a:lnTo>
                  <a:pt x="403626" y="19876"/>
                </a:lnTo>
                <a:lnTo>
                  <a:pt x="403135" y="19661"/>
                </a:lnTo>
                <a:lnTo>
                  <a:pt x="402648" y="19450"/>
                </a:lnTo>
                <a:lnTo>
                  <a:pt x="402168" y="19242"/>
                </a:lnTo>
                <a:lnTo>
                  <a:pt x="401693" y="19038"/>
                </a:lnTo>
                <a:lnTo>
                  <a:pt x="401225" y="18837"/>
                </a:lnTo>
                <a:lnTo>
                  <a:pt x="400763" y="18641"/>
                </a:lnTo>
                <a:lnTo>
                  <a:pt x="400307" y="18448"/>
                </a:lnTo>
                <a:lnTo>
                  <a:pt x="399858" y="18260"/>
                </a:lnTo>
                <a:lnTo>
                  <a:pt x="399417" y="18075"/>
                </a:lnTo>
                <a:lnTo>
                  <a:pt x="398982" y="17894"/>
                </a:lnTo>
                <a:lnTo>
                  <a:pt x="398555" y="17718"/>
                </a:lnTo>
                <a:lnTo>
                  <a:pt x="398136" y="17546"/>
                </a:lnTo>
                <a:lnTo>
                  <a:pt x="397724" y="17378"/>
                </a:lnTo>
                <a:lnTo>
                  <a:pt x="397321" y="17214"/>
                </a:lnTo>
                <a:lnTo>
                  <a:pt x="396926" y="17054"/>
                </a:lnTo>
                <a:lnTo>
                  <a:pt x="396540" y="16899"/>
                </a:lnTo>
                <a:lnTo>
                  <a:pt x="396162" y="16749"/>
                </a:lnTo>
                <a:lnTo>
                  <a:pt x="395793" y="16603"/>
                </a:lnTo>
                <a:lnTo>
                  <a:pt x="395433" y="16461"/>
                </a:lnTo>
                <a:lnTo>
                  <a:pt x="395083" y="16324"/>
                </a:lnTo>
                <a:lnTo>
                  <a:pt x="394477" y="16078"/>
                </a:lnTo>
                <a:lnTo>
                  <a:pt x="393841" y="15812"/>
                </a:lnTo>
                <a:lnTo>
                  <a:pt x="393187" y="15533"/>
                </a:lnTo>
                <a:lnTo>
                  <a:pt x="392530" y="15246"/>
                </a:lnTo>
                <a:lnTo>
                  <a:pt x="391882" y="14956"/>
                </a:lnTo>
                <a:lnTo>
                  <a:pt x="391258" y="14671"/>
                </a:lnTo>
                <a:lnTo>
                  <a:pt x="390671" y="14394"/>
                </a:lnTo>
                <a:lnTo>
                  <a:pt x="390133" y="14133"/>
                </a:lnTo>
                <a:lnTo>
                  <a:pt x="389660" y="13893"/>
                </a:lnTo>
                <a:lnTo>
                  <a:pt x="389263" y="13680"/>
                </a:lnTo>
                <a:lnTo>
                  <a:pt x="388957" y="13499"/>
                </a:lnTo>
                <a:lnTo>
                  <a:pt x="388756" y="13357"/>
                </a:lnTo>
                <a:lnTo>
                  <a:pt x="388671" y="13259"/>
                </a:lnTo>
                <a:lnTo>
                  <a:pt x="388718" y="13211"/>
                </a:lnTo>
                <a:lnTo>
                  <a:pt x="388909" y="13218"/>
                </a:lnTo>
                <a:lnTo>
                  <a:pt x="389258" y="13288"/>
                </a:lnTo>
                <a:lnTo>
                  <a:pt x="389778" y="13424"/>
                </a:lnTo>
                <a:lnTo>
                  <a:pt x="390482" y="13634"/>
                </a:lnTo>
                <a:lnTo>
                  <a:pt x="391385" y="13922"/>
                </a:lnTo>
                <a:lnTo>
                  <a:pt x="392500" y="14295"/>
                </a:lnTo>
                <a:lnTo>
                  <a:pt x="393840" y="14759"/>
                </a:lnTo>
                <a:lnTo>
                  <a:pt x="395418" y="15319"/>
                </a:lnTo>
                <a:lnTo>
                  <a:pt x="397249" y="15981"/>
                </a:lnTo>
                <a:lnTo>
                  <a:pt x="399344" y="16751"/>
                </a:lnTo>
                <a:lnTo>
                  <a:pt x="400201" y="17062"/>
                </a:lnTo>
                <a:lnTo>
                  <a:pt x="400800" y="17260"/>
                </a:lnTo>
                <a:lnTo>
                  <a:pt x="401149" y="17352"/>
                </a:lnTo>
                <a:lnTo>
                  <a:pt x="401259" y="17344"/>
                </a:lnTo>
                <a:lnTo>
                  <a:pt x="401136" y="17242"/>
                </a:lnTo>
                <a:lnTo>
                  <a:pt x="400788" y="17052"/>
                </a:lnTo>
                <a:lnTo>
                  <a:pt x="400225" y="16781"/>
                </a:lnTo>
                <a:lnTo>
                  <a:pt x="399454" y="16434"/>
                </a:lnTo>
                <a:lnTo>
                  <a:pt x="398483" y="16018"/>
                </a:lnTo>
                <a:lnTo>
                  <a:pt x="397321" y="15540"/>
                </a:lnTo>
                <a:lnTo>
                  <a:pt x="395977" y="15004"/>
                </a:lnTo>
                <a:lnTo>
                  <a:pt x="394457" y="14418"/>
                </a:lnTo>
                <a:lnTo>
                  <a:pt x="392772" y="13788"/>
                </a:lnTo>
                <a:lnTo>
                  <a:pt x="390928" y="13119"/>
                </a:lnTo>
                <a:lnTo>
                  <a:pt x="388934" y="12419"/>
                </a:lnTo>
                <a:lnTo>
                  <a:pt x="386799" y="11692"/>
                </a:lnTo>
                <a:lnTo>
                  <a:pt x="384530" y="10947"/>
                </a:lnTo>
                <a:lnTo>
                  <a:pt x="382136" y="10187"/>
                </a:lnTo>
                <a:lnTo>
                  <a:pt x="379625" y="9421"/>
                </a:lnTo>
                <a:lnTo>
                  <a:pt x="377006" y="8653"/>
                </a:lnTo>
                <a:lnTo>
                  <a:pt x="374286" y="7891"/>
                </a:lnTo>
                <a:lnTo>
                  <a:pt x="371474" y="7140"/>
                </a:lnTo>
                <a:lnTo>
                  <a:pt x="368579" y="6407"/>
                </a:lnTo>
                <a:lnTo>
                  <a:pt x="365607" y="5698"/>
                </a:lnTo>
                <a:lnTo>
                  <a:pt x="362569" y="5030"/>
                </a:lnTo>
                <a:lnTo>
                  <a:pt x="359472" y="4418"/>
                </a:lnTo>
                <a:lnTo>
                  <a:pt x="356326" y="3859"/>
                </a:lnTo>
                <a:lnTo>
                  <a:pt x="353139" y="3354"/>
                </a:lnTo>
                <a:lnTo>
                  <a:pt x="349922" y="2899"/>
                </a:lnTo>
                <a:lnTo>
                  <a:pt x="346682" y="2494"/>
                </a:lnTo>
                <a:lnTo>
                  <a:pt x="343429" y="2138"/>
                </a:lnTo>
                <a:lnTo>
                  <a:pt x="340172" y="1828"/>
                </a:lnTo>
                <a:lnTo>
                  <a:pt x="336920" y="1565"/>
                </a:lnTo>
                <a:lnTo>
                  <a:pt x="333682" y="1346"/>
                </a:lnTo>
                <a:lnTo>
                  <a:pt x="330467" y="1170"/>
                </a:lnTo>
                <a:lnTo>
                  <a:pt x="327284" y="1035"/>
                </a:lnTo>
                <a:lnTo>
                  <a:pt x="324141" y="942"/>
                </a:lnTo>
                <a:lnTo>
                  <a:pt x="321049" y="887"/>
                </a:lnTo>
                <a:lnTo>
                  <a:pt x="318016" y="869"/>
                </a:lnTo>
                <a:lnTo>
                  <a:pt x="315051" y="888"/>
                </a:lnTo>
                <a:lnTo>
                  <a:pt x="312163" y="942"/>
                </a:lnTo>
                <a:lnTo>
                  <a:pt x="309361" y="1030"/>
                </a:lnTo>
                <a:lnTo>
                  <a:pt x="306654" y="1150"/>
                </a:lnTo>
                <a:lnTo>
                  <a:pt x="304052" y="1301"/>
                </a:lnTo>
                <a:lnTo>
                  <a:pt x="301562" y="1481"/>
                </a:lnTo>
                <a:lnTo>
                  <a:pt x="299195" y="1690"/>
                </a:lnTo>
                <a:lnTo>
                  <a:pt x="296960" y="1925"/>
                </a:lnTo>
                <a:lnTo>
                  <a:pt x="294864" y="2186"/>
                </a:lnTo>
                <a:lnTo>
                  <a:pt x="293361" y="2297"/>
                </a:lnTo>
                <a:lnTo>
                  <a:pt x="291838" y="2426"/>
                </a:lnTo>
                <a:lnTo>
                  <a:pt x="290298" y="2573"/>
                </a:lnTo>
                <a:lnTo>
                  <a:pt x="288742" y="2739"/>
                </a:lnTo>
                <a:lnTo>
                  <a:pt x="287172" y="2924"/>
                </a:lnTo>
                <a:lnTo>
                  <a:pt x="285588" y="3128"/>
                </a:lnTo>
                <a:lnTo>
                  <a:pt x="283993" y="3352"/>
                </a:lnTo>
                <a:lnTo>
                  <a:pt x="282388" y="3594"/>
                </a:lnTo>
                <a:lnTo>
                  <a:pt x="280774" y="3857"/>
                </a:lnTo>
                <a:lnTo>
                  <a:pt x="279153" y="4139"/>
                </a:lnTo>
                <a:lnTo>
                  <a:pt x="277527" y="4440"/>
                </a:lnTo>
                <a:lnTo>
                  <a:pt x="275897" y="4762"/>
                </a:lnTo>
                <a:lnTo>
                  <a:pt x="274264" y="5104"/>
                </a:lnTo>
                <a:lnTo>
                  <a:pt x="272630" y="5466"/>
                </a:lnTo>
                <a:lnTo>
                  <a:pt x="270997" y="5849"/>
                </a:lnTo>
                <a:lnTo>
                  <a:pt x="269366" y="6252"/>
                </a:lnTo>
                <a:lnTo>
                  <a:pt x="267738" y="6677"/>
                </a:lnTo>
                <a:lnTo>
                  <a:pt x="266115" y="7122"/>
                </a:lnTo>
                <a:lnTo>
                  <a:pt x="264499" y="7588"/>
                </a:lnTo>
                <a:lnTo>
                  <a:pt x="262891" y="8075"/>
                </a:lnTo>
                <a:lnTo>
                  <a:pt x="261293" y="8584"/>
                </a:lnTo>
                <a:lnTo>
                  <a:pt x="259705" y="9114"/>
                </a:lnTo>
                <a:lnTo>
                  <a:pt x="258130" y="9666"/>
                </a:lnTo>
                <a:lnTo>
                  <a:pt x="256569" y="10240"/>
                </a:lnTo>
                <a:lnTo>
                  <a:pt x="256087" y="10403"/>
                </a:lnTo>
                <a:lnTo>
                  <a:pt x="255606" y="10566"/>
                </a:lnTo>
                <a:lnTo>
                  <a:pt x="255126" y="10730"/>
                </a:lnTo>
                <a:lnTo>
                  <a:pt x="254648" y="10894"/>
                </a:lnTo>
                <a:lnTo>
                  <a:pt x="254170" y="11060"/>
                </a:lnTo>
                <a:lnTo>
                  <a:pt x="253694" y="11226"/>
                </a:lnTo>
                <a:lnTo>
                  <a:pt x="253218" y="11393"/>
                </a:lnTo>
                <a:lnTo>
                  <a:pt x="252744" y="11561"/>
                </a:lnTo>
                <a:lnTo>
                  <a:pt x="252271" y="11729"/>
                </a:lnTo>
                <a:lnTo>
                  <a:pt x="251798" y="11899"/>
                </a:lnTo>
                <a:lnTo>
                  <a:pt x="251326" y="12069"/>
                </a:lnTo>
                <a:lnTo>
                  <a:pt x="250855" y="12240"/>
                </a:lnTo>
                <a:lnTo>
                  <a:pt x="250385" y="12412"/>
                </a:lnTo>
                <a:lnTo>
                  <a:pt x="249915" y="12585"/>
                </a:lnTo>
                <a:lnTo>
                  <a:pt x="249446" y="12759"/>
                </a:lnTo>
                <a:lnTo>
                  <a:pt x="248978" y="12934"/>
                </a:lnTo>
                <a:lnTo>
                  <a:pt x="248510" y="13110"/>
                </a:lnTo>
                <a:lnTo>
                  <a:pt x="248042" y="13287"/>
                </a:lnTo>
                <a:lnTo>
                  <a:pt x="247576" y="13464"/>
                </a:lnTo>
                <a:lnTo>
                  <a:pt x="247109" y="13643"/>
                </a:lnTo>
                <a:lnTo>
                  <a:pt x="246643" y="13823"/>
                </a:lnTo>
                <a:lnTo>
                  <a:pt x="246177" y="14003"/>
                </a:lnTo>
                <a:lnTo>
                  <a:pt x="245711" y="14185"/>
                </a:lnTo>
                <a:lnTo>
                  <a:pt x="245246" y="14368"/>
                </a:lnTo>
                <a:lnTo>
                  <a:pt x="244799" y="14533"/>
                </a:lnTo>
                <a:lnTo>
                  <a:pt x="244352" y="14698"/>
                </a:lnTo>
                <a:lnTo>
                  <a:pt x="243905" y="14863"/>
                </a:lnTo>
                <a:lnTo>
                  <a:pt x="243459" y="15027"/>
                </a:lnTo>
                <a:lnTo>
                  <a:pt x="243012" y="15190"/>
                </a:lnTo>
                <a:lnTo>
                  <a:pt x="242566" y="15354"/>
                </a:lnTo>
                <a:lnTo>
                  <a:pt x="242120" y="15517"/>
                </a:lnTo>
                <a:lnTo>
                  <a:pt x="241674" y="15679"/>
                </a:lnTo>
                <a:lnTo>
                  <a:pt x="241228" y="15841"/>
                </a:lnTo>
                <a:lnTo>
                  <a:pt x="240782" y="16003"/>
                </a:lnTo>
                <a:lnTo>
                  <a:pt x="240336" y="16164"/>
                </a:lnTo>
                <a:lnTo>
                  <a:pt x="239889" y="16324"/>
                </a:lnTo>
                <a:lnTo>
                  <a:pt x="239443" y="16484"/>
                </a:lnTo>
                <a:lnTo>
                  <a:pt x="238996" y="16644"/>
                </a:lnTo>
                <a:lnTo>
                  <a:pt x="238549" y="16802"/>
                </a:lnTo>
                <a:lnTo>
                  <a:pt x="238101" y="16961"/>
                </a:lnTo>
                <a:lnTo>
                  <a:pt x="237654" y="17118"/>
                </a:lnTo>
                <a:lnTo>
                  <a:pt x="237205" y="17275"/>
                </a:lnTo>
                <a:lnTo>
                  <a:pt x="236757" y="17432"/>
                </a:lnTo>
                <a:lnTo>
                  <a:pt x="236307" y="17588"/>
                </a:lnTo>
                <a:lnTo>
                  <a:pt x="235857" y="17743"/>
                </a:lnTo>
                <a:lnTo>
                  <a:pt x="235407" y="17897"/>
                </a:lnTo>
                <a:lnTo>
                  <a:pt x="234956" y="18051"/>
                </a:lnTo>
                <a:lnTo>
                  <a:pt x="234504" y="18204"/>
                </a:lnTo>
                <a:lnTo>
                  <a:pt x="234987" y="17971"/>
                </a:lnTo>
                <a:lnTo>
                  <a:pt x="235466" y="17739"/>
                </a:lnTo>
                <a:lnTo>
                  <a:pt x="235939" y="17511"/>
                </a:lnTo>
                <a:lnTo>
                  <a:pt x="236404" y="17287"/>
                </a:lnTo>
                <a:lnTo>
                  <a:pt x="236856" y="17068"/>
                </a:lnTo>
                <a:lnTo>
                  <a:pt x="237292" y="16856"/>
                </a:lnTo>
                <a:lnTo>
                  <a:pt x="237711" y="16653"/>
                </a:lnTo>
                <a:lnTo>
                  <a:pt x="238108" y="16459"/>
                </a:lnTo>
                <a:lnTo>
                  <a:pt x="238480" y="16275"/>
                </a:lnTo>
                <a:lnTo>
                  <a:pt x="238825" y="16103"/>
                </a:lnTo>
                <a:lnTo>
                  <a:pt x="239139" y="15944"/>
                </a:lnTo>
                <a:lnTo>
                  <a:pt x="239419" y="15800"/>
                </a:lnTo>
                <a:lnTo>
                  <a:pt x="239663" y="15671"/>
                </a:lnTo>
                <a:lnTo>
                  <a:pt x="239867" y="15559"/>
                </a:lnTo>
                <a:lnTo>
                  <a:pt x="240028" y="15465"/>
                </a:lnTo>
                <a:lnTo>
                  <a:pt x="240143" y="15390"/>
                </a:lnTo>
                <a:lnTo>
                  <a:pt x="240209" y="15336"/>
                </a:lnTo>
                <a:lnTo>
                  <a:pt x="240223" y="15303"/>
                </a:lnTo>
                <a:lnTo>
                  <a:pt x="240182" y="15294"/>
                </a:lnTo>
                <a:lnTo>
                  <a:pt x="240083" y="15309"/>
                </a:lnTo>
                <a:lnTo>
                  <a:pt x="239922" y="15349"/>
                </a:lnTo>
                <a:lnTo>
                  <a:pt x="239697" y="15416"/>
                </a:lnTo>
                <a:lnTo>
                  <a:pt x="239405" y="15512"/>
                </a:lnTo>
                <a:lnTo>
                  <a:pt x="239042" y="15636"/>
                </a:lnTo>
                <a:lnTo>
                  <a:pt x="238644" y="15779"/>
                </a:lnTo>
                <a:lnTo>
                  <a:pt x="238245" y="15921"/>
                </a:lnTo>
                <a:lnTo>
                  <a:pt x="237846" y="16061"/>
                </a:lnTo>
                <a:lnTo>
                  <a:pt x="237446" y="16200"/>
                </a:lnTo>
                <a:lnTo>
                  <a:pt x="237045" y="16337"/>
                </a:lnTo>
                <a:lnTo>
                  <a:pt x="236644" y="16474"/>
                </a:lnTo>
                <a:lnTo>
                  <a:pt x="236242" y="16608"/>
                </a:lnTo>
                <a:lnTo>
                  <a:pt x="235840" y="16742"/>
                </a:lnTo>
                <a:lnTo>
                  <a:pt x="235437" y="16874"/>
                </a:lnTo>
                <a:lnTo>
                  <a:pt x="235034" y="17004"/>
                </a:lnTo>
                <a:lnTo>
                  <a:pt x="234631" y="17133"/>
                </a:lnTo>
                <a:lnTo>
                  <a:pt x="234227" y="17261"/>
                </a:lnTo>
                <a:lnTo>
                  <a:pt x="233823" y="17386"/>
                </a:lnTo>
                <a:lnTo>
                  <a:pt x="233418" y="17511"/>
                </a:lnTo>
                <a:lnTo>
                  <a:pt x="233014" y="17633"/>
                </a:lnTo>
                <a:lnTo>
                  <a:pt x="232609" y="17755"/>
                </a:lnTo>
                <a:lnTo>
                  <a:pt x="232205" y="17874"/>
                </a:lnTo>
                <a:lnTo>
                  <a:pt x="231800" y="17992"/>
                </a:lnTo>
                <a:lnTo>
                  <a:pt x="231395" y="18108"/>
                </a:lnTo>
                <a:lnTo>
                  <a:pt x="230990" y="18222"/>
                </a:lnTo>
                <a:lnTo>
                  <a:pt x="230586" y="18335"/>
                </a:lnTo>
                <a:lnTo>
                  <a:pt x="230181" y="18446"/>
                </a:lnTo>
                <a:lnTo>
                  <a:pt x="229777" y="18555"/>
                </a:lnTo>
                <a:lnTo>
                  <a:pt x="229374" y="18662"/>
                </a:lnTo>
                <a:lnTo>
                  <a:pt x="229120" y="18787"/>
                </a:lnTo>
                <a:lnTo>
                  <a:pt x="228620" y="19034"/>
                </a:lnTo>
                <a:lnTo>
                  <a:pt x="227906" y="19387"/>
                </a:lnTo>
                <a:lnTo>
                  <a:pt x="227004" y="19833"/>
                </a:lnTo>
                <a:close/>
                <a:moveTo>
                  <a:pt x="432147" y="85511"/>
                </a:moveTo>
                <a:lnTo>
                  <a:pt x="429759" y="83875"/>
                </a:lnTo>
                <a:lnTo>
                  <a:pt x="427179" y="82130"/>
                </a:lnTo>
                <a:lnTo>
                  <a:pt x="424443" y="80303"/>
                </a:lnTo>
                <a:lnTo>
                  <a:pt x="421580" y="78420"/>
                </a:lnTo>
                <a:lnTo>
                  <a:pt x="418625" y="76507"/>
                </a:lnTo>
                <a:lnTo>
                  <a:pt x="415610" y="74589"/>
                </a:lnTo>
                <a:lnTo>
                  <a:pt x="412568" y="72693"/>
                </a:lnTo>
                <a:lnTo>
                  <a:pt x="409530" y="70845"/>
                </a:lnTo>
                <a:lnTo>
                  <a:pt x="406530" y="69071"/>
                </a:lnTo>
                <a:lnTo>
                  <a:pt x="403600" y="67396"/>
                </a:lnTo>
                <a:lnTo>
                  <a:pt x="400772" y="65848"/>
                </a:lnTo>
                <a:lnTo>
                  <a:pt x="398080" y="64451"/>
                </a:lnTo>
                <a:lnTo>
                  <a:pt x="395701" y="63256"/>
                </a:lnTo>
                <a:lnTo>
                  <a:pt x="393786" y="62292"/>
                </a:lnTo>
                <a:lnTo>
                  <a:pt x="392303" y="61543"/>
                </a:lnTo>
                <a:lnTo>
                  <a:pt x="391221" y="60993"/>
                </a:lnTo>
                <a:lnTo>
                  <a:pt x="390509" y="60628"/>
                </a:lnTo>
                <a:lnTo>
                  <a:pt x="390137" y="60431"/>
                </a:lnTo>
                <a:lnTo>
                  <a:pt x="390072" y="60388"/>
                </a:lnTo>
                <a:lnTo>
                  <a:pt x="390284" y="60483"/>
                </a:lnTo>
                <a:lnTo>
                  <a:pt x="390743" y="60699"/>
                </a:lnTo>
                <a:lnTo>
                  <a:pt x="391416" y="61023"/>
                </a:lnTo>
                <a:lnTo>
                  <a:pt x="392272" y="61439"/>
                </a:lnTo>
                <a:lnTo>
                  <a:pt x="393282" y="61930"/>
                </a:lnTo>
                <a:lnTo>
                  <a:pt x="394413" y="62481"/>
                </a:lnTo>
                <a:lnTo>
                  <a:pt x="395635" y="63078"/>
                </a:lnTo>
                <a:lnTo>
                  <a:pt x="396917" y="63704"/>
                </a:lnTo>
                <a:lnTo>
                  <a:pt x="398227" y="64344"/>
                </a:lnTo>
                <a:lnTo>
                  <a:pt x="399534" y="64983"/>
                </a:lnTo>
                <a:lnTo>
                  <a:pt x="400808" y="65605"/>
                </a:lnTo>
                <a:lnTo>
                  <a:pt x="402018" y="66195"/>
                </a:lnTo>
                <a:lnTo>
                  <a:pt x="403132" y="66737"/>
                </a:lnTo>
                <a:lnTo>
                  <a:pt x="404118" y="67216"/>
                </a:lnTo>
                <a:lnTo>
                  <a:pt x="404948" y="67615"/>
                </a:lnTo>
                <a:lnTo>
                  <a:pt x="405588" y="67921"/>
                </a:lnTo>
                <a:lnTo>
                  <a:pt x="406008" y="68117"/>
                </a:lnTo>
                <a:lnTo>
                  <a:pt x="405887" y="67999"/>
                </a:lnTo>
                <a:lnTo>
                  <a:pt x="405755" y="67881"/>
                </a:lnTo>
                <a:lnTo>
                  <a:pt x="405610" y="67760"/>
                </a:lnTo>
                <a:lnTo>
                  <a:pt x="405454" y="67638"/>
                </a:lnTo>
                <a:lnTo>
                  <a:pt x="405286" y="67513"/>
                </a:lnTo>
                <a:lnTo>
                  <a:pt x="405106" y="67386"/>
                </a:lnTo>
                <a:lnTo>
                  <a:pt x="404913" y="67256"/>
                </a:lnTo>
                <a:lnTo>
                  <a:pt x="404709" y="67123"/>
                </a:lnTo>
                <a:lnTo>
                  <a:pt x="404492" y="66986"/>
                </a:lnTo>
                <a:lnTo>
                  <a:pt x="404264" y="66846"/>
                </a:lnTo>
                <a:lnTo>
                  <a:pt x="404022" y="66701"/>
                </a:lnTo>
                <a:lnTo>
                  <a:pt x="403769" y="66551"/>
                </a:lnTo>
                <a:lnTo>
                  <a:pt x="403503" y="66397"/>
                </a:lnTo>
                <a:lnTo>
                  <a:pt x="403224" y="66237"/>
                </a:lnTo>
                <a:lnTo>
                  <a:pt x="402933" y="66072"/>
                </a:lnTo>
                <a:lnTo>
                  <a:pt x="402629" y="65901"/>
                </a:lnTo>
                <a:lnTo>
                  <a:pt x="402312" y="65723"/>
                </a:lnTo>
                <a:lnTo>
                  <a:pt x="401982" y="65539"/>
                </a:lnTo>
                <a:lnTo>
                  <a:pt x="401639" y="65347"/>
                </a:lnTo>
                <a:lnTo>
                  <a:pt x="401284" y="65149"/>
                </a:lnTo>
                <a:lnTo>
                  <a:pt x="400915" y="64943"/>
                </a:lnTo>
                <a:lnTo>
                  <a:pt x="400533" y="64728"/>
                </a:lnTo>
                <a:lnTo>
                  <a:pt x="400138" y="64506"/>
                </a:lnTo>
                <a:lnTo>
                  <a:pt x="399729" y="64274"/>
                </a:lnTo>
                <a:lnTo>
                  <a:pt x="399243" y="63999"/>
                </a:lnTo>
                <a:lnTo>
                  <a:pt x="398792" y="63744"/>
                </a:lnTo>
                <a:lnTo>
                  <a:pt x="398377" y="63508"/>
                </a:lnTo>
                <a:lnTo>
                  <a:pt x="397996" y="63292"/>
                </a:lnTo>
                <a:lnTo>
                  <a:pt x="397651" y="63094"/>
                </a:lnTo>
                <a:lnTo>
                  <a:pt x="397339" y="62914"/>
                </a:lnTo>
                <a:lnTo>
                  <a:pt x="397061" y="62753"/>
                </a:lnTo>
                <a:lnTo>
                  <a:pt x="396816" y="62608"/>
                </a:lnTo>
                <a:lnTo>
                  <a:pt x="396603" y="62481"/>
                </a:lnTo>
                <a:lnTo>
                  <a:pt x="396422" y="62371"/>
                </a:lnTo>
                <a:lnTo>
                  <a:pt x="396273" y="62276"/>
                </a:lnTo>
                <a:lnTo>
                  <a:pt x="396155" y="62198"/>
                </a:lnTo>
                <a:lnTo>
                  <a:pt x="396067" y="62135"/>
                </a:lnTo>
                <a:lnTo>
                  <a:pt x="396009" y="62087"/>
                </a:lnTo>
                <a:lnTo>
                  <a:pt x="395981" y="62053"/>
                </a:lnTo>
                <a:lnTo>
                  <a:pt x="395981" y="62034"/>
                </a:lnTo>
                <a:lnTo>
                  <a:pt x="396010" y="62028"/>
                </a:lnTo>
                <a:lnTo>
                  <a:pt x="396067" y="62035"/>
                </a:lnTo>
                <a:lnTo>
                  <a:pt x="396152" y="62056"/>
                </a:lnTo>
                <a:lnTo>
                  <a:pt x="396263" y="62089"/>
                </a:lnTo>
                <a:lnTo>
                  <a:pt x="396401" y="62134"/>
                </a:lnTo>
                <a:lnTo>
                  <a:pt x="396565" y="62190"/>
                </a:lnTo>
                <a:lnTo>
                  <a:pt x="396754" y="62258"/>
                </a:lnTo>
                <a:lnTo>
                  <a:pt x="396968" y="62336"/>
                </a:lnTo>
                <a:lnTo>
                  <a:pt x="398033" y="62876"/>
                </a:lnTo>
                <a:lnTo>
                  <a:pt x="399097" y="63421"/>
                </a:lnTo>
                <a:lnTo>
                  <a:pt x="400158" y="63973"/>
                </a:lnTo>
                <a:lnTo>
                  <a:pt x="401218" y="64531"/>
                </a:lnTo>
                <a:lnTo>
                  <a:pt x="402276" y="65094"/>
                </a:lnTo>
                <a:lnTo>
                  <a:pt x="403332" y="65664"/>
                </a:lnTo>
                <a:lnTo>
                  <a:pt x="404387" y="66241"/>
                </a:lnTo>
                <a:lnTo>
                  <a:pt x="405441" y="66823"/>
                </a:lnTo>
                <a:lnTo>
                  <a:pt x="406494" y="67412"/>
                </a:lnTo>
                <a:lnTo>
                  <a:pt x="407545" y="68007"/>
                </a:lnTo>
                <a:lnTo>
                  <a:pt x="408595" y="68608"/>
                </a:lnTo>
                <a:lnTo>
                  <a:pt x="409645" y="69216"/>
                </a:lnTo>
                <a:lnTo>
                  <a:pt x="410694" y="69830"/>
                </a:lnTo>
                <a:lnTo>
                  <a:pt x="411742" y="70451"/>
                </a:lnTo>
                <a:lnTo>
                  <a:pt x="412789" y="71079"/>
                </a:lnTo>
                <a:lnTo>
                  <a:pt x="413836" y="71713"/>
                </a:lnTo>
                <a:lnTo>
                  <a:pt x="414883" y="72354"/>
                </a:lnTo>
                <a:lnTo>
                  <a:pt x="415930" y="73001"/>
                </a:lnTo>
                <a:lnTo>
                  <a:pt x="416976" y="73655"/>
                </a:lnTo>
                <a:lnTo>
                  <a:pt x="418022" y="74316"/>
                </a:lnTo>
                <a:lnTo>
                  <a:pt x="419069" y="74984"/>
                </a:lnTo>
                <a:lnTo>
                  <a:pt x="420115" y="75659"/>
                </a:lnTo>
                <a:lnTo>
                  <a:pt x="421162" y="76341"/>
                </a:lnTo>
                <a:lnTo>
                  <a:pt x="422210" y="77029"/>
                </a:lnTo>
                <a:lnTo>
                  <a:pt x="422484" y="77260"/>
                </a:lnTo>
                <a:lnTo>
                  <a:pt x="422731" y="77471"/>
                </a:lnTo>
                <a:lnTo>
                  <a:pt x="422950" y="77662"/>
                </a:lnTo>
                <a:lnTo>
                  <a:pt x="423141" y="77833"/>
                </a:lnTo>
                <a:lnTo>
                  <a:pt x="423302" y="77984"/>
                </a:lnTo>
                <a:lnTo>
                  <a:pt x="423432" y="78113"/>
                </a:lnTo>
                <a:lnTo>
                  <a:pt x="423531" y="78220"/>
                </a:lnTo>
                <a:lnTo>
                  <a:pt x="423597" y="78306"/>
                </a:lnTo>
                <a:lnTo>
                  <a:pt x="423630" y="78368"/>
                </a:lnTo>
                <a:lnTo>
                  <a:pt x="423629" y="78408"/>
                </a:lnTo>
                <a:lnTo>
                  <a:pt x="423593" y="78424"/>
                </a:lnTo>
                <a:lnTo>
                  <a:pt x="423520" y="78415"/>
                </a:lnTo>
                <a:lnTo>
                  <a:pt x="423411" y="78382"/>
                </a:lnTo>
                <a:lnTo>
                  <a:pt x="423264" y="78324"/>
                </a:lnTo>
                <a:lnTo>
                  <a:pt x="423078" y="78241"/>
                </a:lnTo>
                <a:lnTo>
                  <a:pt x="422852" y="78131"/>
                </a:lnTo>
                <a:lnTo>
                  <a:pt x="422586" y="77995"/>
                </a:lnTo>
                <a:lnTo>
                  <a:pt x="422278" y="77831"/>
                </a:lnTo>
                <a:lnTo>
                  <a:pt x="421928" y="77640"/>
                </a:lnTo>
                <a:lnTo>
                  <a:pt x="421534" y="77421"/>
                </a:lnTo>
                <a:lnTo>
                  <a:pt x="421096" y="77173"/>
                </a:lnTo>
                <a:lnTo>
                  <a:pt x="420613" y="76897"/>
                </a:lnTo>
                <a:lnTo>
                  <a:pt x="420084" y="76591"/>
                </a:lnTo>
                <a:lnTo>
                  <a:pt x="419508" y="76254"/>
                </a:lnTo>
                <a:lnTo>
                  <a:pt x="422933" y="78587"/>
                </a:lnTo>
                <a:lnTo>
                  <a:pt x="426532" y="81131"/>
                </a:lnTo>
                <a:lnTo>
                  <a:pt x="430291" y="83879"/>
                </a:lnTo>
                <a:lnTo>
                  <a:pt x="434197" y="86821"/>
                </a:lnTo>
                <a:lnTo>
                  <a:pt x="435731" y="88009"/>
                </a:lnTo>
                <a:lnTo>
                  <a:pt x="434313" y="87013"/>
                </a:lnTo>
                <a:lnTo>
                  <a:pt x="432147" y="85511"/>
                </a:lnTo>
                <a:close/>
                <a:moveTo>
                  <a:pt x="478908" y="70338"/>
                </a:moveTo>
                <a:lnTo>
                  <a:pt x="480874" y="71857"/>
                </a:lnTo>
                <a:lnTo>
                  <a:pt x="482620" y="73210"/>
                </a:lnTo>
                <a:lnTo>
                  <a:pt x="484104" y="74366"/>
                </a:lnTo>
                <a:lnTo>
                  <a:pt x="485283" y="75295"/>
                </a:lnTo>
                <a:lnTo>
                  <a:pt x="486115" y="75964"/>
                </a:lnTo>
                <a:lnTo>
                  <a:pt x="486559" y="76344"/>
                </a:lnTo>
                <a:lnTo>
                  <a:pt x="486571" y="76403"/>
                </a:lnTo>
                <a:lnTo>
                  <a:pt x="486289" y="76223"/>
                </a:lnTo>
                <a:lnTo>
                  <a:pt x="485875" y="75928"/>
                </a:lnTo>
                <a:lnTo>
                  <a:pt x="485338" y="75526"/>
                </a:lnTo>
                <a:lnTo>
                  <a:pt x="484688" y="75026"/>
                </a:lnTo>
                <a:lnTo>
                  <a:pt x="483934" y="74437"/>
                </a:lnTo>
                <a:lnTo>
                  <a:pt x="483085" y="73768"/>
                </a:lnTo>
                <a:lnTo>
                  <a:pt x="482151" y="73026"/>
                </a:lnTo>
                <a:lnTo>
                  <a:pt x="481142" y="72222"/>
                </a:lnTo>
                <a:lnTo>
                  <a:pt x="480067" y="71363"/>
                </a:lnTo>
                <a:lnTo>
                  <a:pt x="478936" y="70459"/>
                </a:lnTo>
                <a:lnTo>
                  <a:pt x="477758" y="69518"/>
                </a:lnTo>
                <a:lnTo>
                  <a:pt x="476543" y="68549"/>
                </a:lnTo>
                <a:lnTo>
                  <a:pt x="475300" y="67561"/>
                </a:lnTo>
                <a:lnTo>
                  <a:pt x="475110" y="67410"/>
                </a:lnTo>
                <a:lnTo>
                  <a:pt x="476764" y="68685"/>
                </a:lnTo>
                <a:lnTo>
                  <a:pt x="478908" y="70338"/>
                </a:lnTo>
                <a:close/>
                <a:moveTo>
                  <a:pt x="594104" y="233683"/>
                </a:moveTo>
                <a:lnTo>
                  <a:pt x="594063" y="233572"/>
                </a:lnTo>
                <a:lnTo>
                  <a:pt x="594023" y="233460"/>
                </a:lnTo>
                <a:lnTo>
                  <a:pt x="593983" y="233350"/>
                </a:lnTo>
                <a:lnTo>
                  <a:pt x="593943" y="233239"/>
                </a:lnTo>
                <a:lnTo>
                  <a:pt x="593903" y="233128"/>
                </a:lnTo>
                <a:lnTo>
                  <a:pt x="593863" y="233018"/>
                </a:lnTo>
                <a:lnTo>
                  <a:pt x="593823" y="232908"/>
                </a:lnTo>
                <a:lnTo>
                  <a:pt x="593783" y="232798"/>
                </a:lnTo>
                <a:lnTo>
                  <a:pt x="593744" y="232688"/>
                </a:lnTo>
                <a:lnTo>
                  <a:pt x="593704" y="232579"/>
                </a:lnTo>
                <a:lnTo>
                  <a:pt x="593664" y="232469"/>
                </a:lnTo>
                <a:lnTo>
                  <a:pt x="593624" y="232360"/>
                </a:lnTo>
                <a:lnTo>
                  <a:pt x="593585" y="232250"/>
                </a:lnTo>
                <a:lnTo>
                  <a:pt x="593545" y="232141"/>
                </a:lnTo>
                <a:lnTo>
                  <a:pt x="593505" y="232032"/>
                </a:lnTo>
                <a:lnTo>
                  <a:pt x="593466" y="231923"/>
                </a:lnTo>
                <a:lnTo>
                  <a:pt x="593426" y="231814"/>
                </a:lnTo>
                <a:lnTo>
                  <a:pt x="593387" y="231705"/>
                </a:lnTo>
                <a:lnTo>
                  <a:pt x="593347" y="231597"/>
                </a:lnTo>
                <a:lnTo>
                  <a:pt x="593307" y="231488"/>
                </a:lnTo>
                <a:lnTo>
                  <a:pt x="594137" y="232689"/>
                </a:lnTo>
                <a:lnTo>
                  <a:pt x="594963" y="233893"/>
                </a:lnTo>
                <a:lnTo>
                  <a:pt x="595786" y="235098"/>
                </a:lnTo>
                <a:lnTo>
                  <a:pt x="596605" y="236304"/>
                </a:lnTo>
                <a:lnTo>
                  <a:pt x="597418" y="237510"/>
                </a:lnTo>
                <a:lnTo>
                  <a:pt x="598225" y="238716"/>
                </a:lnTo>
                <a:lnTo>
                  <a:pt x="599025" y="239921"/>
                </a:lnTo>
                <a:lnTo>
                  <a:pt x="599818" y="241124"/>
                </a:lnTo>
                <a:lnTo>
                  <a:pt x="600602" y="242325"/>
                </a:lnTo>
                <a:lnTo>
                  <a:pt x="601377" y="243522"/>
                </a:lnTo>
                <a:lnTo>
                  <a:pt x="602143" y="244716"/>
                </a:lnTo>
                <a:lnTo>
                  <a:pt x="602897" y="245906"/>
                </a:lnTo>
                <a:lnTo>
                  <a:pt x="603640" y="247091"/>
                </a:lnTo>
                <a:lnTo>
                  <a:pt x="604370" y="248270"/>
                </a:lnTo>
                <a:lnTo>
                  <a:pt x="605087" y="249442"/>
                </a:lnTo>
                <a:lnTo>
                  <a:pt x="605790" y="250608"/>
                </a:lnTo>
                <a:lnTo>
                  <a:pt x="606479" y="251766"/>
                </a:lnTo>
                <a:lnTo>
                  <a:pt x="607151" y="252916"/>
                </a:lnTo>
                <a:lnTo>
                  <a:pt x="607808" y="254057"/>
                </a:lnTo>
                <a:lnTo>
                  <a:pt x="608447" y="255189"/>
                </a:lnTo>
                <a:lnTo>
                  <a:pt x="609068" y="256310"/>
                </a:lnTo>
                <a:lnTo>
                  <a:pt x="609671" y="257420"/>
                </a:lnTo>
                <a:lnTo>
                  <a:pt x="610254" y="258519"/>
                </a:lnTo>
                <a:lnTo>
                  <a:pt x="610817" y="259606"/>
                </a:lnTo>
                <a:lnTo>
                  <a:pt x="610213" y="258700"/>
                </a:lnTo>
                <a:lnTo>
                  <a:pt x="609583" y="257747"/>
                </a:lnTo>
                <a:lnTo>
                  <a:pt x="608931" y="256750"/>
                </a:lnTo>
                <a:lnTo>
                  <a:pt x="608258" y="255713"/>
                </a:lnTo>
                <a:lnTo>
                  <a:pt x="607567" y="254643"/>
                </a:lnTo>
                <a:lnTo>
                  <a:pt x="606860" y="253544"/>
                </a:lnTo>
                <a:lnTo>
                  <a:pt x="606141" y="252419"/>
                </a:lnTo>
                <a:lnTo>
                  <a:pt x="605410" y="251275"/>
                </a:lnTo>
                <a:lnTo>
                  <a:pt x="604672" y="250116"/>
                </a:lnTo>
                <a:lnTo>
                  <a:pt x="603927" y="248946"/>
                </a:lnTo>
                <a:lnTo>
                  <a:pt x="603179" y="247771"/>
                </a:lnTo>
                <a:lnTo>
                  <a:pt x="602430" y="246594"/>
                </a:lnTo>
                <a:lnTo>
                  <a:pt x="601683" y="245422"/>
                </a:lnTo>
                <a:lnTo>
                  <a:pt x="600940" y="244258"/>
                </a:lnTo>
                <a:lnTo>
                  <a:pt x="600203" y="243107"/>
                </a:lnTo>
                <a:lnTo>
                  <a:pt x="599475" y="241974"/>
                </a:lnTo>
                <a:lnTo>
                  <a:pt x="598759" y="240864"/>
                </a:lnTo>
                <a:lnTo>
                  <a:pt x="598056" y="239782"/>
                </a:lnTo>
                <a:lnTo>
                  <a:pt x="597369" y="238732"/>
                </a:lnTo>
                <a:lnTo>
                  <a:pt x="596701" y="237719"/>
                </a:lnTo>
                <a:lnTo>
                  <a:pt x="596055" y="236747"/>
                </a:lnTo>
                <a:lnTo>
                  <a:pt x="595431" y="235822"/>
                </a:lnTo>
                <a:lnTo>
                  <a:pt x="594834" y="234949"/>
                </a:lnTo>
                <a:lnTo>
                  <a:pt x="594266" y="234131"/>
                </a:lnTo>
                <a:lnTo>
                  <a:pt x="594225" y="234018"/>
                </a:lnTo>
                <a:lnTo>
                  <a:pt x="594184" y="233906"/>
                </a:lnTo>
                <a:lnTo>
                  <a:pt x="594144" y="233794"/>
                </a:lnTo>
                <a:lnTo>
                  <a:pt x="594104" y="233683"/>
                </a:lnTo>
                <a:close/>
                <a:moveTo>
                  <a:pt x="552181" y="193376"/>
                </a:moveTo>
                <a:lnTo>
                  <a:pt x="552083" y="193213"/>
                </a:lnTo>
                <a:lnTo>
                  <a:pt x="551986" y="193051"/>
                </a:lnTo>
                <a:lnTo>
                  <a:pt x="551888" y="192890"/>
                </a:lnTo>
                <a:lnTo>
                  <a:pt x="551791" y="192728"/>
                </a:lnTo>
                <a:lnTo>
                  <a:pt x="551694" y="192567"/>
                </a:lnTo>
                <a:lnTo>
                  <a:pt x="551598" y="192407"/>
                </a:lnTo>
                <a:lnTo>
                  <a:pt x="551501" y="192246"/>
                </a:lnTo>
                <a:lnTo>
                  <a:pt x="551404" y="192086"/>
                </a:lnTo>
                <a:lnTo>
                  <a:pt x="551308" y="191926"/>
                </a:lnTo>
                <a:lnTo>
                  <a:pt x="551212" y="191767"/>
                </a:lnTo>
                <a:lnTo>
                  <a:pt x="551116" y="191607"/>
                </a:lnTo>
                <a:lnTo>
                  <a:pt x="551020" y="191448"/>
                </a:lnTo>
                <a:lnTo>
                  <a:pt x="550924" y="191289"/>
                </a:lnTo>
                <a:lnTo>
                  <a:pt x="550828" y="191130"/>
                </a:lnTo>
                <a:lnTo>
                  <a:pt x="550732" y="190972"/>
                </a:lnTo>
                <a:lnTo>
                  <a:pt x="550636" y="190813"/>
                </a:lnTo>
                <a:lnTo>
                  <a:pt x="550540" y="190655"/>
                </a:lnTo>
                <a:lnTo>
                  <a:pt x="550445" y="190497"/>
                </a:lnTo>
                <a:lnTo>
                  <a:pt x="550349" y="190338"/>
                </a:lnTo>
                <a:lnTo>
                  <a:pt x="550253" y="190180"/>
                </a:lnTo>
                <a:lnTo>
                  <a:pt x="550933" y="190993"/>
                </a:lnTo>
                <a:lnTo>
                  <a:pt x="551728" y="191998"/>
                </a:lnTo>
                <a:lnTo>
                  <a:pt x="552626" y="193171"/>
                </a:lnTo>
                <a:lnTo>
                  <a:pt x="553611" y="194489"/>
                </a:lnTo>
                <a:lnTo>
                  <a:pt x="554668" y="195926"/>
                </a:lnTo>
                <a:lnTo>
                  <a:pt x="555783" y="197461"/>
                </a:lnTo>
                <a:lnTo>
                  <a:pt x="556941" y="199068"/>
                </a:lnTo>
                <a:lnTo>
                  <a:pt x="558128" y="200724"/>
                </a:lnTo>
                <a:lnTo>
                  <a:pt x="559328" y="202406"/>
                </a:lnTo>
                <a:lnTo>
                  <a:pt x="560527" y="204089"/>
                </a:lnTo>
                <a:lnTo>
                  <a:pt x="561711" y="205749"/>
                </a:lnTo>
                <a:lnTo>
                  <a:pt x="562864" y="207364"/>
                </a:lnTo>
                <a:lnTo>
                  <a:pt x="563972" y="208909"/>
                </a:lnTo>
                <a:lnTo>
                  <a:pt x="565020" y="210360"/>
                </a:lnTo>
                <a:lnTo>
                  <a:pt x="565994" y="211693"/>
                </a:lnTo>
                <a:lnTo>
                  <a:pt x="566879" y="212886"/>
                </a:lnTo>
                <a:lnTo>
                  <a:pt x="567660" y="213913"/>
                </a:lnTo>
                <a:lnTo>
                  <a:pt x="568323" y="214751"/>
                </a:lnTo>
                <a:lnTo>
                  <a:pt x="568852" y="215377"/>
                </a:lnTo>
                <a:lnTo>
                  <a:pt x="569234" y="215766"/>
                </a:lnTo>
                <a:lnTo>
                  <a:pt x="569453" y="215895"/>
                </a:lnTo>
                <a:lnTo>
                  <a:pt x="569494" y="215739"/>
                </a:lnTo>
                <a:lnTo>
                  <a:pt x="569344" y="215276"/>
                </a:lnTo>
                <a:lnTo>
                  <a:pt x="568987" y="214482"/>
                </a:lnTo>
                <a:lnTo>
                  <a:pt x="569525" y="215293"/>
                </a:lnTo>
                <a:lnTo>
                  <a:pt x="570092" y="216140"/>
                </a:lnTo>
                <a:lnTo>
                  <a:pt x="570685" y="217017"/>
                </a:lnTo>
                <a:lnTo>
                  <a:pt x="571301" y="217920"/>
                </a:lnTo>
                <a:lnTo>
                  <a:pt x="571935" y="218847"/>
                </a:lnTo>
                <a:lnTo>
                  <a:pt x="572585" y="219791"/>
                </a:lnTo>
                <a:lnTo>
                  <a:pt x="573246" y="220751"/>
                </a:lnTo>
                <a:lnTo>
                  <a:pt x="573914" y="221720"/>
                </a:lnTo>
                <a:lnTo>
                  <a:pt x="574587" y="222696"/>
                </a:lnTo>
                <a:lnTo>
                  <a:pt x="575260" y="223674"/>
                </a:lnTo>
                <a:lnTo>
                  <a:pt x="575930" y="224650"/>
                </a:lnTo>
                <a:lnTo>
                  <a:pt x="576593" y="225621"/>
                </a:lnTo>
                <a:lnTo>
                  <a:pt x="577245" y="226581"/>
                </a:lnTo>
                <a:lnTo>
                  <a:pt x="577883" y="227527"/>
                </a:lnTo>
                <a:lnTo>
                  <a:pt x="578504" y="228455"/>
                </a:lnTo>
                <a:lnTo>
                  <a:pt x="579102" y="229361"/>
                </a:lnTo>
                <a:lnTo>
                  <a:pt x="579676" y="230241"/>
                </a:lnTo>
                <a:lnTo>
                  <a:pt x="580220" y="231091"/>
                </a:lnTo>
                <a:lnTo>
                  <a:pt x="580732" y="231906"/>
                </a:lnTo>
                <a:lnTo>
                  <a:pt x="581207" y="232682"/>
                </a:lnTo>
                <a:lnTo>
                  <a:pt x="581643" y="233416"/>
                </a:lnTo>
                <a:lnTo>
                  <a:pt x="582035" y="234104"/>
                </a:lnTo>
                <a:lnTo>
                  <a:pt x="582380" y="234740"/>
                </a:lnTo>
                <a:lnTo>
                  <a:pt x="582674" y="235322"/>
                </a:lnTo>
                <a:lnTo>
                  <a:pt x="582240" y="234648"/>
                </a:lnTo>
                <a:lnTo>
                  <a:pt x="581874" y="234083"/>
                </a:lnTo>
                <a:lnTo>
                  <a:pt x="581570" y="233621"/>
                </a:lnTo>
                <a:lnTo>
                  <a:pt x="581324" y="233252"/>
                </a:lnTo>
                <a:lnTo>
                  <a:pt x="581131" y="232970"/>
                </a:lnTo>
                <a:lnTo>
                  <a:pt x="580985" y="232768"/>
                </a:lnTo>
                <a:lnTo>
                  <a:pt x="580882" y="232637"/>
                </a:lnTo>
                <a:lnTo>
                  <a:pt x="580817" y="232572"/>
                </a:lnTo>
                <a:lnTo>
                  <a:pt x="580786" y="232563"/>
                </a:lnTo>
                <a:lnTo>
                  <a:pt x="580783" y="232603"/>
                </a:lnTo>
                <a:lnTo>
                  <a:pt x="580803" y="232686"/>
                </a:lnTo>
                <a:lnTo>
                  <a:pt x="580842" y="232803"/>
                </a:lnTo>
                <a:lnTo>
                  <a:pt x="580895" y="232948"/>
                </a:lnTo>
                <a:lnTo>
                  <a:pt x="580957" y="233112"/>
                </a:lnTo>
                <a:lnTo>
                  <a:pt x="581023" y="233288"/>
                </a:lnTo>
                <a:lnTo>
                  <a:pt x="581088" y="233470"/>
                </a:lnTo>
                <a:lnTo>
                  <a:pt x="581148" y="233648"/>
                </a:lnTo>
                <a:lnTo>
                  <a:pt x="581197" y="233816"/>
                </a:lnTo>
                <a:lnTo>
                  <a:pt x="581231" y="233967"/>
                </a:lnTo>
                <a:lnTo>
                  <a:pt x="581244" y="234092"/>
                </a:lnTo>
                <a:lnTo>
                  <a:pt x="581233" y="234185"/>
                </a:lnTo>
                <a:lnTo>
                  <a:pt x="581191" y="234238"/>
                </a:lnTo>
                <a:lnTo>
                  <a:pt x="581115" y="234244"/>
                </a:lnTo>
                <a:lnTo>
                  <a:pt x="580999" y="234194"/>
                </a:lnTo>
                <a:lnTo>
                  <a:pt x="580916" y="234096"/>
                </a:lnTo>
                <a:lnTo>
                  <a:pt x="580834" y="233998"/>
                </a:lnTo>
                <a:lnTo>
                  <a:pt x="580752" y="233901"/>
                </a:lnTo>
                <a:lnTo>
                  <a:pt x="580670" y="233804"/>
                </a:lnTo>
                <a:lnTo>
                  <a:pt x="580588" y="233707"/>
                </a:lnTo>
                <a:lnTo>
                  <a:pt x="580507" y="233610"/>
                </a:lnTo>
                <a:lnTo>
                  <a:pt x="580425" y="233513"/>
                </a:lnTo>
                <a:lnTo>
                  <a:pt x="580344" y="233417"/>
                </a:lnTo>
                <a:lnTo>
                  <a:pt x="580263" y="233321"/>
                </a:lnTo>
                <a:lnTo>
                  <a:pt x="580182" y="233225"/>
                </a:lnTo>
                <a:lnTo>
                  <a:pt x="580101" y="233129"/>
                </a:lnTo>
                <a:lnTo>
                  <a:pt x="580020" y="233034"/>
                </a:lnTo>
                <a:lnTo>
                  <a:pt x="579939" y="232938"/>
                </a:lnTo>
                <a:lnTo>
                  <a:pt x="579859" y="232843"/>
                </a:lnTo>
                <a:lnTo>
                  <a:pt x="579778" y="232748"/>
                </a:lnTo>
                <a:lnTo>
                  <a:pt x="579698" y="232652"/>
                </a:lnTo>
                <a:lnTo>
                  <a:pt x="579618" y="232557"/>
                </a:lnTo>
                <a:lnTo>
                  <a:pt x="579537" y="232462"/>
                </a:lnTo>
                <a:lnTo>
                  <a:pt x="579457" y="232368"/>
                </a:lnTo>
                <a:lnTo>
                  <a:pt x="579377" y="232273"/>
                </a:lnTo>
                <a:lnTo>
                  <a:pt x="579297" y="232178"/>
                </a:lnTo>
                <a:lnTo>
                  <a:pt x="579216" y="232084"/>
                </a:lnTo>
                <a:lnTo>
                  <a:pt x="579136" y="231989"/>
                </a:lnTo>
                <a:lnTo>
                  <a:pt x="579056" y="231894"/>
                </a:lnTo>
                <a:lnTo>
                  <a:pt x="578482" y="231070"/>
                </a:lnTo>
                <a:lnTo>
                  <a:pt x="577918" y="230264"/>
                </a:lnTo>
                <a:lnTo>
                  <a:pt x="577365" y="229479"/>
                </a:lnTo>
                <a:lnTo>
                  <a:pt x="576824" y="228715"/>
                </a:lnTo>
                <a:lnTo>
                  <a:pt x="576294" y="227973"/>
                </a:lnTo>
                <a:lnTo>
                  <a:pt x="575777" y="227254"/>
                </a:lnTo>
                <a:lnTo>
                  <a:pt x="575273" y="226559"/>
                </a:lnTo>
                <a:lnTo>
                  <a:pt x="574782" y="225888"/>
                </a:lnTo>
                <a:lnTo>
                  <a:pt x="574305" y="225243"/>
                </a:lnTo>
                <a:lnTo>
                  <a:pt x="573843" y="224624"/>
                </a:lnTo>
                <a:lnTo>
                  <a:pt x="573397" y="224032"/>
                </a:lnTo>
                <a:lnTo>
                  <a:pt x="572965" y="223467"/>
                </a:lnTo>
                <a:lnTo>
                  <a:pt x="572550" y="222932"/>
                </a:lnTo>
                <a:lnTo>
                  <a:pt x="572152" y="222426"/>
                </a:lnTo>
                <a:lnTo>
                  <a:pt x="571771" y="221951"/>
                </a:lnTo>
                <a:lnTo>
                  <a:pt x="571408" y="221507"/>
                </a:lnTo>
                <a:lnTo>
                  <a:pt x="571064" y="221096"/>
                </a:lnTo>
                <a:lnTo>
                  <a:pt x="570738" y="220717"/>
                </a:lnTo>
                <a:lnTo>
                  <a:pt x="570432" y="220372"/>
                </a:lnTo>
                <a:lnTo>
                  <a:pt x="570145" y="220062"/>
                </a:lnTo>
                <a:lnTo>
                  <a:pt x="569880" y="219788"/>
                </a:lnTo>
                <a:lnTo>
                  <a:pt x="569635" y="219550"/>
                </a:lnTo>
                <a:lnTo>
                  <a:pt x="569412" y="219349"/>
                </a:lnTo>
                <a:lnTo>
                  <a:pt x="569211" y="219186"/>
                </a:lnTo>
                <a:lnTo>
                  <a:pt x="569326" y="219334"/>
                </a:lnTo>
                <a:lnTo>
                  <a:pt x="569450" y="219502"/>
                </a:lnTo>
                <a:lnTo>
                  <a:pt x="569581" y="219688"/>
                </a:lnTo>
                <a:lnTo>
                  <a:pt x="569718" y="219889"/>
                </a:lnTo>
                <a:lnTo>
                  <a:pt x="569860" y="220103"/>
                </a:lnTo>
                <a:lnTo>
                  <a:pt x="570004" y="220328"/>
                </a:lnTo>
                <a:lnTo>
                  <a:pt x="570151" y="220561"/>
                </a:lnTo>
                <a:lnTo>
                  <a:pt x="570298" y="220800"/>
                </a:lnTo>
                <a:lnTo>
                  <a:pt x="570443" y="221044"/>
                </a:lnTo>
                <a:lnTo>
                  <a:pt x="570586" y="221289"/>
                </a:lnTo>
                <a:lnTo>
                  <a:pt x="570725" y="221533"/>
                </a:lnTo>
                <a:lnTo>
                  <a:pt x="570858" y="221773"/>
                </a:lnTo>
                <a:lnTo>
                  <a:pt x="570985" y="222009"/>
                </a:lnTo>
                <a:lnTo>
                  <a:pt x="571103" y="222237"/>
                </a:lnTo>
                <a:lnTo>
                  <a:pt x="571212" y="222454"/>
                </a:lnTo>
                <a:lnTo>
                  <a:pt x="571310" y="222659"/>
                </a:lnTo>
                <a:lnTo>
                  <a:pt x="571395" y="222850"/>
                </a:lnTo>
                <a:lnTo>
                  <a:pt x="571466" y="223023"/>
                </a:lnTo>
                <a:lnTo>
                  <a:pt x="571521" y="223178"/>
                </a:lnTo>
                <a:lnTo>
                  <a:pt x="571560" y="223310"/>
                </a:lnTo>
                <a:lnTo>
                  <a:pt x="571581" y="223419"/>
                </a:lnTo>
                <a:lnTo>
                  <a:pt x="571582" y="223501"/>
                </a:lnTo>
                <a:lnTo>
                  <a:pt x="571561" y="223555"/>
                </a:lnTo>
                <a:lnTo>
                  <a:pt x="571519" y="223577"/>
                </a:lnTo>
                <a:lnTo>
                  <a:pt x="571343" y="223329"/>
                </a:lnTo>
                <a:lnTo>
                  <a:pt x="571168" y="223081"/>
                </a:lnTo>
                <a:lnTo>
                  <a:pt x="570993" y="222835"/>
                </a:lnTo>
                <a:lnTo>
                  <a:pt x="570818" y="222588"/>
                </a:lnTo>
                <a:lnTo>
                  <a:pt x="570644" y="222343"/>
                </a:lnTo>
                <a:lnTo>
                  <a:pt x="570470" y="222098"/>
                </a:lnTo>
                <a:lnTo>
                  <a:pt x="570296" y="221854"/>
                </a:lnTo>
                <a:lnTo>
                  <a:pt x="570123" y="221611"/>
                </a:lnTo>
                <a:lnTo>
                  <a:pt x="569950" y="221368"/>
                </a:lnTo>
                <a:lnTo>
                  <a:pt x="569777" y="221125"/>
                </a:lnTo>
                <a:lnTo>
                  <a:pt x="569605" y="220884"/>
                </a:lnTo>
                <a:lnTo>
                  <a:pt x="569433" y="220642"/>
                </a:lnTo>
                <a:lnTo>
                  <a:pt x="569261" y="220401"/>
                </a:lnTo>
                <a:lnTo>
                  <a:pt x="569089" y="220161"/>
                </a:lnTo>
                <a:lnTo>
                  <a:pt x="568918" y="219921"/>
                </a:lnTo>
                <a:lnTo>
                  <a:pt x="568746" y="219681"/>
                </a:lnTo>
                <a:lnTo>
                  <a:pt x="568575" y="219442"/>
                </a:lnTo>
                <a:lnTo>
                  <a:pt x="568404" y="219203"/>
                </a:lnTo>
                <a:lnTo>
                  <a:pt x="568233" y="218964"/>
                </a:lnTo>
                <a:lnTo>
                  <a:pt x="568062" y="218726"/>
                </a:lnTo>
                <a:lnTo>
                  <a:pt x="567891" y="218488"/>
                </a:lnTo>
                <a:lnTo>
                  <a:pt x="567721" y="218250"/>
                </a:lnTo>
                <a:lnTo>
                  <a:pt x="567550" y="218012"/>
                </a:lnTo>
                <a:lnTo>
                  <a:pt x="567379" y="217775"/>
                </a:lnTo>
                <a:lnTo>
                  <a:pt x="566895" y="217071"/>
                </a:lnTo>
                <a:lnTo>
                  <a:pt x="566419" y="216376"/>
                </a:lnTo>
                <a:lnTo>
                  <a:pt x="565952" y="215690"/>
                </a:lnTo>
                <a:lnTo>
                  <a:pt x="565492" y="215014"/>
                </a:lnTo>
                <a:lnTo>
                  <a:pt x="565040" y="214347"/>
                </a:lnTo>
                <a:lnTo>
                  <a:pt x="564596" y="213689"/>
                </a:lnTo>
                <a:lnTo>
                  <a:pt x="564160" y="213040"/>
                </a:lnTo>
                <a:lnTo>
                  <a:pt x="563732" y="212400"/>
                </a:lnTo>
                <a:lnTo>
                  <a:pt x="563311" y="211769"/>
                </a:lnTo>
                <a:lnTo>
                  <a:pt x="562898" y="211146"/>
                </a:lnTo>
                <a:lnTo>
                  <a:pt x="562492" y="210532"/>
                </a:lnTo>
                <a:lnTo>
                  <a:pt x="562093" y="209926"/>
                </a:lnTo>
                <a:lnTo>
                  <a:pt x="561702" y="209329"/>
                </a:lnTo>
                <a:lnTo>
                  <a:pt x="561318" y="208740"/>
                </a:lnTo>
                <a:lnTo>
                  <a:pt x="560941" y="208160"/>
                </a:lnTo>
                <a:lnTo>
                  <a:pt x="560571" y="207588"/>
                </a:lnTo>
                <a:lnTo>
                  <a:pt x="560208" y="207023"/>
                </a:lnTo>
                <a:lnTo>
                  <a:pt x="559852" y="206467"/>
                </a:lnTo>
                <a:lnTo>
                  <a:pt x="559502" y="205919"/>
                </a:lnTo>
                <a:lnTo>
                  <a:pt x="559159" y="205378"/>
                </a:lnTo>
                <a:lnTo>
                  <a:pt x="558823" y="204845"/>
                </a:lnTo>
                <a:lnTo>
                  <a:pt x="558493" y="204320"/>
                </a:lnTo>
                <a:lnTo>
                  <a:pt x="558170" y="203802"/>
                </a:lnTo>
                <a:lnTo>
                  <a:pt x="557852" y="203292"/>
                </a:lnTo>
                <a:lnTo>
                  <a:pt x="557874" y="203276"/>
                </a:lnTo>
                <a:lnTo>
                  <a:pt x="557896" y="203260"/>
                </a:lnTo>
                <a:lnTo>
                  <a:pt x="557918" y="203244"/>
                </a:lnTo>
                <a:lnTo>
                  <a:pt x="557940" y="203229"/>
                </a:lnTo>
                <a:lnTo>
                  <a:pt x="557962" y="203213"/>
                </a:lnTo>
                <a:lnTo>
                  <a:pt x="557984" y="203197"/>
                </a:lnTo>
                <a:lnTo>
                  <a:pt x="558006" y="203182"/>
                </a:lnTo>
                <a:lnTo>
                  <a:pt x="558027" y="203166"/>
                </a:lnTo>
                <a:lnTo>
                  <a:pt x="558049" y="203150"/>
                </a:lnTo>
                <a:lnTo>
                  <a:pt x="558071" y="203135"/>
                </a:lnTo>
                <a:lnTo>
                  <a:pt x="558093" y="203119"/>
                </a:lnTo>
                <a:lnTo>
                  <a:pt x="558114" y="203104"/>
                </a:lnTo>
                <a:lnTo>
                  <a:pt x="558136" y="203088"/>
                </a:lnTo>
                <a:lnTo>
                  <a:pt x="558157" y="203073"/>
                </a:lnTo>
                <a:lnTo>
                  <a:pt x="558179" y="203057"/>
                </a:lnTo>
                <a:lnTo>
                  <a:pt x="558200" y="203042"/>
                </a:lnTo>
                <a:lnTo>
                  <a:pt x="558222" y="203026"/>
                </a:lnTo>
                <a:lnTo>
                  <a:pt x="558243" y="203011"/>
                </a:lnTo>
                <a:lnTo>
                  <a:pt x="558265" y="202996"/>
                </a:lnTo>
                <a:lnTo>
                  <a:pt x="558286" y="202980"/>
                </a:lnTo>
                <a:lnTo>
                  <a:pt x="558308" y="202965"/>
                </a:lnTo>
                <a:lnTo>
                  <a:pt x="558329" y="202949"/>
                </a:lnTo>
                <a:lnTo>
                  <a:pt x="558351" y="202934"/>
                </a:lnTo>
                <a:lnTo>
                  <a:pt x="558372" y="202918"/>
                </a:lnTo>
                <a:lnTo>
                  <a:pt x="559086" y="203935"/>
                </a:lnTo>
                <a:lnTo>
                  <a:pt x="559818" y="204973"/>
                </a:lnTo>
                <a:lnTo>
                  <a:pt x="560563" y="206026"/>
                </a:lnTo>
                <a:lnTo>
                  <a:pt x="561318" y="207088"/>
                </a:lnTo>
                <a:lnTo>
                  <a:pt x="562079" y="208155"/>
                </a:lnTo>
                <a:lnTo>
                  <a:pt x="562842" y="209220"/>
                </a:lnTo>
                <a:lnTo>
                  <a:pt x="563602" y="210278"/>
                </a:lnTo>
                <a:lnTo>
                  <a:pt x="564357" y="211323"/>
                </a:lnTo>
                <a:lnTo>
                  <a:pt x="565101" y="212351"/>
                </a:lnTo>
                <a:lnTo>
                  <a:pt x="565832" y="213355"/>
                </a:lnTo>
                <a:lnTo>
                  <a:pt x="566545" y="214331"/>
                </a:lnTo>
                <a:lnTo>
                  <a:pt x="567237" y="215271"/>
                </a:lnTo>
                <a:lnTo>
                  <a:pt x="567903" y="216172"/>
                </a:lnTo>
                <a:lnTo>
                  <a:pt x="568539" y="217028"/>
                </a:lnTo>
                <a:lnTo>
                  <a:pt x="569142" y="217832"/>
                </a:lnTo>
                <a:lnTo>
                  <a:pt x="569707" y="218580"/>
                </a:lnTo>
                <a:lnTo>
                  <a:pt x="570232" y="219266"/>
                </a:lnTo>
                <a:lnTo>
                  <a:pt x="570711" y="219885"/>
                </a:lnTo>
                <a:lnTo>
                  <a:pt x="571141" y="220430"/>
                </a:lnTo>
                <a:lnTo>
                  <a:pt x="571518" y="220897"/>
                </a:lnTo>
                <a:lnTo>
                  <a:pt x="571838" y="221280"/>
                </a:lnTo>
                <a:lnTo>
                  <a:pt x="572097" y="221573"/>
                </a:lnTo>
                <a:lnTo>
                  <a:pt x="572291" y="221771"/>
                </a:lnTo>
                <a:lnTo>
                  <a:pt x="572417" y="221869"/>
                </a:lnTo>
                <a:lnTo>
                  <a:pt x="571902" y="221030"/>
                </a:lnTo>
                <a:lnTo>
                  <a:pt x="571397" y="220216"/>
                </a:lnTo>
                <a:lnTo>
                  <a:pt x="570901" y="219426"/>
                </a:lnTo>
                <a:lnTo>
                  <a:pt x="570415" y="218660"/>
                </a:lnTo>
                <a:lnTo>
                  <a:pt x="569937" y="217915"/>
                </a:lnTo>
                <a:lnTo>
                  <a:pt x="569469" y="217192"/>
                </a:lnTo>
                <a:lnTo>
                  <a:pt x="569008" y="216489"/>
                </a:lnTo>
                <a:lnTo>
                  <a:pt x="568556" y="215804"/>
                </a:lnTo>
                <a:lnTo>
                  <a:pt x="568111" y="215138"/>
                </a:lnTo>
                <a:lnTo>
                  <a:pt x="567674" y="214488"/>
                </a:lnTo>
                <a:lnTo>
                  <a:pt x="567244" y="213854"/>
                </a:lnTo>
                <a:lnTo>
                  <a:pt x="566820" y="213236"/>
                </a:lnTo>
                <a:lnTo>
                  <a:pt x="566404" y="212630"/>
                </a:lnTo>
                <a:lnTo>
                  <a:pt x="565993" y="212038"/>
                </a:lnTo>
                <a:lnTo>
                  <a:pt x="565588" y="211457"/>
                </a:lnTo>
                <a:lnTo>
                  <a:pt x="565188" y="210886"/>
                </a:lnTo>
                <a:lnTo>
                  <a:pt x="564794" y="210325"/>
                </a:lnTo>
                <a:lnTo>
                  <a:pt x="564405" y="209773"/>
                </a:lnTo>
                <a:lnTo>
                  <a:pt x="564020" y="209228"/>
                </a:lnTo>
                <a:lnTo>
                  <a:pt x="563640" y="208689"/>
                </a:lnTo>
                <a:lnTo>
                  <a:pt x="563264" y="208156"/>
                </a:lnTo>
                <a:lnTo>
                  <a:pt x="562891" y="207627"/>
                </a:lnTo>
                <a:lnTo>
                  <a:pt x="562521" y="207101"/>
                </a:lnTo>
                <a:lnTo>
                  <a:pt x="562155" y="206578"/>
                </a:lnTo>
                <a:lnTo>
                  <a:pt x="561779" y="206016"/>
                </a:lnTo>
                <a:lnTo>
                  <a:pt x="561394" y="205457"/>
                </a:lnTo>
                <a:lnTo>
                  <a:pt x="561002" y="204901"/>
                </a:lnTo>
                <a:lnTo>
                  <a:pt x="560603" y="204347"/>
                </a:lnTo>
                <a:lnTo>
                  <a:pt x="560199" y="203797"/>
                </a:lnTo>
                <a:lnTo>
                  <a:pt x="559789" y="203250"/>
                </a:lnTo>
                <a:lnTo>
                  <a:pt x="559376" y="202706"/>
                </a:lnTo>
                <a:lnTo>
                  <a:pt x="558959" y="202165"/>
                </a:lnTo>
                <a:lnTo>
                  <a:pt x="558540" y="201627"/>
                </a:lnTo>
                <a:lnTo>
                  <a:pt x="558120" y="201093"/>
                </a:lnTo>
                <a:lnTo>
                  <a:pt x="557699" y="200563"/>
                </a:lnTo>
                <a:lnTo>
                  <a:pt x="557278" y="200036"/>
                </a:lnTo>
                <a:lnTo>
                  <a:pt x="556859" y="199513"/>
                </a:lnTo>
                <a:lnTo>
                  <a:pt x="556442" y="198994"/>
                </a:lnTo>
                <a:lnTo>
                  <a:pt x="556027" y="198479"/>
                </a:lnTo>
                <a:lnTo>
                  <a:pt x="555617" y="197967"/>
                </a:lnTo>
                <a:lnTo>
                  <a:pt x="555211" y="197460"/>
                </a:lnTo>
                <a:lnTo>
                  <a:pt x="554811" y="196957"/>
                </a:lnTo>
                <a:lnTo>
                  <a:pt x="554417" y="196458"/>
                </a:lnTo>
                <a:lnTo>
                  <a:pt x="554030" y="195963"/>
                </a:lnTo>
                <a:lnTo>
                  <a:pt x="553651" y="195473"/>
                </a:lnTo>
                <a:lnTo>
                  <a:pt x="553282" y="194987"/>
                </a:lnTo>
                <a:lnTo>
                  <a:pt x="552922" y="194506"/>
                </a:lnTo>
                <a:lnTo>
                  <a:pt x="552573" y="194030"/>
                </a:lnTo>
                <a:lnTo>
                  <a:pt x="552475" y="193866"/>
                </a:lnTo>
                <a:lnTo>
                  <a:pt x="552376" y="193702"/>
                </a:lnTo>
                <a:lnTo>
                  <a:pt x="552278" y="193539"/>
                </a:lnTo>
                <a:lnTo>
                  <a:pt x="552181" y="193376"/>
                </a:lnTo>
                <a:close/>
                <a:moveTo>
                  <a:pt x="538214" y="133344"/>
                </a:moveTo>
                <a:lnTo>
                  <a:pt x="538273" y="133429"/>
                </a:lnTo>
                <a:lnTo>
                  <a:pt x="538331" y="133513"/>
                </a:lnTo>
                <a:lnTo>
                  <a:pt x="538390" y="133597"/>
                </a:lnTo>
                <a:lnTo>
                  <a:pt x="538448" y="133681"/>
                </a:lnTo>
                <a:lnTo>
                  <a:pt x="538507" y="133765"/>
                </a:lnTo>
                <a:lnTo>
                  <a:pt x="538565" y="133849"/>
                </a:lnTo>
                <a:lnTo>
                  <a:pt x="538623" y="133932"/>
                </a:lnTo>
                <a:lnTo>
                  <a:pt x="538681" y="134016"/>
                </a:lnTo>
                <a:lnTo>
                  <a:pt x="538739" y="134099"/>
                </a:lnTo>
                <a:lnTo>
                  <a:pt x="538797" y="134182"/>
                </a:lnTo>
                <a:lnTo>
                  <a:pt x="538855" y="134266"/>
                </a:lnTo>
                <a:lnTo>
                  <a:pt x="538913" y="134349"/>
                </a:lnTo>
                <a:lnTo>
                  <a:pt x="538971" y="134432"/>
                </a:lnTo>
                <a:lnTo>
                  <a:pt x="539029" y="134515"/>
                </a:lnTo>
                <a:lnTo>
                  <a:pt x="539086" y="134598"/>
                </a:lnTo>
                <a:lnTo>
                  <a:pt x="539144" y="134681"/>
                </a:lnTo>
                <a:lnTo>
                  <a:pt x="539202" y="134764"/>
                </a:lnTo>
                <a:lnTo>
                  <a:pt x="539259" y="134847"/>
                </a:lnTo>
                <a:lnTo>
                  <a:pt x="539317" y="134930"/>
                </a:lnTo>
                <a:lnTo>
                  <a:pt x="539375" y="135013"/>
                </a:lnTo>
                <a:lnTo>
                  <a:pt x="539050" y="134620"/>
                </a:lnTo>
                <a:lnTo>
                  <a:pt x="538723" y="134224"/>
                </a:lnTo>
                <a:lnTo>
                  <a:pt x="538392" y="133826"/>
                </a:lnTo>
                <a:lnTo>
                  <a:pt x="538058" y="133424"/>
                </a:lnTo>
                <a:lnTo>
                  <a:pt x="537720" y="133019"/>
                </a:lnTo>
                <a:lnTo>
                  <a:pt x="537379" y="132609"/>
                </a:lnTo>
                <a:lnTo>
                  <a:pt x="537033" y="132196"/>
                </a:lnTo>
                <a:lnTo>
                  <a:pt x="536682" y="131778"/>
                </a:lnTo>
                <a:lnTo>
                  <a:pt x="536327" y="131356"/>
                </a:lnTo>
                <a:lnTo>
                  <a:pt x="535967" y="130929"/>
                </a:lnTo>
                <a:lnTo>
                  <a:pt x="535601" y="130497"/>
                </a:lnTo>
                <a:lnTo>
                  <a:pt x="535230" y="130059"/>
                </a:lnTo>
                <a:lnTo>
                  <a:pt x="534852" y="129615"/>
                </a:lnTo>
                <a:lnTo>
                  <a:pt x="534469" y="129166"/>
                </a:lnTo>
                <a:lnTo>
                  <a:pt x="534078" y="128710"/>
                </a:lnTo>
                <a:lnTo>
                  <a:pt x="533681" y="128248"/>
                </a:lnTo>
                <a:lnTo>
                  <a:pt x="533277" y="127779"/>
                </a:lnTo>
                <a:lnTo>
                  <a:pt x="532865" y="127302"/>
                </a:lnTo>
                <a:lnTo>
                  <a:pt x="532446" y="126819"/>
                </a:lnTo>
                <a:lnTo>
                  <a:pt x="532018" y="126328"/>
                </a:lnTo>
                <a:lnTo>
                  <a:pt x="531582" y="125828"/>
                </a:lnTo>
                <a:lnTo>
                  <a:pt x="531137" y="125321"/>
                </a:lnTo>
                <a:lnTo>
                  <a:pt x="530684" y="124805"/>
                </a:lnTo>
                <a:lnTo>
                  <a:pt x="530221" y="124281"/>
                </a:lnTo>
                <a:lnTo>
                  <a:pt x="530550" y="124645"/>
                </a:lnTo>
                <a:lnTo>
                  <a:pt x="530879" y="125009"/>
                </a:lnTo>
                <a:lnTo>
                  <a:pt x="531207" y="125372"/>
                </a:lnTo>
                <a:lnTo>
                  <a:pt x="531534" y="125735"/>
                </a:lnTo>
                <a:lnTo>
                  <a:pt x="531860" y="126098"/>
                </a:lnTo>
                <a:lnTo>
                  <a:pt x="532186" y="126461"/>
                </a:lnTo>
                <a:lnTo>
                  <a:pt x="532511" y="126823"/>
                </a:lnTo>
                <a:lnTo>
                  <a:pt x="532836" y="127186"/>
                </a:lnTo>
                <a:lnTo>
                  <a:pt x="533160" y="127548"/>
                </a:lnTo>
                <a:lnTo>
                  <a:pt x="533483" y="127911"/>
                </a:lnTo>
                <a:lnTo>
                  <a:pt x="533806" y="128273"/>
                </a:lnTo>
                <a:lnTo>
                  <a:pt x="534129" y="128636"/>
                </a:lnTo>
                <a:lnTo>
                  <a:pt x="534451" y="128999"/>
                </a:lnTo>
                <a:lnTo>
                  <a:pt x="534773" y="129361"/>
                </a:lnTo>
                <a:lnTo>
                  <a:pt x="535094" y="129724"/>
                </a:lnTo>
                <a:lnTo>
                  <a:pt x="535415" y="130088"/>
                </a:lnTo>
                <a:lnTo>
                  <a:pt x="535736" y="130451"/>
                </a:lnTo>
                <a:lnTo>
                  <a:pt x="536057" y="130815"/>
                </a:lnTo>
                <a:lnTo>
                  <a:pt x="536377" y="131179"/>
                </a:lnTo>
                <a:lnTo>
                  <a:pt x="536697" y="131543"/>
                </a:lnTo>
                <a:lnTo>
                  <a:pt x="537017" y="131908"/>
                </a:lnTo>
                <a:lnTo>
                  <a:pt x="537337" y="132273"/>
                </a:lnTo>
                <a:lnTo>
                  <a:pt x="537657" y="132639"/>
                </a:lnTo>
                <a:lnTo>
                  <a:pt x="537977" y="133005"/>
                </a:lnTo>
                <a:lnTo>
                  <a:pt x="538036" y="133090"/>
                </a:lnTo>
                <a:lnTo>
                  <a:pt x="538096" y="133175"/>
                </a:lnTo>
                <a:lnTo>
                  <a:pt x="538155" y="133260"/>
                </a:lnTo>
                <a:lnTo>
                  <a:pt x="538214" y="133344"/>
                </a:lnTo>
                <a:close/>
                <a:moveTo>
                  <a:pt x="328908" y="2966"/>
                </a:moveTo>
                <a:lnTo>
                  <a:pt x="331351" y="3144"/>
                </a:lnTo>
                <a:lnTo>
                  <a:pt x="333858" y="3356"/>
                </a:lnTo>
                <a:lnTo>
                  <a:pt x="336423" y="3602"/>
                </a:lnTo>
                <a:lnTo>
                  <a:pt x="339042" y="3882"/>
                </a:lnTo>
                <a:lnTo>
                  <a:pt x="341711" y="4198"/>
                </a:lnTo>
                <a:lnTo>
                  <a:pt x="344425" y="4550"/>
                </a:lnTo>
                <a:lnTo>
                  <a:pt x="347180" y="4939"/>
                </a:lnTo>
                <a:lnTo>
                  <a:pt x="349972" y="5365"/>
                </a:lnTo>
                <a:lnTo>
                  <a:pt x="352795" y="5829"/>
                </a:lnTo>
                <a:lnTo>
                  <a:pt x="355647" y="6331"/>
                </a:lnTo>
                <a:lnTo>
                  <a:pt x="358521" y="6874"/>
                </a:lnTo>
                <a:lnTo>
                  <a:pt x="361414" y="7456"/>
                </a:lnTo>
                <a:lnTo>
                  <a:pt x="364321" y="8079"/>
                </a:lnTo>
                <a:lnTo>
                  <a:pt x="367238" y="8743"/>
                </a:lnTo>
                <a:lnTo>
                  <a:pt x="370160" y="9449"/>
                </a:lnTo>
                <a:lnTo>
                  <a:pt x="373084" y="10198"/>
                </a:lnTo>
                <a:lnTo>
                  <a:pt x="376004" y="10990"/>
                </a:lnTo>
                <a:lnTo>
                  <a:pt x="378916" y="11826"/>
                </a:lnTo>
                <a:lnTo>
                  <a:pt x="381815" y="12707"/>
                </a:lnTo>
                <a:lnTo>
                  <a:pt x="384698" y="13633"/>
                </a:lnTo>
                <a:lnTo>
                  <a:pt x="384239" y="13499"/>
                </a:lnTo>
                <a:lnTo>
                  <a:pt x="383780" y="13366"/>
                </a:lnTo>
                <a:lnTo>
                  <a:pt x="383323" y="13235"/>
                </a:lnTo>
                <a:lnTo>
                  <a:pt x="382867" y="13105"/>
                </a:lnTo>
                <a:lnTo>
                  <a:pt x="382411" y="12976"/>
                </a:lnTo>
                <a:lnTo>
                  <a:pt x="381956" y="12849"/>
                </a:lnTo>
                <a:lnTo>
                  <a:pt x="381503" y="12722"/>
                </a:lnTo>
                <a:lnTo>
                  <a:pt x="381050" y="12597"/>
                </a:lnTo>
                <a:lnTo>
                  <a:pt x="380597" y="12474"/>
                </a:lnTo>
                <a:lnTo>
                  <a:pt x="380146" y="12351"/>
                </a:lnTo>
                <a:lnTo>
                  <a:pt x="379695" y="12230"/>
                </a:lnTo>
                <a:lnTo>
                  <a:pt x="379244" y="12110"/>
                </a:lnTo>
                <a:lnTo>
                  <a:pt x="378794" y="11991"/>
                </a:lnTo>
                <a:lnTo>
                  <a:pt x="378345" y="11873"/>
                </a:lnTo>
                <a:lnTo>
                  <a:pt x="377896" y="11757"/>
                </a:lnTo>
                <a:lnTo>
                  <a:pt x="377447" y="11641"/>
                </a:lnTo>
                <a:lnTo>
                  <a:pt x="376999" y="11527"/>
                </a:lnTo>
                <a:lnTo>
                  <a:pt x="376551" y="11414"/>
                </a:lnTo>
                <a:lnTo>
                  <a:pt x="376104" y="11302"/>
                </a:lnTo>
                <a:lnTo>
                  <a:pt x="375656" y="11191"/>
                </a:lnTo>
                <a:lnTo>
                  <a:pt x="375209" y="11081"/>
                </a:lnTo>
                <a:lnTo>
                  <a:pt x="374762" y="10972"/>
                </a:lnTo>
                <a:lnTo>
                  <a:pt x="374315" y="10864"/>
                </a:lnTo>
                <a:lnTo>
                  <a:pt x="373868" y="10757"/>
                </a:lnTo>
                <a:lnTo>
                  <a:pt x="373445" y="10547"/>
                </a:lnTo>
                <a:lnTo>
                  <a:pt x="372701" y="10304"/>
                </a:lnTo>
                <a:lnTo>
                  <a:pt x="371655" y="10031"/>
                </a:lnTo>
                <a:lnTo>
                  <a:pt x="370332" y="9730"/>
                </a:lnTo>
                <a:lnTo>
                  <a:pt x="368753" y="9406"/>
                </a:lnTo>
                <a:lnTo>
                  <a:pt x="366941" y="9060"/>
                </a:lnTo>
                <a:lnTo>
                  <a:pt x="364918" y="8695"/>
                </a:lnTo>
                <a:lnTo>
                  <a:pt x="362706" y="8316"/>
                </a:lnTo>
                <a:lnTo>
                  <a:pt x="360328" y="7923"/>
                </a:lnTo>
                <a:lnTo>
                  <a:pt x="357805" y="7522"/>
                </a:lnTo>
                <a:lnTo>
                  <a:pt x="355161" y="7114"/>
                </a:lnTo>
                <a:lnTo>
                  <a:pt x="352418" y="6702"/>
                </a:lnTo>
                <a:lnTo>
                  <a:pt x="349597" y="6290"/>
                </a:lnTo>
                <a:lnTo>
                  <a:pt x="346721" y="5881"/>
                </a:lnTo>
                <a:lnTo>
                  <a:pt x="343813" y="5477"/>
                </a:lnTo>
                <a:lnTo>
                  <a:pt x="340894" y="5081"/>
                </a:lnTo>
                <a:lnTo>
                  <a:pt x="337988" y="4697"/>
                </a:lnTo>
                <a:lnTo>
                  <a:pt x="335116" y="4326"/>
                </a:lnTo>
                <a:lnTo>
                  <a:pt x="332300" y="3974"/>
                </a:lnTo>
                <a:lnTo>
                  <a:pt x="329564" y="3641"/>
                </a:lnTo>
                <a:lnTo>
                  <a:pt x="326929" y="3332"/>
                </a:lnTo>
                <a:lnTo>
                  <a:pt x="324417" y="3049"/>
                </a:lnTo>
                <a:lnTo>
                  <a:pt x="322051" y="2795"/>
                </a:lnTo>
                <a:lnTo>
                  <a:pt x="319854" y="2573"/>
                </a:lnTo>
                <a:lnTo>
                  <a:pt x="322001" y="2624"/>
                </a:lnTo>
                <a:lnTo>
                  <a:pt x="324228" y="2707"/>
                </a:lnTo>
                <a:lnTo>
                  <a:pt x="326532" y="2820"/>
                </a:lnTo>
                <a:lnTo>
                  <a:pt x="328908" y="2966"/>
                </a:lnTo>
                <a:close/>
                <a:moveTo>
                  <a:pt x="362226" y="49997"/>
                </a:moveTo>
                <a:lnTo>
                  <a:pt x="360965" y="49656"/>
                </a:lnTo>
                <a:lnTo>
                  <a:pt x="359695" y="49324"/>
                </a:lnTo>
                <a:lnTo>
                  <a:pt x="358418" y="49001"/>
                </a:lnTo>
                <a:lnTo>
                  <a:pt x="357133" y="48687"/>
                </a:lnTo>
                <a:lnTo>
                  <a:pt x="355840" y="48382"/>
                </a:lnTo>
                <a:lnTo>
                  <a:pt x="354541" y="48086"/>
                </a:lnTo>
                <a:lnTo>
                  <a:pt x="353234" y="47800"/>
                </a:lnTo>
                <a:lnTo>
                  <a:pt x="351920" y="47523"/>
                </a:lnTo>
                <a:lnTo>
                  <a:pt x="350599" y="47257"/>
                </a:lnTo>
                <a:lnTo>
                  <a:pt x="349272" y="47000"/>
                </a:lnTo>
                <a:lnTo>
                  <a:pt x="347939" y="46753"/>
                </a:lnTo>
                <a:lnTo>
                  <a:pt x="346600" y="46516"/>
                </a:lnTo>
                <a:lnTo>
                  <a:pt x="345254" y="46290"/>
                </a:lnTo>
                <a:lnTo>
                  <a:pt x="343903" y="46075"/>
                </a:lnTo>
                <a:lnTo>
                  <a:pt x="342546" y="45870"/>
                </a:lnTo>
                <a:lnTo>
                  <a:pt x="341184" y="45677"/>
                </a:lnTo>
                <a:lnTo>
                  <a:pt x="339817" y="45494"/>
                </a:lnTo>
                <a:lnTo>
                  <a:pt x="338445" y="45322"/>
                </a:lnTo>
                <a:lnTo>
                  <a:pt x="337068" y="45162"/>
                </a:lnTo>
                <a:lnTo>
                  <a:pt x="335687" y="45014"/>
                </a:lnTo>
                <a:lnTo>
                  <a:pt x="336338" y="44970"/>
                </a:lnTo>
                <a:lnTo>
                  <a:pt x="336989" y="44931"/>
                </a:lnTo>
                <a:lnTo>
                  <a:pt x="337641" y="44896"/>
                </a:lnTo>
                <a:lnTo>
                  <a:pt x="338292" y="44866"/>
                </a:lnTo>
                <a:lnTo>
                  <a:pt x="338943" y="44841"/>
                </a:lnTo>
                <a:lnTo>
                  <a:pt x="339594" y="44821"/>
                </a:lnTo>
                <a:lnTo>
                  <a:pt x="340246" y="44806"/>
                </a:lnTo>
                <a:lnTo>
                  <a:pt x="340898" y="44797"/>
                </a:lnTo>
                <a:lnTo>
                  <a:pt x="341550" y="44792"/>
                </a:lnTo>
                <a:lnTo>
                  <a:pt x="342202" y="44794"/>
                </a:lnTo>
                <a:lnTo>
                  <a:pt x="342855" y="44801"/>
                </a:lnTo>
                <a:lnTo>
                  <a:pt x="343508" y="44814"/>
                </a:lnTo>
                <a:lnTo>
                  <a:pt x="344162" y="44832"/>
                </a:lnTo>
                <a:lnTo>
                  <a:pt x="344816" y="44857"/>
                </a:lnTo>
                <a:lnTo>
                  <a:pt x="345471" y="44888"/>
                </a:lnTo>
                <a:lnTo>
                  <a:pt x="346127" y="44925"/>
                </a:lnTo>
                <a:lnTo>
                  <a:pt x="346783" y="44968"/>
                </a:lnTo>
                <a:lnTo>
                  <a:pt x="347440" y="45018"/>
                </a:lnTo>
                <a:lnTo>
                  <a:pt x="348098" y="45075"/>
                </a:lnTo>
                <a:lnTo>
                  <a:pt x="348757" y="45138"/>
                </a:lnTo>
                <a:lnTo>
                  <a:pt x="349418" y="45209"/>
                </a:lnTo>
                <a:lnTo>
                  <a:pt x="350079" y="45286"/>
                </a:lnTo>
                <a:lnTo>
                  <a:pt x="350741" y="45370"/>
                </a:lnTo>
                <a:lnTo>
                  <a:pt x="351404" y="45462"/>
                </a:lnTo>
                <a:lnTo>
                  <a:pt x="352259" y="45643"/>
                </a:lnTo>
                <a:lnTo>
                  <a:pt x="353111" y="45828"/>
                </a:lnTo>
                <a:lnTo>
                  <a:pt x="353961" y="46017"/>
                </a:lnTo>
                <a:lnTo>
                  <a:pt x="354810" y="46211"/>
                </a:lnTo>
                <a:lnTo>
                  <a:pt x="355657" y="46408"/>
                </a:lnTo>
                <a:lnTo>
                  <a:pt x="356503" y="46610"/>
                </a:lnTo>
                <a:lnTo>
                  <a:pt x="357347" y="46816"/>
                </a:lnTo>
                <a:lnTo>
                  <a:pt x="358190" y="47026"/>
                </a:lnTo>
                <a:lnTo>
                  <a:pt x="359032" y="47240"/>
                </a:lnTo>
                <a:lnTo>
                  <a:pt x="359873" y="47459"/>
                </a:lnTo>
                <a:lnTo>
                  <a:pt x="360712" y="47682"/>
                </a:lnTo>
                <a:lnTo>
                  <a:pt x="361551" y="47909"/>
                </a:lnTo>
                <a:lnTo>
                  <a:pt x="362389" y="48140"/>
                </a:lnTo>
                <a:lnTo>
                  <a:pt x="363226" y="48375"/>
                </a:lnTo>
                <a:lnTo>
                  <a:pt x="364062" y="48615"/>
                </a:lnTo>
                <a:lnTo>
                  <a:pt x="364898" y="48859"/>
                </a:lnTo>
                <a:lnTo>
                  <a:pt x="365733" y="49107"/>
                </a:lnTo>
                <a:lnTo>
                  <a:pt x="366568" y="49360"/>
                </a:lnTo>
                <a:lnTo>
                  <a:pt x="367403" y="49617"/>
                </a:lnTo>
                <a:lnTo>
                  <a:pt x="368237" y="49878"/>
                </a:lnTo>
                <a:lnTo>
                  <a:pt x="369072" y="50143"/>
                </a:lnTo>
                <a:lnTo>
                  <a:pt x="369906" y="50413"/>
                </a:lnTo>
                <a:lnTo>
                  <a:pt x="370740" y="50688"/>
                </a:lnTo>
                <a:lnTo>
                  <a:pt x="371575" y="50966"/>
                </a:lnTo>
                <a:lnTo>
                  <a:pt x="372083" y="51161"/>
                </a:lnTo>
                <a:lnTo>
                  <a:pt x="372374" y="51290"/>
                </a:lnTo>
                <a:lnTo>
                  <a:pt x="372461" y="51355"/>
                </a:lnTo>
                <a:lnTo>
                  <a:pt x="372357" y="51363"/>
                </a:lnTo>
                <a:lnTo>
                  <a:pt x="372078" y="51317"/>
                </a:lnTo>
                <a:lnTo>
                  <a:pt x="371636" y="51222"/>
                </a:lnTo>
                <a:lnTo>
                  <a:pt x="371045" y="51083"/>
                </a:lnTo>
                <a:lnTo>
                  <a:pt x="370319" y="50904"/>
                </a:lnTo>
                <a:lnTo>
                  <a:pt x="369472" y="50689"/>
                </a:lnTo>
                <a:lnTo>
                  <a:pt x="368517" y="50444"/>
                </a:lnTo>
                <a:lnTo>
                  <a:pt x="367468" y="50172"/>
                </a:lnTo>
                <a:lnTo>
                  <a:pt x="366338" y="49878"/>
                </a:lnTo>
                <a:lnTo>
                  <a:pt x="365142" y="49566"/>
                </a:lnTo>
                <a:lnTo>
                  <a:pt x="363893" y="49242"/>
                </a:lnTo>
                <a:lnTo>
                  <a:pt x="362605" y="48909"/>
                </a:lnTo>
                <a:lnTo>
                  <a:pt x="361292" y="48573"/>
                </a:lnTo>
                <a:lnTo>
                  <a:pt x="359967" y="48237"/>
                </a:lnTo>
                <a:lnTo>
                  <a:pt x="358644" y="47905"/>
                </a:lnTo>
                <a:lnTo>
                  <a:pt x="357336" y="47584"/>
                </a:lnTo>
                <a:lnTo>
                  <a:pt x="356058" y="47277"/>
                </a:lnTo>
                <a:lnTo>
                  <a:pt x="354823" y="46988"/>
                </a:lnTo>
                <a:lnTo>
                  <a:pt x="353645" y="46722"/>
                </a:lnTo>
                <a:lnTo>
                  <a:pt x="352538" y="46484"/>
                </a:lnTo>
                <a:lnTo>
                  <a:pt x="351514" y="46279"/>
                </a:lnTo>
                <a:lnTo>
                  <a:pt x="350462" y="46075"/>
                </a:lnTo>
                <a:lnTo>
                  <a:pt x="349587" y="45906"/>
                </a:lnTo>
                <a:lnTo>
                  <a:pt x="348886" y="45771"/>
                </a:lnTo>
                <a:lnTo>
                  <a:pt x="348353" y="45671"/>
                </a:lnTo>
                <a:lnTo>
                  <a:pt x="347984" y="45604"/>
                </a:lnTo>
                <a:lnTo>
                  <a:pt x="347772" y="45571"/>
                </a:lnTo>
                <a:lnTo>
                  <a:pt x="347713" y="45571"/>
                </a:lnTo>
                <a:lnTo>
                  <a:pt x="347802" y="45605"/>
                </a:lnTo>
                <a:lnTo>
                  <a:pt x="348035" y="45673"/>
                </a:lnTo>
                <a:lnTo>
                  <a:pt x="348404" y="45773"/>
                </a:lnTo>
                <a:lnTo>
                  <a:pt x="348907" y="45907"/>
                </a:lnTo>
                <a:lnTo>
                  <a:pt x="349537" y="46073"/>
                </a:lnTo>
                <a:lnTo>
                  <a:pt x="350290" y="46272"/>
                </a:lnTo>
                <a:lnTo>
                  <a:pt x="351160" y="46504"/>
                </a:lnTo>
                <a:lnTo>
                  <a:pt x="352143" y="46768"/>
                </a:lnTo>
                <a:lnTo>
                  <a:pt x="353233" y="47064"/>
                </a:lnTo>
                <a:lnTo>
                  <a:pt x="354425" y="47392"/>
                </a:lnTo>
                <a:lnTo>
                  <a:pt x="355714" y="47753"/>
                </a:lnTo>
                <a:lnTo>
                  <a:pt x="357096" y="48145"/>
                </a:lnTo>
                <a:lnTo>
                  <a:pt x="358564" y="48569"/>
                </a:lnTo>
                <a:lnTo>
                  <a:pt x="360115" y="49024"/>
                </a:lnTo>
                <a:lnTo>
                  <a:pt x="361742" y="49511"/>
                </a:lnTo>
                <a:lnTo>
                  <a:pt x="363441" y="50029"/>
                </a:lnTo>
                <a:lnTo>
                  <a:pt x="365207" y="50578"/>
                </a:lnTo>
                <a:lnTo>
                  <a:pt x="365533" y="50683"/>
                </a:lnTo>
                <a:lnTo>
                  <a:pt x="365835" y="50782"/>
                </a:lnTo>
                <a:lnTo>
                  <a:pt x="366114" y="50875"/>
                </a:lnTo>
                <a:lnTo>
                  <a:pt x="366371" y="50962"/>
                </a:lnTo>
                <a:lnTo>
                  <a:pt x="366605" y="51042"/>
                </a:lnTo>
                <a:lnTo>
                  <a:pt x="366817" y="51116"/>
                </a:lnTo>
                <a:lnTo>
                  <a:pt x="367007" y="51185"/>
                </a:lnTo>
                <a:lnTo>
                  <a:pt x="367176" y="51247"/>
                </a:lnTo>
                <a:lnTo>
                  <a:pt x="367323" y="51303"/>
                </a:lnTo>
                <a:lnTo>
                  <a:pt x="367450" y="51353"/>
                </a:lnTo>
                <a:lnTo>
                  <a:pt x="367555" y="51397"/>
                </a:lnTo>
                <a:lnTo>
                  <a:pt x="367641" y="51435"/>
                </a:lnTo>
                <a:lnTo>
                  <a:pt x="367706" y="51467"/>
                </a:lnTo>
                <a:lnTo>
                  <a:pt x="367752" y="51493"/>
                </a:lnTo>
                <a:lnTo>
                  <a:pt x="367778" y="51514"/>
                </a:lnTo>
                <a:lnTo>
                  <a:pt x="367785" y="51529"/>
                </a:lnTo>
                <a:lnTo>
                  <a:pt x="367773" y="51538"/>
                </a:lnTo>
                <a:lnTo>
                  <a:pt x="367743" y="51541"/>
                </a:lnTo>
                <a:lnTo>
                  <a:pt x="367694" y="51538"/>
                </a:lnTo>
                <a:lnTo>
                  <a:pt x="367628" y="51530"/>
                </a:lnTo>
                <a:lnTo>
                  <a:pt x="367543" y="51517"/>
                </a:lnTo>
                <a:lnTo>
                  <a:pt x="367442" y="51498"/>
                </a:lnTo>
                <a:lnTo>
                  <a:pt x="367323" y="51473"/>
                </a:lnTo>
                <a:lnTo>
                  <a:pt x="367187" y="51443"/>
                </a:lnTo>
                <a:lnTo>
                  <a:pt x="365960" y="51069"/>
                </a:lnTo>
                <a:lnTo>
                  <a:pt x="364724" y="50703"/>
                </a:lnTo>
                <a:lnTo>
                  <a:pt x="363479" y="50346"/>
                </a:lnTo>
                <a:lnTo>
                  <a:pt x="362226" y="49997"/>
                </a:lnTo>
                <a:close/>
                <a:moveTo>
                  <a:pt x="329589" y="45604"/>
                </a:moveTo>
                <a:lnTo>
                  <a:pt x="329628" y="45591"/>
                </a:lnTo>
                <a:lnTo>
                  <a:pt x="329667" y="45578"/>
                </a:lnTo>
                <a:lnTo>
                  <a:pt x="329706" y="45566"/>
                </a:lnTo>
                <a:lnTo>
                  <a:pt x="329745" y="45553"/>
                </a:lnTo>
                <a:lnTo>
                  <a:pt x="329783" y="45540"/>
                </a:lnTo>
                <a:lnTo>
                  <a:pt x="329822" y="45528"/>
                </a:lnTo>
                <a:lnTo>
                  <a:pt x="329860" y="45515"/>
                </a:lnTo>
                <a:lnTo>
                  <a:pt x="329899" y="45502"/>
                </a:lnTo>
                <a:lnTo>
                  <a:pt x="329938" y="45490"/>
                </a:lnTo>
                <a:lnTo>
                  <a:pt x="329976" y="45477"/>
                </a:lnTo>
                <a:lnTo>
                  <a:pt x="330015" y="45465"/>
                </a:lnTo>
                <a:lnTo>
                  <a:pt x="330053" y="45452"/>
                </a:lnTo>
                <a:lnTo>
                  <a:pt x="330091" y="45440"/>
                </a:lnTo>
                <a:lnTo>
                  <a:pt x="330130" y="45427"/>
                </a:lnTo>
                <a:lnTo>
                  <a:pt x="330168" y="45415"/>
                </a:lnTo>
                <a:lnTo>
                  <a:pt x="330207" y="45402"/>
                </a:lnTo>
                <a:lnTo>
                  <a:pt x="330245" y="45390"/>
                </a:lnTo>
                <a:lnTo>
                  <a:pt x="330284" y="45377"/>
                </a:lnTo>
                <a:lnTo>
                  <a:pt x="330322" y="45365"/>
                </a:lnTo>
                <a:lnTo>
                  <a:pt x="330361" y="45352"/>
                </a:lnTo>
                <a:lnTo>
                  <a:pt x="330890" y="45391"/>
                </a:lnTo>
                <a:lnTo>
                  <a:pt x="331418" y="45431"/>
                </a:lnTo>
                <a:lnTo>
                  <a:pt x="331945" y="45473"/>
                </a:lnTo>
                <a:lnTo>
                  <a:pt x="332471" y="45516"/>
                </a:lnTo>
                <a:lnTo>
                  <a:pt x="332996" y="45562"/>
                </a:lnTo>
                <a:lnTo>
                  <a:pt x="333519" y="45609"/>
                </a:lnTo>
                <a:lnTo>
                  <a:pt x="334042" y="45657"/>
                </a:lnTo>
                <a:lnTo>
                  <a:pt x="334564" y="45707"/>
                </a:lnTo>
                <a:lnTo>
                  <a:pt x="335085" y="45759"/>
                </a:lnTo>
                <a:lnTo>
                  <a:pt x="335606" y="45813"/>
                </a:lnTo>
                <a:lnTo>
                  <a:pt x="336125" y="45868"/>
                </a:lnTo>
                <a:lnTo>
                  <a:pt x="336644" y="45925"/>
                </a:lnTo>
                <a:lnTo>
                  <a:pt x="337162" y="45984"/>
                </a:lnTo>
                <a:lnTo>
                  <a:pt x="337680" y="46045"/>
                </a:lnTo>
                <a:lnTo>
                  <a:pt x="338198" y="46107"/>
                </a:lnTo>
                <a:lnTo>
                  <a:pt x="338714" y="46170"/>
                </a:lnTo>
                <a:lnTo>
                  <a:pt x="339231" y="46236"/>
                </a:lnTo>
                <a:lnTo>
                  <a:pt x="339747" y="46303"/>
                </a:lnTo>
                <a:lnTo>
                  <a:pt x="340263" y="46371"/>
                </a:lnTo>
                <a:lnTo>
                  <a:pt x="340778" y="46442"/>
                </a:lnTo>
                <a:lnTo>
                  <a:pt x="341293" y="46514"/>
                </a:lnTo>
                <a:lnTo>
                  <a:pt x="341809" y="46588"/>
                </a:lnTo>
                <a:lnTo>
                  <a:pt x="342324" y="46663"/>
                </a:lnTo>
                <a:lnTo>
                  <a:pt x="342839" y="46740"/>
                </a:lnTo>
                <a:lnTo>
                  <a:pt x="342243" y="46667"/>
                </a:lnTo>
                <a:lnTo>
                  <a:pt x="341648" y="46597"/>
                </a:lnTo>
                <a:lnTo>
                  <a:pt x="341054" y="46530"/>
                </a:lnTo>
                <a:lnTo>
                  <a:pt x="340462" y="46465"/>
                </a:lnTo>
                <a:lnTo>
                  <a:pt x="339872" y="46404"/>
                </a:lnTo>
                <a:lnTo>
                  <a:pt x="339284" y="46345"/>
                </a:lnTo>
                <a:lnTo>
                  <a:pt x="338699" y="46288"/>
                </a:lnTo>
                <a:lnTo>
                  <a:pt x="338117" y="46234"/>
                </a:lnTo>
                <a:lnTo>
                  <a:pt x="337537" y="46182"/>
                </a:lnTo>
                <a:lnTo>
                  <a:pt x="336961" y="46133"/>
                </a:lnTo>
                <a:lnTo>
                  <a:pt x="336389" y="46086"/>
                </a:lnTo>
                <a:lnTo>
                  <a:pt x="335821" y="46041"/>
                </a:lnTo>
                <a:lnTo>
                  <a:pt x="335258" y="45998"/>
                </a:lnTo>
                <a:lnTo>
                  <a:pt x="334699" y="45958"/>
                </a:lnTo>
                <a:lnTo>
                  <a:pt x="334145" y="45919"/>
                </a:lnTo>
                <a:lnTo>
                  <a:pt x="333596" y="45883"/>
                </a:lnTo>
                <a:lnTo>
                  <a:pt x="333053" y="45848"/>
                </a:lnTo>
                <a:lnTo>
                  <a:pt x="332515" y="45816"/>
                </a:lnTo>
                <a:lnTo>
                  <a:pt x="331984" y="45785"/>
                </a:lnTo>
                <a:lnTo>
                  <a:pt x="331460" y="45756"/>
                </a:lnTo>
                <a:lnTo>
                  <a:pt x="330942" y="45728"/>
                </a:lnTo>
                <a:lnTo>
                  <a:pt x="330431" y="45702"/>
                </a:lnTo>
                <a:lnTo>
                  <a:pt x="329928" y="45678"/>
                </a:lnTo>
                <a:lnTo>
                  <a:pt x="329432" y="45655"/>
                </a:lnTo>
                <a:lnTo>
                  <a:pt x="329472" y="45642"/>
                </a:lnTo>
                <a:lnTo>
                  <a:pt x="329511" y="45630"/>
                </a:lnTo>
                <a:lnTo>
                  <a:pt x="329550" y="45617"/>
                </a:lnTo>
                <a:lnTo>
                  <a:pt x="329589" y="45604"/>
                </a:lnTo>
                <a:close/>
                <a:moveTo>
                  <a:pt x="324791" y="46247"/>
                </a:moveTo>
                <a:lnTo>
                  <a:pt x="324894" y="46230"/>
                </a:lnTo>
                <a:lnTo>
                  <a:pt x="324998" y="46213"/>
                </a:lnTo>
                <a:lnTo>
                  <a:pt x="325102" y="46197"/>
                </a:lnTo>
                <a:lnTo>
                  <a:pt x="325205" y="46180"/>
                </a:lnTo>
                <a:lnTo>
                  <a:pt x="325308" y="46164"/>
                </a:lnTo>
                <a:lnTo>
                  <a:pt x="325411" y="46147"/>
                </a:lnTo>
                <a:lnTo>
                  <a:pt x="325514" y="46131"/>
                </a:lnTo>
                <a:lnTo>
                  <a:pt x="325617" y="46115"/>
                </a:lnTo>
                <a:lnTo>
                  <a:pt x="325720" y="46099"/>
                </a:lnTo>
                <a:lnTo>
                  <a:pt x="325823" y="46083"/>
                </a:lnTo>
                <a:lnTo>
                  <a:pt x="325925" y="46067"/>
                </a:lnTo>
                <a:lnTo>
                  <a:pt x="326028" y="46051"/>
                </a:lnTo>
                <a:lnTo>
                  <a:pt x="326130" y="46035"/>
                </a:lnTo>
                <a:lnTo>
                  <a:pt x="326232" y="46019"/>
                </a:lnTo>
                <a:lnTo>
                  <a:pt x="326335" y="46004"/>
                </a:lnTo>
                <a:lnTo>
                  <a:pt x="326437" y="45988"/>
                </a:lnTo>
                <a:lnTo>
                  <a:pt x="326539" y="45973"/>
                </a:lnTo>
                <a:lnTo>
                  <a:pt x="326642" y="45957"/>
                </a:lnTo>
                <a:lnTo>
                  <a:pt x="326744" y="45942"/>
                </a:lnTo>
                <a:lnTo>
                  <a:pt x="326846" y="45927"/>
                </a:lnTo>
                <a:lnTo>
                  <a:pt x="327079" y="45942"/>
                </a:lnTo>
                <a:lnTo>
                  <a:pt x="327310" y="45957"/>
                </a:lnTo>
                <a:lnTo>
                  <a:pt x="327542" y="45973"/>
                </a:lnTo>
                <a:lnTo>
                  <a:pt x="327772" y="45989"/>
                </a:lnTo>
                <a:lnTo>
                  <a:pt x="328003" y="46005"/>
                </a:lnTo>
                <a:lnTo>
                  <a:pt x="328232" y="46021"/>
                </a:lnTo>
                <a:lnTo>
                  <a:pt x="328462" y="46038"/>
                </a:lnTo>
                <a:lnTo>
                  <a:pt x="328691" y="46055"/>
                </a:lnTo>
                <a:lnTo>
                  <a:pt x="328919" y="46073"/>
                </a:lnTo>
                <a:lnTo>
                  <a:pt x="329147" y="46090"/>
                </a:lnTo>
                <a:lnTo>
                  <a:pt x="329375" y="46109"/>
                </a:lnTo>
                <a:lnTo>
                  <a:pt x="329603" y="46127"/>
                </a:lnTo>
                <a:lnTo>
                  <a:pt x="329830" y="46146"/>
                </a:lnTo>
                <a:lnTo>
                  <a:pt x="330057" y="46165"/>
                </a:lnTo>
                <a:lnTo>
                  <a:pt x="330284" y="46184"/>
                </a:lnTo>
                <a:lnTo>
                  <a:pt x="330510" y="46204"/>
                </a:lnTo>
                <a:lnTo>
                  <a:pt x="330736" y="46224"/>
                </a:lnTo>
                <a:lnTo>
                  <a:pt x="330963" y="46244"/>
                </a:lnTo>
                <a:lnTo>
                  <a:pt x="331189" y="46264"/>
                </a:lnTo>
                <a:lnTo>
                  <a:pt x="331414" y="46285"/>
                </a:lnTo>
                <a:lnTo>
                  <a:pt x="331640" y="46306"/>
                </a:lnTo>
                <a:lnTo>
                  <a:pt x="331866" y="46328"/>
                </a:lnTo>
                <a:lnTo>
                  <a:pt x="332091" y="46350"/>
                </a:lnTo>
                <a:lnTo>
                  <a:pt x="332317" y="46372"/>
                </a:lnTo>
                <a:lnTo>
                  <a:pt x="333238" y="46468"/>
                </a:lnTo>
                <a:lnTo>
                  <a:pt x="333998" y="46550"/>
                </a:lnTo>
                <a:lnTo>
                  <a:pt x="334606" y="46618"/>
                </a:lnTo>
                <a:lnTo>
                  <a:pt x="335068" y="46673"/>
                </a:lnTo>
                <a:lnTo>
                  <a:pt x="335390" y="46716"/>
                </a:lnTo>
                <a:lnTo>
                  <a:pt x="335581" y="46748"/>
                </a:lnTo>
                <a:lnTo>
                  <a:pt x="335646" y="46769"/>
                </a:lnTo>
                <a:lnTo>
                  <a:pt x="335594" y="46781"/>
                </a:lnTo>
                <a:lnTo>
                  <a:pt x="335430" y="46784"/>
                </a:lnTo>
                <a:lnTo>
                  <a:pt x="335162" y="46778"/>
                </a:lnTo>
                <a:lnTo>
                  <a:pt x="334797" y="46766"/>
                </a:lnTo>
                <a:lnTo>
                  <a:pt x="334341" y="46747"/>
                </a:lnTo>
                <a:lnTo>
                  <a:pt x="333802" y="46722"/>
                </a:lnTo>
                <a:lnTo>
                  <a:pt x="333187" y="46693"/>
                </a:lnTo>
                <a:lnTo>
                  <a:pt x="332503" y="46659"/>
                </a:lnTo>
                <a:lnTo>
                  <a:pt x="331756" y="46623"/>
                </a:lnTo>
                <a:lnTo>
                  <a:pt x="330954" y="46584"/>
                </a:lnTo>
                <a:lnTo>
                  <a:pt x="330103" y="46544"/>
                </a:lnTo>
                <a:lnTo>
                  <a:pt x="329211" y="46503"/>
                </a:lnTo>
                <a:lnTo>
                  <a:pt x="328285" y="46462"/>
                </a:lnTo>
                <a:lnTo>
                  <a:pt x="327331" y="46422"/>
                </a:lnTo>
                <a:lnTo>
                  <a:pt x="326356" y="46383"/>
                </a:lnTo>
                <a:lnTo>
                  <a:pt x="325368" y="46348"/>
                </a:lnTo>
                <a:lnTo>
                  <a:pt x="324373" y="46315"/>
                </a:lnTo>
                <a:lnTo>
                  <a:pt x="324478" y="46298"/>
                </a:lnTo>
                <a:lnTo>
                  <a:pt x="324582" y="46281"/>
                </a:lnTo>
                <a:lnTo>
                  <a:pt x="324687" y="46264"/>
                </a:lnTo>
                <a:lnTo>
                  <a:pt x="324791" y="46247"/>
                </a:lnTo>
                <a:close/>
                <a:moveTo>
                  <a:pt x="317454" y="46727"/>
                </a:moveTo>
                <a:lnTo>
                  <a:pt x="316954" y="46734"/>
                </a:lnTo>
                <a:lnTo>
                  <a:pt x="316455" y="46741"/>
                </a:lnTo>
                <a:lnTo>
                  <a:pt x="315957" y="46750"/>
                </a:lnTo>
                <a:lnTo>
                  <a:pt x="315462" y="46760"/>
                </a:lnTo>
                <a:lnTo>
                  <a:pt x="314968" y="46771"/>
                </a:lnTo>
                <a:lnTo>
                  <a:pt x="314476" y="46784"/>
                </a:lnTo>
                <a:lnTo>
                  <a:pt x="313986" y="46797"/>
                </a:lnTo>
                <a:lnTo>
                  <a:pt x="313498" y="46811"/>
                </a:lnTo>
                <a:lnTo>
                  <a:pt x="313013" y="46827"/>
                </a:lnTo>
                <a:lnTo>
                  <a:pt x="312530" y="46843"/>
                </a:lnTo>
                <a:lnTo>
                  <a:pt x="312049" y="46861"/>
                </a:lnTo>
                <a:lnTo>
                  <a:pt x="311571" y="46879"/>
                </a:lnTo>
                <a:lnTo>
                  <a:pt x="311096" y="46898"/>
                </a:lnTo>
                <a:lnTo>
                  <a:pt x="310623" y="46918"/>
                </a:lnTo>
                <a:lnTo>
                  <a:pt x="310153" y="46939"/>
                </a:lnTo>
                <a:lnTo>
                  <a:pt x="309686" y="46961"/>
                </a:lnTo>
                <a:lnTo>
                  <a:pt x="309222" y="46984"/>
                </a:lnTo>
                <a:lnTo>
                  <a:pt x="308762" y="47007"/>
                </a:lnTo>
                <a:lnTo>
                  <a:pt x="308304" y="47032"/>
                </a:lnTo>
                <a:lnTo>
                  <a:pt x="307850" y="47057"/>
                </a:lnTo>
                <a:lnTo>
                  <a:pt x="307840" y="46992"/>
                </a:lnTo>
                <a:lnTo>
                  <a:pt x="307941" y="46928"/>
                </a:lnTo>
                <a:lnTo>
                  <a:pt x="308147" y="46864"/>
                </a:lnTo>
                <a:lnTo>
                  <a:pt x="308449" y="46803"/>
                </a:lnTo>
                <a:lnTo>
                  <a:pt x="308841" y="46743"/>
                </a:lnTo>
                <a:lnTo>
                  <a:pt x="309315" y="46684"/>
                </a:lnTo>
                <a:lnTo>
                  <a:pt x="309864" y="46628"/>
                </a:lnTo>
                <a:lnTo>
                  <a:pt x="310480" y="46574"/>
                </a:lnTo>
                <a:lnTo>
                  <a:pt x="311157" y="46523"/>
                </a:lnTo>
                <a:lnTo>
                  <a:pt x="311887" y="46475"/>
                </a:lnTo>
                <a:lnTo>
                  <a:pt x="312663" y="46429"/>
                </a:lnTo>
                <a:lnTo>
                  <a:pt x="313477" y="46387"/>
                </a:lnTo>
                <a:lnTo>
                  <a:pt x="314322" y="46349"/>
                </a:lnTo>
                <a:lnTo>
                  <a:pt x="315190" y="46314"/>
                </a:lnTo>
                <a:lnTo>
                  <a:pt x="316075" y="46283"/>
                </a:lnTo>
                <a:lnTo>
                  <a:pt x="316970" y="46257"/>
                </a:lnTo>
                <a:lnTo>
                  <a:pt x="317866" y="46235"/>
                </a:lnTo>
                <a:lnTo>
                  <a:pt x="318756" y="46218"/>
                </a:lnTo>
                <a:lnTo>
                  <a:pt x="319634" y="46206"/>
                </a:lnTo>
                <a:lnTo>
                  <a:pt x="320491" y="46200"/>
                </a:lnTo>
                <a:lnTo>
                  <a:pt x="321321" y="46198"/>
                </a:lnTo>
                <a:lnTo>
                  <a:pt x="322116" y="46203"/>
                </a:lnTo>
                <a:lnTo>
                  <a:pt x="322870" y="46213"/>
                </a:lnTo>
                <a:lnTo>
                  <a:pt x="323573" y="46230"/>
                </a:lnTo>
                <a:lnTo>
                  <a:pt x="323248" y="46230"/>
                </a:lnTo>
                <a:lnTo>
                  <a:pt x="322936" y="46233"/>
                </a:lnTo>
                <a:lnTo>
                  <a:pt x="322638" y="46238"/>
                </a:lnTo>
                <a:lnTo>
                  <a:pt x="322353" y="46246"/>
                </a:lnTo>
                <a:lnTo>
                  <a:pt x="322082" y="46256"/>
                </a:lnTo>
                <a:lnTo>
                  <a:pt x="321824" y="46267"/>
                </a:lnTo>
                <a:lnTo>
                  <a:pt x="321580" y="46281"/>
                </a:lnTo>
                <a:lnTo>
                  <a:pt x="321349" y="46297"/>
                </a:lnTo>
                <a:lnTo>
                  <a:pt x="321132" y="46314"/>
                </a:lnTo>
                <a:lnTo>
                  <a:pt x="320928" y="46333"/>
                </a:lnTo>
                <a:lnTo>
                  <a:pt x="320738" y="46354"/>
                </a:lnTo>
                <a:lnTo>
                  <a:pt x="320561" y="46376"/>
                </a:lnTo>
                <a:lnTo>
                  <a:pt x="320397" y="46399"/>
                </a:lnTo>
                <a:lnTo>
                  <a:pt x="320246" y="46424"/>
                </a:lnTo>
                <a:lnTo>
                  <a:pt x="320109" y="46449"/>
                </a:lnTo>
                <a:lnTo>
                  <a:pt x="319985" y="46476"/>
                </a:lnTo>
                <a:lnTo>
                  <a:pt x="319875" y="46504"/>
                </a:lnTo>
                <a:lnTo>
                  <a:pt x="319777" y="46532"/>
                </a:lnTo>
                <a:lnTo>
                  <a:pt x="319693" y="46561"/>
                </a:lnTo>
                <a:lnTo>
                  <a:pt x="319622" y="46591"/>
                </a:lnTo>
                <a:lnTo>
                  <a:pt x="319564" y="46621"/>
                </a:lnTo>
                <a:lnTo>
                  <a:pt x="319519" y="46652"/>
                </a:lnTo>
                <a:lnTo>
                  <a:pt x="319487" y="46683"/>
                </a:lnTo>
                <a:lnTo>
                  <a:pt x="319469" y="46713"/>
                </a:lnTo>
                <a:lnTo>
                  <a:pt x="318963" y="46715"/>
                </a:lnTo>
                <a:lnTo>
                  <a:pt x="318459" y="46718"/>
                </a:lnTo>
                <a:lnTo>
                  <a:pt x="317956" y="46722"/>
                </a:lnTo>
                <a:lnTo>
                  <a:pt x="317454" y="46727"/>
                </a:lnTo>
                <a:close/>
                <a:moveTo>
                  <a:pt x="307423" y="1897"/>
                </a:moveTo>
                <a:lnTo>
                  <a:pt x="307128" y="1891"/>
                </a:lnTo>
                <a:lnTo>
                  <a:pt x="306833" y="1885"/>
                </a:lnTo>
                <a:lnTo>
                  <a:pt x="306539" y="1879"/>
                </a:lnTo>
                <a:lnTo>
                  <a:pt x="306245" y="1874"/>
                </a:lnTo>
                <a:lnTo>
                  <a:pt x="305951" y="1869"/>
                </a:lnTo>
                <a:lnTo>
                  <a:pt x="305658" y="1865"/>
                </a:lnTo>
                <a:lnTo>
                  <a:pt x="305365" y="1861"/>
                </a:lnTo>
                <a:lnTo>
                  <a:pt x="305073" y="1858"/>
                </a:lnTo>
                <a:lnTo>
                  <a:pt x="304781" y="1855"/>
                </a:lnTo>
                <a:lnTo>
                  <a:pt x="304489" y="1852"/>
                </a:lnTo>
                <a:lnTo>
                  <a:pt x="304198" y="1850"/>
                </a:lnTo>
                <a:lnTo>
                  <a:pt x="303906" y="1848"/>
                </a:lnTo>
                <a:lnTo>
                  <a:pt x="303615" y="1847"/>
                </a:lnTo>
                <a:lnTo>
                  <a:pt x="303324" y="1846"/>
                </a:lnTo>
                <a:lnTo>
                  <a:pt x="303033" y="1846"/>
                </a:lnTo>
                <a:lnTo>
                  <a:pt x="302743" y="1846"/>
                </a:lnTo>
                <a:lnTo>
                  <a:pt x="302452" y="1846"/>
                </a:lnTo>
                <a:lnTo>
                  <a:pt x="302161" y="1847"/>
                </a:lnTo>
                <a:lnTo>
                  <a:pt x="301870" y="1848"/>
                </a:lnTo>
                <a:lnTo>
                  <a:pt x="301580" y="1850"/>
                </a:lnTo>
                <a:lnTo>
                  <a:pt x="301932" y="1825"/>
                </a:lnTo>
                <a:lnTo>
                  <a:pt x="302284" y="1801"/>
                </a:lnTo>
                <a:lnTo>
                  <a:pt x="302634" y="1777"/>
                </a:lnTo>
                <a:lnTo>
                  <a:pt x="302984" y="1754"/>
                </a:lnTo>
                <a:lnTo>
                  <a:pt x="303334" y="1732"/>
                </a:lnTo>
                <a:lnTo>
                  <a:pt x="303682" y="1710"/>
                </a:lnTo>
                <a:lnTo>
                  <a:pt x="304030" y="1689"/>
                </a:lnTo>
                <a:lnTo>
                  <a:pt x="304377" y="1669"/>
                </a:lnTo>
                <a:lnTo>
                  <a:pt x="304724" y="1649"/>
                </a:lnTo>
                <a:lnTo>
                  <a:pt x="305070" y="1630"/>
                </a:lnTo>
                <a:lnTo>
                  <a:pt x="305416" y="1612"/>
                </a:lnTo>
                <a:lnTo>
                  <a:pt x="305761" y="1594"/>
                </a:lnTo>
                <a:lnTo>
                  <a:pt x="306106" y="1576"/>
                </a:lnTo>
                <a:lnTo>
                  <a:pt x="306450" y="1560"/>
                </a:lnTo>
                <a:lnTo>
                  <a:pt x="306794" y="1544"/>
                </a:lnTo>
                <a:lnTo>
                  <a:pt x="307137" y="1528"/>
                </a:lnTo>
                <a:lnTo>
                  <a:pt x="307481" y="1514"/>
                </a:lnTo>
                <a:lnTo>
                  <a:pt x="307824" y="1499"/>
                </a:lnTo>
                <a:lnTo>
                  <a:pt x="308167" y="1486"/>
                </a:lnTo>
                <a:lnTo>
                  <a:pt x="308509" y="1473"/>
                </a:lnTo>
                <a:lnTo>
                  <a:pt x="308852" y="1460"/>
                </a:lnTo>
                <a:lnTo>
                  <a:pt x="309194" y="1448"/>
                </a:lnTo>
                <a:lnTo>
                  <a:pt x="309536" y="1437"/>
                </a:lnTo>
                <a:lnTo>
                  <a:pt x="309879" y="1426"/>
                </a:lnTo>
                <a:lnTo>
                  <a:pt x="310720" y="1405"/>
                </a:lnTo>
                <a:lnTo>
                  <a:pt x="311451" y="1389"/>
                </a:lnTo>
                <a:lnTo>
                  <a:pt x="312074" y="1378"/>
                </a:lnTo>
                <a:lnTo>
                  <a:pt x="312595" y="1371"/>
                </a:lnTo>
                <a:lnTo>
                  <a:pt x="313019" y="1369"/>
                </a:lnTo>
                <a:lnTo>
                  <a:pt x="313349" y="1371"/>
                </a:lnTo>
                <a:lnTo>
                  <a:pt x="313591" y="1377"/>
                </a:lnTo>
                <a:lnTo>
                  <a:pt x="313749" y="1387"/>
                </a:lnTo>
                <a:lnTo>
                  <a:pt x="313828" y="1400"/>
                </a:lnTo>
                <a:lnTo>
                  <a:pt x="313832" y="1418"/>
                </a:lnTo>
                <a:lnTo>
                  <a:pt x="313766" y="1438"/>
                </a:lnTo>
                <a:lnTo>
                  <a:pt x="313634" y="1462"/>
                </a:lnTo>
                <a:lnTo>
                  <a:pt x="313441" y="1488"/>
                </a:lnTo>
                <a:lnTo>
                  <a:pt x="313192" y="1518"/>
                </a:lnTo>
                <a:lnTo>
                  <a:pt x="312891" y="1550"/>
                </a:lnTo>
                <a:lnTo>
                  <a:pt x="312543" y="1584"/>
                </a:lnTo>
                <a:lnTo>
                  <a:pt x="312152" y="1621"/>
                </a:lnTo>
                <a:lnTo>
                  <a:pt x="311724" y="1660"/>
                </a:lnTo>
                <a:lnTo>
                  <a:pt x="311262" y="1701"/>
                </a:lnTo>
                <a:lnTo>
                  <a:pt x="310771" y="1744"/>
                </a:lnTo>
                <a:lnTo>
                  <a:pt x="310255" y="1788"/>
                </a:lnTo>
                <a:lnTo>
                  <a:pt x="309721" y="1833"/>
                </a:lnTo>
                <a:lnTo>
                  <a:pt x="309171" y="1880"/>
                </a:lnTo>
                <a:lnTo>
                  <a:pt x="308610" y="1928"/>
                </a:lnTo>
                <a:lnTo>
                  <a:pt x="308313" y="1920"/>
                </a:lnTo>
                <a:lnTo>
                  <a:pt x="308015" y="1912"/>
                </a:lnTo>
                <a:lnTo>
                  <a:pt x="307719" y="1904"/>
                </a:lnTo>
                <a:lnTo>
                  <a:pt x="307423" y="1897"/>
                </a:lnTo>
                <a:close/>
                <a:moveTo>
                  <a:pt x="528391" y="116360"/>
                </a:moveTo>
                <a:lnTo>
                  <a:pt x="528245" y="116122"/>
                </a:lnTo>
                <a:lnTo>
                  <a:pt x="528062" y="115857"/>
                </a:lnTo>
                <a:lnTo>
                  <a:pt x="527846" y="115567"/>
                </a:lnTo>
                <a:lnTo>
                  <a:pt x="527600" y="115253"/>
                </a:lnTo>
                <a:lnTo>
                  <a:pt x="527325" y="114919"/>
                </a:lnTo>
                <a:lnTo>
                  <a:pt x="527025" y="114566"/>
                </a:lnTo>
                <a:lnTo>
                  <a:pt x="526702" y="114196"/>
                </a:lnTo>
                <a:lnTo>
                  <a:pt x="526359" y="113812"/>
                </a:lnTo>
                <a:lnTo>
                  <a:pt x="525998" y="113414"/>
                </a:lnTo>
                <a:lnTo>
                  <a:pt x="525623" y="113006"/>
                </a:lnTo>
                <a:lnTo>
                  <a:pt x="525236" y="112590"/>
                </a:lnTo>
                <a:lnTo>
                  <a:pt x="524839" y="112167"/>
                </a:lnTo>
                <a:lnTo>
                  <a:pt x="524436" y="111740"/>
                </a:lnTo>
                <a:lnTo>
                  <a:pt x="524028" y="111310"/>
                </a:lnTo>
                <a:lnTo>
                  <a:pt x="523620" y="110880"/>
                </a:lnTo>
                <a:lnTo>
                  <a:pt x="523213" y="110452"/>
                </a:lnTo>
                <a:lnTo>
                  <a:pt x="522809" y="110028"/>
                </a:lnTo>
                <a:lnTo>
                  <a:pt x="522413" y="109610"/>
                </a:lnTo>
                <a:lnTo>
                  <a:pt x="522026" y="109200"/>
                </a:lnTo>
                <a:lnTo>
                  <a:pt x="521651" y="108800"/>
                </a:lnTo>
                <a:lnTo>
                  <a:pt x="521815" y="109042"/>
                </a:lnTo>
                <a:lnTo>
                  <a:pt x="521991" y="109293"/>
                </a:lnTo>
                <a:lnTo>
                  <a:pt x="522179" y="109553"/>
                </a:lnTo>
                <a:lnTo>
                  <a:pt x="522378" y="109823"/>
                </a:lnTo>
                <a:lnTo>
                  <a:pt x="522590" y="110101"/>
                </a:lnTo>
                <a:lnTo>
                  <a:pt x="522812" y="110389"/>
                </a:lnTo>
                <a:lnTo>
                  <a:pt x="523046" y="110685"/>
                </a:lnTo>
                <a:lnTo>
                  <a:pt x="523292" y="110991"/>
                </a:lnTo>
                <a:lnTo>
                  <a:pt x="523547" y="111305"/>
                </a:lnTo>
                <a:lnTo>
                  <a:pt x="523814" y="111627"/>
                </a:lnTo>
                <a:lnTo>
                  <a:pt x="524091" y="111958"/>
                </a:lnTo>
                <a:lnTo>
                  <a:pt x="524378" y="112298"/>
                </a:lnTo>
                <a:lnTo>
                  <a:pt x="524676" y="112646"/>
                </a:lnTo>
                <a:lnTo>
                  <a:pt x="524983" y="113002"/>
                </a:lnTo>
                <a:lnTo>
                  <a:pt x="525300" y="113367"/>
                </a:lnTo>
                <a:lnTo>
                  <a:pt x="525627" y="113739"/>
                </a:lnTo>
                <a:lnTo>
                  <a:pt x="525963" y="114120"/>
                </a:lnTo>
                <a:lnTo>
                  <a:pt x="526308" y="114508"/>
                </a:lnTo>
                <a:lnTo>
                  <a:pt x="526662" y="114904"/>
                </a:lnTo>
                <a:lnTo>
                  <a:pt x="527025" y="115308"/>
                </a:lnTo>
                <a:lnTo>
                  <a:pt x="527396" y="115719"/>
                </a:lnTo>
                <a:lnTo>
                  <a:pt x="527776" y="116138"/>
                </a:lnTo>
                <a:lnTo>
                  <a:pt x="528164" y="116565"/>
                </a:lnTo>
                <a:lnTo>
                  <a:pt x="528560" y="116999"/>
                </a:lnTo>
                <a:lnTo>
                  <a:pt x="528585" y="116890"/>
                </a:lnTo>
                <a:lnTo>
                  <a:pt x="528564" y="116746"/>
                </a:lnTo>
                <a:lnTo>
                  <a:pt x="528498" y="116569"/>
                </a:lnTo>
                <a:lnTo>
                  <a:pt x="528391" y="116360"/>
                </a:lnTo>
                <a:close/>
                <a:moveTo>
                  <a:pt x="556449" y="151162"/>
                </a:moveTo>
                <a:lnTo>
                  <a:pt x="557117" y="152086"/>
                </a:lnTo>
                <a:lnTo>
                  <a:pt x="557926" y="153185"/>
                </a:lnTo>
                <a:lnTo>
                  <a:pt x="558862" y="154443"/>
                </a:lnTo>
                <a:lnTo>
                  <a:pt x="559911" y="155844"/>
                </a:lnTo>
                <a:lnTo>
                  <a:pt x="561060" y="157370"/>
                </a:lnTo>
                <a:lnTo>
                  <a:pt x="562295" y="159004"/>
                </a:lnTo>
                <a:lnTo>
                  <a:pt x="563603" y="160730"/>
                </a:lnTo>
                <a:lnTo>
                  <a:pt x="564969" y="162531"/>
                </a:lnTo>
                <a:lnTo>
                  <a:pt x="566381" y="164389"/>
                </a:lnTo>
                <a:lnTo>
                  <a:pt x="567825" y="166289"/>
                </a:lnTo>
                <a:lnTo>
                  <a:pt x="569288" y="168212"/>
                </a:lnTo>
                <a:lnTo>
                  <a:pt x="570755" y="170143"/>
                </a:lnTo>
                <a:lnTo>
                  <a:pt x="572214" y="172064"/>
                </a:lnTo>
                <a:lnTo>
                  <a:pt x="573650" y="173959"/>
                </a:lnTo>
                <a:lnTo>
                  <a:pt x="575051" y="175810"/>
                </a:lnTo>
                <a:lnTo>
                  <a:pt x="576402" y="177601"/>
                </a:lnTo>
                <a:lnTo>
                  <a:pt x="577690" y="179314"/>
                </a:lnTo>
                <a:lnTo>
                  <a:pt x="578902" y="180934"/>
                </a:lnTo>
                <a:lnTo>
                  <a:pt x="580024" y="182443"/>
                </a:lnTo>
                <a:lnTo>
                  <a:pt x="581042" y="183824"/>
                </a:lnTo>
                <a:lnTo>
                  <a:pt x="579943" y="182190"/>
                </a:lnTo>
                <a:lnTo>
                  <a:pt x="578774" y="180483"/>
                </a:lnTo>
                <a:lnTo>
                  <a:pt x="577546" y="178715"/>
                </a:lnTo>
                <a:lnTo>
                  <a:pt x="576269" y="176900"/>
                </a:lnTo>
                <a:lnTo>
                  <a:pt x="574952" y="175050"/>
                </a:lnTo>
                <a:lnTo>
                  <a:pt x="573605" y="173177"/>
                </a:lnTo>
                <a:lnTo>
                  <a:pt x="572238" y="171292"/>
                </a:lnTo>
                <a:lnTo>
                  <a:pt x="570861" y="169410"/>
                </a:lnTo>
                <a:lnTo>
                  <a:pt x="569484" y="167541"/>
                </a:lnTo>
                <a:lnTo>
                  <a:pt x="568116" y="165698"/>
                </a:lnTo>
                <a:lnTo>
                  <a:pt x="566767" y="163894"/>
                </a:lnTo>
                <a:lnTo>
                  <a:pt x="565448" y="162141"/>
                </a:lnTo>
                <a:lnTo>
                  <a:pt x="564167" y="160452"/>
                </a:lnTo>
                <a:lnTo>
                  <a:pt x="562935" y="158837"/>
                </a:lnTo>
                <a:lnTo>
                  <a:pt x="561761" y="157311"/>
                </a:lnTo>
                <a:lnTo>
                  <a:pt x="560656" y="155885"/>
                </a:lnTo>
                <a:lnTo>
                  <a:pt x="559629" y="154572"/>
                </a:lnTo>
                <a:lnTo>
                  <a:pt x="558689" y="153383"/>
                </a:lnTo>
                <a:lnTo>
                  <a:pt x="557848" y="152332"/>
                </a:lnTo>
                <a:lnTo>
                  <a:pt x="557113" y="151430"/>
                </a:lnTo>
                <a:lnTo>
                  <a:pt x="556497" y="150690"/>
                </a:lnTo>
                <a:lnTo>
                  <a:pt x="556007" y="150125"/>
                </a:lnTo>
                <a:lnTo>
                  <a:pt x="555654" y="149746"/>
                </a:lnTo>
                <a:lnTo>
                  <a:pt x="555448" y="149566"/>
                </a:lnTo>
                <a:lnTo>
                  <a:pt x="555420" y="149617"/>
                </a:lnTo>
                <a:lnTo>
                  <a:pt x="555586" y="149911"/>
                </a:lnTo>
                <a:lnTo>
                  <a:pt x="555934" y="150432"/>
                </a:lnTo>
                <a:lnTo>
                  <a:pt x="556449" y="151162"/>
                </a:lnTo>
                <a:close/>
                <a:moveTo>
                  <a:pt x="528091" y="177810"/>
                </a:moveTo>
                <a:lnTo>
                  <a:pt x="527716" y="177178"/>
                </a:lnTo>
                <a:lnTo>
                  <a:pt x="527246" y="176433"/>
                </a:lnTo>
                <a:lnTo>
                  <a:pt x="526692" y="175594"/>
                </a:lnTo>
                <a:lnTo>
                  <a:pt x="526067" y="174679"/>
                </a:lnTo>
                <a:lnTo>
                  <a:pt x="525384" y="173706"/>
                </a:lnTo>
                <a:lnTo>
                  <a:pt x="524654" y="172693"/>
                </a:lnTo>
                <a:lnTo>
                  <a:pt x="523891" y="171659"/>
                </a:lnTo>
                <a:lnTo>
                  <a:pt x="523106" y="170620"/>
                </a:lnTo>
                <a:lnTo>
                  <a:pt x="522312" y="169596"/>
                </a:lnTo>
                <a:lnTo>
                  <a:pt x="521522" y="168605"/>
                </a:lnTo>
                <a:lnTo>
                  <a:pt x="520747" y="167664"/>
                </a:lnTo>
                <a:lnTo>
                  <a:pt x="520000" y="166792"/>
                </a:lnTo>
                <a:lnTo>
                  <a:pt x="519294" y="166006"/>
                </a:lnTo>
                <a:lnTo>
                  <a:pt x="518640" y="165325"/>
                </a:lnTo>
                <a:lnTo>
                  <a:pt x="518052" y="164767"/>
                </a:lnTo>
                <a:lnTo>
                  <a:pt x="517542" y="164349"/>
                </a:lnTo>
                <a:lnTo>
                  <a:pt x="517121" y="164091"/>
                </a:lnTo>
                <a:lnTo>
                  <a:pt x="516803" y="164010"/>
                </a:lnTo>
                <a:lnTo>
                  <a:pt x="516600" y="164124"/>
                </a:lnTo>
                <a:lnTo>
                  <a:pt x="517059" y="164714"/>
                </a:lnTo>
                <a:lnTo>
                  <a:pt x="517544" y="165334"/>
                </a:lnTo>
                <a:lnTo>
                  <a:pt x="518052" y="165981"/>
                </a:lnTo>
                <a:lnTo>
                  <a:pt x="518579" y="166650"/>
                </a:lnTo>
                <a:lnTo>
                  <a:pt x="519123" y="167337"/>
                </a:lnTo>
                <a:lnTo>
                  <a:pt x="519679" y="168038"/>
                </a:lnTo>
                <a:lnTo>
                  <a:pt x="520244" y="168750"/>
                </a:lnTo>
                <a:lnTo>
                  <a:pt x="520816" y="169469"/>
                </a:lnTo>
                <a:lnTo>
                  <a:pt x="521391" y="170190"/>
                </a:lnTo>
                <a:lnTo>
                  <a:pt x="521965" y="170910"/>
                </a:lnTo>
                <a:lnTo>
                  <a:pt x="522535" y="171625"/>
                </a:lnTo>
                <a:lnTo>
                  <a:pt x="523098" y="172330"/>
                </a:lnTo>
                <a:lnTo>
                  <a:pt x="523650" y="173023"/>
                </a:lnTo>
                <a:lnTo>
                  <a:pt x="524189" y="173699"/>
                </a:lnTo>
                <a:lnTo>
                  <a:pt x="524711" y="174353"/>
                </a:lnTo>
                <a:lnTo>
                  <a:pt x="525213" y="174983"/>
                </a:lnTo>
                <a:lnTo>
                  <a:pt x="525691" y="175584"/>
                </a:lnTo>
                <a:lnTo>
                  <a:pt x="526141" y="176153"/>
                </a:lnTo>
                <a:lnTo>
                  <a:pt x="526562" y="176685"/>
                </a:lnTo>
                <a:lnTo>
                  <a:pt x="526949" y="177176"/>
                </a:lnTo>
                <a:lnTo>
                  <a:pt x="527299" y="177623"/>
                </a:lnTo>
                <a:lnTo>
                  <a:pt x="527609" y="178022"/>
                </a:lnTo>
                <a:lnTo>
                  <a:pt x="527875" y="178368"/>
                </a:lnTo>
                <a:lnTo>
                  <a:pt x="528095" y="178658"/>
                </a:lnTo>
                <a:lnTo>
                  <a:pt x="528384" y="178858"/>
                </a:lnTo>
                <a:lnTo>
                  <a:pt x="528517" y="178855"/>
                </a:lnTo>
                <a:lnTo>
                  <a:pt x="528503" y="178667"/>
                </a:lnTo>
                <a:lnTo>
                  <a:pt x="528357" y="178313"/>
                </a:lnTo>
                <a:lnTo>
                  <a:pt x="528091" y="177810"/>
                </a:lnTo>
                <a:close/>
                <a:moveTo>
                  <a:pt x="534022" y="184204"/>
                </a:moveTo>
                <a:lnTo>
                  <a:pt x="533429" y="183504"/>
                </a:lnTo>
                <a:lnTo>
                  <a:pt x="532801" y="182753"/>
                </a:lnTo>
                <a:lnTo>
                  <a:pt x="532151" y="181969"/>
                </a:lnTo>
                <a:lnTo>
                  <a:pt x="531492" y="181169"/>
                </a:lnTo>
                <a:lnTo>
                  <a:pt x="530838" y="180371"/>
                </a:lnTo>
                <a:lnTo>
                  <a:pt x="530201" y="179592"/>
                </a:lnTo>
                <a:lnTo>
                  <a:pt x="529595" y="178851"/>
                </a:lnTo>
                <a:lnTo>
                  <a:pt x="529033" y="178164"/>
                </a:lnTo>
                <a:lnTo>
                  <a:pt x="528528" y="177549"/>
                </a:lnTo>
                <a:lnTo>
                  <a:pt x="528093" y="177025"/>
                </a:lnTo>
                <a:lnTo>
                  <a:pt x="527741" y="176608"/>
                </a:lnTo>
                <a:lnTo>
                  <a:pt x="527487" y="176316"/>
                </a:lnTo>
                <a:lnTo>
                  <a:pt x="527342" y="176167"/>
                </a:lnTo>
                <a:lnTo>
                  <a:pt x="527320" y="176178"/>
                </a:lnTo>
                <a:lnTo>
                  <a:pt x="527434" y="176367"/>
                </a:lnTo>
                <a:lnTo>
                  <a:pt x="527698" y="176752"/>
                </a:lnTo>
                <a:lnTo>
                  <a:pt x="528124" y="177350"/>
                </a:lnTo>
                <a:lnTo>
                  <a:pt x="528726" y="178179"/>
                </a:lnTo>
                <a:lnTo>
                  <a:pt x="529516" y="179257"/>
                </a:lnTo>
                <a:lnTo>
                  <a:pt x="530451" y="180522"/>
                </a:lnTo>
                <a:lnTo>
                  <a:pt x="531455" y="181875"/>
                </a:lnTo>
                <a:lnTo>
                  <a:pt x="532514" y="183296"/>
                </a:lnTo>
                <a:lnTo>
                  <a:pt x="533615" y="184770"/>
                </a:lnTo>
                <a:lnTo>
                  <a:pt x="534746" y="186279"/>
                </a:lnTo>
                <a:lnTo>
                  <a:pt x="535893" y="187804"/>
                </a:lnTo>
                <a:lnTo>
                  <a:pt x="537044" y="189330"/>
                </a:lnTo>
                <a:lnTo>
                  <a:pt x="538184" y="190838"/>
                </a:lnTo>
                <a:lnTo>
                  <a:pt x="539302" y="192310"/>
                </a:lnTo>
                <a:lnTo>
                  <a:pt x="540384" y="193731"/>
                </a:lnTo>
                <a:lnTo>
                  <a:pt x="541417" y="195082"/>
                </a:lnTo>
                <a:lnTo>
                  <a:pt x="542388" y="196345"/>
                </a:lnTo>
                <a:lnTo>
                  <a:pt x="543283" y="197504"/>
                </a:lnTo>
                <a:lnTo>
                  <a:pt x="544091" y="198541"/>
                </a:lnTo>
                <a:lnTo>
                  <a:pt x="544797" y="199438"/>
                </a:lnTo>
                <a:lnTo>
                  <a:pt x="545389" y="200179"/>
                </a:lnTo>
                <a:lnTo>
                  <a:pt x="545854" y="200746"/>
                </a:lnTo>
                <a:lnTo>
                  <a:pt x="546178" y="201120"/>
                </a:lnTo>
                <a:lnTo>
                  <a:pt x="546349" y="201286"/>
                </a:lnTo>
                <a:lnTo>
                  <a:pt x="546353" y="201226"/>
                </a:lnTo>
                <a:lnTo>
                  <a:pt x="546178" y="200921"/>
                </a:lnTo>
                <a:lnTo>
                  <a:pt x="545810" y="200355"/>
                </a:lnTo>
                <a:lnTo>
                  <a:pt x="545237" y="199511"/>
                </a:lnTo>
                <a:lnTo>
                  <a:pt x="544444" y="198371"/>
                </a:lnTo>
                <a:lnTo>
                  <a:pt x="543647" y="197218"/>
                </a:lnTo>
                <a:lnTo>
                  <a:pt x="543072" y="196340"/>
                </a:lnTo>
                <a:lnTo>
                  <a:pt x="542692" y="195707"/>
                </a:lnTo>
                <a:lnTo>
                  <a:pt x="542484" y="195286"/>
                </a:lnTo>
                <a:lnTo>
                  <a:pt x="542422" y="195045"/>
                </a:lnTo>
                <a:lnTo>
                  <a:pt x="542479" y="194954"/>
                </a:lnTo>
                <a:lnTo>
                  <a:pt x="542632" y="194981"/>
                </a:lnTo>
                <a:lnTo>
                  <a:pt x="542853" y="195095"/>
                </a:lnTo>
                <a:lnTo>
                  <a:pt x="543119" y="195263"/>
                </a:lnTo>
                <a:lnTo>
                  <a:pt x="543403" y="195455"/>
                </a:lnTo>
                <a:lnTo>
                  <a:pt x="543681" y="195638"/>
                </a:lnTo>
                <a:lnTo>
                  <a:pt x="543926" y="195782"/>
                </a:lnTo>
                <a:lnTo>
                  <a:pt x="544113" y="195855"/>
                </a:lnTo>
                <a:lnTo>
                  <a:pt x="544218" y="195826"/>
                </a:lnTo>
                <a:lnTo>
                  <a:pt x="544214" y="195662"/>
                </a:lnTo>
                <a:lnTo>
                  <a:pt x="544076" y="195333"/>
                </a:lnTo>
                <a:lnTo>
                  <a:pt x="543779" y="194806"/>
                </a:lnTo>
                <a:lnTo>
                  <a:pt x="543297" y="194051"/>
                </a:lnTo>
                <a:lnTo>
                  <a:pt x="542605" y="193036"/>
                </a:lnTo>
                <a:lnTo>
                  <a:pt x="541678" y="191730"/>
                </a:lnTo>
                <a:lnTo>
                  <a:pt x="540490" y="190100"/>
                </a:lnTo>
                <a:lnTo>
                  <a:pt x="539016" y="188116"/>
                </a:lnTo>
                <a:lnTo>
                  <a:pt x="537230" y="185746"/>
                </a:lnTo>
                <a:lnTo>
                  <a:pt x="535107" y="182958"/>
                </a:lnTo>
                <a:lnTo>
                  <a:pt x="532803" y="179978"/>
                </a:lnTo>
                <a:lnTo>
                  <a:pt x="530493" y="177036"/>
                </a:lnTo>
                <a:lnTo>
                  <a:pt x="528189" y="174145"/>
                </a:lnTo>
                <a:lnTo>
                  <a:pt x="525903" y="171316"/>
                </a:lnTo>
                <a:lnTo>
                  <a:pt x="523649" y="168560"/>
                </a:lnTo>
                <a:lnTo>
                  <a:pt x="521438" y="165890"/>
                </a:lnTo>
                <a:lnTo>
                  <a:pt x="519284" y="163317"/>
                </a:lnTo>
                <a:lnTo>
                  <a:pt x="517198" y="160852"/>
                </a:lnTo>
                <a:lnTo>
                  <a:pt x="515194" y="158509"/>
                </a:lnTo>
                <a:lnTo>
                  <a:pt x="513284" y="156297"/>
                </a:lnTo>
                <a:lnTo>
                  <a:pt x="511481" y="154229"/>
                </a:lnTo>
                <a:lnTo>
                  <a:pt x="509797" y="152317"/>
                </a:lnTo>
                <a:lnTo>
                  <a:pt x="508244" y="150573"/>
                </a:lnTo>
                <a:lnTo>
                  <a:pt x="506836" y="149007"/>
                </a:lnTo>
                <a:lnTo>
                  <a:pt x="505585" y="147632"/>
                </a:lnTo>
                <a:lnTo>
                  <a:pt x="504503" y="146460"/>
                </a:lnTo>
                <a:lnTo>
                  <a:pt x="503604" y="145502"/>
                </a:lnTo>
                <a:lnTo>
                  <a:pt x="502899" y="144769"/>
                </a:lnTo>
                <a:lnTo>
                  <a:pt x="502401" y="144274"/>
                </a:lnTo>
                <a:lnTo>
                  <a:pt x="502123" y="144029"/>
                </a:lnTo>
                <a:lnTo>
                  <a:pt x="502077" y="144045"/>
                </a:lnTo>
                <a:lnTo>
                  <a:pt x="502277" y="144333"/>
                </a:lnTo>
                <a:lnTo>
                  <a:pt x="502733" y="144906"/>
                </a:lnTo>
                <a:lnTo>
                  <a:pt x="503460" y="145775"/>
                </a:lnTo>
                <a:lnTo>
                  <a:pt x="504378" y="146858"/>
                </a:lnTo>
                <a:lnTo>
                  <a:pt x="505384" y="148045"/>
                </a:lnTo>
                <a:lnTo>
                  <a:pt x="506471" y="149330"/>
                </a:lnTo>
                <a:lnTo>
                  <a:pt x="507631" y="150705"/>
                </a:lnTo>
                <a:lnTo>
                  <a:pt x="508858" y="152164"/>
                </a:lnTo>
                <a:lnTo>
                  <a:pt x="510145" y="153698"/>
                </a:lnTo>
                <a:lnTo>
                  <a:pt x="511486" y="155302"/>
                </a:lnTo>
                <a:lnTo>
                  <a:pt x="512874" y="156968"/>
                </a:lnTo>
                <a:lnTo>
                  <a:pt x="514303" y="158689"/>
                </a:lnTo>
                <a:lnTo>
                  <a:pt x="515764" y="160458"/>
                </a:lnTo>
                <a:lnTo>
                  <a:pt x="517253" y="162268"/>
                </a:lnTo>
                <a:lnTo>
                  <a:pt x="518762" y="164112"/>
                </a:lnTo>
                <a:lnTo>
                  <a:pt x="520284" y="165983"/>
                </a:lnTo>
                <a:lnTo>
                  <a:pt x="521813" y="167873"/>
                </a:lnTo>
                <a:lnTo>
                  <a:pt x="523342" y="169777"/>
                </a:lnTo>
                <a:lnTo>
                  <a:pt x="524865" y="171686"/>
                </a:lnTo>
                <a:lnTo>
                  <a:pt x="526374" y="173594"/>
                </a:lnTo>
                <a:lnTo>
                  <a:pt x="527862" y="175494"/>
                </a:lnTo>
                <a:lnTo>
                  <a:pt x="529325" y="177378"/>
                </a:lnTo>
                <a:lnTo>
                  <a:pt x="530753" y="179240"/>
                </a:lnTo>
                <a:lnTo>
                  <a:pt x="532142" y="181072"/>
                </a:lnTo>
                <a:lnTo>
                  <a:pt x="533483" y="182868"/>
                </a:lnTo>
                <a:lnTo>
                  <a:pt x="534771" y="184621"/>
                </a:lnTo>
                <a:lnTo>
                  <a:pt x="535999" y="186322"/>
                </a:lnTo>
                <a:lnTo>
                  <a:pt x="535779" y="186142"/>
                </a:lnTo>
                <a:lnTo>
                  <a:pt x="535458" y="185822"/>
                </a:lnTo>
                <a:lnTo>
                  <a:pt x="535050" y="185380"/>
                </a:lnTo>
                <a:lnTo>
                  <a:pt x="534567" y="184835"/>
                </a:lnTo>
                <a:lnTo>
                  <a:pt x="534022" y="184204"/>
                </a:lnTo>
                <a:close/>
                <a:moveTo>
                  <a:pt x="534970" y="189936"/>
                </a:moveTo>
                <a:lnTo>
                  <a:pt x="535191" y="190341"/>
                </a:lnTo>
                <a:lnTo>
                  <a:pt x="535437" y="190764"/>
                </a:lnTo>
                <a:lnTo>
                  <a:pt x="535707" y="191204"/>
                </a:lnTo>
                <a:lnTo>
                  <a:pt x="535999" y="191659"/>
                </a:lnTo>
                <a:lnTo>
                  <a:pt x="536313" y="192130"/>
                </a:lnTo>
                <a:lnTo>
                  <a:pt x="536647" y="192615"/>
                </a:lnTo>
                <a:lnTo>
                  <a:pt x="537000" y="193114"/>
                </a:lnTo>
                <a:lnTo>
                  <a:pt x="537372" y="193626"/>
                </a:lnTo>
                <a:lnTo>
                  <a:pt x="537759" y="194151"/>
                </a:lnTo>
                <a:lnTo>
                  <a:pt x="538163" y="194687"/>
                </a:lnTo>
                <a:lnTo>
                  <a:pt x="538580" y="195234"/>
                </a:lnTo>
                <a:lnTo>
                  <a:pt x="539011" y="195792"/>
                </a:lnTo>
                <a:lnTo>
                  <a:pt x="539453" y="196359"/>
                </a:lnTo>
                <a:lnTo>
                  <a:pt x="539906" y="196935"/>
                </a:lnTo>
                <a:lnTo>
                  <a:pt x="540368" y="197519"/>
                </a:lnTo>
                <a:lnTo>
                  <a:pt x="540839" y="198110"/>
                </a:lnTo>
                <a:lnTo>
                  <a:pt x="541317" y="198708"/>
                </a:lnTo>
                <a:lnTo>
                  <a:pt x="541800" y="199312"/>
                </a:lnTo>
                <a:lnTo>
                  <a:pt x="542288" y="199921"/>
                </a:lnTo>
                <a:lnTo>
                  <a:pt x="542779" y="200535"/>
                </a:lnTo>
                <a:lnTo>
                  <a:pt x="542554" y="200150"/>
                </a:lnTo>
                <a:lnTo>
                  <a:pt x="542316" y="199751"/>
                </a:lnTo>
                <a:lnTo>
                  <a:pt x="542065" y="199340"/>
                </a:lnTo>
                <a:lnTo>
                  <a:pt x="541801" y="198917"/>
                </a:lnTo>
                <a:lnTo>
                  <a:pt x="541526" y="198483"/>
                </a:lnTo>
                <a:lnTo>
                  <a:pt x="541239" y="198037"/>
                </a:lnTo>
                <a:lnTo>
                  <a:pt x="540940" y="197581"/>
                </a:lnTo>
                <a:lnTo>
                  <a:pt x="540630" y="197113"/>
                </a:lnTo>
                <a:lnTo>
                  <a:pt x="540309" y="196636"/>
                </a:lnTo>
                <a:lnTo>
                  <a:pt x="539978" y="196149"/>
                </a:lnTo>
                <a:lnTo>
                  <a:pt x="539635" y="195652"/>
                </a:lnTo>
                <a:lnTo>
                  <a:pt x="539283" y="195147"/>
                </a:lnTo>
                <a:lnTo>
                  <a:pt x="538921" y="194632"/>
                </a:lnTo>
                <a:lnTo>
                  <a:pt x="538549" y="194110"/>
                </a:lnTo>
                <a:lnTo>
                  <a:pt x="538168" y="193579"/>
                </a:lnTo>
                <a:lnTo>
                  <a:pt x="537778" y="193041"/>
                </a:lnTo>
                <a:lnTo>
                  <a:pt x="537379" y="192495"/>
                </a:lnTo>
                <a:lnTo>
                  <a:pt x="536971" y="191942"/>
                </a:lnTo>
                <a:lnTo>
                  <a:pt x="536556" y="191383"/>
                </a:lnTo>
                <a:lnTo>
                  <a:pt x="536132" y="190818"/>
                </a:lnTo>
                <a:lnTo>
                  <a:pt x="535700" y="190247"/>
                </a:lnTo>
                <a:lnTo>
                  <a:pt x="535261" y="189670"/>
                </a:lnTo>
                <a:lnTo>
                  <a:pt x="534815" y="189088"/>
                </a:lnTo>
                <a:lnTo>
                  <a:pt x="534362" y="188502"/>
                </a:lnTo>
                <a:lnTo>
                  <a:pt x="534471" y="188831"/>
                </a:lnTo>
                <a:lnTo>
                  <a:pt x="534609" y="189180"/>
                </a:lnTo>
                <a:lnTo>
                  <a:pt x="534776" y="189549"/>
                </a:lnTo>
                <a:lnTo>
                  <a:pt x="534970" y="189936"/>
                </a:lnTo>
                <a:close/>
                <a:moveTo>
                  <a:pt x="585676" y="200211"/>
                </a:moveTo>
                <a:lnTo>
                  <a:pt x="585911" y="200606"/>
                </a:lnTo>
                <a:lnTo>
                  <a:pt x="586182" y="201040"/>
                </a:lnTo>
                <a:lnTo>
                  <a:pt x="586484" y="201509"/>
                </a:lnTo>
                <a:lnTo>
                  <a:pt x="586814" y="202008"/>
                </a:lnTo>
                <a:lnTo>
                  <a:pt x="587170" y="202533"/>
                </a:lnTo>
                <a:lnTo>
                  <a:pt x="587546" y="203082"/>
                </a:lnTo>
                <a:lnTo>
                  <a:pt x="587940" y="203650"/>
                </a:lnTo>
                <a:lnTo>
                  <a:pt x="588348" y="204234"/>
                </a:lnTo>
                <a:lnTo>
                  <a:pt x="588767" y="204830"/>
                </a:lnTo>
                <a:lnTo>
                  <a:pt x="589193" y="205434"/>
                </a:lnTo>
                <a:lnTo>
                  <a:pt x="589622" y="206042"/>
                </a:lnTo>
                <a:lnTo>
                  <a:pt x="590051" y="206651"/>
                </a:lnTo>
                <a:lnTo>
                  <a:pt x="590477" y="207257"/>
                </a:lnTo>
                <a:lnTo>
                  <a:pt x="590895" y="207856"/>
                </a:lnTo>
                <a:lnTo>
                  <a:pt x="591303" y="208444"/>
                </a:lnTo>
                <a:lnTo>
                  <a:pt x="591697" y="209018"/>
                </a:lnTo>
                <a:lnTo>
                  <a:pt x="592074" y="209575"/>
                </a:lnTo>
                <a:lnTo>
                  <a:pt x="592429" y="210109"/>
                </a:lnTo>
                <a:lnTo>
                  <a:pt x="592759" y="210618"/>
                </a:lnTo>
                <a:lnTo>
                  <a:pt x="593061" y="211097"/>
                </a:lnTo>
                <a:lnTo>
                  <a:pt x="592910" y="210774"/>
                </a:lnTo>
                <a:lnTo>
                  <a:pt x="592728" y="210407"/>
                </a:lnTo>
                <a:lnTo>
                  <a:pt x="592517" y="210002"/>
                </a:lnTo>
                <a:lnTo>
                  <a:pt x="592278" y="209560"/>
                </a:lnTo>
                <a:lnTo>
                  <a:pt x="592013" y="209088"/>
                </a:lnTo>
                <a:lnTo>
                  <a:pt x="591726" y="208587"/>
                </a:lnTo>
                <a:lnTo>
                  <a:pt x="591419" y="208062"/>
                </a:lnTo>
                <a:lnTo>
                  <a:pt x="591092" y="207517"/>
                </a:lnTo>
                <a:lnTo>
                  <a:pt x="590750" y="206955"/>
                </a:lnTo>
                <a:lnTo>
                  <a:pt x="590393" y="206380"/>
                </a:lnTo>
                <a:lnTo>
                  <a:pt x="590025" y="205796"/>
                </a:lnTo>
                <a:lnTo>
                  <a:pt x="589647" y="205207"/>
                </a:lnTo>
                <a:lnTo>
                  <a:pt x="589261" y="204616"/>
                </a:lnTo>
                <a:lnTo>
                  <a:pt x="588870" y="204027"/>
                </a:lnTo>
                <a:lnTo>
                  <a:pt x="588476" y="203444"/>
                </a:lnTo>
                <a:lnTo>
                  <a:pt x="588082" y="202871"/>
                </a:lnTo>
                <a:lnTo>
                  <a:pt x="587688" y="202311"/>
                </a:lnTo>
                <a:lnTo>
                  <a:pt x="587299" y="201768"/>
                </a:lnTo>
                <a:lnTo>
                  <a:pt x="586915" y="201246"/>
                </a:lnTo>
                <a:lnTo>
                  <a:pt x="586539" y="200749"/>
                </a:lnTo>
                <a:lnTo>
                  <a:pt x="586173" y="200280"/>
                </a:lnTo>
                <a:lnTo>
                  <a:pt x="585820" y="199844"/>
                </a:lnTo>
                <a:lnTo>
                  <a:pt x="585482" y="199443"/>
                </a:lnTo>
                <a:lnTo>
                  <a:pt x="585160" y="199082"/>
                </a:lnTo>
                <a:lnTo>
                  <a:pt x="585219" y="199289"/>
                </a:lnTo>
                <a:lnTo>
                  <a:pt x="585326" y="199548"/>
                </a:lnTo>
                <a:lnTo>
                  <a:pt x="585480" y="199856"/>
                </a:lnTo>
                <a:lnTo>
                  <a:pt x="585676" y="200211"/>
                </a:lnTo>
                <a:close/>
                <a:moveTo>
                  <a:pt x="596766" y="217146"/>
                </a:moveTo>
                <a:lnTo>
                  <a:pt x="596958" y="217492"/>
                </a:lnTo>
                <a:lnTo>
                  <a:pt x="597185" y="217878"/>
                </a:lnTo>
                <a:lnTo>
                  <a:pt x="597443" y="218300"/>
                </a:lnTo>
                <a:lnTo>
                  <a:pt x="597731" y="218754"/>
                </a:lnTo>
                <a:lnTo>
                  <a:pt x="598043" y="219237"/>
                </a:lnTo>
                <a:lnTo>
                  <a:pt x="598377" y="219744"/>
                </a:lnTo>
                <a:lnTo>
                  <a:pt x="598729" y="220271"/>
                </a:lnTo>
                <a:lnTo>
                  <a:pt x="599096" y="220815"/>
                </a:lnTo>
                <a:lnTo>
                  <a:pt x="599474" y="221372"/>
                </a:lnTo>
                <a:lnTo>
                  <a:pt x="599859" y="221938"/>
                </a:lnTo>
                <a:lnTo>
                  <a:pt x="600248" y="222508"/>
                </a:lnTo>
                <a:lnTo>
                  <a:pt x="600638" y="223080"/>
                </a:lnTo>
                <a:lnTo>
                  <a:pt x="601025" y="223648"/>
                </a:lnTo>
                <a:lnTo>
                  <a:pt x="601405" y="224210"/>
                </a:lnTo>
                <a:lnTo>
                  <a:pt x="601776" y="224761"/>
                </a:lnTo>
                <a:lnTo>
                  <a:pt x="602133" y="225297"/>
                </a:lnTo>
                <a:lnTo>
                  <a:pt x="602473" y="225815"/>
                </a:lnTo>
                <a:lnTo>
                  <a:pt x="602792" y="226310"/>
                </a:lnTo>
                <a:lnTo>
                  <a:pt x="603088" y="226779"/>
                </a:lnTo>
                <a:lnTo>
                  <a:pt x="603356" y="227218"/>
                </a:lnTo>
                <a:lnTo>
                  <a:pt x="603394" y="227115"/>
                </a:lnTo>
                <a:lnTo>
                  <a:pt x="603370" y="226933"/>
                </a:lnTo>
                <a:lnTo>
                  <a:pt x="603288" y="226679"/>
                </a:lnTo>
                <a:lnTo>
                  <a:pt x="603153" y="226359"/>
                </a:lnTo>
                <a:lnTo>
                  <a:pt x="602969" y="225980"/>
                </a:lnTo>
                <a:lnTo>
                  <a:pt x="602742" y="225548"/>
                </a:lnTo>
                <a:lnTo>
                  <a:pt x="602475" y="225070"/>
                </a:lnTo>
                <a:lnTo>
                  <a:pt x="602174" y="224553"/>
                </a:lnTo>
                <a:lnTo>
                  <a:pt x="601842" y="224003"/>
                </a:lnTo>
                <a:lnTo>
                  <a:pt x="601486" y="223427"/>
                </a:lnTo>
                <a:lnTo>
                  <a:pt x="601108" y="222830"/>
                </a:lnTo>
                <a:lnTo>
                  <a:pt x="600715" y="222220"/>
                </a:lnTo>
                <a:lnTo>
                  <a:pt x="600310" y="221604"/>
                </a:lnTo>
                <a:lnTo>
                  <a:pt x="599899" y="220987"/>
                </a:lnTo>
                <a:lnTo>
                  <a:pt x="599485" y="220376"/>
                </a:lnTo>
                <a:lnTo>
                  <a:pt x="599074" y="219778"/>
                </a:lnTo>
                <a:lnTo>
                  <a:pt x="598669" y="219200"/>
                </a:lnTo>
                <a:lnTo>
                  <a:pt x="598277" y="218647"/>
                </a:lnTo>
                <a:lnTo>
                  <a:pt x="597901" y="218127"/>
                </a:lnTo>
                <a:lnTo>
                  <a:pt x="597545" y="217645"/>
                </a:lnTo>
                <a:lnTo>
                  <a:pt x="597216" y="217209"/>
                </a:lnTo>
                <a:lnTo>
                  <a:pt x="596916" y="216826"/>
                </a:lnTo>
                <a:lnTo>
                  <a:pt x="596652" y="216500"/>
                </a:lnTo>
                <a:lnTo>
                  <a:pt x="596427" y="216240"/>
                </a:lnTo>
                <a:lnTo>
                  <a:pt x="596441" y="216387"/>
                </a:lnTo>
                <a:lnTo>
                  <a:pt x="596505" y="216589"/>
                </a:lnTo>
                <a:lnTo>
                  <a:pt x="596614" y="216844"/>
                </a:lnTo>
                <a:lnTo>
                  <a:pt x="596766" y="217146"/>
                </a:lnTo>
                <a:close/>
                <a:moveTo>
                  <a:pt x="568996" y="231201"/>
                </a:moveTo>
                <a:lnTo>
                  <a:pt x="567884" y="229511"/>
                </a:lnTo>
                <a:lnTo>
                  <a:pt x="566701" y="227749"/>
                </a:lnTo>
                <a:lnTo>
                  <a:pt x="565473" y="225949"/>
                </a:lnTo>
                <a:lnTo>
                  <a:pt x="564227" y="224149"/>
                </a:lnTo>
                <a:lnTo>
                  <a:pt x="562989" y="222384"/>
                </a:lnTo>
                <a:lnTo>
                  <a:pt x="561788" y="220689"/>
                </a:lnTo>
                <a:lnTo>
                  <a:pt x="560648" y="219102"/>
                </a:lnTo>
                <a:lnTo>
                  <a:pt x="559597" y="217656"/>
                </a:lnTo>
                <a:lnTo>
                  <a:pt x="558662" y="216390"/>
                </a:lnTo>
                <a:lnTo>
                  <a:pt x="557869" y="215338"/>
                </a:lnTo>
                <a:lnTo>
                  <a:pt x="557246" y="214536"/>
                </a:lnTo>
                <a:lnTo>
                  <a:pt x="556817" y="214020"/>
                </a:lnTo>
                <a:lnTo>
                  <a:pt x="556612" y="213826"/>
                </a:lnTo>
                <a:lnTo>
                  <a:pt x="556655" y="213990"/>
                </a:lnTo>
                <a:lnTo>
                  <a:pt x="556974" y="214548"/>
                </a:lnTo>
                <a:lnTo>
                  <a:pt x="557596" y="215535"/>
                </a:lnTo>
                <a:lnTo>
                  <a:pt x="558547" y="216988"/>
                </a:lnTo>
                <a:lnTo>
                  <a:pt x="559854" y="218942"/>
                </a:lnTo>
                <a:lnTo>
                  <a:pt x="561543" y="221434"/>
                </a:lnTo>
                <a:lnTo>
                  <a:pt x="561923" y="221988"/>
                </a:lnTo>
                <a:lnTo>
                  <a:pt x="562310" y="222543"/>
                </a:lnTo>
                <a:lnTo>
                  <a:pt x="562705" y="223100"/>
                </a:lnTo>
                <a:lnTo>
                  <a:pt x="563106" y="223662"/>
                </a:lnTo>
                <a:lnTo>
                  <a:pt x="563515" y="224228"/>
                </a:lnTo>
                <a:lnTo>
                  <a:pt x="563932" y="224800"/>
                </a:lnTo>
                <a:lnTo>
                  <a:pt x="564355" y="225379"/>
                </a:lnTo>
                <a:lnTo>
                  <a:pt x="564785" y="225965"/>
                </a:lnTo>
                <a:lnTo>
                  <a:pt x="565222" y="226561"/>
                </a:lnTo>
                <a:lnTo>
                  <a:pt x="565666" y="227167"/>
                </a:lnTo>
                <a:lnTo>
                  <a:pt x="566117" y="227784"/>
                </a:lnTo>
                <a:lnTo>
                  <a:pt x="566575" y="228413"/>
                </a:lnTo>
                <a:lnTo>
                  <a:pt x="567039" y="229056"/>
                </a:lnTo>
                <a:lnTo>
                  <a:pt x="567509" y="229713"/>
                </a:lnTo>
                <a:lnTo>
                  <a:pt x="567986" y="230385"/>
                </a:lnTo>
                <a:lnTo>
                  <a:pt x="568469" y="231074"/>
                </a:lnTo>
                <a:lnTo>
                  <a:pt x="568959" y="231780"/>
                </a:lnTo>
                <a:lnTo>
                  <a:pt x="569454" y="232505"/>
                </a:lnTo>
                <a:lnTo>
                  <a:pt x="569956" y="233249"/>
                </a:lnTo>
                <a:lnTo>
                  <a:pt x="570463" y="234014"/>
                </a:lnTo>
                <a:lnTo>
                  <a:pt x="570977" y="234801"/>
                </a:lnTo>
                <a:lnTo>
                  <a:pt x="571496" y="235611"/>
                </a:lnTo>
                <a:lnTo>
                  <a:pt x="572021" y="236445"/>
                </a:lnTo>
                <a:lnTo>
                  <a:pt x="572552" y="237304"/>
                </a:lnTo>
                <a:lnTo>
                  <a:pt x="572197" y="236515"/>
                </a:lnTo>
                <a:lnTo>
                  <a:pt x="571637" y="235475"/>
                </a:lnTo>
                <a:lnTo>
                  <a:pt x="570900" y="234219"/>
                </a:lnTo>
                <a:lnTo>
                  <a:pt x="570010" y="232782"/>
                </a:lnTo>
                <a:lnTo>
                  <a:pt x="568996" y="231201"/>
                </a:lnTo>
                <a:close/>
                <a:moveTo>
                  <a:pt x="602248" y="228780"/>
                </a:moveTo>
                <a:lnTo>
                  <a:pt x="602602" y="229373"/>
                </a:lnTo>
                <a:lnTo>
                  <a:pt x="602988" y="230004"/>
                </a:lnTo>
                <a:lnTo>
                  <a:pt x="603403" y="230668"/>
                </a:lnTo>
                <a:lnTo>
                  <a:pt x="603843" y="231363"/>
                </a:lnTo>
                <a:lnTo>
                  <a:pt x="604304" y="232084"/>
                </a:lnTo>
                <a:lnTo>
                  <a:pt x="604784" y="232826"/>
                </a:lnTo>
                <a:lnTo>
                  <a:pt x="605277" y="233585"/>
                </a:lnTo>
                <a:lnTo>
                  <a:pt x="605781" y="234357"/>
                </a:lnTo>
                <a:lnTo>
                  <a:pt x="606292" y="235138"/>
                </a:lnTo>
                <a:lnTo>
                  <a:pt x="606807" y="235924"/>
                </a:lnTo>
                <a:lnTo>
                  <a:pt x="607321" y="236710"/>
                </a:lnTo>
                <a:lnTo>
                  <a:pt x="607831" y="237493"/>
                </a:lnTo>
                <a:lnTo>
                  <a:pt x="608333" y="238268"/>
                </a:lnTo>
                <a:lnTo>
                  <a:pt x="608825" y="239030"/>
                </a:lnTo>
                <a:lnTo>
                  <a:pt x="609301" y="239777"/>
                </a:lnTo>
                <a:lnTo>
                  <a:pt x="609759" y="240503"/>
                </a:lnTo>
                <a:lnTo>
                  <a:pt x="610195" y="241204"/>
                </a:lnTo>
                <a:lnTo>
                  <a:pt x="610604" y="241877"/>
                </a:lnTo>
                <a:lnTo>
                  <a:pt x="610985" y="242516"/>
                </a:lnTo>
                <a:lnTo>
                  <a:pt x="610849" y="242169"/>
                </a:lnTo>
                <a:lnTo>
                  <a:pt x="610662" y="241762"/>
                </a:lnTo>
                <a:lnTo>
                  <a:pt x="610428" y="241300"/>
                </a:lnTo>
                <a:lnTo>
                  <a:pt x="610150" y="240788"/>
                </a:lnTo>
                <a:lnTo>
                  <a:pt x="609833" y="240229"/>
                </a:lnTo>
                <a:lnTo>
                  <a:pt x="609480" y="239628"/>
                </a:lnTo>
                <a:lnTo>
                  <a:pt x="609094" y="238989"/>
                </a:lnTo>
                <a:lnTo>
                  <a:pt x="608679" y="238317"/>
                </a:lnTo>
                <a:lnTo>
                  <a:pt x="608239" y="237616"/>
                </a:lnTo>
                <a:lnTo>
                  <a:pt x="607778" y="236890"/>
                </a:lnTo>
                <a:lnTo>
                  <a:pt x="607299" y="236143"/>
                </a:lnTo>
                <a:lnTo>
                  <a:pt x="606805" y="235380"/>
                </a:lnTo>
                <a:lnTo>
                  <a:pt x="606301" y="234605"/>
                </a:lnTo>
                <a:lnTo>
                  <a:pt x="605790" y="233823"/>
                </a:lnTo>
                <a:lnTo>
                  <a:pt x="605275" y="233038"/>
                </a:lnTo>
                <a:lnTo>
                  <a:pt x="604761" y="232253"/>
                </a:lnTo>
                <a:lnTo>
                  <a:pt x="604250" y="231475"/>
                </a:lnTo>
                <a:lnTo>
                  <a:pt x="603747" y="230705"/>
                </a:lnTo>
                <a:lnTo>
                  <a:pt x="603256" y="229950"/>
                </a:lnTo>
                <a:lnTo>
                  <a:pt x="602779" y="229214"/>
                </a:lnTo>
                <a:lnTo>
                  <a:pt x="602321" y="228499"/>
                </a:lnTo>
                <a:lnTo>
                  <a:pt x="601884" y="227812"/>
                </a:lnTo>
                <a:lnTo>
                  <a:pt x="601474" y="227157"/>
                </a:lnTo>
                <a:lnTo>
                  <a:pt x="601093" y="226537"/>
                </a:lnTo>
                <a:lnTo>
                  <a:pt x="601230" y="226875"/>
                </a:lnTo>
                <a:lnTo>
                  <a:pt x="601418" y="227273"/>
                </a:lnTo>
                <a:lnTo>
                  <a:pt x="601652" y="227726"/>
                </a:lnTo>
                <a:lnTo>
                  <a:pt x="601930" y="228230"/>
                </a:lnTo>
                <a:lnTo>
                  <a:pt x="602248" y="228780"/>
                </a:lnTo>
                <a:close/>
              </a:path>
            </a:pathLst>
          </a:custGeom>
          <a:solidFill xmlns:a="http://schemas.openxmlformats.org/drawingml/2006/main">
            <a:srgbClr val="7CADE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Text Personwith">
            <a:extLst xmlns:a="http://schemas.openxmlformats.org/drawingml/2006/main">
              <a:ext uri="{FF2B5EF4-FFF2-40B4-BE49-F238E27FC236}">
                <a16:creationId xmlns:a16="http://schemas.microsoft.com/office/drawing/2014/main" id="{89A6339F-AF7E-4F1E-8A4E-A0C38D03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139" y="1635950"/>
            <a:ext cx="708851" cy="96800"/>
          </a:xfrm>
          <a:custGeom xmlns:a="http://schemas.openxmlformats.org/drawingml/2006/main">
            <a:pathLst>
              <a:path w="708851" h="96800">
                <a:moveTo>
                  <a:pt x="0" y="95324"/>
                </a:moveTo>
                <a:lnTo>
                  <a:pt x="0" y="91027"/>
                </a:lnTo>
                <a:lnTo>
                  <a:pt x="3300" y="91027"/>
                </a:lnTo>
                <a:cubicBezTo>
                  <a:pt x="8249" y="91027"/>
                  <a:pt x="11297" y="90615"/>
                  <a:pt x="12442" y="89792"/>
                </a:cubicBezTo>
                <a:cubicBezTo>
                  <a:pt x="13587" y="88968"/>
                  <a:pt x="14160" y="87229"/>
                  <a:pt x="14160" y="84575"/>
                </a:cubicBezTo>
                <a:lnTo>
                  <a:pt x="14160" y="12226"/>
                </a:lnTo>
                <a:cubicBezTo>
                  <a:pt x="14160" y="9572"/>
                  <a:pt x="13587" y="7832"/>
                  <a:pt x="12442" y="7009"/>
                </a:cubicBezTo>
                <a:cubicBezTo>
                  <a:pt x="11297" y="6185"/>
                  <a:pt x="8249" y="5773"/>
                  <a:pt x="3300" y="5773"/>
                </a:cubicBezTo>
                <a:lnTo>
                  <a:pt x="0" y="5773"/>
                </a:lnTo>
                <a:lnTo>
                  <a:pt x="0" y="1477"/>
                </a:lnTo>
                <a:lnTo>
                  <a:pt x="48530" y="1477"/>
                </a:lnTo>
                <a:cubicBezTo>
                  <a:pt x="57787" y="1477"/>
                  <a:pt x="65508" y="4021"/>
                  <a:pt x="71694" y="9109"/>
                </a:cubicBezTo>
                <a:cubicBezTo>
                  <a:pt x="77881" y="14196"/>
                  <a:pt x="80975" y="20178"/>
                  <a:pt x="80975" y="27053"/>
                </a:cubicBezTo>
                <a:cubicBezTo>
                  <a:pt x="80975" y="33842"/>
                  <a:pt x="77836" y="39690"/>
                  <a:pt x="71558" y="44597"/>
                </a:cubicBezTo>
                <a:cubicBezTo>
                  <a:pt x="65280" y="49504"/>
                  <a:pt x="57970" y="51958"/>
                  <a:pt x="49630" y="51958"/>
                </a:cubicBezTo>
                <a:lnTo>
                  <a:pt x="26397" y="51958"/>
                </a:lnTo>
                <a:lnTo>
                  <a:pt x="26397" y="84585"/>
                </a:lnTo>
                <a:cubicBezTo>
                  <a:pt x="26397" y="87235"/>
                  <a:pt x="26969" y="88972"/>
                  <a:pt x="28115" y="89794"/>
                </a:cubicBezTo>
                <a:cubicBezTo>
                  <a:pt x="29260" y="90616"/>
                  <a:pt x="32307" y="91027"/>
                  <a:pt x="37257" y="91027"/>
                </a:cubicBezTo>
                <a:lnTo>
                  <a:pt x="40557" y="91027"/>
                </a:lnTo>
                <a:lnTo>
                  <a:pt x="40557" y="95324"/>
                </a:lnTo>
                <a:cubicBezTo>
                  <a:pt x="37348" y="95047"/>
                  <a:pt x="30566" y="94908"/>
                  <a:pt x="20210" y="94908"/>
                </a:cubicBezTo>
                <a:cubicBezTo>
                  <a:pt x="9945" y="94908"/>
                  <a:pt x="3208" y="95047"/>
                  <a:pt x="0" y="95324"/>
                </a:cubicBezTo>
                <a:moveTo>
                  <a:pt x="25983" y="48333"/>
                </a:moveTo>
                <a:lnTo>
                  <a:pt x="44956" y="48333"/>
                </a:lnTo>
                <a:cubicBezTo>
                  <a:pt x="49080" y="48333"/>
                  <a:pt x="52631" y="47761"/>
                  <a:pt x="55610" y="46617"/>
                </a:cubicBezTo>
                <a:cubicBezTo>
                  <a:pt x="58589" y="45473"/>
                  <a:pt x="60766" y="44192"/>
                  <a:pt x="62141" y="42774"/>
                </a:cubicBezTo>
                <a:cubicBezTo>
                  <a:pt x="63516" y="41354"/>
                  <a:pt x="64592" y="39501"/>
                  <a:pt x="65371" y="37213"/>
                </a:cubicBezTo>
                <a:cubicBezTo>
                  <a:pt x="66150" y="34925"/>
                  <a:pt x="66585" y="33140"/>
                  <a:pt x="66676" y="31859"/>
                </a:cubicBezTo>
                <a:cubicBezTo>
                  <a:pt x="66769" y="30577"/>
                  <a:pt x="66815" y="28975"/>
                  <a:pt x="66815" y="27053"/>
                </a:cubicBezTo>
                <a:cubicBezTo>
                  <a:pt x="66815" y="25039"/>
                  <a:pt x="66769" y="23392"/>
                  <a:pt x="66676" y="22111"/>
                </a:cubicBezTo>
                <a:cubicBezTo>
                  <a:pt x="66585" y="20830"/>
                  <a:pt x="66150" y="19045"/>
                  <a:pt x="65371" y="16757"/>
                </a:cubicBezTo>
                <a:cubicBezTo>
                  <a:pt x="64592" y="14468"/>
                  <a:pt x="63516" y="12614"/>
                  <a:pt x="62141" y="11196"/>
                </a:cubicBezTo>
                <a:cubicBezTo>
                  <a:pt x="60766" y="9778"/>
                  <a:pt x="58589" y="8520"/>
                  <a:pt x="55610" y="7422"/>
                </a:cubicBezTo>
                <a:cubicBezTo>
                  <a:pt x="52631" y="6323"/>
                  <a:pt x="49080" y="5773"/>
                  <a:pt x="44956" y="5773"/>
                </a:cubicBezTo>
                <a:lnTo>
                  <a:pt x="32719" y="5773"/>
                </a:lnTo>
                <a:cubicBezTo>
                  <a:pt x="29603" y="5773"/>
                  <a:pt x="27701" y="6093"/>
                  <a:pt x="27013" y="6734"/>
                </a:cubicBezTo>
                <a:cubicBezTo>
                  <a:pt x="26327" y="7374"/>
                  <a:pt x="25983" y="8885"/>
                  <a:pt x="25983" y="11265"/>
                </a:cubicBezTo>
                <a:lnTo>
                  <a:pt x="25983" y="48333"/>
                </a:lnTo>
                <a:close/>
                <a:moveTo>
                  <a:pt x="88675" y="65136"/>
                </a:moveTo>
                <a:cubicBezTo>
                  <a:pt x="88675" y="56533"/>
                  <a:pt x="91447" y="49165"/>
                  <a:pt x="96992" y="43032"/>
                </a:cubicBezTo>
                <a:cubicBezTo>
                  <a:pt x="102538" y="36899"/>
                  <a:pt x="109297" y="33833"/>
                  <a:pt x="117270" y="33833"/>
                </a:cubicBezTo>
                <a:cubicBezTo>
                  <a:pt x="125335" y="33833"/>
                  <a:pt x="131453" y="36423"/>
                  <a:pt x="135623" y="41603"/>
                </a:cubicBezTo>
                <a:cubicBezTo>
                  <a:pt x="139794" y="46784"/>
                  <a:pt x="141879" y="53099"/>
                  <a:pt x="141879" y="60551"/>
                </a:cubicBezTo>
                <a:cubicBezTo>
                  <a:pt x="141879" y="62021"/>
                  <a:pt x="141696" y="62903"/>
                  <a:pt x="141329" y="63198"/>
                </a:cubicBezTo>
                <a:cubicBezTo>
                  <a:pt x="140963" y="63492"/>
                  <a:pt x="140001" y="63639"/>
                  <a:pt x="138443" y="63639"/>
                </a:cubicBezTo>
                <a:lnTo>
                  <a:pt x="100084" y="63639"/>
                </a:lnTo>
                <a:cubicBezTo>
                  <a:pt x="100084" y="72894"/>
                  <a:pt x="101459" y="79700"/>
                  <a:pt x="104209" y="84056"/>
                </a:cubicBezTo>
                <a:cubicBezTo>
                  <a:pt x="108059" y="90136"/>
                  <a:pt x="113238" y="93176"/>
                  <a:pt x="119745" y="93176"/>
                </a:cubicBezTo>
                <a:cubicBezTo>
                  <a:pt x="120661" y="93176"/>
                  <a:pt x="121646" y="93085"/>
                  <a:pt x="122701" y="92905"/>
                </a:cubicBezTo>
                <a:cubicBezTo>
                  <a:pt x="123755" y="92724"/>
                  <a:pt x="125382" y="92251"/>
                  <a:pt x="127582" y="91485"/>
                </a:cubicBezTo>
                <a:cubicBezTo>
                  <a:pt x="129782" y="90717"/>
                  <a:pt x="131844" y="89295"/>
                  <a:pt x="133769" y="87218"/>
                </a:cubicBezTo>
                <a:cubicBezTo>
                  <a:pt x="135695" y="85141"/>
                  <a:pt x="137207" y="82478"/>
                  <a:pt x="138306" y="79229"/>
                </a:cubicBezTo>
                <a:cubicBezTo>
                  <a:pt x="138582" y="77965"/>
                  <a:pt x="139178" y="77333"/>
                  <a:pt x="140094" y="77333"/>
                </a:cubicBezTo>
                <a:cubicBezTo>
                  <a:pt x="141284" y="77333"/>
                  <a:pt x="141879" y="77881"/>
                  <a:pt x="141879" y="78978"/>
                </a:cubicBezTo>
                <a:cubicBezTo>
                  <a:pt x="141879" y="79800"/>
                  <a:pt x="141443" y="81103"/>
                  <a:pt x="140572" y="82886"/>
                </a:cubicBezTo>
                <a:cubicBezTo>
                  <a:pt x="139702" y="84668"/>
                  <a:pt x="138442" y="86632"/>
                  <a:pt x="136792" y="88781"/>
                </a:cubicBezTo>
                <a:cubicBezTo>
                  <a:pt x="135143" y="90929"/>
                  <a:pt x="132714" y="92803"/>
                  <a:pt x="129506" y="94403"/>
                </a:cubicBezTo>
                <a:cubicBezTo>
                  <a:pt x="126298" y="96001"/>
                  <a:pt x="122769" y="96800"/>
                  <a:pt x="118921" y="96800"/>
                </a:cubicBezTo>
                <a:cubicBezTo>
                  <a:pt x="110855" y="96800"/>
                  <a:pt x="103798" y="93762"/>
                  <a:pt x="97748" y="87686"/>
                </a:cubicBezTo>
                <a:cubicBezTo>
                  <a:pt x="91699" y="81609"/>
                  <a:pt x="88675" y="74093"/>
                  <a:pt x="88675" y="65136"/>
                </a:cubicBezTo>
                <a:moveTo>
                  <a:pt x="100223" y="60551"/>
                </a:moveTo>
                <a:lnTo>
                  <a:pt x="132806" y="60551"/>
                </a:lnTo>
                <a:cubicBezTo>
                  <a:pt x="132806" y="58650"/>
                  <a:pt x="132645" y="56636"/>
                  <a:pt x="132323" y="54509"/>
                </a:cubicBezTo>
                <a:cubicBezTo>
                  <a:pt x="132003" y="52380"/>
                  <a:pt x="131362" y="49845"/>
                  <a:pt x="130400" y="46902"/>
                </a:cubicBezTo>
                <a:cubicBezTo>
                  <a:pt x="129437" y="43960"/>
                  <a:pt x="127833" y="41561"/>
                  <a:pt x="125587" y="39705"/>
                </a:cubicBezTo>
                <a:cubicBezTo>
                  <a:pt x="123343" y="37849"/>
                  <a:pt x="120570" y="36921"/>
                  <a:pt x="117270" y="36921"/>
                </a:cubicBezTo>
                <a:cubicBezTo>
                  <a:pt x="115804" y="36921"/>
                  <a:pt x="114269" y="37238"/>
                  <a:pt x="112665" y="37871"/>
                </a:cubicBezTo>
                <a:cubicBezTo>
                  <a:pt x="111061" y="38505"/>
                  <a:pt x="109297" y="39569"/>
                  <a:pt x="107372" y="41064"/>
                </a:cubicBezTo>
                <a:cubicBezTo>
                  <a:pt x="105448" y="42558"/>
                  <a:pt x="103821" y="45003"/>
                  <a:pt x="102491" y="48398"/>
                </a:cubicBezTo>
                <a:cubicBezTo>
                  <a:pt x="101162" y="51792"/>
                  <a:pt x="100406" y="55843"/>
                  <a:pt x="100223" y="60551"/>
                </a:cubicBezTo>
                <a:close/>
                <a:moveTo>
                  <a:pt x="149716" y="95324"/>
                </a:moveTo>
                <a:lnTo>
                  <a:pt x="149716" y="91027"/>
                </a:lnTo>
                <a:cubicBezTo>
                  <a:pt x="154575" y="91027"/>
                  <a:pt x="157577" y="90730"/>
                  <a:pt x="158722" y="90136"/>
                </a:cubicBezTo>
                <a:cubicBezTo>
                  <a:pt x="159867" y="89541"/>
                  <a:pt x="160440" y="87781"/>
                  <a:pt x="160440" y="84856"/>
                </a:cubicBezTo>
                <a:lnTo>
                  <a:pt x="160440" y="48094"/>
                </a:lnTo>
                <a:cubicBezTo>
                  <a:pt x="160440" y="44710"/>
                  <a:pt x="159844" y="42583"/>
                  <a:pt x="158653" y="41715"/>
                </a:cubicBezTo>
                <a:cubicBezTo>
                  <a:pt x="157461" y="40846"/>
                  <a:pt x="154482" y="40412"/>
                  <a:pt x="149716" y="40412"/>
                </a:cubicBezTo>
                <a:lnTo>
                  <a:pt x="149716" y="36151"/>
                </a:lnTo>
                <a:lnTo>
                  <a:pt x="168827" y="34639"/>
                </a:lnTo>
                <a:lnTo>
                  <a:pt x="168827" y="49739"/>
                </a:lnTo>
                <a:cubicBezTo>
                  <a:pt x="170110" y="45803"/>
                  <a:pt x="172126" y="42303"/>
                  <a:pt x="174875" y="39237"/>
                </a:cubicBezTo>
                <a:cubicBezTo>
                  <a:pt x="177625" y="36172"/>
                  <a:pt x="181245" y="34639"/>
                  <a:pt x="185735" y="34639"/>
                </a:cubicBezTo>
                <a:cubicBezTo>
                  <a:pt x="188668" y="34639"/>
                  <a:pt x="191097" y="35463"/>
                  <a:pt x="193021" y="37112"/>
                </a:cubicBezTo>
                <a:cubicBezTo>
                  <a:pt x="194947" y="38759"/>
                  <a:pt x="195910" y="40728"/>
                  <a:pt x="195910" y="43017"/>
                </a:cubicBezTo>
                <a:cubicBezTo>
                  <a:pt x="195910" y="45013"/>
                  <a:pt x="195291" y="46510"/>
                  <a:pt x="194053" y="47509"/>
                </a:cubicBezTo>
                <a:cubicBezTo>
                  <a:pt x="192817" y="48506"/>
                  <a:pt x="191465" y="49004"/>
                  <a:pt x="189998" y="49004"/>
                </a:cubicBezTo>
                <a:cubicBezTo>
                  <a:pt x="188348" y="49004"/>
                  <a:pt x="186950" y="48483"/>
                  <a:pt x="185805" y="47442"/>
                </a:cubicBezTo>
                <a:cubicBezTo>
                  <a:pt x="184659" y="46398"/>
                  <a:pt x="184086" y="44970"/>
                  <a:pt x="184086" y="43156"/>
                </a:cubicBezTo>
                <a:cubicBezTo>
                  <a:pt x="184086" y="42069"/>
                  <a:pt x="184338" y="41096"/>
                  <a:pt x="184842" y="40238"/>
                </a:cubicBezTo>
                <a:cubicBezTo>
                  <a:pt x="185347" y="39378"/>
                  <a:pt x="185805" y="38790"/>
                  <a:pt x="186216" y="38473"/>
                </a:cubicBezTo>
                <a:cubicBezTo>
                  <a:pt x="186628" y="38156"/>
                  <a:pt x="186972" y="37952"/>
                  <a:pt x="187248" y="37861"/>
                </a:cubicBezTo>
                <a:cubicBezTo>
                  <a:pt x="187065" y="37771"/>
                  <a:pt x="186560" y="37727"/>
                  <a:pt x="185735" y="37727"/>
                </a:cubicBezTo>
                <a:cubicBezTo>
                  <a:pt x="180695" y="37727"/>
                  <a:pt x="176731" y="40239"/>
                  <a:pt x="173843" y="45264"/>
                </a:cubicBezTo>
                <a:cubicBezTo>
                  <a:pt x="170956" y="50288"/>
                  <a:pt x="169513" y="56361"/>
                  <a:pt x="169513" y="63485"/>
                </a:cubicBezTo>
                <a:lnTo>
                  <a:pt x="169513" y="84587"/>
                </a:lnTo>
                <a:cubicBezTo>
                  <a:pt x="169513" y="87236"/>
                  <a:pt x="170063" y="88972"/>
                  <a:pt x="171162" y="89794"/>
                </a:cubicBezTo>
                <a:cubicBezTo>
                  <a:pt x="172263" y="90616"/>
                  <a:pt x="175196" y="91027"/>
                  <a:pt x="179962" y="91027"/>
                </a:cubicBezTo>
                <a:lnTo>
                  <a:pt x="182849" y="91027"/>
                </a:lnTo>
                <a:lnTo>
                  <a:pt x="182849" y="95324"/>
                </a:lnTo>
                <a:cubicBezTo>
                  <a:pt x="179183" y="95047"/>
                  <a:pt x="173363" y="94908"/>
                  <a:pt x="165389" y="94908"/>
                </a:cubicBezTo>
                <a:cubicBezTo>
                  <a:pt x="164290" y="94908"/>
                  <a:pt x="162869" y="94931"/>
                  <a:pt x="161126" y="94978"/>
                </a:cubicBezTo>
                <a:cubicBezTo>
                  <a:pt x="159385" y="95024"/>
                  <a:pt x="157368" y="95093"/>
                  <a:pt x="155076" y="95185"/>
                </a:cubicBezTo>
                <a:cubicBezTo>
                  <a:pt x="152785" y="95277"/>
                  <a:pt x="150999" y="95324"/>
                  <a:pt x="149716" y="95324"/>
                </a:cubicBezTo>
                <a:close/>
                <a:moveTo>
                  <a:pt x="204159" y="93507"/>
                </a:moveTo>
                <a:lnTo>
                  <a:pt x="204159" y="75393"/>
                </a:lnTo>
                <a:cubicBezTo>
                  <a:pt x="204159" y="74387"/>
                  <a:pt x="204182" y="73701"/>
                  <a:pt x="204229" y="73335"/>
                </a:cubicBezTo>
                <a:cubicBezTo>
                  <a:pt x="204275" y="72968"/>
                  <a:pt x="204435" y="72648"/>
                  <a:pt x="204709" y="72374"/>
                </a:cubicBezTo>
                <a:cubicBezTo>
                  <a:pt x="204984" y="72100"/>
                  <a:pt x="205397" y="71963"/>
                  <a:pt x="205947" y="71963"/>
                </a:cubicBezTo>
                <a:cubicBezTo>
                  <a:pt x="206587" y="71963"/>
                  <a:pt x="207022" y="72100"/>
                  <a:pt x="207251" y="72374"/>
                </a:cubicBezTo>
                <a:cubicBezTo>
                  <a:pt x="207481" y="72647"/>
                  <a:pt x="207687" y="73285"/>
                  <a:pt x="207870" y="74289"/>
                </a:cubicBezTo>
                <a:cubicBezTo>
                  <a:pt x="209245" y="80581"/>
                  <a:pt x="211422" y="85391"/>
                  <a:pt x="214401" y="88720"/>
                </a:cubicBezTo>
                <a:cubicBezTo>
                  <a:pt x="217380" y="92048"/>
                  <a:pt x="221573" y="93713"/>
                  <a:pt x="226981" y="93713"/>
                </a:cubicBezTo>
                <a:cubicBezTo>
                  <a:pt x="232114" y="93713"/>
                  <a:pt x="235986" y="92570"/>
                  <a:pt x="238597" y="90285"/>
                </a:cubicBezTo>
                <a:cubicBezTo>
                  <a:pt x="241209" y="87998"/>
                  <a:pt x="242515" y="84981"/>
                  <a:pt x="242515" y="81233"/>
                </a:cubicBezTo>
                <a:cubicBezTo>
                  <a:pt x="242515" y="74558"/>
                  <a:pt x="237749" y="70352"/>
                  <a:pt x="228217" y="68615"/>
                </a:cubicBezTo>
                <a:cubicBezTo>
                  <a:pt x="222718" y="67517"/>
                  <a:pt x="218822" y="66602"/>
                  <a:pt x="216530" y="65871"/>
                </a:cubicBezTo>
                <a:cubicBezTo>
                  <a:pt x="214239" y="65139"/>
                  <a:pt x="212086" y="63950"/>
                  <a:pt x="210071" y="62304"/>
                </a:cubicBezTo>
                <a:cubicBezTo>
                  <a:pt x="206130" y="59105"/>
                  <a:pt x="204159" y="55219"/>
                  <a:pt x="204159" y="50647"/>
                </a:cubicBezTo>
                <a:cubicBezTo>
                  <a:pt x="204159" y="46075"/>
                  <a:pt x="205900" y="42130"/>
                  <a:pt x="209383" y="38811"/>
                </a:cubicBezTo>
                <a:cubicBezTo>
                  <a:pt x="212865" y="35493"/>
                  <a:pt x="218456" y="33833"/>
                  <a:pt x="226155" y="33833"/>
                </a:cubicBezTo>
                <a:cubicBezTo>
                  <a:pt x="231287" y="33833"/>
                  <a:pt x="235595" y="35095"/>
                  <a:pt x="239079" y="37618"/>
                </a:cubicBezTo>
                <a:cubicBezTo>
                  <a:pt x="240087" y="36806"/>
                  <a:pt x="240866" y="36086"/>
                  <a:pt x="241416" y="35455"/>
                </a:cubicBezTo>
                <a:cubicBezTo>
                  <a:pt x="242608" y="34374"/>
                  <a:pt x="243524" y="33833"/>
                  <a:pt x="244166" y="33833"/>
                </a:cubicBezTo>
                <a:cubicBezTo>
                  <a:pt x="244899" y="33833"/>
                  <a:pt x="245334" y="34062"/>
                  <a:pt x="245471" y="34519"/>
                </a:cubicBezTo>
                <a:cubicBezTo>
                  <a:pt x="245610" y="34975"/>
                  <a:pt x="245679" y="35842"/>
                  <a:pt x="245679" y="37120"/>
                </a:cubicBezTo>
                <a:lnTo>
                  <a:pt x="245679" y="50953"/>
                </a:lnTo>
                <a:cubicBezTo>
                  <a:pt x="245679" y="51957"/>
                  <a:pt x="245656" y="52643"/>
                  <a:pt x="245610" y="53009"/>
                </a:cubicBezTo>
                <a:cubicBezTo>
                  <a:pt x="245563" y="53374"/>
                  <a:pt x="245403" y="53671"/>
                  <a:pt x="245127" y="53899"/>
                </a:cubicBezTo>
                <a:cubicBezTo>
                  <a:pt x="244853" y="54127"/>
                  <a:pt x="244441" y="54240"/>
                  <a:pt x="243891" y="54240"/>
                </a:cubicBezTo>
                <a:cubicBezTo>
                  <a:pt x="242883" y="54240"/>
                  <a:pt x="242333" y="53829"/>
                  <a:pt x="242241" y="53005"/>
                </a:cubicBezTo>
                <a:cubicBezTo>
                  <a:pt x="241508" y="41924"/>
                  <a:pt x="236146" y="36384"/>
                  <a:pt x="226155" y="36384"/>
                </a:cubicBezTo>
                <a:cubicBezTo>
                  <a:pt x="220747" y="36384"/>
                  <a:pt x="216828" y="37413"/>
                  <a:pt x="214399" y="39470"/>
                </a:cubicBezTo>
                <a:cubicBezTo>
                  <a:pt x="211971" y="41527"/>
                  <a:pt x="210757" y="43973"/>
                  <a:pt x="210757" y="46808"/>
                </a:cubicBezTo>
                <a:cubicBezTo>
                  <a:pt x="210757" y="48362"/>
                  <a:pt x="211123" y="49733"/>
                  <a:pt x="211856" y="50922"/>
                </a:cubicBezTo>
                <a:cubicBezTo>
                  <a:pt x="212590" y="52111"/>
                  <a:pt x="213439" y="53048"/>
                  <a:pt x="214401" y="53735"/>
                </a:cubicBezTo>
                <a:cubicBezTo>
                  <a:pt x="215363" y="54420"/>
                  <a:pt x="216738" y="55083"/>
                  <a:pt x="218525" y="55724"/>
                </a:cubicBezTo>
                <a:cubicBezTo>
                  <a:pt x="220312" y="56363"/>
                  <a:pt x="221756" y="56797"/>
                  <a:pt x="222855" y="57026"/>
                </a:cubicBezTo>
                <a:cubicBezTo>
                  <a:pt x="223955" y="57254"/>
                  <a:pt x="225560" y="57597"/>
                  <a:pt x="227667" y="58054"/>
                </a:cubicBezTo>
                <a:cubicBezTo>
                  <a:pt x="235000" y="59426"/>
                  <a:pt x="240224" y="61621"/>
                  <a:pt x="243340" y="64637"/>
                </a:cubicBezTo>
                <a:cubicBezTo>
                  <a:pt x="247190" y="68478"/>
                  <a:pt x="249115" y="72821"/>
                  <a:pt x="249115" y="77667"/>
                </a:cubicBezTo>
                <a:cubicBezTo>
                  <a:pt x="249115" y="83082"/>
                  <a:pt x="247282" y="87625"/>
                  <a:pt x="243615" y="91296"/>
                </a:cubicBezTo>
                <a:cubicBezTo>
                  <a:pt x="239949" y="94966"/>
                  <a:pt x="234405" y="96800"/>
                  <a:pt x="226981" y="96800"/>
                </a:cubicBezTo>
                <a:cubicBezTo>
                  <a:pt x="221023" y="96800"/>
                  <a:pt x="215982" y="94811"/>
                  <a:pt x="211858" y="90832"/>
                </a:cubicBezTo>
                <a:cubicBezTo>
                  <a:pt x="211309" y="91382"/>
                  <a:pt x="210827" y="91885"/>
                  <a:pt x="210415" y="92343"/>
                </a:cubicBezTo>
                <a:cubicBezTo>
                  <a:pt x="210002" y="92800"/>
                  <a:pt x="209728" y="93120"/>
                  <a:pt x="209590" y="93303"/>
                </a:cubicBezTo>
                <a:cubicBezTo>
                  <a:pt x="209453" y="93487"/>
                  <a:pt x="209362" y="93624"/>
                  <a:pt x="209316" y="93717"/>
                </a:cubicBezTo>
                <a:cubicBezTo>
                  <a:pt x="209270" y="93808"/>
                  <a:pt x="209200" y="93900"/>
                  <a:pt x="209108" y="93994"/>
                </a:cubicBezTo>
                <a:cubicBezTo>
                  <a:pt x="207276" y="95865"/>
                  <a:pt x="206131" y="96800"/>
                  <a:pt x="205672" y="96800"/>
                </a:cubicBezTo>
                <a:cubicBezTo>
                  <a:pt x="204939" y="96800"/>
                  <a:pt x="204503" y="96572"/>
                  <a:pt x="204365" y="96115"/>
                </a:cubicBezTo>
                <a:cubicBezTo>
                  <a:pt x="204228" y="95657"/>
                  <a:pt x="204159" y="94788"/>
                  <a:pt x="204159" y="93507"/>
                </a:cubicBezTo>
                <a:close/>
                <a:moveTo>
                  <a:pt x="266712" y="87820"/>
                </a:moveTo>
                <a:cubicBezTo>
                  <a:pt x="260663" y="81833"/>
                  <a:pt x="257639" y="74516"/>
                  <a:pt x="257639" y="65869"/>
                </a:cubicBezTo>
                <a:cubicBezTo>
                  <a:pt x="257639" y="57220"/>
                  <a:pt x="260594" y="49719"/>
                  <a:pt x="266506" y="43366"/>
                </a:cubicBezTo>
                <a:cubicBezTo>
                  <a:pt x="272418" y="37011"/>
                  <a:pt x="279635" y="33833"/>
                  <a:pt x="288159" y="33833"/>
                </a:cubicBezTo>
                <a:cubicBezTo>
                  <a:pt x="296500" y="33833"/>
                  <a:pt x="303649" y="36982"/>
                  <a:pt x="309605" y="43280"/>
                </a:cubicBezTo>
                <a:cubicBezTo>
                  <a:pt x="315563" y="49577"/>
                  <a:pt x="318542" y="57107"/>
                  <a:pt x="318542" y="65869"/>
                </a:cubicBezTo>
                <a:cubicBezTo>
                  <a:pt x="318542" y="74483"/>
                  <a:pt x="315540" y="81793"/>
                  <a:pt x="309536" y="87797"/>
                </a:cubicBezTo>
                <a:cubicBezTo>
                  <a:pt x="303533" y="93799"/>
                  <a:pt x="296362" y="96800"/>
                  <a:pt x="288021" y="96800"/>
                </a:cubicBezTo>
                <a:cubicBezTo>
                  <a:pt x="279863" y="96800"/>
                  <a:pt x="272760" y="93807"/>
                  <a:pt x="266712" y="87820"/>
                </a:cubicBezTo>
                <a:moveTo>
                  <a:pt x="269048" y="64776"/>
                </a:moveTo>
                <a:cubicBezTo>
                  <a:pt x="269048" y="73605"/>
                  <a:pt x="270194" y="80022"/>
                  <a:pt x="272485" y="84027"/>
                </a:cubicBezTo>
                <a:cubicBezTo>
                  <a:pt x="276059" y="90126"/>
                  <a:pt x="281284" y="93176"/>
                  <a:pt x="288159" y="93176"/>
                </a:cubicBezTo>
                <a:cubicBezTo>
                  <a:pt x="291551" y="93176"/>
                  <a:pt x="294667" y="92266"/>
                  <a:pt x="297507" y="90446"/>
                </a:cubicBezTo>
                <a:cubicBezTo>
                  <a:pt x="300349" y="88625"/>
                  <a:pt x="302549" y="86167"/>
                  <a:pt x="304107" y="83073"/>
                </a:cubicBezTo>
                <a:cubicBezTo>
                  <a:pt x="306123" y="79067"/>
                  <a:pt x="307132" y="72968"/>
                  <a:pt x="307132" y="64776"/>
                </a:cubicBezTo>
                <a:cubicBezTo>
                  <a:pt x="307132" y="56036"/>
                  <a:pt x="305940" y="49710"/>
                  <a:pt x="303557" y="45797"/>
                </a:cubicBezTo>
                <a:cubicBezTo>
                  <a:pt x="299982" y="39880"/>
                  <a:pt x="294804" y="36921"/>
                  <a:pt x="288021" y="36921"/>
                </a:cubicBezTo>
                <a:cubicBezTo>
                  <a:pt x="285088" y="36921"/>
                  <a:pt x="282178" y="37695"/>
                  <a:pt x="279290" y="39243"/>
                </a:cubicBezTo>
                <a:cubicBezTo>
                  <a:pt x="276403" y="40790"/>
                  <a:pt x="274089" y="43066"/>
                  <a:pt x="272348" y="46070"/>
                </a:cubicBezTo>
                <a:cubicBezTo>
                  <a:pt x="270148" y="50075"/>
                  <a:pt x="269048" y="56310"/>
                  <a:pt x="269048" y="64776"/>
                </a:cubicBezTo>
                <a:close/>
                <a:moveTo>
                  <a:pt x="326929" y="95324"/>
                </a:moveTo>
                <a:lnTo>
                  <a:pt x="326929" y="91027"/>
                </a:lnTo>
                <a:cubicBezTo>
                  <a:pt x="331787" y="91027"/>
                  <a:pt x="334789" y="90730"/>
                  <a:pt x="335935" y="90136"/>
                </a:cubicBezTo>
                <a:cubicBezTo>
                  <a:pt x="337080" y="89541"/>
                  <a:pt x="337653" y="87781"/>
                  <a:pt x="337653" y="84856"/>
                </a:cubicBezTo>
                <a:lnTo>
                  <a:pt x="337653" y="48094"/>
                </a:lnTo>
                <a:cubicBezTo>
                  <a:pt x="337653" y="44710"/>
                  <a:pt x="337057" y="42583"/>
                  <a:pt x="335865" y="41715"/>
                </a:cubicBezTo>
                <a:cubicBezTo>
                  <a:pt x="334674" y="40846"/>
                  <a:pt x="331695" y="40412"/>
                  <a:pt x="326929" y="40412"/>
                </a:cubicBezTo>
                <a:lnTo>
                  <a:pt x="326929" y="36151"/>
                </a:lnTo>
                <a:lnTo>
                  <a:pt x="346314" y="34639"/>
                </a:lnTo>
                <a:lnTo>
                  <a:pt x="346314" y="49053"/>
                </a:lnTo>
                <a:cubicBezTo>
                  <a:pt x="350622" y="39443"/>
                  <a:pt x="357404" y="34639"/>
                  <a:pt x="366661" y="34639"/>
                </a:cubicBezTo>
                <a:cubicBezTo>
                  <a:pt x="373535" y="34639"/>
                  <a:pt x="378346" y="36331"/>
                  <a:pt x="381096" y="39715"/>
                </a:cubicBezTo>
                <a:cubicBezTo>
                  <a:pt x="383113" y="42003"/>
                  <a:pt x="384327" y="44428"/>
                  <a:pt x="384740" y="46991"/>
                </a:cubicBezTo>
                <a:cubicBezTo>
                  <a:pt x="385152" y="49551"/>
                  <a:pt x="385359" y="54125"/>
                  <a:pt x="385359" y="60712"/>
                </a:cubicBezTo>
                <a:lnTo>
                  <a:pt x="385359" y="86911"/>
                </a:lnTo>
                <a:cubicBezTo>
                  <a:pt x="385451" y="88832"/>
                  <a:pt x="386230" y="89998"/>
                  <a:pt x="387696" y="90411"/>
                </a:cubicBezTo>
                <a:cubicBezTo>
                  <a:pt x="389163" y="90822"/>
                  <a:pt x="391958" y="91027"/>
                  <a:pt x="396082" y="91027"/>
                </a:cubicBezTo>
                <a:lnTo>
                  <a:pt x="396082" y="95324"/>
                </a:lnTo>
                <a:cubicBezTo>
                  <a:pt x="386733" y="95047"/>
                  <a:pt x="381601" y="94908"/>
                  <a:pt x="380685" y="94908"/>
                </a:cubicBezTo>
                <a:cubicBezTo>
                  <a:pt x="379952" y="94908"/>
                  <a:pt x="374773" y="95047"/>
                  <a:pt x="365148" y="95324"/>
                </a:cubicBezTo>
                <a:lnTo>
                  <a:pt x="365148" y="91027"/>
                </a:lnTo>
                <a:cubicBezTo>
                  <a:pt x="370007" y="91027"/>
                  <a:pt x="373009" y="90731"/>
                  <a:pt x="374154" y="90138"/>
                </a:cubicBezTo>
                <a:cubicBezTo>
                  <a:pt x="375300" y="89544"/>
                  <a:pt x="375872" y="87785"/>
                  <a:pt x="375872" y="84862"/>
                </a:cubicBezTo>
                <a:lnTo>
                  <a:pt x="375872" y="52936"/>
                </a:lnTo>
                <a:cubicBezTo>
                  <a:pt x="375872" y="48277"/>
                  <a:pt x="375162" y="44578"/>
                  <a:pt x="373741" y="41838"/>
                </a:cubicBezTo>
                <a:cubicBezTo>
                  <a:pt x="372320" y="39097"/>
                  <a:pt x="369639" y="37727"/>
                  <a:pt x="365698" y="37727"/>
                </a:cubicBezTo>
                <a:cubicBezTo>
                  <a:pt x="360932" y="37727"/>
                  <a:pt x="356647" y="39714"/>
                  <a:pt x="352843" y="43689"/>
                </a:cubicBezTo>
                <a:cubicBezTo>
                  <a:pt x="349040" y="47662"/>
                  <a:pt x="347139" y="52983"/>
                  <a:pt x="347139" y="59651"/>
                </a:cubicBezTo>
                <a:lnTo>
                  <a:pt x="347139" y="84862"/>
                </a:lnTo>
                <a:cubicBezTo>
                  <a:pt x="347139" y="87785"/>
                  <a:pt x="347712" y="89544"/>
                  <a:pt x="348857" y="90138"/>
                </a:cubicBezTo>
                <a:cubicBezTo>
                  <a:pt x="350002" y="90731"/>
                  <a:pt x="353004" y="91027"/>
                  <a:pt x="357863" y="91027"/>
                </a:cubicBezTo>
                <a:lnTo>
                  <a:pt x="357863" y="95324"/>
                </a:lnTo>
                <a:cubicBezTo>
                  <a:pt x="348514" y="95047"/>
                  <a:pt x="343381" y="94908"/>
                  <a:pt x="342465" y="94908"/>
                </a:cubicBezTo>
                <a:cubicBezTo>
                  <a:pt x="341732" y="94908"/>
                  <a:pt x="336553" y="95047"/>
                  <a:pt x="326929" y="95324"/>
                </a:cubicBezTo>
                <a:close/>
                <a:moveTo>
                  <a:pt x="447088" y="40412"/>
                </a:moveTo>
                <a:lnTo>
                  <a:pt x="447088" y="36116"/>
                </a:lnTo>
                <a:cubicBezTo>
                  <a:pt x="452037" y="36392"/>
                  <a:pt x="456299" y="36531"/>
                  <a:pt x="459872" y="36531"/>
                </a:cubicBezTo>
                <a:cubicBezTo>
                  <a:pt x="461615" y="36531"/>
                  <a:pt x="466610" y="36392"/>
                  <a:pt x="474859" y="36116"/>
                </a:cubicBezTo>
                <a:lnTo>
                  <a:pt x="474859" y="40412"/>
                </a:lnTo>
                <a:cubicBezTo>
                  <a:pt x="469451" y="40412"/>
                  <a:pt x="466746" y="41633"/>
                  <a:pt x="466746" y="44077"/>
                </a:cubicBezTo>
                <a:cubicBezTo>
                  <a:pt x="466746" y="44619"/>
                  <a:pt x="466976" y="45433"/>
                  <a:pt x="467435" y="46519"/>
                </a:cubicBezTo>
                <a:lnTo>
                  <a:pt x="480495" y="83226"/>
                </a:lnTo>
                <a:lnTo>
                  <a:pt x="492319" y="49955"/>
                </a:lnTo>
                <a:cubicBezTo>
                  <a:pt x="490668" y="45502"/>
                  <a:pt x="489615" y="43003"/>
                  <a:pt x="489157" y="42457"/>
                </a:cubicBezTo>
                <a:cubicBezTo>
                  <a:pt x="488057" y="41094"/>
                  <a:pt x="485169" y="40412"/>
                  <a:pt x="480495" y="40412"/>
                </a:cubicBezTo>
                <a:lnTo>
                  <a:pt x="480495" y="36116"/>
                </a:lnTo>
                <a:cubicBezTo>
                  <a:pt x="484620" y="36392"/>
                  <a:pt x="488698" y="36531"/>
                  <a:pt x="492732" y="36531"/>
                </a:cubicBezTo>
                <a:cubicBezTo>
                  <a:pt x="494290" y="36531"/>
                  <a:pt x="499055" y="36392"/>
                  <a:pt x="507028" y="36116"/>
                </a:cubicBezTo>
                <a:lnTo>
                  <a:pt x="507028" y="40412"/>
                </a:lnTo>
                <a:cubicBezTo>
                  <a:pt x="501620" y="40412"/>
                  <a:pt x="498916" y="41633"/>
                  <a:pt x="498916" y="44077"/>
                </a:cubicBezTo>
                <a:cubicBezTo>
                  <a:pt x="498916" y="44439"/>
                  <a:pt x="499145" y="45298"/>
                  <a:pt x="499604" y="46655"/>
                </a:cubicBezTo>
                <a:lnTo>
                  <a:pt x="513215" y="85013"/>
                </a:lnTo>
                <a:lnTo>
                  <a:pt x="525726" y="49812"/>
                </a:lnTo>
                <a:cubicBezTo>
                  <a:pt x="526185" y="48632"/>
                  <a:pt x="526414" y="47678"/>
                  <a:pt x="526414" y="46951"/>
                </a:cubicBezTo>
                <a:cubicBezTo>
                  <a:pt x="526414" y="44952"/>
                  <a:pt x="525704" y="43386"/>
                  <a:pt x="524283" y="42252"/>
                </a:cubicBezTo>
                <a:cubicBezTo>
                  <a:pt x="522862" y="41116"/>
                  <a:pt x="520914" y="40503"/>
                  <a:pt x="518440" y="40412"/>
                </a:cubicBezTo>
                <a:lnTo>
                  <a:pt x="518440" y="36116"/>
                </a:lnTo>
                <a:cubicBezTo>
                  <a:pt x="523664" y="36392"/>
                  <a:pt x="527926" y="36531"/>
                  <a:pt x="531226" y="36531"/>
                </a:cubicBezTo>
                <a:cubicBezTo>
                  <a:pt x="534892" y="36531"/>
                  <a:pt x="538237" y="36392"/>
                  <a:pt x="541262" y="36116"/>
                </a:cubicBezTo>
                <a:lnTo>
                  <a:pt x="541262" y="40412"/>
                </a:lnTo>
                <a:cubicBezTo>
                  <a:pt x="535580" y="40599"/>
                  <a:pt x="531730" y="43601"/>
                  <a:pt x="529714" y="49418"/>
                </a:cubicBezTo>
                <a:lnTo>
                  <a:pt x="513628" y="94675"/>
                </a:lnTo>
                <a:cubicBezTo>
                  <a:pt x="512620" y="96018"/>
                  <a:pt x="511703" y="96726"/>
                  <a:pt x="510878" y="96800"/>
                </a:cubicBezTo>
                <a:cubicBezTo>
                  <a:pt x="509688" y="96800"/>
                  <a:pt x="508772" y="95942"/>
                  <a:pt x="508130" y="94224"/>
                </a:cubicBezTo>
                <a:lnTo>
                  <a:pt x="494106" y="54952"/>
                </a:lnTo>
                <a:lnTo>
                  <a:pt x="480221" y="94023"/>
                </a:lnTo>
                <a:cubicBezTo>
                  <a:pt x="479854" y="95133"/>
                  <a:pt x="479510" y="95874"/>
                  <a:pt x="479188" y="96245"/>
                </a:cubicBezTo>
                <a:cubicBezTo>
                  <a:pt x="478868" y="96615"/>
                  <a:pt x="478296" y="96800"/>
                  <a:pt x="477470" y="96800"/>
                </a:cubicBezTo>
                <a:cubicBezTo>
                  <a:pt x="476645" y="96800"/>
                  <a:pt x="476049" y="96574"/>
                  <a:pt x="475683" y="96121"/>
                </a:cubicBezTo>
                <a:cubicBezTo>
                  <a:pt x="475317" y="95668"/>
                  <a:pt x="474950" y="94898"/>
                  <a:pt x="474584" y="93811"/>
                </a:cubicBezTo>
                <a:lnTo>
                  <a:pt x="457260" y="45142"/>
                </a:lnTo>
                <a:cubicBezTo>
                  <a:pt x="456435" y="43070"/>
                  <a:pt x="455427" y="41764"/>
                  <a:pt x="454235" y="41224"/>
                </a:cubicBezTo>
                <a:cubicBezTo>
                  <a:pt x="453045" y="40682"/>
                  <a:pt x="450663" y="40412"/>
                  <a:pt x="447088" y="40412"/>
                </a:cubicBezTo>
                <a:close/>
                <a:moveTo>
                  <a:pt x="548411" y="95324"/>
                </a:moveTo>
                <a:lnTo>
                  <a:pt x="548411" y="91027"/>
                </a:lnTo>
                <a:cubicBezTo>
                  <a:pt x="553269" y="91027"/>
                  <a:pt x="556270" y="90730"/>
                  <a:pt x="557415" y="90136"/>
                </a:cubicBezTo>
                <a:cubicBezTo>
                  <a:pt x="558561" y="89541"/>
                  <a:pt x="559133" y="87781"/>
                  <a:pt x="559133" y="84856"/>
                </a:cubicBezTo>
                <a:lnTo>
                  <a:pt x="559133" y="47956"/>
                </a:lnTo>
                <a:cubicBezTo>
                  <a:pt x="559133" y="44572"/>
                  <a:pt x="558561" y="42470"/>
                  <a:pt x="557415" y="41647"/>
                </a:cubicBezTo>
                <a:cubicBezTo>
                  <a:pt x="556270" y="40824"/>
                  <a:pt x="553452" y="40412"/>
                  <a:pt x="548961" y="40412"/>
                </a:cubicBezTo>
                <a:lnTo>
                  <a:pt x="548961" y="36116"/>
                </a:lnTo>
                <a:lnTo>
                  <a:pt x="568208" y="34639"/>
                </a:lnTo>
                <a:lnTo>
                  <a:pt x="568208" y="84990"/>
                </a:lnTo>
                <a:cubicBezTo>
                  <a:pt x="568208" y="87734"/>
                  <a:pt x="568689" y="89426"/>
                  <a:pt x="569652" y="90067"/>
                </a:cubicBezTo>
                <a:cubicBezTo>
                  <a:pt x="570614" y="90707"/>
                  <a:pt x="573340" y="91027"/>
                  <a:pt x="577831" y="91027"/>
                </a:cubicBezTo>
                <a:lnTo>
                  <a:pt x="577831" y="95324"/>
                </a:lnTo>
                <a:cubicBezTo>
                  <a:pt x="568483" y="95047"/>
                  <a:pt x="563718" y="94908"/>
                  <a:pt x="563534" y="94908"/>
                </a:cubicBezTo>
                <a:cubicBezTo>
                  <a:pt x="562251" y="94908"/>
                  <a:pt x="557210" y="95047"/>
                  <a:pt x="548411" y="95324"/>
                </a:cubicBezTo>
                <a:moveTo>
                  <a:pt x="554185" y="10539"/>
                </a:moveTo>
                <a:cubicBezTo>
                  <a:pt x="554185" y="8699"/>
                  <a:pt x="554895" y="7019"/>
                  <a:pt x="556316" y="5500"/>
                </a:cubicBezTo>
                <a:cubicBezTo>
                  <a:pt x="557737" y="3982"/>
                  <a:pt x="559455" y="3222"/>
                  <a:pt x="561470" y="3222"/>
                </a:cubicBezTo>
                <a:cubicBezTo>
                  <a:pt x="563487" y="3222"/>
                  <a:pt x="565206" y="3912"/>
                  <a:pt x="566627" y="5293"/>
                </a:cubicBezTo>
                <a:cubicBezTo>
                  <a:pt x="568047" y="6673"/>
                  <a:pt x="568758" y="8422"/>
                  <a:pt x="568758" y="10539"/>
                </a:cubicBezTo>
                <a:cubicBezTo>
                  <a:pt x="568758" y="12657"/>
                  <a:pt x="568047" y="14406"/>
                  <a:pt x="566627" y="15786"/>
                </a:cubicBezTo>
                <a:cubicBezTo>
                  <a:pt x="565207" y="17166"/>
                  <a:pt x="563489" y="17856"/>
                  <a:pt x="561472" y="17856"/>
                </a:cubicBezTo>
                <a:cubicBezTo>
                  <a:pt x="559363" y="17856"/>
                  <a:pt x="557621" y="17120"/>
                  <a:pt x="556247" y="15647"/>
                </a:cubicBezTo>
                <a:cubicBezTo>
                  <a:pt x="554872" y="14175"/>
                  <a:pt x="554185" y="12472"/>
                  <a:pt x="554185" y="10539"/>
                </a:cubicBezTo>
                <a:close/>
                <a:moveTo>
                  <a:pt x="584568" y="40412"/>
                </a:moveTo>
                <a:lnTo>
                  <a:pt x="584568" y="37324"/>
                </a:lnTo>
                <a:cubicBezTo>
                  <a:pt x="588784" y="37141"/>
                  <a:pt x="592290" y="35557"/>
                  <a:pt x="595084" y="32572"/>
                </a:cubicBezTo>
                <a:cubicBezTo>
                  <a:pt x="597880" y="29588"/>
                  <a:pt x="599759" y="26259"/>
                  <a:pt x="600721" y="22587"/>
                </a:cubicBezTo>
                <a:cubicBezTo>
                  <a:pt x="601683" y="18913"/>
                  <a:pt x="602210" y="14964"/>
                  <a:pt x="602303" y="10741"/>
                </a:cubicBezTo>
                <a:lnTo>
                  <a:pt x="605741" y="10741"/>
                </a:lnTo>
                <a:lnTo>
                  <a:pt x="605741" y="36116"/>
                </a:lnTo>
                <a:lnTo>
                  <a:pt x="625399" y="36116"/>
                </a:lnTo>
                <a:lnTo>
                  <a:pt x="625399" y="40412"/>
                </a:lnTo>
                <a:lnTo>
                  <a:pt x="605741" y="40412"/>
                </a:lnTo>
                <a:lnTo>
                  <a:pt x="605741" y="78413"/>
                </a:lnTo>
                <a:cubicBezTo>
                  <a:pt x="605741" y="88255"/>
                  <a:pt x="608811" y="93176"/>
                  <a:pt x="614952" y="93176"/>
                </a:cubicBezTo>
                <a:cubicBezTo>
                  <a:pt x="617611" y="93176"/>
                  <a:pt x="619811" y="91840"/>
                  <a:pt x="621552" y="89169"/>
                </a:cubicBezTo>
                <a:cubicBezTo>
                  <a:pt x="623293" y="86496"/>
                  <a:pt x="624164" y="82759"/>
                  <a:pt x="624164" y="77958"/>
                </a:cubicBezTo>
                <a:lnTo>
                  <a:pt x="624164" y="70486"/>
                </a:lnTo>
                <a:lnTo>
                  <a:pt x="627600" y="70486"/>
                </a:lnTo>
                <a:lnTo>
                  <a:pt x="627600" y="78298"/>
                </a:lnTo>
                <a:cubicBezTo>
                  <a:pt x="627600" y="83232"/>
                  <a:pt x="626454" y="87549"/>
                  <a:pt x="624162" y="91250"/>
                </a:cubicBezTo>
                <a:cubicBezTo>
                  <a:pt x="621871" y="94950"/>
                  <a:pt x="618480" y="96800"/>
                  <a:pt x="613989" y="96800"/>
                </a:cubicBezTo>
                <a:cubicBezTo>
                  <a:pt x="612339" y="96800"/>
                  <a:pt x="610689" y="96594"/>
                  <a:pt x="609039" y="96182"/>
                </a:cubicBezTo>
                <a:cubicBezTo>
                  <a:pt x="607390" y="95770"/>
                  <a:pt x="605512" y="95017"/>
                  <a:pt x="603404" y="93920"/>
                </a:cubicBezTo>
                <a:cubicBezTo>
                  <a:pt x="601296" y="92822"/>
                  <a:pt x="599578" y="90925"/>
                  <a:pt x="598248" y="88227"/>
                </a:cubicBezTo>
                <a:cubicBezTo>
                  <a:pt x="596919" y="85528"/>
                  <a:pt x="596255" y="82212"/>
                  <a:pt x="596255" y="78279"/>
                </a:cubicBezTo>
                <a:lnTo>
                  <a:pt x="596255" y="40412"/>
                </a:lnTo>
                <a:lnTo>
                  <a:pt x="584568" y="40412"/>
                </a:lnTo>
                <a:close/>
                <a:moveTo>
                  <a:pt x="639698" y="95324"/>
                </a:moveTo>
                <a:lnTo>
                  <a:pt x="639698" y="91027"/>
                </a:lnTo>
                <a:cubicBezTo>
                  <a:pt x="644556" y="91027"/>
                  <a:pt x="647558" y="90730"/>
                  <a:pt x="648703" y="90136"/>
                </a:cubicBezTo>
                <a:cubicBezTo>
                  <a:pt x="649849" y="89540"/>
                  <a:pt x="650422" y="87778"/>
                  <a:pt x="650422" y="84849"/>
                </a:cubicBezTo>
                <a:lnTo>
                  <a:pt x="650422" y="13462"/>
                </a:lnTo>
                <a:cubicBezTo>
                  <a:pt x="650422" y="10074"/>
                  <a:pt x="649826" y="7946"/>
                  <a:pt x="648634" y="7078"/>
                </a:cubicBezTo>
                <a:cubicBezTo>
                  <a:pt x="647443" y="6208"/>
                  <a:pt x="644464" y="5773"/>
                  <a:pt x="639698" y="5773"/>
                </a:cubicBezTo>
                <a:lnTo>
                  <a:pt x="639698" y="1513"/>
                </a:lnTo>
                <a:lnTo>
                  <a:pt x="659494" y="0"/>
                </a:lnTo>
                <a:lnTo>
                  <a:pt x="659494" y="47865"/>
                </a:lnTo>
                <a:lnTo>
                  <a:pt x="659633" y="47865"/>
                </a:lnTo>
                <a:cubicBezTo>
                  <a:pt x="661100" y="44559"/>
                  <a:pt x="663483" y="41529"/>
                  <a:pt x="666782" y="38773"/>
                </a:cubicBezTo>
                <a:cubicBezTo>
                  <a:pt x="670081" y="36017"/>
                  <a:pt x="674297" y="34639"/>
                  <a:pt x="679430" y="34639"/>
                </a:cubicBezTo>
                <a:cubicBezTo>
                  <a:pt x="686304" y="34639"/>
                  <a:pt x="691115" y="36333"/>
                  <a:pt x="693865" y="39722"/>
                </a:cubicBezTo>
                <a:cubicBezTo>
                  <a:pt x="695881" y="42012"/>
                  <a:pt x="697096" y="44440"/>
                  <a:pt x="697509" y="47005"/>
                </a:cubicBezTo>
                <a:cubicBezTo>
                  <a:pt x="697921" y="49570"/>
                  <a:pt x="698127" y="54150"/>
                  <a:pt x="698127" y="60746"/>
                </a:cubicBezTo>
                <a:lnTo>
                  <a:pt x="698127" y="86916"/>
                </a:lnTo>
                <a:cubicBezTo>
                  <a:pt x="698220" y="88834"/>
                  <a:pt x="698999" y="89999"/>
                  <a:pt x="700464" y="90411"/>
                </a:cubicBezTo>
                <a:cubicBezTo>
                  <a:pt x="701931" y="90822"/>
                  <a:pt x="704727" y="91027"/>
                  <a:pt x="708851" y="91027"/>
                </a:cubicBezTo>
                <a:lnTo>
                  <a:pt x="708851" y="95324"/>
                </a:lnTo>
                <a:cubicBezTo>
                  <a:pt x="699502" y="95047"/>
                  <a:pt x="694370" y="94908"/>
                  <a:pt x="693454" y="94908"/>
                </a:cubicBezTo>
                <a:cubicBezTo>
                  <a:pt x="692721" y="94908"/>
                  <a:pt x="687542" y="95047"/>
                  <a:pt x="677917" y="95324"/>
                </a:cubicBezTo>
                <a:lnTo>
                  <a:pt x="677917" y="91027"/>
                </a:lnTo>
                <a:cubicBezTo>
                  <a:pt x="682776" y="91027"/>
                  <a:pt x="685778" y="90731"/>
                  <a:pt x="686923" y="90138"/>
                </a:cubicBezTo>
                <a:cubicBezTo>
                  <a:pt x="688068" y="89544"/>
                  <a:pt x="688641" y="87785"/>
                  <a:pt x="688641" y="84862"/>
                </a:cubicBezTo>
                <a:lnTo>
                  <a:pt x="688641" y="52936"/>
                </a:lnTo>
                <a:cubicBezTo>
                  <a:pt x="688641" y="48277"/>
                  <a:pt x="687931" y="44578"/>
                  <a:pt x="686510" y="41838"/>
                </a:cubicBezTo>
                <a:cubicBezTo>
                  <a:pt x="685089" y="39097"/>
                  <a:pt x="682408" y="37727"/>
                  <a:pt x="678467" y="37727"/>
                </a:cubicBezTo>
                <a:cubicBezTo>
                  <a:pt x="673701" y="37727"/>
                  <a:pt x="669416" y="39714"/>
                  <a:pt x="665612" y="43689"/>
                </a:cubicBezTo>
                <a:cubicBezTo>
                  <a:pt x="661809" y="47662"/>
                  <a:pt x="659908" y="52983"/>
                  <a:pt x="659908" y="59651"/>
                </a:cubicBezTo>
                <a:lnTo>
                  <a:pt x="659908" y="84862"/>
                </a:lnTo>
                <a:cubicBezTo>
                  <a:pt x="659908" y="87785"/>
                  <a:pt x="660480" y="89544"/>
                  <a:pt x="661626" y="90138"/>
                </a:cubicBezTo>
                <a:cubicBezTo>
                  <a:pt x="662771" y="90731"/>
                  <a:pt x="665773" y="91027"/>
                  <a:pt x="670632" y="91027"/>
                </a:cubicBezTo>
                <a:lnTo>
                  <a:pt x="670632" y="95324"/>
                </a:lnTo>
                <a:cubicBezTo>
                  <a:pt x="661282" y="95047"/>
                  <a:pt x="656150" y="94908"/>
                  <a:pt x="655234" y="94908"/>
                </a:cubicBezTo>
                <a:cubicBezTo>
                  <a:pt x="654501" y="94908"/>
                  <a:pt x="649322" y="95047"/>
                  <a:pt x="639698" y="953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Text raisedfoot">
            <a:extLst xmlns:a="http://schemas.openxmlformats.org/drawingml/2006/main">
              <a:ext uri="{FF2B5EF4-FFF2-40B4-BE49-F238E27FC236}">
                <a16:creationId xmlns:a16="http://schemas.microsoft.com/office/drawing/2014/main" id="{66693F31-9E37-4B9E-A0A7-E5B3975A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1145" y="1810312"/>
            <a:ext cx="622926" cy="98412"/>
          </a:xfrm>
          <a:custGeom xmlns:a="http://schemas.openxmlformats.org/drawingml/2006/main">
            <a:pathLst>
              <a:path w="622926" h="98412">
                <a:moveTo>
                  <a:pt x="0" y="96935"/>
                </a:moveTo>
                <a:lnTo>
                  <a:pt x="0" y="92638"/>
                </a:lnTo>
                <a:cubicBezTo>
                  <a:pt x="4858" y="92638"/>
                  <a:pt x="7860" y="92341"/>
                  <a:pt x="9006" y="91747"/>
                </a:cubicBezTo>
                <a:cubicBezTo>
                  <a:pt x="10151" y="91153"/>
                  <a:pt x="10724" y="89392"/>
                  <a:pt x="10724" y="86467"/>
                </a:cubicBezTo>
                <a:lnTo>
                  <a:pt x="10724" y="49705"/>
                </a:lnTo>
                <a:cubicBezTo>
                  <a:pt x="10724" y="46321"/>
                  <a:pt x="10128" y="44194"/>
                  <a:pt x="8937" y="43326"/>
                </a:cubicBezTo>
                <a:cubicBezTo>
                  <a:pt x="7745" y="42457"/>
                  <a:pt x="4766" y="42023"/>
                  <a:pt x="0" y="42023"/>
                </a:cubicBezTo>
                <a:lnTo>
                  <a:pt x="0" y="37762"/>
                </a:lnTo>
                <a:lnTo>
                  <a:pt x="19111" y="36250"/>
                </a:lnTo>
                <a:lnTo>
                  <a:pt x="19111" y="51350"/>
                </a:lnTo>
                <a:cubicBezTo>
                  <a:pt x="20393" y="47414"/>
                  <a:pt x="22409" y="43914"/>
                  <a:pt x="25159" y="40848"/>
                </a:cubicBezTo>
                <a:cubicBezTo>
                  <a:pt x="27908" y="37783"/>
                  <a:pt x="31528" y="36250"/>
                  <a:pt x="36019" y="36250"/>
                </a:cubicBezTo>
                <a:cubicBezTo>
                  <a:pt x="38952" y="36250"/>
                  <a:pt x="41380" y="37074"/>
                  <a:pt x="43305" y="38723"/>
                </a:cubicBezTo>
                <a:cubicBezTo>
                  <a:pt x="45230" y="40371"/>
                  <a:pt x="46193" y="42339"/>
                  <a:pt x="46193" y="44628"/>
                </a:cubicBezTo>
                <a:cubicBezTo>
                  <a:pt x="46193" y="46624"/>
                  <a:pt x="45575" y="48121"/>
                  <a:pt x="44337" y="49120"/>
                </a:cubicBezTo>
                <a:cubicBezTo>
                  <a:pt x="43101" y="50117"/>
                  <a:pt x="41749" y="50616"/>
                  <a:pt x="40282" y="50616"/>
                </a:cubicBezTo>
                <a:cubicBezTo>
                  <a:pt x="38632" y="50616"/>
                  <a:pt x="37234" y="50095"/>
                  <a:pt x="36088" y="49053"/>
                </a:cubicBezTo>
                <a:cubicBezTo>
                  <a:pt x="34943" y="48009"/>
                  <a:pt x="34370" y="46581"/>
                  <a:pt x="34370" y="44767"/>
                </a:cubicBezTo>
                <a:cubicBezTo>
                  <a:pt x="34370" y="43680"/>
                  <a:pt x="34622" y="42708"/>
                  <a:pt x="35125" y="41849"/>
                </a:cubicBezTo>
                <a:cubicBezTo>
                  <a:pt x="35630" y="40989"/>
                  <a:pt x="36088" y="40401"/>
                  <a:pt x="36499" y="40085"/>
                </a:cubicBezTo>
                <a:cubicBezTo>
                  <a:pt x="36912" y="39767"/>
                  <a:pt x="37256" y="39563"/>
                  <a:pt x="37532" y="39472"/>
                </a:cubicBezTo>
                <a:cubicBezTo>
                  <a:pt x="37348" y="39383"/>
                  <a:pt x="36844" y="39338"/>
                  <a:pt x="36019" y="39338"/>
                </a:cubicBezTo>
                <a:cubicBezTo>
                  <a:pt x="30979" y="39338"/>
                  <a:pt x="27015" y="41850"/>
                  <a:pt x="24127" y="46875"/>
                </a:cubicBezTo>
                <a:cubicBezTo>
                  <a:pt x="21240" y="51899"/>
                  <a:pt x="19797" y="57972"/>
                  <a:pt x="19797" y="65097"/>
                </a:cubicBezTo>
                <a:lnTo>
                  <a:pt x="19797" y="86198"/>
                </a:lnTo>
                <a:cubicBezTo>
                  <a:pt x="19797" y="88847"/>
                  <a:pt x="20346" y="90583"/>
                  <a:pt x="21446" y="91405"/>
                </a:cubicBezTo>
                <a:cubicBezTo>
                  <a:pt x="22546" y="92227"/>
                  <a:pt x="25480" y="92638"/>
                  <a:pt x="30246" y="92638"/>
                </a:cubicBezTo>
                <a:lnTo>
                  <a:pt x="33133" y="92638"/>
                </a:lnTo>
                <a:lnTo>
                  <a:pt x="33133" y="96935"/>
                </a:lnTo>
                <a:cubicBezTo>
                  <a:pt x="29467" y="96658"/>
                  <a:pt x="23647" y="96519"/>
                  <a:pt x="15673" y="96519"/>
                </a:cubicBezTo>
                <a:cubicBezTo>
                  <a:pt x="14573" y="96519"/>
                  <a:pt x="13152" y="96542"/>
                  <a:pt x="11410" y="96589"/>
                </a:cubicBezTo>
                <a:cubicBezTo>
                  <a:pt x="9669" y="96635"/>
                  <a:pt x="7652" y="96704"/>
                  <a:pt x="5360" y="96796"/>
                </a:cubicBezTo>
                <a:cubicBezTo>
                  <a:pt x="3069" y="96889"/>
                  <a:pt x="1282" y="96935"/>
                  <a:pt x="0" y="96935"/>
                </a:cubicBezTo>
                <a:close/>
                <a:moveTo>
                  <a:pt x="55681" y="83872"/>
                </a:moveTo>
                <a:cubicBezTo>
                  <a:pt x="55681" y="76071"/>
                  <a:pt x="60264" y="70105"/>
                  <a:pt x="69430" y="65976"/>
                </a:cubicBezTo>
                <a:cubicBezTo>
                  <a:pt x="74929" y="63314"/>
                  <a:pt x="83360" y="61640"/>
                  <a:pt x="94725" y="60953"/>
                </a:cubicBezTo>
                <a:lnTo>
                  <a:pt x="94725" y="55925"/>
                </a:lnTo>
                <a:cubicBezTo>
                  <a:pt x="94725" y="50309"/>
                  <a:pt x="93235" y="46006"/>
                  <a:pt x="90257" y="43017"/>
                </a:cubicBezTo>
                <a:cubicBezTo>
                  <a:pt x="87278" y="40027"/>
                  <a:pt x="83909" y="38532"/>
                  <a:pt x="80152" y="38532"/>
                </a:cubicBezTo>
                <a:cubicBezTo>
                  <a:pt x="73461" y="38532"/>
                  <a:pt x="68512" y="40591"/>
                  <a:pt x="65303" y="44708"/>
                </a:cubicBezTo>
                <a:cubicBezTo>
                  <a:pt x="68053" y="44799"/>
                  <a:pt x="69909" y="45530"/>
                  <a:pt x="70871" y="46902"/>
                </a:cubicBezTo>
                <a:cubicBezTo>
                  <a:pt x="71833" y="48274"/>
                  <a:pt x="72314" y="49646"/>
                  <a:pt x="72314" y="51018"/>
                </a:cubicBezTo>
                <a:cubicBezTo>
                  <a:pt x="72314" y="52848"/>
                  <a:pt x="71741" y="54357"/>
                  <a:pt x="70596" y="55545"/>
                </a:cubicBezTo>
                <a:cubicBezTo>
                  <a:pt x="69451" y="56734"/>
                  <a:pt x="67916" y="57328"/>
                  <a:pt x="65991" y="57328"/>
                </a:cubicBezTo>
                <a:cubicBezTo>
                  <a:pt x="64158" y="57328"/>
                  <a:pt x="62645" y="56757"/>
                  <a:pt x="61454" y="55615"/>
                </a:cubicBezTo>
                <a:cubicBezTo>
                  <a:pt x="60262" y="54471"/>
                  <a:pt x="59667" y="52893"/>
                  <a:pt x="59667" y="50882"/>
                </a:cubicBezTo>
                <a:cubicBezTo>
                  <a:pt x="59667" y="46419"/>
                  <a:pt x="61683" y="42731"/>
                  <a:pt x="65715" y="39816"/>
                </a:cubicBezTo>
                <a:cubicBezTo>
                  <a:pt x="69748" y="36902"/>
                  <a:pt x="74652" y="35444"/>
                  <a:pt x="80426" y="35444"/>
                </a:cubicBezTo>
                <a:cubicBezTo>
                  <a:pt x="87942" y="35444"/>
                  <a:pt x="94221" y="37948"/>
                  <a:pt x="99262" y="42956"/>
                </a:cubicBezTo>
                <a:cubicBezTo>
                  <a:pt x="100820" y="44505"/>
                  <a:pt x="101989" y="46281"/>
                  <a:pt x="102768" y="48285"/>
                </a:cubicBezTo>
                <a:cubicBezTo>
                  <a:pt x="103547" y="50288"/>
                  <a:pt x="103982" y="51949"/>
                  <a:pt x="104073" y="53269"/>
                </a:cubicBezTo>
                <a:cubicBezTo>
                  <a:pt x="104165" y="54589"/>
                  <a:pt x="104211" y="56524"/>
                  <a:pt x="104211" y="59074"/>
                </a:cubicBezTo>
                <a:lnTo>
                  <a:pt x="104211" y="86605"/>
                </a:lnTo>
                <a:cubicBezTo>
                  <a:pt x="104211" y="87152"/>
                  <a:pt x="104303" y="87859"/>
                  <a:pt x="104486" y="88726"/>
                </a:cubicBezTo>
                <a:cubicBezTo>
                  <a:pt x="104669" y="89592"/>
                  <a:pt x="105173" y="90595"/>
                  <a:pt x="105998" y="91734"/>
                </a:cubicBezTo>
                <a:cubicBezTo>
                  <a:pt x="106824" y="92874"/>
                  <a:pt x="107923" y="93444"/>
                  <a:pt x="109298" y="93444"/>
                </a:cubicBezTo>
                <a:cubicBezTo>
                  <a:pt x="112597" y="93444"/>
                  <a:pt x="114247" y="90527"/>
                  <a:pt x="114247" y="84692"/>
                </a:cubicBezTo>
                <a:lnTo>
                  <a:pt x="114247" y="77033"/>
                </a:lnTo>
                <a:lnTo>
                  <a:pt x="117683" y="77033"/>
                </a:lnTo>
                <a:lnTo>
                  <a:pt x="117683" y="84713"/>
                </a:lnTo>
                <a:cubicBezTo>
                  <a:pt x="117683" y="89558"/>
                  <a:pt x="116400" y="92940"/>
                  <a:pt x="113834" y="94860"/>
                </a:cubicBezTo>
                <a:cubicBezTo>
                  <a:pt x="111267" y="96780"/>
                  <a:pt x="108793" y="97740"/>
                  <a:pt x="106410" y="97740"/>
                </a:cubicBezTo>
                <a:cubicBezTo>
                  <a:pt x="103385" y="97740"/>
                  <a:pt x="100910" y="96618"/>
                  <a:pt x="98985" y="94373"/>
                </a:cubicBezTo>
                <a:cubicBezTo>
                  <a:pt x="97061" y="92127"/>
                  <a:pt x="95961" y="89492"/>
                  <a:pt x="95686" y="86469"/>
                </a:cubicBezTo>
                <a:cubicBezTo>
                  <a:pt x="94311" y="89947"/>
                  <a:pt x="92042" y="92807"/>
                  <a:pt x="88880" y="95049"/>
                </a:cubicBezTo>
                <a:cubicBezTo>
                  <a:pt x="85718" y="97291"/>
                  <a:pt x="81984" y="98412"/>
                  <a:pt x="77676" y="98412"/>
                </a:cubicBezTo>
                <a:cubicBezTo>
                  <a:pt x="74377" y="98412"/>
                  <a:pt x="71169" y="98000"/>
                  <a:pt x="68054" y="97176"/>
                </a:cubicBezTo>
                <a:cubicBezTo>
                  <a:pt x="64938" y="96354"/>
                  <a:pt x="62097" y="94800"/>
                  <a:pt x="59530" y="92515"/>
                </a:cubicBezTo>
                <a:cubicBezTo>
                  <a:pt x="56964" y="90228"/>
                  <a:pt x="55681" y="87347"/>
                  <a:pt x="55681" y="83872"/>
                </a:cubicBezTo>
                <a:moveTo>
                  <a:pt x="66266" y="83733"/>
                </a:moveTo>
                <a:cubicBezTo>
                  <a:pt x="66266" y="87097"/>
                  <a:pt x="67480" y="89869"/>
                  <a:pt x="69908" y="92051"/>
                </a:cubicBezTo>
                <a:cubicBezTo>
                  <a:pt x="72337" y="94233"/>
                  <a:pt x="75248" y="95324"/>
                  <a:pt x="78639" y="95324"/>
                </a:cubicBezTo>
                <a:cubicBezTo>
                  <a:pt x="82489" y="95324"/>
                  <a:pt x="86132" y="93844"/>
                  <a:pt x="89568" y="90885"/>
                </a:cubicBezTo>
                <a:cubicBezTo>
                  <a:pt x="93006" y="87924"/>
                  <a:pt x="94725" y="83530"/>
                  <a:pt x="94725" y="77702"/>
                </a:cubicBezTo>
                <a:lnTo>
                  <a:pt x="94725" y="64041"/>
                </a:lnTo>
                <a:cubicBezTo>
                  <a:pt x="84551" y="64406"/>
                  <a:pt x="77264" y="66594"/>
                  <a:pt x="72864" y="70605"/>
                </a:cubicBezTo>
                <a:cubicBezTo>
                  <a:pt x="68465" y="74616"/>
                  <a:pt x="66266" y="78992"/>
                  <a:pt x="66266" y="83733"/>
                </a:cubicBezTo>
                <a:close/>
                <a:moveTo>
                  <a:pt x="123184" y="96935"/>
                </a:moveTo>
                <a:lnTo>
                  <a:pt x="123184" y="92638"/>
                </a:lnTo>
                <a:cubicBezTo>
                  <a:pt x="128041" y="92638"/>
                  <a:pt x="131042" y="92341"/>
                  <a:pt x="132187" y="91747"/>
                </a:cubicBezTo>
                <a:cubicBezTo>
                  <a:pt x="133333" y="91153"/>
                  <a:pt x="133905" y="89392"/>
                  <a:pt x="133905" y="86467"/>
                </a:cubicBezTo>
                <a:lnTo>
                  <a:pt x="133905" y="49567"/>
                </a:lnTo>
                <a:cubicBezTo>
                  <a:pt x="133905" y="46184"/>
                  <a:pt x="133333" y="44081"/>
                  <a:pt x="132187" y="43259"/>
                </a:cubicBezTo>
                <a:cubicBezTo>
                  <a:pt x="131042" y="42435"/>
                  <a:pt x="128224" y="42023"/>
                  <a:pt x="123733" y="42023"/>
                </a:cubicBezTo>
                <a:lnTo>
                  <a:pt x="123733" y="37727"/>
                </a:lnTo>
                <a:lnTo>
                  <a:pt x="142980" y="36250"/>
                </a:lnTo>
                <a:lnTo>
                  <a:pt x="142980" y="86601"/>
                </a:lnTo>
                <a:cubicBezTo>
                  <a:pt x="142980" y="89345"/>
                  <a:pt x="143462" y="91037"/>
                  <a:pt x="144424" y="91678"/>
                </a:cubicBezTo>
                <a:cubicBezTo>
                  <a:pt x="145386" y="92318"/>
                  <a:pt x="148112" y="92638"/>
                  <a:pt x="152603" y="92638"/>
                </a:cubicBezTo>
                <a:lnTo>
                  <a:pt x="152603" y="96935"/>
                </a:lnTo>
                <a:cubicBezTo>
                  <a:pt x="143255" y="96658"/>
                  <a:pt x="138490" y="96519"/>
                  <a:pt x="138307" y="96519"/>
                </a:cubicBezTo>
                <a:cubicBezTo>
                  <a:pt x="137023" y="96519"/>
                  <a:pt x="131982" y="96658"/>
                  <a:pt x="123184" y="96935"/>
                </a:cubicBezTo>
                <a:moveTo>
                  <a:pt x="128957" y="12150"/>
                </a:moveTo>
                <a:cubicBezTo>
                  <a:pt x="128957" y="10310"/>
                  <a:pt x="129667" y="8630"/>
                  <a:pt x="131088" y="7112"/>
                </a:cubicBezTo>
                <a:cubicBezTo>
                  <a:pt x="132509" y="5593"/>
                  <a:pt x="134227" y="4833"/>
                  <a:pt x="136242" y="4833"/>
                </a:cubicBezTo>
                <a:cubicBezTo>
                  <a:pt x="138259" y="4833"/>
                  <a:pt x="139978" y="5523"/>
                  <a:pt x="141399" y="6904"/>
                </a:cubicBezTo>
                <a:cubicBezTo>
                  <a:pt x="142820" y="8284"/>
                  <a:pt x="143530" y="10033"/>
                  <a:pt x="143530" y="12150"/>
                </a:cubicBezTo>
                <a:cubicBezTo>
                  <a:pt x="143530" y="14268"/>
                  <a:pt x="142820" y="16017"/>
                  <a:pt x="141399" y="17397"/>
                </a:cubicBezTo>
                <a:cubicBezTo>
                  <a:pt x="139979" y="18777"/>
                  <a:pt x="138261" y="19467"/>
                  <a:pt x="136244" y="19467"/>
                </a:cubicBezTo>
                <a:cubicBezTo>
                  <a:pt x="134135" y="19467"/>
                  <a:pt x="132394" y="18731"/>
                  <a:pt x="131019" y="17259"/>
                </a:cubicBezTo>
                <a:cubicBezTo>
                  <a:pt x="129644" y="15786"/>
                  <a:pt x="128957" y="14083"/>
                  <a:pt x="128957" y="12150"/>
                </a:cubicBezTo>
                <a:close/>
                <a:moveTo>
                  <a:pt x="161266" y="95118"/>
                </a:moveTo>
                <a:lnTo>
                  <a:pt x="161266" y="77004"/>
                </a:lnTo>
                <a:cubicBezTo>
                  <a:pt x="161266" y="75998"/>
                  <a:pt x="161289" y="75312"/>
                  <a:pt x="161335" y="74946"/>
                </a:cubicBezTo>
                <a:cubicBezTo>
                  <a:pt x="161381" y="74579"/>
                  <a:pt x="161541" y="74259"/>
                  <a:pt x="161815" y="73985"/>
                </a:cubicBezTo>
                <a:cubicBezTo>
                  <a:pt x="162091" y="73711"/>
                  <a:pt x="162503" y="73574"/>
                  <a:pt x="163053" y="73574"/>
                </a:cubicBezTo>
                <a:cubicBezTo>
                  <a:pt x="163694" y="73574"/>
                  <a:pt x="164129" y="73711"/>
                  <a:pt x="164358" y="73985"/>
                </a:cubicBezTo>
                <a:cubicBezTo>
                  <a:pt x="164587" y="74258"/>
                  <a:pt x="164794" y="74896"/>
                  <a:pt x="164977" y="75900"/>
                </a:cubicBezTo>
                <a:cubicBezTo>
                  <a:pt x="166352" y="82192"/>
                  <a:pt x="168528" y="87002"/>
                  <a:pt x="171507" y="90331"/>
                </a:cubicBezTo>
                <a:cubicBezTo>
                  <a:pt x="174486" y="93659"/>
                  <a:pt x="178680" y="95324"/>
                  <a:pt x="184088" y="95324"/>
                </a:cubicBezTo>
                <a:cubicBezTo>
                  <a:pt x="189220" y="95324"/>
                  <a:pt x="193092" y="94181"/>
                  <a:pt x="195703" y="91896"/>
                </a:cubicBezTo>
                <a:cubicBezTo>
                  <a:pt x="198316" y="89609"/>
                  <a:pt x="199622" y="86592"/>
                  <a:pt x="199622" y="82844"/>
                </a:cubicBezTo>
                <a:cubicBezTo>
                  <a:pt x="199622" y="76169"/>
                  <a:pt x="194856" y="71963"/>
                  <a:pt x="185323" y="70226"/>
                </a:cubicBezTo>
                <a:cubicBezTo>
                  <a:pt x="179824" y="69128"/>
                  <a:pt x="175929" y="68213"/>
                  <a:pt x="173636" y="67482"/>
                </a:cubicBezTo>
                <a:cubicBezTo>
                  <a:pt x="171346" y="66750"/>
                  <a:pt x="169193" y="65562"/>
                  <a:pt x="167177" y="63916"/>
                </a:cubicBezTo>
                <a:cubicBezTo>
                  <a:pt x="163236" y="60716"/>
                  <a:pt x="161266" y="56830"/>
                  <a:pt x="161266" y="52258"/>
                </a:cubicBezTo>
                <a:cubicBezTo>
                  <a:pt x="161266" y="47686"/>
                  <a:pt x="163007" y="43741"/>
                  <a:pt x="166489" y="40422"/>
                </a:cubicBezTo>
                <a:cubicBezTo>
                  <a:pt x="169972" y="37104"/>
                  <a:pt x="175562" y="35444"/>
                  <a:pt x="183261" y="35444"/>
                </a:cubicBezTo>
                <a:cubicBezTo>
                  <a:pt x="188394" y="35444"/>
                  <a:pt x="192702" y="36706"/>
                  <a:pt x="196186" y="39229"/>
                </a:cubicBezTo>
                <a:cubicBezTo>
                  <a:pt x="197194" y="38418"/>
                  <a:pt x="197973" y="37697"/>
                  <a:pt x="198523" y="37066"/>
                </a:cubicBezTo>
                <a:cubicBezTo>
                  <a:pt x="199714" y="35985"/>
                  <a:pt x="200631" y="35444"/>
                  <a:pt x="201273" y="35444"/>
                </a:cubicBezTo>
                <a:cubicBezTo>
                  <a:pt x="202006" y="35444"/>
                  <a:pt x="202441" y="35673"/>
                  <a:pt x="202578" y="36130"/>
                </a:cubicBezTo>
                <a:cubicBezTo>
                  <a:pt x="202716" y="36586"/>
                  <a:pt x="202785" y="37453"/>
                  <a:pt x="202785" y="38732"/>
                </a:cubicBezTo>
                <a:lnTo>
                  <a:pt x="202785" y="52564"/>
                </a:lnTo>
                <a:cubicBezTo>
                  <a:pt x="202785" y="53568"/>
                  <a:pt x="202762" y="54254"/>
                  <a:pt x="202716" y="54620"/>
                </a:cubicBezTo>
                <a:cubicBezTo>
                  <a:pt x="202670" y="54985"/>
                  <a:pt x="202509" y="55282"/>
                  <a:pt x="202234" y="55510"/>
                </a:cubicBezTo>
                <a:cubicBezTo>
                  <a:pt x="201959" y="55738"/>
                  <a:pt x="201548" y="55852"/>
                  <a:pt x="200998" y="55852"/>
                </a:cubicBezTo>
                <a:cubicBezTo>
                  <a:pt x="199990" y="55852"/>
                  <a:pt x="199439" y="55440"/>
                  <a:pt x="199347" y="54616"/>
                </a:cubicBezTo>
                <a:cubicBezTo>
                  <a:pt x="198614" y="43535"/>
                  <a:pt x="193252" y="37995"/>
                  <a:pt x="183261" y="37995"/>
                </a:cubicBezTo>
                <a:cubicBezTo>
                  <a:pt x="177853" y="37995"/>
                  <a:pt x="173934" y="39024"/>
                  <a:pt x="171505" y="41081"/>
                </a:cubicBezTo>
                <a:cubicBezTo>
                  <a:pt x="169077" y="43138"/>
                  <a:pt x="167863" y="45584"/>
                  <a:pt x="167863" y="48419"/>
                </a:cubicBezTo>
                <a:cubicBezTo>
                  <a:pt x="167863" y="49973"/>
                  <a:pt x="168230" y="51344"/>
                  <a:pt x="168963" y="52533"/>
                </a:cubicBezTo>
                <a:cubicBezTo>
                  <a:pt x="169697" y="53722"/>
                  <a:pt x="170545" y="54659"/>
                  <a:pt x="171507" y="55346"/>
                </a:cubicBezTo>
                <a:cubicBezTo>
                  <a:pt x="172469" y="56031"/>
                  <a:pt x="173844" y="56694"/>
                  <a:pt x="175631" y="57335"/>
                </a:cubicBezTo>
                <a:cubicBezTo>
                  <a:pt x="177419" y="57974"/>
                  <a:pt x="178862" y="58408"/>
                  <a:pt x="179961" y="58637"/>
                </a:cubicBezTo>
                <a:cubicBezTo>
                  <a:pt x="181062" y="58865"/>
                  <a:pt x="182666" y="59208"/>
                  <a:pt x="184774" y="59665"/>
                </a:cubicBezTo>
                <a:cubicBezTo>
                  <a:pt x="192106" y="61037"/>
                  <a:pt x="197330" y="63232"/>
                  <a:pt x="200446" y="66248"/>
                </a:cubicBezTo>
                <a:cubicBezTo>
                  <a:pt x="204296" y="70089"/>
                  <a:pt x="206221" y="74432"/>
                  <a:pt x="206221" y="79278"/>
                </a:cubicBezTo>
                <a:cubicBezTo>
                  <a:pt x="206221" y="84693"/>
                  <a:pt x="204388" y="89236"/>
                  <a:pt x="200721" y="92907"/>
                </a:cubicBezTo>
                <a:cubicBezTo>
                  <a:pt x="197056" y="96577"/>
                  <a:pt x="191511" y="98412"/>
                  <a:pt x="184088" y="98412"/>
                </a:cubicBezTo>
                <a:cubicBezTo>
                  <a:pt x="178130" y="98412"/>
                  <a:pt x="173089" y="96422"/>
                  <a:pt x="168965" y="92443"/>
                </a:cubicBezTo>
                <a:cubicBezTo>
                  <a:pt x="168415" y="92993"/>
                  <a:pt x="167934" y="93496"/>
                  <a:pt x="167521" y="93954"/>
                </a:cubicBezTo>
                <a:cubicBezTo>
                  <a:pt x="167109" y="94411"/>
                  <a:pt x="166834" y="94731"/>
                  <a:pt x="166697" y="94915"/>
                </a:cubicBezTo>
                <a:cubicBezTo>
                  <a:pt x="166560" y="95098"/>
                  <a:pt x="166468" y="95236"/>
                  <a:pt x="166422" y="95328"/>
                </a:cubicBezTo>
                <a:cubicBezTo>
                  <a:pt x="166376" y="95419"/>
                  <a:pt x="166307" y="95511"/>
                  <a:pt x="166214" y="95605"/>
                </a:cubicBezTo>
                <a:cubicBezTo>
                  <a:pt x="164382" y="97476"/>
                  <a:pt x="163237" y="98412"/>
                  <a:pt x="162778" y="98412"/>
                </a:cubicBezTo>
                <a:cubicBezTo>
                  <a:pt x="162045" y="98412"/>
                  <a:pt x="161610" y="98183"/>
                  <a:pt x="161471" y="97726"/>
                </a:cubicBezTo>
                <a:cubicBezTo>
                  <a:pt x="161334" y="97268"/>
                  <a:pt x="161266" y="96399"/>
                  <a:pt x="161266" y="95118"/>
                </a:cubicBezTo>
                <a:close/>
                <a:moveTo>
                  <a:pt x="214745" y="66748"/>
                </a:moveTo>
                <a:cubicBezTo>
                  <a:pt x="214745" y="58144"/>
                  <a:pt x="217518" y="50776"/>
                  <a:pt x="223063" y="44643"/>
                </a:cubicBezTo>
                <a:cubicBezTo>
                  <a:pt x="228608" y="38511"/>
                  <a:pt x="235367" y="35444"/>
                  <a:pt x="243340" y="35444"/>
                </a:cubicBezTo>
                <a:cubicBezTo>
                  <a:pt x="251405" y="35444"/>
                  <a:pt x="257523" y="38034"/>
                  <a:pt x="261694" y="43214"/>
                </a:cubicBezTo>
                <a:cubicBezTo>
                  <a:pt x="265864" y="48395"/>
                  <a:pt x="267949" y="54710"/>
                  <a:pt x="267949" y="62162"/>
                </a:cubicBezTo>
                <a:cubicBezTo>
                  <a:pt x="267949" y="63632"/>
                  <a:pt x="267766" y="64514"/>
                  <a:pt x="267400" y="64809"/>
                </a:cubicBezTo>
                <a:cubicBezTo>
                  <a:pt x="267033" y="65103"/>
                  <a:pt x="266071" y="65250"/>
                  <a:pt x="264513" y="65250"/>
                </a:cubicBezTo>
                <a:lnTo>
                  <a:pt x="226155" y="65250"/>
                </a:lnTo>
                <a:cubicBezTo>
                  <a:pt x="226155" y="74505"/>
                  <a:pt x="227530" y="81311"/>
                  <a:pt x="230279" y="85668"/>
                </a:cubicBezTo>
                <a:cubicBezTo>
                  <a:pt x="234129" y="91747"/>
                  <a:pt x="239308" y="94787"/>
                  <a:pt x="245816" y="94787"/>
                </a:cubicBezTo>
                <a:cubicBezTo>
                  <a:pt x="246732" y="94787"/>
                  <a:pt x="247717" y="94696"/>
                  <a:pt x="248771" y="94516"/>
                </a:cubicBezTo>
                <a:cubicBezTo>
                  <a:pt x="249826" y="94336"/>
                  <a:pt x="251453" y="93862"/>
                  <a:pt x="253653" y="93096"/>
                </a:cubicBezTo>
                <a:cubicBezTo>
                  <a:pt x="255853" y="92328"/>
                  <a:pt x="257915" y="90906"/>
                  <a:pt x="259839" y="88829"/>
                </a:cubicBezTo>
                <a:cubicBezTo>
                  <a:pt x="261765" y="86752"/>
                  <a:pt x="263278" y="84089"/>
                  <a:pt x="264377" y="80840"/>
                </a:cubicBezTo>
                <a:cubicBezTo>
                  <a:pt x="264652" y="79576"/>
                  <a:pt x="265248" y="78944"/>
                  <a:pt x="266164" y="78944"/>
                </a:cubicBezTo>
                <a:cubicBezTo>
                  <a:pt x="267354" y="78944"/>
                  <a:pt x="267949" y="79492"/>
                  <a:pt x="267949" y="80589"/>
                </a:cubicBezTo>
                <a:cubicBezTo>
                  <a:pt x="267949" y="81411"/>
                  <a:pt x="267514" y="82714"/>
                  <a:pt x="266642" y="84497"/>
                </a:cubicBezTo>
                <a:cubicBezTo>
                  <a:pt x="265773" y="86279"/>
                  <a:pt x="264512" y="88244"/>
                  <a:pt x="262862" y="90392"/>
                </a:cubicBezTo>
                <a:cubicBezTo>
                  <a:pt x="261213" y="92540"/>
                  <a:pt x="258785" y="94414"/>
                  <a:pt x="255577" y="96014"/>
                </a:cubicBezTo>
                <a:cubicBezTo>
                  <a:pt x="252368" y="97612"/>
                  <a:pt x="248840" y="98412"/>
                  <a:pt x="244991" y="98412"/>
                </a:cubicBezTo>
                <a:cubicBezTo>
                  <a:pt x="236926" y="98412"/>
                  <a:pt x="229868" y="95373"/>
                  <a:pt x="223818" y="89297"/>
                </a:cubicBezTo>
                <a:cubicBezTo>
                  <a:pt x="217769" y="83220"/>
                  <a:pt x="214745" y="75704"/>
                  <a:pt x="214745" y="66748"/>
                </a:cubicBezTo>
                <a:moveTo>
                  <a:pt x="226293" y="62162"/>
                </a:moveTo>
                <a:lnTo>
                  <a:pt x="258876" y="62162"/>
                </a:lnTo>
                <a:cubicBezTo>
                  <a:pt x="258876" y="60261"/>
                  <a:pt x="258716" y="58247"/>
                  <a:pt x="258394" y="56120"/>
                </a:cubicBezTo>
                <a:cubicBezTo>
                  <a:pt x="258074" y="53992"/>
                  <a:pt x="257432" y="51456"/>
                  <a:pt x="256470" y="48514"/>
                </a:cubicBezTo>
                <a:cubicBezTo>
                  <a:pt x="255508" y="45571"/>
                  <a:pt x="253904" y="43172"/>
                  <a:pt x="251658" y="41316"/>
                </a:cubicBezTo>
                <a:cubicBezTo>
                  <a:pt x="249413" y="39460"/>
                  <a:pt x="246641" y="38532"/>
                  <a:pt x="243340" y="38532"/>
                </a:cubicBezTo>
                <a:cubicBezTo>
                  <a:pt x="241874" y="38532"/>
                  <a:pt x="240340" y="38849"/>
                  <a:pt x="238735" y="39483"/>
                </a:cubicBezTo>
                <a:cubicBezTo>
                  <a:pt x="237131" y="40116"/>
                  <a:pt x="235367" y="41180"/>
                  <a:pt x="233443" y="42675"/>
                </a:cubicBezTo>
                <a:cubicBezTo>
                  <a:pt x="231518" y="44169"/>
                  <a:pt x="229891" y="46614"/>
                  <a:pt x="228561" y="50009"/>
                </a:cubicBezTo>
                <a:cubicBezTo>
                  <a:pt x="227233" y="53403"/>
                  <a:pt x="226477" y="57454"/>
                  <a:pt x="226293" y="62162"/>
                </a:cubicBezTo>
                <a:close/>
                <a:moveTo>
                  <a:pt x="276611" y="67427"/>
                </a:moveTo>
                <a:cubicBezTo>
                  <a:pt x="276611" y="58728"/>
                  <a:pt x="279658" y="51357"/>
                  <a:pt x="285753" y="45314"/>
                </a:cubicBezTo>
                <a:cubicBezTo>
                  <a:pt x="291849" y="39271"/>
                  <a:pt x="299022" y="36250"/>
                  <a:pt x="307270" y="36250"/>
                </a:cubicBezTo>
                <a:cubicBezTo>
                  <a:pt x="314235" y="36250"/>
                  <a:pt x="320009" y="39106"/>
                  <a:pt x="324592" y="44819"/>
                </a:cubicBezTo>
                <a:lnTo>
                  <a:pt x="324592" y="15092"/>
                </a:lnTo>
                <a:cubicBezTo>
                  <a:pt x="324592" y="11697"/>
                  <a:pt x="323996" y="9565"/>
                  <a:pt x="322804" y="8693"/>
                </a:cubicBezTo>
                <a:cubicBezTo>
                  <a:pt x="321613" y="7821"/>
                  <a:pt x="318634" y="7384"/>
                  <a:pt x="313868" y="7384"/>
                </a:cubicBezTo>
                <a:lnTo>
                  <a:pt x="313868" y="3088"/>
                </a:lnTo>
                <a:lnTo>
                  <a:pt x="333667" y="1611"/>
                </a:lnTo>
                <a:lnTo>
                  <a:pt x="333667" y="84950"/>
                </a:lnTo>
                <a:cubicBezTo>
                  <a:pt x="333667" y="88336"/>
                  <a:pt x="334262" y="90464"/>
                  <a:pt x="335454" y="91334"/>
                </a:cubicBezTo>
                <a:cubicBezTo>
                  <a:pt x="336645" y="92204"/>
                  <a:pt x="339624" y="92638"/>
                  <a:pt x="344388" y="92638"/>
                </a:cubicBezTo>
                <a:lnTo>
                  <a:pt x="344388" y="96935"/>
                </a:lnTo>
                <a:lnTo>
                  <a:pt x="324180" y="98412"/>
                </a:lnTo>
                <a:lnTo>
                  <a:pt x="324180" y="89349"/>
                </a:lnTo>
                <a:cubicBezTo>
                  <a:pt x="319414" y="95391"/>
                  <a:pt x="313273" y="98412"/>
                  <a:pt x="305758" y="98412"/>
                </a:cubicBezTo>
                <a:cubicBezTo>
                  <a:pt x="297876" y="98412"/>
                  <a:pt x="291047" y="95396"/>
                  <a:pt x="285273" y="89364"/>
                </a:cubicBezTo>
                <a:cubicBezTo>
                  <a:pt x="279498" y="83331"/>
                  <a:pt x="276611" y="76018"/>
                  <a:pt x="276611" y="67427"/>
                </a:cubicBezTo>
                <a:moveTo>
                  <a:pt x="288023" y="67564"/>
                </a:moveTo>
                <a:cubicBezTo>
                  <a:pt x="288023" y="76041"/>
                  <a:pt x="289352" y="82377"/>
                  <a:pt x="292011" y="86572"/>
                </a:cubicBezTo>
                <a:cubicBezTo>
                  <a:pt x="295676" y="92406"/>
                  <a:pt x="300488" y="95324"/>
                  <a:pt x="306446" y="95324"/>
                </a:cubicBezTo>
                <a:cubicBezTo>
                  <a:pt x="313229" y="95324"/>
                  <a:pt x="318636" y="92129"/>
                  <a:pt x="322668" y="85741"/>
                </a:cubicBezTo>
                <a:cubicBezTo>
                  <a:pt x="323676" y="84190"/>
                  <a:pt x="324180" y="82502"/>
                  <a:pt x="324180" y="80677"/>
                </a:cubicBezTo>
                <a:lnTo>
                  <a:pt x="324180" y="52615"/>
                </a:lnTo>
                <a:cubicBezTo>
                  <a:pt x="324180" y="50790"/>
                  <a:pt x="323676" y="49102"/>
                  <a:pt x="322668" y="47551"/>
                </a:cubicBezTo>
                <a:cubicBezTo>
                  <a:pt x="318910" y="42075"/>
                  <a:pt x="313961" y="39338"/>
                  <a:pt x="307820" y="39338"/>
                </a:cubicBezTo>
                <a:cubicBezTo>
                  <a:pt x="301405" y="39338"/>
                  <a:pt x="296227" y="42261"/>
                  <a:pt x="292286" y="48107"/>
                </a:cubicBezTo>
                <a:cubicBezTo>
                  <a:pt x="289444" y="52491"/>
                  <a:pt x="288023" y="58977"/>
                  <a:pt x="288023" y="67564"/>
                </a:cubicBezTo>
                <a:close/>
                <a:moveTo>
                  <a:pt x="398558" y="42023"/>
                </a:moveTo>
                <a:lnTo>
                  <a:pt x="398558" y="37727"/>
                </a:lnTo>
                <a:lnTo>
                  <a:pt x="409418" y="37727"/>
                </a:lnTo>
                <a:lnTo>
                  <a:pt x="409418" y="21893"/>
                </a:lnTo>
                <a:cubicBezTo>
                  <a:pt x="409418" y="15100"/>
                  <a:pt x="411617" y="9753"/>
                  <a:pt x="416016" y="5853"/>
                </a:cubicBezTo>
                <a:cubicBezTo>
                  <a:pt x="420415" y="1951"/>
                  <a:pt x="425319" y="0"/>
                  <a:pt x="430727" y="0"/>
                </a:cubicBezTo>
                <a:cubicBezTo>
                  <a:pt x="434302" y="0"/>
                  <a:pt x="437258" y="968"/>
                  <a:pt x="439595" y="2903"/>
                </a:cubicBezTo>
                <a:cubicBezTo>
                  <a:pt x="441932" y="4838"/>
                  <a:pt x="443100" y="7094"/>
                  <a:pt x="443100" y="9673"/>
                </a:cubicBezTo>
                <a:cubicBezTo>
                  <a:pt x="443100" y="11410"/>
                  <a:pt x="442573" y="12850"/>
                  <a:pt x="441518" y="13994"/>
                </a:cubicBezTo>
                <a:cubicBezTo>
                  <a:pt x="440465" y="15137"/>
                  <a:pt x="438977" y="15708"/>
                  <a:pt x="437052" y="15708"/>
                </a:cubicBezTo>
                <a:cubicBezTo>
                  <a:pt x="435219" y="15708"/>
                  <a:pt x="433775" y="15137"/>
                  <a:pt x="432720" y="13994"/>
                </a:cubicBezTo>
                <a:cubicBezTo>
                  <a:pt x="431667" y="12850"/>
                  <a:pt x="431141" y="11455"/>
                  <a:pt x="431141" y="9809"/>
                </a:cubicBezTo>
                <a:cubicBezTo>
                  <a:pt x="431141" y="6884"/>
                  <a:pt x="432515" y="4963"/>
                  <a:pt x="435265" y="4049"/>
                </a:cubicBezTo>
                <a:cubicBezTo>
                  <a:pt x="433890" y="3408"/>
                  <a:pt x="432378" y="3088"/>
                  <a:pt x="430727" y="3088"/>
                </a:cubicBezTo>
                <a:cubicBezTo>
                  <a:pt x="427428" y="3088"/>
                  <a:pt x="424496" y="4784"/>
                  <a:pt x="421929" y="8175"/>
                </a:cubicBezTo>
                <a:cubicBezTo>
                  <a:pt x="419363" y="11565"/>
                  <a:pt x="418080" y="16101"/>
                  <a:pt x="418080" y="21781"/>
                </a:cubicBezTo>
                <a:lnTo>
                  <a:pt x="418080" y="37727"/>
                </a:lnTo>
                <a:lnTo>
                  <a:pt x="434166" y="37727"/>
                </a:lnTo>
                <a:lnTo>
                  <a:pt x="434166" y="42023"/>
                </a:lnTo>
                <a:lnTo>
                  <a:pt x="418491" y="42023"/>
                </a:lnTo>
                <a:lnTo>
                  <a:pt x="418491" y="86192"/>
                </a:lnTo>
                <a:cubicBezTo>
                  <a:pt x="418491" y="88844"/>
                  <a:pt x="419041" y="90581"/>
                  <a:pt x="420140" y="91405"/>
                </a:cubicBezTo>
                <a:cubicBezTo>
                  <a:pt x="421241" y="92227"/>
                  <a:pt x="424174" y="92638"/>
                  <a:pt x="428940" y="92638"/>
                </a:cubicBezTo>
                <a:lnTo>
                  <a:pt x="431827" y="92638"/>
                </a:lnTo>
                <a:lnTo>
                  <a:pt x="431827" y="96935"/>
                </a:lnTo>
                <a:cubicBezTo>
                  <a:pt x="428161" y="96658"/>
                  <a:pt x="422341" y="96519"/>
                  <a:pt x="414367" y="96519"/>
                </a:cubicBezTo>
                <a:cubicBezTo>
                  <a:pt x="413268" y="96519"/>
                  <a:pt x="411847" y="96542"/>
                  <a:pt x="410106" y="96589"/>
                </a:cubicBezTo>
                <a:cubicBezTo>
                  <a:pt x="408365" y="96635"/>
                  <a:pt x="406348" y="96704"/>
                  <a:pt x="404056" y="96796"/>
                </a:cubicBezTo>
                <a:cubicBezTo>
                  <a:pt x="401765" y="96889"/>
                  <a:pt x="399978" y="96935"/>
                  <a:pt x="398694" y="96935"/>
                </a:cubicBezTo>
                <a:lnTo>
                  <a:pt x="398694" y="92638"/>
                </a:lnTo>
                <a:cubicBezTo>
                  <a:pt x="403553" y="92638"/>
                  <a:pt x="406555" y="92341"/>
                  <a:pt x="407700" y="91747"/>
                </a:cubicBezTo>
                <a:cubicBezTo>
                  <a:pt x="408845" y="91153"/>
                  <a:pt x="409418" y="89392"/>
                  <a:pt x="409418" y="86467"/>
                </a:cubicBezTo>
                <a:lnTo>
                  <a:pt x="409418" y="42023"/>
                </a:lnTo>
                <a:lnTo>
                  <a:pt x="398558" y="42023"/>
                </a:lnTo>
                <a:close/>
                <a:moveTo>
                  <a:pt x="448874" y="89431"/>
                </a:moveTo>
                <a:cubicBezTo>
                  <a:pt x="442826" y="83444"/>
                  <a:pt x="439801" y="76127"/>
                  <a:pt x="439801" y="67480"/>
                </a:cubicBezTo>
                <a:cubicBezTo>
                  <a:pt x="439801" y="58831"/>
                  <a:pt x="442757" y="51330"/>
                  <a:pt x="448669" y="44977"/>
                </a:cubicBezTo>
                <a:cubicBezTo>
                  <a:pt x="454580" y="38622"/>
                  <a:pt x="461798" y="35444"/>
                  <a:pt x="470322" y="35444"/>
                </a:cubicBezTo>
                <a:cubicBezTo>
                  <a:pt x="478663" y="35444"/>
                  <a:pt x="485811" y="38593"/>
                  <a:pt x="491768" y="44891"/>
                </a:cubicBezTo>
                <a:cubicBezTo>
                  <a:pt x="497725" y="51188"/>
                  <a:pt x="500704" y="58718"/>
                  <a:pt x="500704" y="67480"/>
                </a:cubicBezTo>
                <a:cubicBezTo>
                  <a:pt x="500704" y="76095"/>
                  <a:pt x="497702" y="83404"/>
                  <a:pt x="491699" y="89408"/>
                </a:cubicBezTo>
                <a:cubicBezTo>
                  <a:pt x="485696" y="95410"/>
                  <a:pt x="478524" y="98412"/>
                  <a:pt x="470184" y="98412"/>
                </a:cubicBezTo>
                <a:cubicBezTo>
                  <a:pt x="462026" y="98412"/>
                  <a:pt x="454923" y="95418"/>
                  <a:pt x="448874" y="89431"/>
                </a:cubicBezTo>
                <a:moveTo>
                  <a:pt x="451211" y="66387"/>
                </a:moveTo>
                <a:cubicBezTo>
                  <a:pt x="451211" y="75216"/>
                  <a:pt x="452357" y="81633"/>
                  <a:pt x="454647" y="85638"/>
                </a:cubicBezTo>
                <a:cubicBezTo>
                  <a:pt x="458222" y="91737"/>
                  <a:pt x="463447" y="94787"/>
                  <a:pt x="470322" y="94787"/>
                </a:cubicBezTo>
                <a:cubicBezTo>
                  <a:pt x="473713" y="94787"/>
                  <a:pt x="476829" y="93877"/>
                  <a:pt x="479670" y="92057"/>
                </a:cubicBezTo>
                <a:cubicBezTo>
                  <a:pt x="482512" y="90236"/>
                  <a:pt x="484711" y="87779"/>
                  <a:pt x="486269" y="84684"/>
                </a:cubicBezTo>
                <a:cubicBezTo>
                  <a:pt x="488286" y="80678"/>
                  <a:pt x="489294" y="74579"/>
                  <a:pt x="489294" y="66387"/>
                </a:cubicBezTo>
                <a:cubicBezTo>
                  <a:pt x="489294" y="57647"/>
                  <a:pt x="488103" y="51321"/>
                  <a:pt x="485720" y="47408"/>
                </a:cubicBezTo>
                <a:cubicBezTo>
                  <a:pt x="482145" y="41491"/>
                  <a:pt x="476966" y="38532"/>
                  <a:pt x="470184" y="38532"/>
                </a:cubicBezTo>
                <a:cubicBezTo>
                  <a:pt x="467251" y="38532"/>
                  <a:pt x="464341" y="39306"/>
                  <a:pt x="461453" y="40854"/>
                </a:cubicBezTo>
                <a:cubicBezTo>
                  <a:pt x="458566" y="42401"/>
                  <a:pt x="456252" y="44677"/>
                  <a:pt x="454511" y="47681"/>
                </a:cubicBezTo>
                <a:cubicBezTo>
                  <a:pt x="452311" y="51686"/>
                  <a:pt x="451211" y="57921"/>
                  <a:pt x="451211" y="66387"/>
                </a:cubicBezTo>
                <a:close/>
                <a:moveTo>
                  <a:pt x="521464" y="89431"/>
                </a:moveTo>
                <a:cubicBezTo>
                  <a:pt x="515415" y="83444"/>
                  <a:pt x="512391" y="76127"/>
                  <a:pt x="512391" y="67480"/>
                </a:cubicBezTo>
                <a:cubicBezTo>
                  <a:pt x="512391" y="58831"/>
                  <a:pt x="515347" y="51330"/>
                  <a:pt x="521259" y="44977"/>
                </a:cubicBezTo>
                <a:cubicBezTo>
                  <a:pt x="527170" y="38622"/>
                  <a:pt x="534388" y="35444"/>
                  <a:pt x="542912" y="35444"/>
                </a:cubicBezTo>
                <a:cubicBezTo>
                  <a:pt x="551253" y="35444"/>
                  <a:pt x="558401" y="38593"/>
                  <a:pt x="564358" y="44891"/>
                </a:cubicBezTo>
                <a:cubicBezTo>
                  <a:pt x="570315" y="51188"/>
                  <a:pt x="573294" y="58718"/>
                  <a:pt x="573294" y="67480"/>
                </a:cubicBezTo>
                <a:cubicBezTo>
                  <a:pt x="573294" y="76095"/>
                  <a:pt x="570292" y="83404"/>
                  <a:pt x="564288" y="89408"/>
                </a:cubicBezTo>
                <a:cubicBezTo>
                  <a:pt x="558286" y="95410"/>
                  <a:pt x="551114" y="98412"/>
                  <a:pt x="542773" y="98412"/>
                </a:cubicBezTo>
                <a:cubicBezTo>
                  <a:pt x="534616" y="98412"/>
                  <a:pt x="527513" y="95418"/>
                  <a:pt x="521464" y="89431"/>
                </a:cubicBezTo>
                <a:moveTo>
                  <a:pt x="523801" y="66387"/>
                </a:moveTo>
                <a:cubicBezTo>
                  <a:pt x="523801" y="75216"/>
                  <a:pt x="524946" y="81633"/>
                  <a:pt x="527237" y="85638"/>
                </a:cubicBezTo>
                <a:cubicBezTo>
                  <a:pt x="530812" y="91737"/>
                  <a:pt x="536037" y="94787"/>
                  <a:pt x="542912" y="94787"/>
                </a:cubicBezTo>
                <a:cubicBezTo>
                  <a:pt x="546303" y="94787"/>
                  <a:pt x="549419" y="93877"/>
                  <a:pt x="552260" y="92057"/>
                </a:cubicBezTo>
                <a:cubicBezTo>
                  <a:pt x="555102" y="90236"/>
                  <a:pt x="557301" y="87779"/>
                  <a:pt x="558859" y="84684"/>
                </a:cubicBezTo>
                <a:cubicBezTo>
                  <a:pt x="560876" y="80678"/>
                  <a:pt x="561884" y="74579"/>
                  <a:pt x="561884" y="66387"/>
                </a:cubicBezTo>
                <a:cubicBezTo>
                  <a:pt x="561884" y="57647"/>
                  <a:pt x="560693" y="51321"/>
                  <a:pt x="558310" y="47408"/>
                </a:cubicBezTo>
                <a:cubicBezTo>
                  <a:pt x="554735" y="41491"/>
                  <a:pt x="549556" y="38532"/>
                  <a:pt x="542773" y="38532"/>
                </a:cubicBezTo>
                <a:cubicBezTo>
                  <a:pt x="539841" y="38532"/>
                  <a:pt x="536930" y="39306"/>
                  <a:pt x="534042" y="40854"/>
                </a:cubicBezTo>
                <a:cubicBezTo>
                  <a:pt x="531156" y="42401"/>
                  <a:pt x="528842" y="44677"/>
                  <a:pt x="527101" y="47681"/>
                </a:cubicBezTo>
                <a:cubicBezTo>
                  <a:pt x="524901" y="51686"/>
                  <a:pt x="523801" y="57921"/>
                  <a:pt x="523801" y="66387"/>
                </a:cubicBezTo>
                <a:close/>
                <a:moveTo>
                  <a:pt x="579894" y="42023"/>
                </a:moveTo>
                <a:lnTo>
                  <a:pt x="579894" y="38935"/>
                </a:lnTo>
                <a:cubicBezTo>
                  <a:pt x="584110" y="38752"/>
                  <a:pt x="587616" y="37168"/>
                  <a:pt x="590410" y="34184"/>
                </a:cubicBezTo>
                <a:cubicBezTo>
                  <a:pt x="593206" y="31199"/>
                  <a:pt x="595085" y="27871"/>
                  <a:pt x="596047" y="24198"/>
                </a:cubicBezTo>
                <a:cubicBezTo>
                  <a:pt x="597009" y="20524"/>
                  <a:pt x="597536" y="16575"/>
                  <a:pt x="597629" y="12352"/>
                </a:cubicBezTo>
                <a:lnTo>
                  <a:pt x="601067" y="12352"/>
                </a:lnTo>
                <a:lnTo>
                  <a:pt x="601067" y="37727"/>
                </a:lnTo>
                <a:lnTo>
                  <a:pt x="620725" y="37727"/>
                </a:lnTo>
                <a:lnTo>
                  <a:pt x="620725" y="42023"/>
                </a:lnTo>
                <a:lnTo>
                  <a:pt x="601067" y="42023"/>
                </a:lnTo>
                <a:lnTo>
                  <a:pt x="601067" y="80024"/>
                </a:lnTo>
                <a:cubicBezTo>
                  <a:pt x="601067" y="89866"/>
                  <a:pt x="604137" y="94787"/>
                  <a:pt x="610278" y="94787"/>
                </a:cubicBezTo>
                <a:cubicBezTo>
                  <a:pt x="612937" y="94787"/>
                  <a:pt x="615137" y="93451"/>
                  <a:pt x="616878" y="90780"/>
                </a:cubicBezTo>
                <a:cubicBezTo>
                  <a:pt x="618619" y="88107"/>
                  <a:pt x="619490" y="84370"/>
                  <a:pt x="619490" y="79569"/>
                </a:cubicBezTo>
                <a:lnTo>
                  <a:pt x="619490" y="72097"/>
                </a:lnTo>
                <a:lnTo>
                  <a:pt x="622926" y="72097"/>
                </a:lnTo>
                <a:lnTo>
                  <a:pt x="622926" y="79909"/>
                </a:lnTo>
                <a:cubicBezTo>
                  <a:pt x="622926" y="84843"/>
                  <a:pt x="621780" y="89160"/>
                  <a:pt x="619488" y="92861"/>
                </a:cubicBezTo>
                <a:cubicBezTo>
                  <a:pt x="617197" y="96561"/>
                  <a:pt x="613806" y="98412"/>
                  <a:pt x="609315" y="98412"/>
                </a:cubicBezTo>
                <a:cubicBezTo>
                  <a:pt x="607665" y="98412"/>
                  <a:pt x="606015" y="98205"/>
                  <a:pt x="604365" y="97793"/>
                </a:cubicBezTo>
                <a:cubicBezTo>
                  <a:pt x="602716" y="97382"/>
                  <a:pt x="600837" y="96628"/>
                  <a:pt x="598730" y="95531"/>
                </a:cubicBezTo>
                <a:cubicBezTo>
                  <a:pt x="596622" y="94433"/>
                  <a:pt x="594903" y="92536"/>
                  <a:pt x="593573" y="89838"/>
                </a:cubicBezTo>
                <a:cubicBezTo>
                  <a:pt x="592245" y="87139"/>
                  <a:pt x="591581" y="83823"/>
                  <a:pt x="591581" y="79890"/>
                </a:cubicBezTo>
                <a:lnTo>
                  <a:pt x="591581" y="42023"/>
                </a:lnTo>
                <a:lnTo>
                  <a:pt x="579894" y="420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DEE0EC-C9E4-4F21-8859-D87481503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534" y="1933848"/>
            <a:ext cx="10" cy="129722"/>
          </a:xfrm>
          <a:custGeom xmlns:a="http://schemas.openxmlformats.org/drawingml/2006/main">
            <a:pathLst>
              <a:path w="1" h="129722" fill="none">
                <a:moveTo>
                  <a:pt x="0" y="0"/>
                </a:moveTo>
                <a:lnTo>
                  <a:pt x="0" y="119411"/>
                </a:lnTo>
                <a:lnTo>
                  <a:pt x="0" y="129722"/>
                </a:lnTo>
              </a:path>
            </a:pathLst>
          </a:custGeom>
          <a:noFill xmlns:a="http://schemas.openxmlformats.org/drawingml/2006/main"/>
          <a:ln xmlns:a="http://schemas.openxmlformats.org/drawingml/2006/main" w="20622" cap="flat">
            <a:solidFill>
              <a:srgbClr val="000000"/>
            </a:solidFill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EFB502-92A3-46F9-B962-14330BE7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9165" y="2053260"/>
            <a:ext cx="90737" cy="90737"/>
          </a:xfrm>
          <a:custGeom xmlns:a="http://schemas.openxmlformats.org/drawingml/2006/main">
            <a:pathLst>
              <a:path w="90737" h="90737">
                <a:moveTo>
                  <a:pt x="0" y="0"/>
                </a:moveTo>
                <a:lnTo>
                  <a:pt x="45369" y="90737"/>
                </a:lnTo>
                <a:lnTo>
                  <a:pt x="907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961AA5-BBD8-4869-A64A-A3DC8128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709" y="2015620"/>
            <a:ext cx="1139802" cy="342843"/>
          </a:xfrm>
          <a:custGeom xmlns:a="http://schemas.openxmlformats.org/drawingml/2006/main">
            <a:pathLst>
              <a:path w="1139802" h="342843" fill="none">
                <a:moveTo>
                  <a:pt x="266369" y="0"/>
                </a:moveTo>
                <a:lnTo>
                  <a:pt x="266369" y="222117"/>
                </a:lnTo>
                <a:lnTo>
                  <a:pt x="0" y="306969"/>
                </a:lnTo>
                <a:lnTo>
                  <a:pt x="266369" y="287636"/>
                </a:lnTo>
                <a:lnTo>
                  <a:pt x="266369" y="342843"/>
                </a:lnTo>
                <a:lnTo>
                  <a:pt x="1139802" y="342843"/>
                </a:lnTo>
                <a:lnTo>
                  <a:pt x="1139802" y="0"/>
                </a:lnTo>
                <a:lnTo>
                  <a:pt x="266369" y="0"/>
                </a:lnTo>
                <a:close/>
                <a:moveTo>
                  <a:pt x="266369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80" name="Text ImageC">
            <a:extLst xmlns:a="http://schemas.openxmlformats.org/drawingml/2006/main">
              <a:ext uri="{FF2B5EF4-FFF2-40B4-BE49-F238E27FC236}">
                <a16:creationId xmlns:a16="http://schemas.microsoft.com/office/drawing/2014/main" id="{125E3C35-9D2C-42F7-8764-824C047AB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823" y="2121470"/>
            <a:ext cx="496030" cy="125263"/>
          </a:xfrm>
          <a:custGeom xmlns:a="http://schemas.openxmlformats.org/drawingml/2006/main">
            <a:pathLst>
              <a:path w="496030" h="125263">
                <a:moveTo>
                  <a:pt x="0" y="96935"/>
                </a:moveTo>
                <a:lnTo>
                  <a:pt x="0" y="92638"/>
                </a:lnTo>
                <a:lnTo>
                  <a:pt x="3575" y="92638"/>
                </a:lnTo>
                <a:cubicBezTo>
                  <a:pt x="8707" y="92638"/>
                  <a:pt x="11869" y="92227"/>
                  <a:pt x="13061" y="91403"/>
                </a:cubicBezTo>
                <a:cubicBezTo>
                  <a:pt x="14252" y="90579"/>
                  <a:pt x="14848" y="88840"/>
                  <a:pt x="14848" y="86186"/>
                </a:cubicBezTo>
                <a:lnTo>
                  <a:pt x="14848" y="13837"/>
                </a:lnTo>
                <a:cubicBezTo>
                  <a:pt x="14848" y="11183"/>
                  <a:pt x="14252" y="9444"/>
                  <a:pt x="13061" y="8620"/>
                </a:cubicBezTo>
                <a:cubicBezTo>
                  <a:pt x="11869" y="7796"/>
                  <a:pt x="8707" y="7384"/>
                  <a:pt x="3575" y="7384"/>
                </a:cubicBezTo>
                <a:lnTo>
                  <a:pt x="0" y="7384"/>
                </a:lnTo>
                <a:lnTo>
                  <a:pt x="0" y="3088"/>
                </a:lnTo>
                <a:cubicBezTo>
                  <a:pt x="3208" y="3365"/>
                  <a:pt x="10220" y="3503"/>
                  <a:pt x="21035" y="3503"/>
                </a:cubicBezTo>
                <a:cubicBezTo>
                  <a:pt x="31757" y="3503"/>
                  <a:pt x="38722" y="3365"/>
                  <a:pt x="41931" y="3088"/>
                </a:cubicBezTo>
                <a:lnTo>
                  <a:pt x="41931" y="7384"/>
                </a:lnTo>
                <a:lnTo>
                  <a:pt x="38356" y="7384"/>
                </a:lnTo>
                <a:cubicBezTo>
                  <a:pt x="33225" y="7384"/>
                  <a:pt x="30063" y="7796"/>
                  <a:pt x="28872" y="8620"/>
                </a:cubicBezTo>
                <a:cubicBezTo>
                  <a:pt x="27680" y="9444"/>
                  <a:pt x="27085" y="11183"/>
                  <a:pt x="27085" y="13837"/>
                </a:cubicBezTo>
                <a:lnTo>
                  <a:pt x="27085" y="86186"/>
                </a:lnTo>
                <a:cubicBezTo>
                  <a:pt x="27085" y="88840"/>
                  <a:pt x="27680" y="90579"/>
                  <a:pt x="28872" y="91403"/>
                </a:cubicBezTo>
                <a:cubicBezTo>
                  <a:pt x="30063" y="92227"/>
                  <a:pt x="33225" y="92638"/>
                  <a:pt x="38356" y="92638"/>
                </a:cubicBezTo>
                <a:lnTo>
                  <a:pt x="41931" y="92638"/>
                </a:lnTo>
                <a:lnTo>
                  <a:pt x="41931" y="96935"/>
                </a:lnTo>
                <a:cubicBezTo>
                  <a:pt x="38722" y="96658"/>
                  <a:pt x="31711" y="96519"/>
                  <a:pt x="20896" y="96519"/>
                </a:cubicBezTo>
                <a:cubicBezTo>
                  <a:pt x="10174" y="96519"/>
                  <a:pt x="3208" y="96658"/>
                  <a:pt x="0" y="96935"/>
                </a:cubicBezTo>
                <a:close/>
                <a:moveTo>
                  <a:pt x="50180" y="96935"/>
                </a:moveTo>
                <a:lnTo>
                  <a:pt x="50180" y="92638"/>
                </a:lnTo>
                <a:cubicBezTo>
                  <a:pt x="55039" y="92638"/>
                  <a:pt x="58041" y="92341"/>
                  <a:pt x="59186" y="91747"/>
                </a:cubicBezTo>
                <a:cubicBezTo>
                  <a:pt x="60331" y="91153"/>
                  <a:pt x="60904" y="89392"/>
                  <a:pt x="60904" y="86467"/>
                </a:cubicBezTo>
                <a:lnTo>
                  <a:pt x="60904" y="49705"/>
                </a:lnTo>
                <a:cubicBezTo>
                  <a:pt x="60904" y="46321"/>
                  <a:pt x="60308" y="44194"/>
                  <a:pt x="59117" y="43326"/>
                </a:cubicBezTo>
                <a:cubicBezTo>
                  <a:pt x="57925" y="42457"/>
                  <a:pt x="54946" y="42023"/>
                  <a:pt x="50180" y="42023"/>
                </a:cubicBezTo>
                <a:lnTo>
                  <a:pt x="50180" y="37762"/>
                </a:lnTo>
                <a:lnTo>
                  <a:pt x="69566" y="36250"/>
                </a:lnTo>
                <a:lnTo>
                  <a:pt x="69566" y="50664"/>
                </a:lnTo>
                <a:cubicBezTo>
                  <a:pt x="73873" y="41054"/>
                  <a:pt x="80655" y="36250"/>
                  <a:pt x="89912" y="36250"/>
                </a:cubicBezTo>
                <a:cubicBezTo>
                  <a:pt x="100635" y="36250"/>
                  <a:pt x="106730" y="40735"/>
                  <a:pt x="108197" y="49705"/>
                </a:cubicBezTo>
                <a:cubicBezTo>
                  <a:pt x="109755" y="46227"/>
                  <a:pt x="112183" y="43115"/>
                  <a:pt x="115482" y="40370"/>
                </a:cubicBezTo>
                <a:cubicBezTo>
                  <a:pt x="118783" y="37623"/>
                  <a:pt x="122999" y="36250"/>
                  <a:pt x="128132" y="36250"/>
                </a:cubicBezTo>
                <a:cubicBezTo>
                  <a:pt x="135006" y="36250"/>
                  <a:pt x="139817" y="37942"/>
                  <a:pt x="142567" y="41326"/>
                </a:cubicBezTo>
                <a:cubicBezTo>
                  <a:pt x="144584" y="43614"/>
                  <a:pt x="145798" y="46040"/>
                  <a:pt x="146211" y="48602"/>
                </a:cubicBezTo>
                <a:cubicBezTo>
                  <a:pt x="146623" y="51162"/>
                  <a:pt x="146830" y="55736"/>
                  <a:pt x="146830" y="62323"/>
                </a:cubicBezTo>
                <a:lnTo>
                  <a:pt x="146830" y="88523"/>
                </a:lnTo>
                <a:cubicBezTo>
                  <a:pt x="146922" y="90443"/>
                  <a:pt x="147701" y="91609"/>
                  <a:pt x="149167" y="92022"/>
                </a:cubicBezTo>
                <a:cubicBezTo>
                  <a:pt x="150634" y="92433"/>
                  <a:pt x="153429" y="92638"/>
                  <a:pt x="157554" y="92638"/>
                </a:cubicBezTo>
                <a:lnTo>
                  <a:pt x="157554" y="96935"/>
                </a:lnTo>
                <a:cubicBezTo>
                  <a:pt x="148204" y="96658"/>
                  <a:pt x="143072" y="96519"/>
                  <a:pt x="142156" y="96519"/>
                </a:cubicBezTo>
                <a:cubicBezTo>
                  <a:pt x="141423" y="96519"/>
                  <a:pt x="136244" y="96658"/>
                  <a:pt x="126619" y="96935"/>
                </a:cubicBezTo>
                <a:lnTo>
                  <a:pt x="126619" y="92638"/>
                </a:lnTo>
                <a:cubicBezTo>
                  <a:pt x="131478" y="92638"/>
                  <a:pt x="134480" y="92342"/>
                  <a:pt x="135625" y="91749"/>
                </a:cubicBezTo>
                <a:cubicBezTo>
                  <a:pt x="136771" y="91155"/>
                  <a:pt x="137343" y="89396"/>
                  <a:pt x="137343" y="86473"/>
                </a:cubicBezTo>
                <a:lnTo>
                  <a:pt x="137343" y="54547"/>
                </a:lnTo>
                <a:cubicBezTo>
                  <a:pt x="137343" y="49888"/>
                  <a:pt x="136633" y="46189"/>
                  <a:pt x="135212" y="43449"/>
                </a:cubicBezTo>
                <a:cubicBezTo>
                  <a:pt x="133791" y="40708"/>
                  <a:pt x="131110" y="39338"/>
                  <a:pt x="127169" y="39338"/>
                </a:cubicBezTo>
                <a:cubicBezTo>
                  <a:pt x="122403" y="39338"/>
                  <a:pt x="118118" y="41325"/>
                  <a:pt x="114314" y="45300"/>
                </a:cubicBezTo>
                <a:cubicBezTo>
                  <a:pt x="110511" y="49273"/>
                  <a:pt x="108610" y="54594"/>
                  <a:pt x="108610" y="61262"/>
                </a:cubicBezTo>
                <a:lnTo>
                  <a:pt x="108610" y="86473"/>
                </a:lnTo>
                <a:cubicBezTo>
                  <a:pt x="108610" y="89396"/>
                  <a:pt x="109183" y="91155"/>
                  <a:pt x="110328" y="91749"/>
                </a:cubicBezTo>
                <a:cubicBezTo>
                  <a:pt x="111473" y="92342"/>
                  <a:pt x="114475" y="92638"/>
                  <a:pt x="119334" y="92638"/>
                </a:cubicBezTo>
                <a:lnTo>
                  <a:pt x="119334" y="96935"/>
                </a:lnTo>
                <a:cubicBezTo>
                  <a:pt x="109985" y="96658"/>
                  <a:pt x="104852" y="96519"/>
                  <a:pt x="103936" y="96519"/>
                </a:cubicBezTo>
                <a:cubicBezTo>
                  <a:pt x="103203" y="96519"/>
                  <a:pt x="98024" y="96658"/>
                  <a:pt x="88400" y="96935"/>
                </a:cubicBezTo>
                <a:lnTo>
                  <a:pt x="88400" y="92638"/>
                </a:lnTo>
                <a:cubicBezTo>
                  <a:pt x="93258" y="92638"/>
                  <a:pt x="96260" y="92342"/>
                  <a:pt x="97406" y="91749"/>
                </a:cubicBezTo>
                <a:cubicBezTo>
                  <a:pt x="98551" y="91155"/>
                  <a:pt x="99124" y="89396"/>
                  <a:pt x="99124" y="86473"/>
                </a:cubicBezTo>
                <a:lnTo>
                  <a:pt x="99124" y="54547"/>
                </a:lnTo>
                <a:cubicBezTo>
                  <a:pt x="99124" y="49888"/>
                  <a:pt x="98413" y="46189"/>
                  <a:pt x="96992" y="43449"/>
                </a:cubicBezTo>
                <a:cubicBezTo>
                  <a:pt x="95571" y="40708"/>
                  <a:pt x="92891" y="39338"/>
                  <a:pt x="88949" y="39338"/>
                </a:cubicBezTo>
                <a:cubicBezTo>
                  <a:pt x="84183" y="39338"/>
                  <a:pt x="79898" y="41325"/>
                  <a:pt x="76094" y="45300"/>
                </a:cubicBezTo>
                <a:cubicBezTo>
                  <a:pt x="72292" y="49273"/>
                  <a:pt x="70390" y="54594"/>
                  <a:pt x="70390" y="61262"/>
                </a:cubicBezTo>
                <a:lnTo>
                  <a:pt x="70390" y="86473"/>
                </a:lnTo>
                <a:cubicBezTo>
                  <a:pt x="70390" y="89396"/>
                  <a:pt x="70963" y="91155"/>
                  <a:pt x="72108" y="91749"/>
                </a:cubicBezTo>
                <a:cubicBezTo>
                  <a:pt x="73254" y="92342"/>
                  <a:pt x="76256" y="92638"/>
                  <a:pt x="81114" y="92638"/>
                </a:cubicBezTo>
                <a:lnTo>
                  <a:pt x="81114" y="96935"/>
                </a:lnTo>
                <a:cubicBezTo>
                  <a:pt x="71765" y="96658"/>
                  <a:pt x="66632" y="96519"/>
                  <a:pt x="65716" y="96519"/>
                </a:cubicBezTo>
                <a:cubicBezTo>
                  <a:pt x="64984" y="96519"/>
                  <a:pt x="59805" y="96658"/>
                  <a:pt x="50180" y="96935"/>
                </a:cubicBezTo>
                <a:close/>
                <a:moveTo>
                  <a:pt x="166078" y="83872"/>
                </a:moveTo>
                <a:cubicBezTo>
                  <a:pt x="166078" y="76071"/>
                  <a:pt x="170661" y="70105"/>
                  <a:pt x="179827" y="65976"/>
                </a:cubicBezTo>
                <a:cubicBezTo>
                  <a:pt x="185326" y="63314"/>
                  <a:pt x="193757" y="61640"/>
                  <a:pt x="205122" y="60953"/>
                </a:cubicBezTo>
                <a:lnTo>
                  <a:pt x="205122" y="55925"/>
                </a:lnTo>
                <a:cubicBezTo>
                  <a:pt x="205122" y="50309"/>
                  <a:pt x="203632" y="46006"/>
                  <a:pt x="200654" y="43017"/>
                </a:cubicBezTo>
                <a:cubicBezTo>
                  <a:pt x="197675" y="40027"/>
                  <a:pt x="194306" y="38532"/>
                  <a:pt x="190549" y="38532"/>
                </a:cubicBezTo>
                <a:cubicBezTo>
                  <a:pt x="183858" y="38532"/>
                  <a:pt x="178909" y="40591"/>
                  <a:pt x="175700" y="44708"/>
                </a:cubicBezTo>
                <a:cubicBezTo>
                  <a:pt x="178450" y="44799"/>
                  <a:pt x="180306" y="45530"/>
                  <a:pt x="181268" y="46902"/>
                </a:cubicBezTo>
                <a:cubicBezTo>
                  <a:pt x="182230" y="48274"/>
                  <a:pt x="182711" y="49646"/>
                  <a:pt x="182711" y="51018"/>
                </a:cubicBezTo>
                <a:cubicBezTo>
                  <a:pt x="182711" y="52848"/>
                  <a:pt x="182138" y="54357"/>
                  <a:pt x="180993" y="55545"/>
                </a:cubicBezTo>
                <a:cubicBezTo>
                  <a:pt x="179848" y="56734"/>
                  <a:pt x="178313" y="57328"/>
                  <a:pt x="176388" y="57328"/>
                </a:cubicBezTo>
                <a:cubicBezTo>
                  <a:pt x="174555" y="57328"/>
                  <a:pt x="173042" y="56757"/>
                  <a:pt x="171851" y="55615"/>
                </a:cubicBezTo>
                <a:cubicBezTo>
                  <a:pt x="170659" y="54471"/>
                  <a:pt x="170064" y="52893"/>
                  <a:pt x="170064" y="50882"/>
                </a:cubicBezTo>
                <a:cubicBezTo>
                  <a:pt x="170064" y="46419"/>
                  <a:pt x="172080" y="42731"/>
                  <a:pt x="176112" y="39816"/>
                </a:cubicBezTo>
                <a:cubicBezTo>
                  <a:pt x="180145" y="36902"/>
                  <a:pt x="185049" y="35444"/>
                  <a:pt x="190823" y="35444"/>
                </a:cubicBezTo>
                <a:cubicBezTo>
                  <a:pt x="198339" y="35444"/>
                  <a:pt x="204618" y="37948"/>
                  <a:pt x="209659" y="42956"/>
                </a:cubicBezTo>
                <a:cubicBezTo>
                  <a:pt x="211217" y="44505"/>
                  <a:pt x="212386" y="46281"/>
                  <a:pt x="213165" y="48285"/>
                </a:cubicBezTo>
                <a:cubicBezTo>
                  <a:pt x="213944" y="50288"/>
                  <a:pt x="214379" y="51949"/>
                  <a:pt x="214470" y="53269"/>
                </a:cubicBezTo>
                <a:cubicBezTo>
                  <a:pt x="214562" y="54589"/>
                  <a:pt x="214608" y="56524"/>
                  <a:pt x="214608" y="59074"/>
                </a:cubicBezTo>
                <a:lnTo>
                  <a:pt x="214608" y="86605"/>
                </a:lnTo>
                <a:cubicBezTo>
                  <a:pt x="214608" y="87152"/>
                  <a:pt x="214700" y="87859"/>
                  <a:pt x="214883" y="88726"/>
                </a:cubicBezTo>
                <a:cubicBezTo>
                  <a:pt x="215066" y="89592"/>
                  <a:pt x="215570" y="90595"/>
                  <a:pt x="216395" y="91734"/>
                </a:cubicBezTo>
                <a:cubicBezTo>
                  <a:pt x="217221" y="92874"/>
                  <a:pt x="218320" y="93444"/>
                  <a:pt x="219695" y="93444"/>
                </a:cubicBezTo>
                <a:cubicBezTo>
                  <a:pt x="222994" y="93444"/>
                  <a:pt x="224644" y="90527"/>
                  <a:pt x="224644" y="84692"/>
                </a:cubicBezTo>
                <a:lnTo>
                  <a:pt x="224644" y="77033"/>
                </a:lnTo>
                <a:lnTo>
                  <a:pt x="228080" y="77033"/>
                </a:lnTo>
                <a:lnTo>
                  <a:pt x="228080" y="84713"/>
                </a:lnTo>
                <a:cubicBezTo>
                  <a:pt x="228080" y="89558"/>
                  <a:pt x="226797" y="92940"/>
                  <a:pt x="224231" y="94860"/>
                </a:cubicBezTo>
                <a:cubicBezTo>
                  <a:pt x="221664" y="96780"/>
                  <a:pt x="219190" y="97740"/>
                  <a:pt x="216807" y="97740"/>
                </a:cubicBezTo>
                <a:cubicBezTo>
                  <a:pt x="213782" y="97740"/>
                  <a:pt x="211307" y="96618"/>
                  <a:pt x="209382" y="94373"/>
                </a:cubicBezTo>
                <a:cubicBezTo>
                  <a:pt x="207458" y="92127"/>
                  <a:pt x="206358" y="89492"/>
                  <a:pt x="206083" y="86469"/>
                </a:cubicBezTo>
                <a:cubicBezTo>
                  <a:pt x="204708" y="89947"/>
                  <a:pt x="202439" y="92807"/>
                  <a:pt x="199277" y="95049"/>
                </a:cubicBezTo>
                <a:cubicBezTo>
                  <a:pt x="196115" y="97291"/>
                  <a:pt x="192381" y="98412"/>
                  <a:pt x="188073" y="98412"/>
                </a:cubicBezTo>
                <a:cubicBezTo>
                  <a:pt x="184774" y="98412"/>
                  <a:pt x="181566" y="98000"/>
                  <a:pt x="178451" y="97176"/>
                </a:cubicBezTo>
                <a:cubicBezTo>
                  <a:pt x="175335" y="96354"/>
                  <a:pt x="172494" y="94800"/>
                  <a:pt x="169927" y="92515"/>
                </a:cubicBezTo>
                <a:cubicBezTo>
                  <a:pt x="167361" y="90228"/>
                  <a:pt x="166078" y="87347"/>
                  <a:pt x="166078" y="83872"/>
                </a:cubicBezTo>
                <a:moveTo>
                  <a:pt x="176663" y="83733"/>
                </a:moveTo>
                <a:cubicBezTo>
                  <a:pt x="176663" y="87097"/>
                  <a:pt x="177877" y="89869"/>
                  <a:pt x="180305" y="92051"/>
                </a:cubicBezTo>
                <a:cubicBezTo>
                  <a:pt x="182734" y="94233"/>
                  <a:pt x="185645" y="95324"/>
                  <a:pt x="189036" y="95324"/>
                </a:cubicBezTo>
                <a:cubicBezTo>
                  <a:pt x="192886" y="95324"/>
                  <a:pt x="196529" y="93844"/>
                  <a:pt x="199965" y="90885"/>
                </a:cubicBezTo>
                <a:cubicBezTo>
                  <a:pt x="203403" y="87924"/>
                  <a:pt x="205122" y="83530"/>
                  <a:pt x="205122" y="77702"/>
                </a:cubicBezTo>
                <a:lnTo>
                  <a:pt x="205122" y="64041"/>
                </a:lnTo>
                <a:cubicBezTo>
                  <a:pt x="194948" y="64406"/>
                  <a:pt x="187661" y="66594"/>
                  <a:pt x="183261" y="70605"/>
                </a:cubicBezTo>
                <a:cubicBezTo>
                  <a:pt x="178862" y="74616"/>
                  <a:pt x="176663" y="78992"/>
                  <a:pt x="176663" y="83733"/>
                </a:cubicBezTo>
                <a:close/>
                <a:moveTo>
                  <a:pt x="232893" y="107845"/>
                </a:moveTo>
                <a:cubicBezTo>
                  <a:pt x="232893" y="104910"/>
                  <a:pt x="234015" y="102158"/>
                  <a:pt x="236260" y="99588"/>
                </a:cubicBezTo>
                <a:cubicBezTo>
                  <a:pt x="238506" y="97019"/>
                  <a:pt x="241599" y="95184"/>
                  <a:pt x="245540" y="94084"/>
                </a:cubicBezTo>
                <a:cubicBezTo>
                  <a:pt x="241508" y="91526"/>
                  <a:pt x="239492" y="87461"/>
                  <a:pt x="239492" y="81889"/>
                </a:cubicBezTo>
                <a:cubicBezTo>
                  <a:pt x="239492" y="77606"/>
                  <a:pt x="240912" y="73823"/>
                  <a:pt x="243753" y="70540"/>
                </a:cubicBezTo>
                <a:cubicBezTo>
                  <a:pt x="239445" y="66950"/>
                  <a:pt x="237292" y="62210"/>
                  <a:pt x="237292" y="56319"/>
                </a:cubicBezTo>
                <a:cubicBezTo>
                  <a:pt x="237292" y="50913"/>
                  <a:pt x="239445" y="46216"/>
                  <a:pt x="243753" y="42231"/>
                </a:cubicBezTo>
                <a:cubicBezTo>
                  <a:pt x="248060" y="38243"/>
                  <a:pt x="253331" y="36250"/>
                  <a:pt x="259564" y="36250"/>
                </a:cubicBezTo>
                <a:cubicBezTo>
                  <a:pt x="265063" y="36250"/>
                  <a:pt x="269921" y="37878"/>
                  <a:pt x="274137" y="41133"/>
                </a:cubicBezTo>
                <a:cubicBezTo>
                  <a:pt x="278537" y="36804"/>
                  <a:pt x="283395" y="34639"/>
                  <a:pt x="288711" y="34639"/>
                </a:cubicBezTo>
                <a:cubicBezTo>
                  <a:pt x="291094" y="34639"/>
                  <a:pt x="292858" y="35364"/>
                  <a:pt x="294003" y="36814"/>
                </a:cubicBezTo>
                <a:cubicBezTo>
                  <a:pt x="295149" y="38264"/>
                  <a:pt x="295721" y="39760"/>
                  <a:pt x="295721" y="41301"/>
                </a:cubicBezTo>
                <a:cubicBezTo>
                  <a:pt x="295721" y="42661"/>
                  <a:pt x="295286" y="43680"/>
                  <a:pt x="294415" y="44360"/>
                </a:cubicBezTo>
                <a:cubicBezTo>
                  <a:pt x="293545" y="45040"/>
                  <a:pt x="292651" y="45379"/>
                  <a:pt x="291734" y="45379"/>
                </a:cubicBezTo>
                <a:cubicBezTo>
                  <a:pt x="290634" y="45379"/>
                  <a:pt x="289695" y="45021"/>
                  <a:pt x="288916" y="44305"/>
                </a:cubicBezTo>
                <a:cubicBezTo>
                  <a:pt x="288137" y="43589"/>
                  <a:pt x="287748" y="42649"/>
                  <a:pt x="287748" y="41486"/>
                </a:cubicBezTo>
                <a:cubicBezTo>
                  <a:pt x="287748" y="39606"/>
                  <a:pt x="288481" y="38398"/>
                  <a:pt x="289946" y="37861"/>
                </a:cubicBezTo>
                <a:cubicBezTo>
                  <a:pt x="289672" y="37771"/>
                  <a:pt x="289214" y="37727"/>
                  <a:pt x="288572" y="37727"/>
                </a:cubicBezTo>
                <a:cubicBezTo>
                  <a:pt x="284082" y="37727"/>
                  <a:pt x="279957" y="39506"/>
                  <a:pt x="276199" y="43066"/>
                </a:cubicBezTo>
                <a:cubicBezTo>
                  <a:pt x="279957" y="46563"/>
                  <a:pt x="281836" y="51027"/>
                  <a:pt x="281836" y="56458"/>
                </a:cubicBezTo>
                <a:cubicBezTo>
                  <a:pt x="281836" y="61888"/>
                  <a:pt x="279682" y="66591"/>
                  <a:pt x="275375" y="70566"/>
                </a:cubicBezTo>
                <a:cubicBezTo>
                  <a:pt x="271068" y="74540"/>
                  <a:pt x="265797" y="76527"/>
                  <a:pt x="259564" y="76527"/>
                </a:cubicBezTo>
                <a:cubicBezTo>
                  <a:pt x="254431" y="76527"/>
                  <a:pt x="249894" y="75130"/>
                  <a:pt x="245953" y="72334"/>
                </a:cubicBezTo>
                <a:cubicBezTo>
                  <a:pt x="244395" y="74148"/>
                  <a:pt x="243617" y="76279"/>
                  <a:pt x="243617" y="78728"/>
                </a:cubicBezTo>
                <a:cubicBezTo>
                  <a:pt x="243617" y="81019"/>
                  <a:pt x="244304" y="83058"/>
                  <a:pt x="245679" y="84845"/>
                </a:cubicBezTo>
                <a:cubicBezTo>
                  <a:pt x="247053" y="86632"/>
                  <a:pt x="248795" y="87664"/>
                  <a:pt x="250902" y="87939"/>
                </a:cubicBezTo>
                <a:cubicBezTo>
                  <a:pt x="251544" y="88030"/>
                  <a:pt x="254981" y="88076"/>
                  <a:pt x="261213" y="88076"/>
                </a:cubicBezTo>
                <a:cubicBezTo>
                  <a:pt x="264878" y="88076"/>
                  <a:pt x="267719" y="88122"/>
                  <a:pt x="269736" y="88214"/>
                </a:cubicBezTo>
                <a:cubicBezTo>
                  <a:pt x="271753" y="88305"/>
                  <a:pt x="274204" y="88648"/>
                  <a:pt x="277091" y="89244"/>
                </a:cubicBezTo>
                <a:cubicBezTo>
                  <a:pt x="279979" y="89839"/>
                  <a:pt x="282568" y="90731"/>
                  <a:pt x="284859" y="91921"/>
                </a:cubicBezTo>
                <a:cubicBezTo>
                  <a:pt x="290817" y="95215"/>
                  <a:pt x="293796" y="100430"/>
                  <a:pt x="293796" y="107568"/>
                </a:cubicBezTo>
                <a:cubicBezTo>
                  <a:pt x="293796" y="112781"/>
                  <a:pt x="290794" y="117033"/>
                  <a:pt x="284790" y="120325"/>
                </a:cubicBezTo>
                <a:cubicBezTo>
                  <a:pt x="278787" y="123617"/>
                  <a:pt x="271616" y="125263"/>
                  <a:pt x="263275" y="125263"/>
                </a:cubicBezTo>
                <a:cubicBezTo>
                  <a:pt x="254843" y="125263"/>
                  <a:pt x="247672" y="123594"/>
                  <a:pt x="241760" y="120256"/>
                </a:cubicBezTo>
                <a:cubicBezTo>
                  <a:pt x="235848" y="116919"/>
                  <a:pt x="232893" y="112782"/>
                  <a:pt x="232893" y="107845"/>
                </a:cubicBezTo>
                <a:moveTo>
                  <a:pt x="240042" y="107845"/>
                </a:moveTo>
                <a:cubicBezTo>
                  <a:pt x="240042" y="111612"/>
                  <a:pt x="242264" y="114941"/>
                  <a:pt x="246709" y="117835"/>
                </a:cubicBezTo>
                <a:cubicBezTo>
                  <a:pt x="251155" y="120729"/>
                  <a:pt x="256723" y="122175"/>
                  <a:pt x="263413" y="122175"/>
                </a:cubicBezTo>
                <a:cubicBezTo>
                  <a:pt x="270013" y="122175"/>
                  <a:pt x="275535" y="120752"/>
                  <a:pt x="279980" y="117904"/>
                </a:cubicBezTo>
                <a:cubicBezTo>
                  <a:pt x="284426" y="115057"/>
                  <a:pt x="286648" y="111704"/>
                  <a:pt x="286648" y="107845"/>
                </a:cubicBezTo>
                <a:cubicBezTo>
                  <a:pt x="286648" y="105089"/>
                  <a:pt x="285870" y="102838"/>
                  <a:pt x="284312" y="101093"/>
                </a:cubicBezTo>
                <a:cubicBezTo>
                  <a:pt x="282754" y="99347"/>
                  <a:pt x="280371" y="98130"/>
                  <a:pt x="277162" y="97440"/>
                </a:cubicBezTo>
                <a:cubicBezTo>
                  <a:pt x="273954" y="96752"/>
                  <a:pt x="271227" y="96340"/>
                  <a:pt x="268981" y="96203"/>
                </a:cubicBezTo>
                <a:cubicBezTo>
                  <a:pt x="266736" y="96064"/>
                  <a:pt x="263552" y="95995"/>
                  <a:pt x="259428" y="95995"/>
                </a:cubicBezTo>
                <a:lnTo>
                  <a:pt x="251315" y="95995"/>
                </a:lnTo>
                <a:cubicBezTo>
                  <a:pt x="248199" y="96178"/>
                  <a:pt x="245542" y="97418"/>
                  <a:pt x="243342" y="99714"/>
                </a:cubicBezTo>
                <a:cubicBezTo>
                  <a:pt x="241142" y="102012"/>
                  <a:pt x="240042" y="104722"/>
                  <a:pt x="240042" y="107845"/>
                </a:cubicBezTo>
                <a:moveTo>
                  <a:pt x="247602" y="56458"/>
                </a:moveTo>
                <a:cubicBezTo>
                  <a:pt x="247602" y="67779"/>
                  <a:pt x="251590" y="73439"/>
                  <a:pt x="259564" y="73439"/>
                </a:cubicBezTo>
                <a:cubicBezTo>
                  <a:pt x="263597" y="73439"/>
                  <a:pt x="266851" y="71598"/>
                  <a:pt x="269325" y="67916"/>
                </a:cubicBezTo>
                <a:cubicBezTo>
                  <a:pt x="270792" y="65431"/>
                  <a:pt x="271526" y="61565"/>
                  <a:pt x="271526" y="56319"/>
                </a:cubicBezTo>
                <a:cubicBezTo>
                  <a:pt x="271526" y="44998"/>
                  <a:pt x="267538" y="39338"/>
                  <a:pt x="259564" y="39338"/>
                </a:cubicBezTo>
                <a:cubicBezTo>
                  <a:pt x="255531" y="39338"/>
                  <a:pt x="252277" y="41179"/>
                  <a:pt x="249803" y="44861"/>
                </a:cubicBezTo>
                <a:cubicBezTo>
                  <a:pt x="248336" y="47346"/>
                  <a:pt x="247602" y="51212"/>
                  <a:pt x="247602" y="56458"/>
                </a:cubicBezTo>
                <a:close/>
                <a:moveTo>
                  <a:pt x="301633" y="66748"/>
                </a:moveTo>
                <a:cubicBezTo>
                  <a:pt x="301633" y="58144"/>
                  <a:pt x="304406" y="50776"/>
                  <a:pt x="309951" y="44643"/>
                </a:cubicBezTo>
                <a:cubicBezTo>
                  <a:pt x="315496" y="38511"/>
                  <a:pt x="322255" y="35444"/>
                  <a:pt x="330228" y="35444"/>
                </a:cubicBezTo>
                <a:cubicBezTo>
                  <a:pt x="338293" y="35444"/>
                  <a:pt x="344411" y="38034"/>
                  <a:pt x="348582" y="43214"/>
                </a:cubicBezTo>
                <a:cubicBezTo>
                  <a:pt x="352752" y="48395"/>
                  <a:pt x="354837" y="54710"/>
                  <a:pt x="354837" y="62162"/>
                </a:cubicBezTo>
                <a:cubicBezTo>
                  <a:pt x="354837" y="63632"/>
                  <a:pt x="354654" y="64514"/>
                  <a:pt x="354288" y="64809"/>
                </a:cubicBezTo>
                <a:cubicBezTo>
                  <a:pt x="353921" y="65103"/>
                  <a:pt x="352959" y="65250"/>
                  <a:pt x="351401" y="65250"/>
                </a:cubicBezTo>
                <a:lnTo>
                  <a:pt x="313043" y="65250"/>
                </a:lnTo>
                <a:cubicBezTo>
                  <a:pt x="313043" y="74505"/>
                  <a:pt x="314418" y="81311"/>
                  <a:pt x="317167" y="85668"/>
                </a:cubicBezTo>
                <a:cubicBezTo>
                  <a:pt x="321017" y="91747"/>
                  <a:pt x="326196" y="94787"/>
                  <a:pt x="332704" y="94787"/>
                </a:cubicBezTo>
                <a:cubicBezTo>
                  <a:pt x="333620" y="94787"/>
                  <a:pt x="334605" y="94696"/>
                  <a:pt x="335659" y="94516"/>
                </a:cubicBezTo>
                <a:cubicBezTo>
                  <a:pt x="336714" y="94336"/>
                  <a:pt x="338341" y="93862"/>
                  <a:pt x="340541" y="93096"/>
                </a:cubicBezTo>
                <a:cubicBezTo>
                  <a:pt x="342741" y="92328"/>
                  <a:pt x="344803" y="90906"/>
                  <a:pt x="346727" y="88829"/>
                </a:cubicBezTo>
                <a:cubicBezTo>
                  <a:pt x="348653" y="86752"/>
                  <a:pt x="350166" y="84089"/>
                  <a:pt x="351265" y="80840"/>
                </a:cubicBezTo>
                <a:cubicBezTo>
                  <a:pt x="351540" y="79576"/>
                  <a:pt x="352136" y="78944"/>
                  <a:pt x="353052" y="78944"/>
                </a:cubicBezTo>
                <a:cubicBezTo>
                  <a:pt x="354242" y="78944"/>
                  <a:pt x="354837" y="79492"/>
                  <a:pt x="354837" y="80589"/>
                </a:cubicBezTo>
                <a:cubicBezTo>
                  <a:pt x="354837" y="81411"/>
                  <a:pt x="354402" y="82714"/>
                  <a:pt x="353530" y="84497"/>
                </a:cubicBezTo>
                <a:cubicBezTo>
                  <a:pt x="352661" y="86279"/>
                  <a:pt x="351400" y="88244"/>
                  <a:pt x="349750" y="90392"/>
                </a:cubicBezTo>
                <a:cubicBezTo>
                  <a:pt x="348101" y="92540"/>
                  <a:pt x="345673" y="94414"/>
                  <a:pt x="342465" y="96014"/>
                </a:cubicBezTo>
                <a:cubicBezTo>
                  <a:pt x="339256" y="97612"/>
                  <a:pt x="335728" y="98412"/>
                  <a:pt x="331879" y="98412"/>
                </a:cubicBezTo>
                <a:cubicBezTo>
                  <a:pt x="323814" y="98412"/>
                  <a:pt x="316756" y="95373"/>
                  <a:pt x="310706" y="89297"/>
                </a:cubicBezTo>
                <a:cubicBezTo>
                  <a:pt x="304657" y="83220"/>
                  <a:pt x="301633" y="75704"/>
                  <a:pt x="301633" y="66748"/>
                </a:cubicBezTo>
                <a:moveTo>
                  <a:pt x="313181" y="62162"/>
                </a:moveTo>
                <a:lnTo>
                  <a:pt x="345764" y="62162"/>
                </a:lnTo>
                <a:cubicBezTo>
                  <a:pt x="345764" y="60261"/>
                  <a:pt x="345604" y="58247"/>
                  <a:pt x="345282" y="56120"/>
                </a:cubicBezTo>
                <a:cubicBezTo>
                  <a:pt x="344962" y="53992"/>
                  <a:pt x="344320" y="51456"/>
                  <a:pt x="343358" y="48514"/>
                </a:cubicBezTo>
                <a:cubicBezTo>
                  <a:pt x="342396" y="45571"/>
                  <a:pt x="340792" y="43172"/>
                  <a:pt x="338546" y="41316"/>
                </a:cubicBezTo>
                <a:cubicBezTo>
                  <a:pt x="336301" y="39460"/>
                  <a:pt x="333529" y="38532"/>
                  <a:pt x="330228" y="38532"/>
                </a:cubicBezTo>
                <a:cubicBezTo>
                  <a:pt x="328762" y="38532"/>
                  <a:pt x="327228" y="38849"/>
                  <a:pt x="325623" y="39483"/>
                </a:cubicBezTo>
                <a:cubicBezTo>
                  <a:pt x="324019" y="40116"/>
                  <a:pt x="322255" y="41180"/>
                  <a:pt x="320331" y="42675"/>
                </a:cubicBezTo>
                <a:cubicBezTo>
                  <a:pt x="318406" y="44169"/>
                  <a:pt x="316779" y="46614"/>
                  <a:pt x="315449" y="50009"/>
                </a:cubicBezTo>
                <a:cubicBezTo>
                  <a:pt x="314121" y="53403"/>
                  <a:pt x="313365" y="57454"/>
                  <a:pt x="313181" y="62162"/>
                </a:cubicBezTo>
                <a:close/>
                <a:moveTo>
                  <a:pt x="412305" y="49942"/>
                </a:moveTo>
                <a:cubicBezTo>
                  <a:pt x="412305" y="36092"/>
                  <a:pt x="417025" y="24306"/>
                  <a:pt x="426465" y="14584"/>
                </a:cubicBezTo>
                <a:cubicBezTo>
                  <a:pt x="435907" y="4861"/>
                  <a:pt x="447135" y="0"/>
                  <a:pt x="460149" y="0"/>
                </a:cubicBezTo>
                <a:cubicBezTo>
                  <a:pt x="464181" y="0"/>
                  <a:pt x="467985" y="736"/>
                  <a:pt x="471559" y="2207"/>
                </a:cubicBezTo>
                <a:cubicBezTo>
                  <a:pt x="475134" y="3677"/>
                  <a:pt x="477746" y="5056"/>
                  <a:pt x="479395" y="6344"/>
                </a:cubicBezTo>
                <a:cubicBezTo>
                  <a:pt x="481045" y="7630"/>
                  <a:pt x="483062" y="9469"/>
                  <a:pt x="485445" y="11859"/>
                </a:cubicBezTo>
                <a:lnTo>
                  <a:pt x="492319" y="1655"/>
                </a:lnTo>
                <a:cubicBezTo>
                  <a:pt x="493052" y="552"/>
                  <a:pt x="493785" y="0"/>
                  <a:pt x="494518" y="0"/>
                </a:cubicBezTo>
                <a:cubicBezTo>
                  <a:pt x="495252" y="0"/>
                  <a:pt x="495687" y="206"/>
                  <a:pt x="495824" y="617"/>
                </a:cubicBezTo>
                <a:cubicBezTo>
                  <a:pt x="495962" y="1028"/>
                  <a:pt x="496030" y="1919"/>
                  <a:pt x="496030" y="3289"/>
                </a:cubicBezTo>
                <a:lnTo>
                  <a:pt x="496030" y="35780"/>
                </a:lnTo>
                <a:cubicBezTo>
                  <a:pt x="496030" y="37241"/>
                  <a:pt x="495938" y="38155"/>
                  <a:pt x="495755" y="38522"/>
                </a:cubicBezTo>
                <a:cubicBezTo>
                  <a:pt x="495572" y="38887"/>
                  <a:pt x="494931" y="39069"/>
                  <a:pt x="493832" y="39069"/>
                </a:cubicBezTo>
                <a:cubicBezTo>
                  <a:pt x="492914" y="39069"/>
                  <a:pt x="492364" y="38932"/>
                  <a:pt x="492181" y="38658"/>
                </a:cubicBezTo>
                <a:cubicBezTo>
                  <a:pt x="491997" y="38384"/>
                  <a:pt x="491814" y="37746"/>
                  <a:pt x="491631" y="36743"/>
                </a:cubicBezTo>
                <a:cubicBezTo>
                  <a:pt x="490256" y="26886"/>
                  <a:pt x="486819" y="19014"/>
                  <a:pt x="481320" y="13128"/>
                </a:cubicBezTo>
                <a:cubicBezTo>
                  <a:pt x="475821" y="7240"/>
                  <a:pt x="469268" y="4296"/>
                  <a:pt x="461660" y="4296"/>
                </a:cubicBezTo>
                <a:cubicBezTo>
                  <a:pt x="459460" y="4296"/>
                  <a:pt x="457145" y="4549"/>
                  <a:pt x="454716" y="5054"/>
                </a:cubicBezTo>
                <a:cubicBezTo>
                  <a:pt x="452288" y="5557"/>
                  <a:pt x="449310" y="6749"/>
                  <a:pt x="445782" y="8628"/>
                </a:cubicBezTo>
                <a:cubicBezTo>
                  <a:pt x="442253" y="10506"/>
                  <a:pt x="439137" y="13004"/>
                  <a:pt x="436432" y="16122"/>
                </a:cubicBezTo>
                <a:cubicBezTo>
                  <a:pt x="433728" y="19237"/>
                  <a:pt x="431392" y="23729"/>
                  <a:pt x="429421" y="29596"/>
                </a:cubicBezTo>
                <a:cubicBezTo>
                  <a:pt x="427450" y="35461"/>
                  <a:pt x="426465" y="42289"/>
                  <a:pt x="426465" y="50081"/>
                </a:cubicBezTo>
                <a:cubicBezTo>
                  <a:pt x="426465" y="57779"/>
                  <a:pt x="427450" y="64585"/>
                  <a:pt x="429421" y="70498"/>
                </a:cubicBezTo>
                <a:cubicBezTo>
                  <a:pt x="431392" y="76410"/>
                  <a:pt x="433728" y="80901"/>
                  <a:pt x="436432" y="83972"/>
                </a:cubicBezTo>
                <a:cubicBezTo>
                  <a:pt x="439137" y="87042"/>
                  <a:pt x="442253" y="89517"/>
                  <a:pt x="445782" y="91397"/>
                </a:cubicBezTo>
                <a:cubicBezTo>
                  <a:pt x="449310" y="93275"/>
                  <a:pt x="452311" y="94466"/>
                  <a:pt x="454785" y="94971"/>
                </a:cubicBezTo>
                <a:cubicBezTo>
                  <a:pt x="457261" y="95475"/>
                  <a:pt x="459598" y="95726"/>
                  <a:pt x="461798" y="95726"/>
                </a:cubicBezTo>
                <a:cubicBezTo>
                  <a:pt x="469680" y="95726"/>
                  <a:pt x="476646" y="92940"/>
                  <a:pt x="482694" y="87367"/>
                </a:cubicBezTo>
                <a:cubicBezTo>
                  <a:pt x="488744" y="81794"/>
                  <a:pt x="492044" y="74302"/>
                  <a:pt x="492594" y="64891"/>
                </a:cubicBezTo>
                <a:cubicBezTo>
                  <a:pt x="492686" y="64435"/>
                  <a:pt x="492732" y="64115"/>
                  <a:pt x="492732" y="63932"/>
                </a:cubicBezTo>
                <a:cubicBezTo>
                  <a:pt x="492732" y="63749"/>
                  <a:pt x="492778" y="63543"/>
                  <a:pt x="492869" y="63316"/>
                </a:cubicBezTo>
                <a:cubicBezTo>
                  <a:pt x="492961" y="63088"/>
                  <a:pt x="493122" y="62928"/>
                  <a:pt x="493351" y="62837"/>
                </a:cubicBezTo>
                <a:cubicBezTo>
                  <a:pt x="493581" y="62745"/>
                  <a:pt x="493878" y="62699"/>
                  <a:pt x="494245" y="62699"/>
                </a:cubicBezTo>
                <a:cubicBezTo>
                  <a:pt x="495435" y="62699"/>
                  <a:pt x="496030" y="63476"/>
                  <a:pt x="496030" y="65032"/>
                </a:cubicBezTo>
                <a:cubicBezTo>
                  <a:pt x="496030" y="73722"/>
                  <a:pt x="492685" y="81726"/>
                  <a:pt x="485994" y="89045"/>
                </a:cubicBezTo>
                <a:cubicBezTo>
                  <a:pt x="479304" y="96363"/>
                  <a:pt x="470689" y="100023"/>
                  <a:pt x="460149" y="100023"/>
                </a:cubicBezTo>
                <a:cubicBezTo>
                  <a:pt x="447135" y="100023"/>
                  <a:pt x="435907" y="95184"/>
                  <a:pt x="426465" y="85508"/>
                </a:cubicBezTo>
                <a:cubicBezTo>
                  <a:pt x="417025" y="75832"/>
                  <a:pt x="412305" y="63976"/>
                  <a:pt x="412305" y="4994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B66003-0CC3-4FA5-9931-18B3B7FA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144" y="2217894"/>
            <a:ext cx="412443" cy="294602"/>
          </a:xfrm>
          <a:custGeom xmlns:a="http://schemas.openxmlformats.org/drawingml/2006/main">
            <a:pathLst>
              <a:path w="412443" h="294602">
                <a:moveTo>
                  <a:pt x="0" y="294602"/>
                </a:moveTo>
                <a:lnTo>
                  <a:pt x="412443" y="294602"/>
                </a:lnTo>
                <a:lnTo>
                  <a:pt x="412443" y="0"/>
                </a:lnTo>
                <a:lnTo>
                  <a:pt x="0" y="0"/>
                </a:lnTo>
                <a:lnTo>
                  <a:pt x="0" y="294602"/>
                </a:lnTo>
                <a:close/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CD70A-DB6A-40B1-BC3E-923FF37D1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1144" y="2217894"/>
            <a:ext cx="412443" cy="294602"/>
          </a:xfrm>
          <a:custGeom xmlns:a="http://schemas.openxmlformats.org/drawingml/2006/main">
            <a:pathLst>
              <a:path w="412443" h="294602" fill="none">
                <a:moveTo>
                  <a:pt x="0" y="0"/>
                </a:moveTo>
                <a:lnTo>
                  <a:pt x="412443" y="0"/>
                </a:lnTo>
                <a:lnTo>
                  <a:pt x="412443" y="294602"/>
                </a:lnTo>
                <a:lnTo>
                  <a:pt x="0" y="2946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120EC-0E0B-4D8F-870B-513843FB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842" y="2304092"/>
            <a:ext cx="90431" cy="10"/>
          </a:xfrm>
          <a:custGeom xmlns:a="http://schemas.openxmlformats.org/drawingml/2006/main">
            <a:pathLst>
              <a:path w="90431" h="1" fill="none">
                <a:moveTo>
                  <a:pt x="0" y="0"/>
                </a:moveTo>
                <a:lnTo>
                  <a:pt x="904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8B2FB-8F01-459A-9DC2-9119730D7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3284" y="2304092"/>
            <a:ext cx="90431" cy="10"/>
          </a:xfrm>
          <a:custGeom xmlns:a="http://schemas.openxmlformats.org/drawingml/2006/main">
            <a:pathLst>
              <a:path w="90431" h="1" fill="none">
                <a:moveTo>
                  <a:pt x="0" y="0"/>
                </a:moveTo>
                <a:lnTo>
                  <a:pt x="904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25808F-025D-444E-BF8B-09870CD7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0065" y="2379754"/>
            <a:ext cx="294602" cy="90064"/>
          </a:xfrm>
          <a:custGeom xmlns:a="http://schemas.openxmlformats.org/drawingml/2006/main">
            <a:pathLst>
              <a:path w="294602" h="90064" fill="none">
                <a:moveTo>
                  <a:pt x="0" y="0"/>
                </a:moveTo>
                <a:lnTo>
                  <a:pt x="294602" y="0"/>
                </a:lnTo>
                <a:lnTo>
                  <a:pt x="294602" y="90064"/>
                </a:lnTo>
                <a:lnTo>
                  <a:pt x="0" y="900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072239-CB97-4146-B419-AAF8BE6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777" y="1411560"/>
            <a:ext cx="3206698" cy="1344184"/>
          </a:xfrm>
          <a:custGeom xmlns:a="http://schemas.openxmlformats.org/drawingml/2006/main">
            <a:pathLst>
              <a:path w="3206698" h="1344184" fill="none">
                <a:moveTo>
                  <a:pt x="2636246" y="239123"/>
                </a:moveTo>
                <a:cubicBezTo>
                  <a:pt x="3206698" y="478245"/>
                  <a:pt x="3206698" y="865939"/>
                  <a:pt x="2636246" y="1105062"/>
                </a:cubicBezTo>
                <a:cubicBezTo>
                  <a:pt x="2065793" y="1344184"/>
                  <a:pt x="1140906" y="1344184"/>
                  <a:pt x="570453" y="1105062"/>
                </a:cubicBezTo>
                <a:cubicBezTo>
                  <a:pt x="0" y="865939"/>
                  <a:pt x="0" y="478245"/>
                  <a:pt x="570453" y="239123"/>
                </a:cubicBezTo>
                <a:cubicBezTo>
                  <a:pt x="1140906" y="0"/>
                  <a:pt x="2065793" y="0"/>
                  <a:pt x="2636246" y="239123"/>
                </a:cubicBezTo>
                <a:close/>
                <a:moveTo>
                  <a:pt x="2636246" y="239123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C54B6-A5DD-4FCC-858D-FD9583CC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2933" y="2217729"/>
            <a:ext cx="2829393" cy="1343158"/>
          </a:xfrm>
          <a:custGeom xmlns:a="http://schemas.openxmlformats.org/drawingml/2006/main">
            <a:pathLst>
              <a:path w="2829393" h="1343158" fill="none">
                <a:moveTo>
                  <a:pt x="2326060" y="238940"/>
                </a:moveTo>
                <a:cubicBezTo>
                  <a:pt x="2829393" y="477880"/>
                  <a:pt x="2829393" y="865278"/>
                  <a:pt x="2326060" y="1104218"/>
                </a:cubicBezTo>
                <a:cubicBezTo>
                  <a:pt x="1822728" y="1343158"/>
                  <a:pt x="1006665" y="1343158"/>
                  <a:pt x="503332" y="1104218"/>
                </a:cubicBezTo>
                <a:cubicBezTo>
                  <a:pt x="0" y="865278"/>
                  <a:pt x="0" y="477880"/>
                  <a:pt x="503332" y="238940"/>
                </a:cubicBezTo>
                <a:cubicBezTo>
                  <a:pt x="1006665" y="0"/>
                  <a:pt x="1822728" y="0"/>
                  <a:pt x="2326060" y="238940"/>
                </a:cubicBezTo>
                <a:close/>
                <a:moveTo>
                  <a:pt x="2326060" y="23894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DF937-F487-42A8-8A71-98371D4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06" y="2902553"/>
            <a:ext cx="811621" cy="579729"/>
          </a:xfrm>
          <a:custGeom xmlns:a="http://schemas.openxmlformats.org/drawingml/2006/main">
            <a:pathLst>
              <a:path w="811621" h="579729">
                <a:moveTo>
                  <a:pt x="0" y="579729"/>
                </a:moveTo>
                <a:lnTo>
                  <a:pt x="811621" y="579729"/>
                </a:lnTo>
                <a:lnTo>
                  <a:pt x="811621" y="0"/>
                </a:lnTo>
                <a:lnTo>
                  <a:pt x="0" y="0"/>
                </a:lnTo>
                <a:lnTo>
                  <a:pt x="0" y="579729"/>
                </a:lnTo>
                <a:close/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A9A14-23CA-4E03-A9A4-AC06AAAE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506" y="2902553"/>
            <a:ext cx="811621" cy="579729"/>
          </a:xfrm>
          <a:custGeom xmlns:a="http://schemas.openxmlformats.org/drawingml/2006/main">
            <a:pathLst>
              <a:path w="811621" h="579729" fill="none">
                <a:moveTo>
                  <a:pt x="0" y="0"/>
                </a:moveTo>
                <a:lnTo>
                  <a:pt x="811621" y="0"/>
                </a:lnTo>
                <a:lnTo>
                  <a:pt x="811621" y="579729"/>
                </a:lnTo>
                <a:lnTo>
                  <a:pt x="0" y="5797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44726-DF8D-4491-85B7-7D0AA0C80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75" y="3072176"/>
            <a:ext cx="177954" cy="10"/>
          </a:xfrm>
          <a:custGeom xmlns:a="http://schemas.openxmlformats.org/drawingml/2006/main">
            <a:pathLst>
              <a:path w="177954" h="1" fill="none">
                <a:moveTo>
                  <a:pt x="0" y="0"/>
                </a:moveTo>
                <a:lnTo>
                  <a:pt x="1779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6C8949-CAD9-4EB1-8C89-2F686596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355" y="3072176"/>
            <a:ext cx="177954" cy="10"/>
          </a:xfrm>
          <a:custGeom xmlns:a="http://schemas.openxmlformats.org/drawingml/2006/main">
            <a:pathLst>
              <a:path w="177954" h="1" fill="none">
                <a:moveTo>
                  <a:pt x="0" y="0"/>
                </a:moveTo>
                <a:lnTo>
                  <a:pt x="1779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1FB62E-4C1B-4937-A234-4D11D093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452" y="3221066"/>
            <a:ext cx="579729" cy="177231"/>
          </a:xfrm>
          <a:custGeom xmlns:a="http://schemas.openxmlformats.org/drawingml/2006/main">
            <a:pathLst>
              <a:path w="579729" h="177231" fill="none">
                <a:moveTo>
                  <a:pt x="0" y="0"/>
                </a:moveTo>
                <a:lnTo>
                  <a:pt x="579729" y="0"/>
                </a:lnTo>
                <a:lnTo>
                  <a:pt x="579729" y="177231"/>
                </a:lnTo>
                <a:lnTo>
                  <a:pt x="0" y="1772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93" name="Text Target:E">
            <a:extLst xmlns:a="http://schemas.openxmlformats.org/drawingml/2006/main">
              <a:ext uri="{FF2B5EF4-FFF2-40B4-BE49-F238E27FC236}">
                <a16:creationId xmlns:a16="http://schemas.microsoft.com/office/drawing/2014/main" id="{B29E9BAD-DBD3-4545-852A-759091A4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8767" y="2479728"/>
            <a:ext cx="562021" cy="121773"/>
          </a:xfrm>
          <a:custGeom xmlns:a="http://schemas.openxmlformats.org/drawingml/2006/main">
            <a:pathLst>
              <a:path w="562021" h="121773">
                <a:moveTo>
                  <a:pt x="0" y="31282"/>
                </a:moveTo>
                <a:lnTo>
                  <a:pt x="2612" y="403"/>
                </a:lnTo>
                <a:lnTo>
                  <a:pt x="86614" y="403"/>
                </a:lnTo>
                <a:lnTo>
                  <a:pt x="89225" y="31282"/>
                </a:lnTo>
                <a:lnTo>
                  <a:pt x="85789" y="31282"/>
                </a:lnTo>
                <a:cubicBezTo>
                  <a:pt x="85423" y="27172"/>
                  <a:pt x="85079" y="23930"/>
                  <a:pt x="84757" y="21555"/>
                </a:cubicBezTo>
                <a:cubicBezTo>
                  <a:pt x="84437" y="19179"/>
                  <a:pt x="83887" y="16872"/>
                  <a:pt x="83108" y="14634"/>
                </a:cubicBezTo>
                <a:cubicBezTo>
                  <a:pt x="82329" y="12395"/>
                  <a:pt x="81459" y="10728"/>
                  <a:pt x="80496" y="9633"/>
                </a:cubicBezTo>
                <a:cubicBezTo>
                  <a:pt x="79534" y="8537"/>
                  <a:pt x="78136" y="7555"/>
                  <a:pt x="76303" y="6688"/>
                </a:cubicBezTo>
                <a:cubicBezTo>
                  <a:pt x="74469" y="5819"/>
                  <a:pt x="72361" y="5271"/>
                  <a:pt x="69978" y="5043"/>
                </a:cubicBezTo>
                <a:cubicBezTo>
                  <a:pt x="67595" y="4814"/>
                  <a:pt x="64616" y="4699"/>
                  <a:pt x="61042" y="4699"/>
                </a:cubicBezTo>
                <a:cubicBezTo>
                  <a:pt x="56826" y="4699"/>
                  <a:pt x="54215" y="4791"/>
                  <a:pt x="53206" y="4974"/>
                </a:cubicBezTo>
                <a:cubicBezTo>
                  <a:pt x="52106" y="5248"/>
                  <a:pt x="51418" y="5775"/>
                  <a:pt x="51142" y="6553"/>
                </a:cubicBezTo>
                <a:cubicBezTo>
                  <a:pt x="50868" y="7331"/>
                  <a:pt x="50731" y="8544"/>
                  <a:pt x="50731" y="10191"/>
                </a:cubicBezTo>
                <a:lnTo>
                  <a:pt x="50731" y="82556"/>
                </a:lnTo>
                <a:cubicBezTo>
                  <a:pt x="50731" y="84387"/>
                  <a:pt x="50914" y="85669"/>
                  <a:pt x="51281" y="86402"/>
                </a:cubicBezTo>
                <a:cubicBezTo>
                  <a:pt x="51647" y="87135"/>
                  <a:pt x="52884" y="87776"/>
                  <a:pt x="54992" y="88325"/>
                </a:cubicBezTo>
                <a:cubicBezTo>
                  <a:pt x="57100" y="88874"/>
                  <a:pt x="60492" y="89148"/>
                  <a:pt x="65166" y="89148"/>
                </a:cubicBezTo>
                <a:lnTo>
                  <a:pt x="70666" y="89148"/>
                </a:lnTo>
                <a:lnTo>
                  <a:pt x="70666" y="93444"/>
                </a:lnTo>
                <a:cubicBezTo>
                  <a:pt x="66908" y="93167"/>
                  <a:pt x="58201" y="93029"/>
                  <a:pt x="44545" y="93029"/>
                </a:cubicBezTo>
                <a:cubicBezTo>
                  <a:pt x="30980" y="93029"/>
                  <a:pt x="22319" y="93167"/>
                  <a:pt x="18561" y="93444"/>
                </a:cubicBezTo>
                <a:lnTo>
                  <a:pt x="18561" y="89148"/>
                </a:lnTo>
                <a:lnTo>
                  <a:pt x="24060" y="89148"/>
                </a:lnTo>
                <a:cubicBezTo>
                  <a:pt x="28733" y="89148"/>
                  <a:pt x="32124" y="88874"/>
                  <a:pt x="34232" y="88325"/>
                </a:cubicBezTo>
                <a:cubicBezTo>
                  <a:pt x="36341" y="87776"/>
                  <a:pt x="37578" y="87135"/>
                  <a:pt x="37945" y="86402"/>
                </a:cubicBezTo>
                <a:cubicBezTo>
                  <a:pt x="38311" y="85669"/>
                  <a:pt x="38494" y="84387"/>
                  <a:pt x="38494" y="82556"/>
                </a:cubicBezTo>
                <a:lnTo>
                  <a:pt x="38494" y="10191"/>
                </a:lnTo>
                <a:cubicBezTo>
                  <a:pt x="38494" y="8910"/>
                  <a:pt x="38448" y="7995"/>
                  <a:pt x="38356" y="7445"/>
                </a:cubicBezTo>
                <a:cubicBezTo>
                  <a:pt x="38265" y="6895"/>
                  <a:pt x="38013" y="6392"/>
                  <a:pt x="37601" y="5935"/>
                </a:cubicBezTo>
                <a:cubicBezTo>
                  <a:pt x="37188" y="5477"/>
                  <a:pt x="36523" y="5157"/>
                  <a:pt x="35606" y="4974"/>
                </a:cubicBezTo>
                <a:cubicBezTo>
                  <a:pt x="34690" y="4791"/>
                  <a:pt x="32216" y="4699"/>
                  <a:pt x="28184" y="4699"/>
                </a:cubicBezTo>
                <a:cubicBezTo>
                  <a:pt x="24609" y="4699"/>
                  <a:pt x="21630" y="4814"/>
                  <a:pt x="19247" y="5043"/>
                </a:cubicBezTo>
                <a:cubicBezTo>
                  <a:pt x="16864" y="5271"/>
                  <a:pt x="14756" y="5819"/>
                  <a:pt x="12922" y="6688"/>
                </a:cubicBezTo>
                <a:cubicBezTo>
                  <a:pt x="11090" y="7555"/>
                  <a:pt x="9693" y="8537"/>
                  <a:pt x="8731" y="9633"/>
                </a:cubicBezTo>
                <a:cubicBezTo>
                  <a:pt x="7769" y="10728"/>
                  <a:pt x="6898" y="12395"/>
                  <a:pt x="6119" y="14634"/>
                </a:cubicBezTo>
                <a:cubicBezTo>
                  <a:pt x="5340" y="16872"/>
                  <a:pt x="4790" y="19179"/>
                  <a:pt x="4468" y="21555"/>
                </a:cubicBezTo>
                <a:cubicBezTo>
                  <a:pt x="4148" y="23930"/>
                  <a:pt x="3805" y="27172"/>
                  <a:pt x="3438" y="31282"/>
                </a:cubicBezTo>
                <a:lnTo>
                  <a:pt x="0" y="31282"/>
                </a:lnTo>
                <a:close/>
                <a:moveTo>
                  <a:pt x="88677" y="80381"/>
                </a:moveTo>
                <a:cubicBezTo>
                  <a:pt x="88677" y="72580"/>
                  <a:pt x="93260" y="66615"/>
                  <a:pt x="102426" y="62485"/>
                </a:cubicBezTo>
                <a:cubicBezTo>
                  <a:pt x="107925" y="59823"/>
                  <a:pt x="116356" y="58149"/>
                  <a:pt x="127721" y="57463"/>
                </a:cubicBezTo>
                <a:lnTo>
                  <a:pt x="127721" y="52434"/>
                </a:lnTo>
                <a:cubicBezTo>
                  <a:pt x="127721" y="46818"/>
                  <a:pt x="126231" y="42515"/>
                  <a:pt x="123252" y="39527"/>
                </a:cubicBezTo>
                <a:cubicBezTo>
                  <a:pt x="120274" y="36537"/>
                  <a:pt x="116905" y="35042"/>
                  <a:pt x="113147" y="35042"/>
                </a:cubicBezTo>
                <a:cubicBezTo>
                  <a:pt x="106457" y="35042"/>
                  <a:pt x="101507" y="37100"/>
                  <a:pt x="98299" y="41217"/>
                </a:cubicBezTo>
                <a:cubicBezTo>
                  <a:pt x="101049" y="41308"/>
                  <a:pt x="102905" y="42040"/>
                  <a:pt x="103867" y="43412"/>
                </a:cubicBezTo>
                <a:cubicBezTo>
                  <a:pt x="104829" y="44784"/>
                  <a:pt x="105310" y="46156"/>
                  <a:pt x="105310" y="47528"/>
                </a:cubicBezTo>
                <a:cubicBezTo>
                  <a:pt x="105310" y="49357"/>
                  <a:pt x="104737" y="50866"/>
                  <a:pt x="103592" y="52055"/>
                </a:cubicBezTo>
                <a:cubicBezTo>
                  <a:pt x="102447" y="53243"/>
                  <a:pt x="100912" y="53838"/>
                  <a:pt x="98987" y="53838"/>
                </a:cubicBezTo>
                <a:cubicBezTo>
                  <a:pt x="97154" y="53838"/>
                  <a:pt x="95641" y="53266"/>
                  <a:pt x="94450" y="52124"/>
                </a:cubicBezTo>
                <a:cubicBezTo>
                  <a:pt x="93258" y="50980"/>
                  <a:pt x="92662" y="49402"/>
                  <a:pt x="92662" y="47391"/>
                </a:cubicBezTo>
                <a:cubicBezTo>
                  <a:pt x="92662" y="42928"/>
                  <a:pt x="94678" y="39240"/>
                  <a:pt x="98710" y="36325"/>
                </a:cubicBezTo>
                <a:cubicBezTo>
                  <a:pt x="102744" y="33411"/>
                  <a:pt x="107648" y="31954"/>
                  <a:pt x="113422" y="31954"/>
                </a:cubicBezTo>
                <a:cubicBezTo>
                  <a:pt x="120938" y="31954"/>
                  <a:pt x="127217" y="34458"/>
                  <a:pt x="132258" y="39466"/>
                </a:cubicBezTo>
                <a:cubicBezTo>
                  <a:pt x="133816" y="41014"/>
                  <a:pt x="134985" y="42790"/>
                  <a:pt x="135764" y="44794"/>
                </a:cubicBezTo>
                <a:cubicBezTo>
                  <a:pt x="136543" y="46797"/>
                  <a:pt x="136978" y="48458"/>
                  <a:pt x="137069" y="49778"/>
                </a:cubicBezTo>
                <a:cubicBezTo>
                  <a:pt x="137161" y="51099"/>
                  <a:pt x="137207" y="53034"/>
                  <a:pt x="137207" y="55583"/>
                </a:cubicBezTo>
                <a:lnTo>
                  <a:pt x="137207" y="83114"/>
                </a:lnTo>
                <a:cubicBezTo>
                  <a:pt x="137207" y="83661"/>
                  <a:pt x="137299" y="84368"/>
                  <a:pt x="137482" y="85235"/>
                </a:cubicBezTo>
                <a:cubicBezTo>
                  <a:pt x="137665" y="86101"/>
                  <a:pt x="138169" y="87104"/>
                  <a:pt x="138994" y="88244"/>
                </a:cubicBezTo>
                <a:cubicBezTo>
                  <a:pt x="139819" y="89383"/>
                  <a:pt x="140919" y="89953"/>
                  <a:pt x="142294" y="89953"/>
                </a:cubicBezTo>
                <a:cubicBezTo>
                  <a:pt x="145593" y="89953"/>
                  <a:pt x="147243" y="87036"/>
                  <a:pt x="147243" y="81201"/>
                </a:cubicBezTo>
                <a:lnTo>
                  <a:pt x="147243" y="73542"/>
                </a:lnTo>
                <a:lnTo>
                  <a:pt x="150679" y="73542"/>
                </a:lnTo>
                <a:lnTo>
                  <a:pt x="150679" y="81222"/>
                </a:lnTo>
                <a:cubicBezTo>
                  <a:pt x="150679" y="86067"/>
                  <a:pt x="149396" y="89449"/>
                  <a:pt x="146830" y="91369"/>
                </a:cubicBezTo>
                <a:cubicBezTo>
                  <a:pt x="144263" y="93289"/>
                  <a:pt x="141789" y="94250"/>
                  <a:pt x="139405" y="94250"/>
                </a:cubicBezTo>
                <a:cubicBezTo>
                  <a:pt x="136380" y="94250"/>
                  <a:pt x="133906" y="93127"/>
                  <a:pt x="131981" y="90883"/>
                </a:cubicBezTo>
                <a:cubicBezTo>
                  <a:pt x="130057" y="88637"/>
                  <a:pt x="128957" y="86002"/>
                  <a:pt x="128682" y="82978"/>
                </a:cubicBezTo>
                <a:cubicBezTo>
                  <a:pt x="127307" y="86456"/>
                  <a:pt x="125038" y="89316"/>
                  <a:pt x="121876" y="91558"/>
                </a:cubicBezTo>
                <a:cubicBezTo>
                  <a:pt x="118714" y="93800"/>
                  <a:pt x="114979" y="94921"/>
                  <a:pt x="110672" y="94921"/>
                </a:cubicBezTo>
                <a:cubicBezTo>
                  <a:pt x="107373" y="94921"/>
                  <a:pt x="104165" y="94509"/>
                  <a:pt x="101049" y="93685"/>
                </a:cubicBezTo>
                <a:cubicBezTo>
                  <a:pt x="97934" y="92863"/>
                  <a:pt x="95092" y="91309"/>
                  <a:pt x="92526" y="89024"/>
                </a:cubicBezTo>
                <a:cubicBezTo>
                  <a:pt x="89960" y="86737"/>
                  <a:pt x="88677" y="83856"/>
                  <a:pt x="88677" y="80381"/>
                </a:cubicBezTo>
                <a:moveTo>
                  <a:pt x="99262" y="80243"/>
                </a:moveTo>
                <a:cubicBezTo>
                  <a:pt x="99262" y="83606"/>
                  <a:pt x="100476" y="86379"/>
                  <a:pt x="102904" y="88560"/>
                </a:cubicBezTo>
                <a:cubicBezTo>
                  <a:pt x="105333" y="90742"/>
                  <a:pt x="108243" y="91833"/>
                  <a:pt x="111635" y="91833"/>
                </a:cubicBezTo>
                <a:cubicBezTo>
                  <a:pt x="115485" y="91833"/>
                  <a:pt x="119128" y="90353"/>
                  <a:pt x="122564" y="87394"/>
                </a:cubicBezTo>
                <a:cubicBezTo>
                  <a:pt x="126002" y="84433"/>
                  <a:pt x="127721" y="80039"/>
                  <a:pt x="127721" y="74211"/>
                </a:cubicBezTo>
                <a:lnTo>
                  <a:pt x="127721" y="60551"/>
                </a:lnTo>
                <a:cubicBezTo>
                  <a:pt x="117546" y="60916"/>
                  <a:pt x="110259" y="63104"/>
                  <a:pt x="105860" y="67115"/>
                </a:cubicBezTo>
                <a:cubicBezTo>
                  <a:pt x="101461" y="71126"/>
                  <a:pt x="99262" y="75502"/>
                  <a:pt x="99262" y="80243"/>
                </a:cubicBezTo>
                <a:close/>
                <a:moveTo>
                  <a:pt x="155491" y="93444"/>
                </a:moveTo>
                <a:lnTo>
                  <a:pt x="155491" y="89148"/>
                </a:lnTo>
                <a:cubicBezTo>
                  <a:pt x="160350" y="89148"/>
                  <a:pt x="163352" y="88851"/>
                  <a:pt x="164497" y="88256"/>
                </a:cubicBezTo>
                <a:cubicBezTo>
                  <a:pt x="165643" y="87662"/>
                  <a:pt x="166215" y="85902"/>
                  <a:pt x="166215" y="82976"/>
                </a:cubicBezTo>
                <a:lnTo>
                  <a:pt x="166215" y="46214"/>
                </a:lnTo>
                <a:cubicBezTo>
                  <a:pt x="166215" y="42830"/>
                  <a:pt x="165620" y="40703"/>
                  <a:pt x="164428" y="39835"/>
                </a:cubicBezTo>
                <a:cubicBezTo>
                  <a:pt x="163237" y="38966"/>
                  <a:pt x="160258" y="38532"/>
                  <a:pt x="155491" y="38532"/>
                </a:cubicBezTo>
                <a:lnTo>
                  <a:pt x="155491" y="34272"/>
                </a:lnTo>
                <a:lnTo>
                  <a:pt x="174602" y="32759"/>
                </a:lnTo>
                <a:lnTo>
                  <a:pt x="174602" y="47859"/>
                </a:lnTo>
                <a:cubicBezTo>
                  <a:pt x="175885" y="43924"/>
                  <a:pt x="177901" y="40423"/>
                  <a:pt x="180650" y="37357"/>
                </a:cubicBezTo>
                <a:cubicBezTo>
                  <a:pt x="183400" y="34292"/>
                  <a:pt x="187020" y="32759"/>
                  <a:pt x="191511" y="32759"/>
                </a:cubicBezTo>
                <a:cubicBezTo>
                  <a:pt x="194443" y="32759"/>
                  <a:pt x="196872" y="33584"/>
                  <a:pt x="198796" y="35232"/>
                </a:cubicBezTo>
                <a:cubicBezTo>
                  <a:pt x="200722" y="36880"/>
                  <a:pt x="201685" y="38848"/>
                  <a:pt x="201685" y="41138"/>
                </a:cubicBezTo>
                <a:cubicBezTo>
                  <a:pt x="201685" y="43133"/>
                  <a:pt x="201066" y="44631"/>
                  <a:pt x="199828" y="45629"/>
                </a:cubicBezTo>
                <a:cubicBezTo>
                  <a:pt x="198592" y="46626"/>
                  <a:pt x="197240" y="47125"/>
                  <a:pt x="195773" y="47125"/>
                </a:cubicBezTo>
                <a:cubicBezTo>
                  <a:pt x="194123" y="47125"/>
                  <a:pt x="192725" y="46604"/>
                  <a:pt x="191580" y="45562"/>
                </a:cubicBezTo>
                <a:cubicBezTo>
                  <a:pt x="190434" y="44519"/>
                  <a:pt x="189862" y="43090"/>
                  <a:pt x="189862" y="41276"/>
                </a:cubicBezTo>
                <a:cubicBezTo>
                  <a:pt x="189862" y="40189"/>
                  <a:pt x="190113" y="39217"/>
                  <a:pt x="190617" y="38358"/>
                </a:cubicBezTo>
                <a:cubicBezTo>
                  <a:pt x="191122" y="37498"/>
                  <a:pt x="191580" y="36910"/>
                  <a:pt x="191991" y="36594"/>
                </a:cubicBezTo>
                <a:cubicBezTo>
                  <a:pt x="192404" y="36276"/>
                  <a:pt x="192748" y="36072"/>
                  <a:pt x="193023" y="35981"/>
                </a:cubicBezTo>
                <a:cubicBezTo>
                  <a:pt x="192840" y="35892"/>
                  <a:pt x="192336" y="35847"/>
                  <a:pt x="191511" y="35847"/>
                </a:cubicBezTo>
                <a:cubicBezTo>
                  <a:pt x="186470" y="35847"/>
                  <a:pt x="182506" y="38360"/>
                  <a:pt x="179618" y="43384"/>
                </a:cubicBezTo>
                <a:cubicBezTo>
                  <a:pt x="176732" y="48408"/>
                  <a:pt x="175288" y="54482"/>
                  <a:pt x="175288" y="61606"/>
                </a:cubicBezTo>
                <a:lnTo>
                  <a:pt x="175288" y="82708"/>
                </a:lnTo>
                <a:cubicBezTo>
                  <a:pt x="175288" y="85356"/>
                  <a:pt x="175838" y="87092"/>
                  <a:pt x="176937" y="87914"/>
                </a:cubicBezTo>
                <a:cubicBezTo>
                  <a:pt x="178038" y="88737"/>
                  <a:pt x="180971" y="89148"/>
                  <a:pt x="185737" y="89148"/>
                </a:cubicBezTo>
                <a:lnTo>
                  <a:pt x="188624" y="89148"/>
                </a:lnTo>
                <a:lnTo>
                  <a:pt x="188624" y="93444"/>
                </a:lnTo>
                <a:cubicBezTo>
                  <a:pt x="184958" y="93167"/>
                  <a:pt x="179138" y="93029"/>
                  <a:pt x="171164" y="93029"/>
                </a:cubicBezTo>
                <a:cubicBezTo>
                  <a:pt x="170065" y="93029"/>
                  <a:pt x="168644" y="93052"/>
                  <a:pt x="166901" y="93098"/>
                </a:cubicBezTo>
                <a:cubicBezTo>
                  <a:pt x="165160" y="93144"/>
                  <a:pt x="163144" y="93213"/>
                  <a:pt x="160851" y="93306"/>
                </a:cubicBezTo>
                <a:cubicBezTo>
                  <a:pt x="158561" y="93398"/>
                  <a:pt x="156774" y="93444"/>
                  <a:pt x="155491" y="93444"/>
                </a:cubicBezTo>
                <a:close/>
                <a:moveTo>
                  <a:pt x="209246" y="104355"/>
                </a:moveTo>
                <a:cubicBezTo>
                  <a:pt x="209246" y="101419"/>
                  <a:pt x="210369" y="98667"/>
                  <a:pt x="212613" y="96098"/>
                </a:cubicBezTo>
                <a:cubicBezTo>
                  <a:pt x="214859" y="93529"/>
                  <a:pt x="217953" y="91694"/>
                  <a:pt x="221894" y="90593"/>
                </a:cubicBezTo>
                <a:cubicBezTo>
                  <a:pt x="217862" y="88035"/>
                  <a:pt x="215846" y="83970"/>
                  <a:pt x="215846" y="78399"/>
                </a:cubicBezTo>
                <a:cubicBezTo>
                  <a:pt x="215846" y="74115"/>
                  <a:pt x="217266" y="70332"/>
                  <a:pt x="220106" y="67050"/>
                </a:cubicBezTo>
                <a:cubicBezTo>
                  <a:pt x="215799" y="63460"/>
                  <a:pt x="213645" y="58719"/>
                  <a:pt x="213645" y="52829"/>
                </a:cubicBezTo>
                <a:cubicBezTo>
                  <a:pt x="213645" y="47422"/>
                  <a:pt x="215799" y="42726"/>
                  <a:pt x="220106" y="38740"/>
                </a:cubicBezTo>
                <a:cubicBezTo>
                  <a:pt x="224414" y="34753"/>
                  <a:pt x="229684" y="32759"/>
                  <a:pt x="235918" y="32759"/>
                </a:cubicBezTo>
                <a:cubicBezTo>
                  <a:pt x="241417" y="32759"/>
                  <a:pt x="246274" y="34387"/>
                  <a:pt x="250491" y="37643"/>
                </a:cubicBezTo>
                <a:cubicBezTo>
                  <a:pt x="254891" y="33313"/>
                  <a:pt x="259748" y="31148"/>
                  <a:pt x="265064" y="31148"/>
                </a:cubicBezTo>
                <a:cubicBezTo>
                  <a:pt x="267447" y="31148"/>
                  <a:pt x="269212" y="31873"/>
                  <a:pt x="270357" y="33323"/>
                </a:cubicBezTo>
                <a:cubicBezTo>
                  <a:pt x="271502" y="34774"/>
                  <a:pt x="272075" y="36269"/>
                  <a:pt x="272075" y="37811"/>
                </a:cubicBezTo>
                <a:cubicBezTo>
                  <a:pt x="272075" y="39170"/>
                  <a:pt x="271639" y="40189"/>
                  <a:pt x="270768" y="40869"/>
                </a:cubicBezTo>
                <a:cubicBezTo>
                  <a:pt x="269898" y="41549"/>
                  <a:pt x="269005" y="41889"/>
                  <a:pt x="268087" y="41889"/>
                </a:cubicBezTo>
                <a:cubicBezTo>
                  <a:pt x="266988" y="41889"/>
                  <a:pt x="266049" y="41531"/>
                  <a:pt x="265270" y="40815"/>
                </a:cubicBezTo>
                <a:cubicBezTo>
                  <a:pt x="264491" y="40099"/>
                  <a:pt x="264101" y="39159"/>
                  <a:pt x="264101" y="37995"/>
                </a:cubicBezTo>
                <a:cubicBezTo>
                  <a:pt x="264101" y="36116"/>
                  <a:pt x="264834" y="34907"/>
                  <a:pt x="266300" y="34370"/>
                </a:cubicBezTo>
                <a:cubicBezTo>
                  <a:pt x="266026" y="34281"/>
                  <a:pt x="265568" y="34236"/>
                  <a:pt x="264926" y="34236"/>
                </a:cubicBezTo>
                <a:cubicBezTo>
                  <a:pt x="260435" y="34236"/>
                  <a:pt x="256311" y="36016"/>
                  <a:pt x="252553" y="39575"/>
                </a:cubicBezTo>
                <a:cubicBezTo>
                  <a:pt x="256311" y="43073"/>
                  <a:pt x="258190" y="47537"/>
                  <a:pt x="258190" y="52967"/>
                </a:cubicBezTo>
                <a:cubicBezTo>
                  <a:pt x="258190" y="58398"/>
                  <a:pt x="256036" y="63100"/>
                  <a:pt x="251729" y="67075"/>
                </a:cubicBezTo>
                <a:cubicBezTo>
                  <a:pt x="247421" y="71049"/>
                  <a:pt x="242151" y="73037"/>
                  <a:pt x="235918" y="73037"/>
                </a:cubicBezTo>
                <a:cubicBezTo>
                  <a:pt x="230785" y="73037"/>
                  <a:pt x="226248" y="71639"/>
                  <a:pt x="222307" y="68843"/>
                </a:cubicBezTo>
                <a:cubicBezTo>
                  <a:pt x="220749" y="70657"/>
                  <a:pt x="219970" y="72788"/>
                  <a:pt x="219970" y="75237"/>
                </a:cubicBezTo>
                <a:cubicBezTo>
                  <a:pt x="219970" y="77528"/>
                  <a:pt x="220657" y="79567"/>
                  <a:pt x="222032" y="81354"/>
                </a:cubicBezTo>
                <a:cubicBezTo>
                  <a:pt x="223407" y="83142"/>
                  <a:pt x="225148" y="84173"/>
                  <a:pt x="227256" y="84449"/>
                </a:cubicBezTo>
                <a:cubicBezTo>
                  <a:pt x="227898" y="84540"/>
                  <a:pt x="231335" y="84585"/>
                  <a:pt x="237566" y="84585"/>
                </a:cubicBezTo>
                <a:cubicBezTo>
                  <a:pt x="241232" y="84585"/>
                  <a:pt x="244073" y="84631"/>
                  <a:pt x="246090" y="84723"/>
                </a:cubicBezTo>
                <a:cubicBezTo>
                  <a:pt x="248106" y="84814"/>
                  <a:pt x="250558" y="85158"/>
                  <a:pt x="253445" y="85754"/>
                </a:cubicBezTo>
                <a:cubicBezTo>
                  <a:pt x="256333" y="86348"/>
                  <a:pt x="258922" y="87240"/>
                  <a:pt x="261213" y="88430"/>
                </a:cubicBezTo>
                <a:cubicBezTo>
                  <a:pt x="267170" y="91724"/>
                  <a:pt x="270149" y="96940"/>
                  <a:pt x="270149" y="104078"/>
                </a:cubicBezTo>
                <a:cubicBezTo>
                  <a:pt x="270149" y="109290"/>
                  <a:pt x="267147" y="113542"/>
                  <a:pt x="261143" y="116834"/>
                </a:cubicBezTo>
                <a:cubicBezTo>
                  <a:pt x="255141" y="120127"/>
                  <a:pt x="247969" y="121773"/>
                  <a:pt x="239629" y="121773"/>
                </a:cubicBezTo>
                <a:cubicBezTo>
                  <a:pt x="231197" y="121773"/>
                  <a:pt x="224025" y="120103"/>
                  <a:pt x="218114" y="116765"/>
                </a:cubicBezTo>
                <a:cubicBezTo>
                  <a:pt x="212202" y="113428"/>
                  <a:pt x="209246" y="109291"/>
                  <a:pt x="209246" y="104355"/>
                </a:cubicBezTo>
                <a:moveTo>
                  <a:pt x="216395" y="104355"/>
                </a:moveTo>
                <a:cubicBezTo>
                  <a:pt x="216395" y="108121"/>
                  <a:pt x="218618" y="111451"/>
                  <a:pt x="223062" y="114344"/>
                </a:cubicBezTo>
                <a:cubicBezTo>
                  <a:pt x="227508" y="117238"/>
                  <a:pt x="233076" y="118685"/>
                  <a:pt x="239767" y="118685"/>
                </a:cubicBezTo>
                <a:cubicBezTo>
                  <a:pt x="246367" y="118685"/>
                  <a:pt x="251889" y="117261"/>
                  <a:pt x="256333" y="114414"/>
                </a:cubicBezTo>
                <a:cubicBezTo>
                  <a:pt x="260779" y="111566"/>
                  <a:pt x="263002" y="108213"/>
                  <a:pt x="263002" y="104355"/>
                </a:cubicBezTo>
                <a:cubicBezTo>
                  <a:pt x="263002" y="101598"/>
                  <a:pt x="262223" y="99347"/>
                  <a:pt x="260665" y="97602"/>
                </a:cubicBezTo>
                <a:cubicBezTo>
                  <a:pt x="259107" y="95856"/>
                  <a:pt x="256724" y="94639"/>
                  <a:pt x="253516" y="93950"/>
                </a:cubicBezTo>
                <a:cubicBezTo>
                  <a:pt x="250308" y="93262"/>
                  <a:pt x="247581" y="92849"/>
                  <a:pt x="245334" y="92712"/>
                </a:cubicBezTo>
                <a:cubicBezTo>
                  <a:pt x="243090" y="92573"/>
                  <a:pt x="239905" y="92504"/>
                  <a:pt x="235781" y="92504"/>
                </a:cubicBezTo>
                <a:lnTo>
                  <a:pt x="227669" y="92504"/>
                </a:lnTo>
                <a:cubicBezTo>
                  <a:pt x="224553" y="92687"/>
                  <a:pt x="221895" y="93927"/>
                  <a:pt x="219695" y="96224"/>
                </a:cubicBezTo>
                <a:cubicBezTo>
                  <a:pt x="217495" y="98521"/>
                  <a:pt x="216395" y="101232"/>
                  <a:pt x="216395" y="104355"/>
                </a:cubicBezTo>
                <a:moveTo>
                  <a:pt x="223956" y="52967"/>
                </a:moveTo>
                <a:cubicBezTo>
                  <a:pt x="223956" y="64288"/>
                  <a:pt x="227943" y="69949"/>
                  <a:pt x="235918" y="69949"/>
                </a:cubicBezTo>
                <a:cubicBezTo>
                  <a:pt x="239951" y="69949"/>
                  <a:pt x="243205" y="68108"/>
                  <a:pt x="245679" y="64425"/>
                </a:cubicBezTo>
                <a:cubicBezTo>
                  <a:pt x="247146" y="61940"/>
                  <a:pt x="247879" y="58075"/>
                  <a:pt x="247879" y="52829"/>
                </a:cubicBezTo>
                <a:cubicBezTo>
                  <a:pt x="247879" y="41508"/>
                  <a:pt x="243892" y="35847"/>
                  <a:pt x="235918" y="35847"/>
                </a:cubicBezTo>
                <a:cubicBezTo>
                  <a:pt x="231884" y="35847"/>
                  <a:pt x="228630" y="37688"/>
                  <a:pt x="226156" y="41371"/>
                </a:cubicBezTo>
                <a:cubicBezTo>
                  <a:pt x="224689" y="43856"/>
                  <a:pt x="223956" y="47721"/>
                  <a:pt x="223956" y="52967"/>
                </a:cubicBezTo>
                <a:close/>
                <a:moveTo>
                  <a:pt x="277987" y="63257"/>
                </a:moveTo>
                <a:cubicBezTo>
                  <a:pt x="277987" y="54653"/>
                  <a:pt x="280760" y="47285"/>
                  <a:pt x="286305" y="41152"/>
                </a:cubicBezTo>
                <a:cubicBezTo>
                  <a:pt x="291850" y="35020"/>
                  <a:pt x="298609" y="31954"/>
                  <a:pt x="306582" y="31954"/>
                </a:cubicBezTo>
                <a:cubicBezTo>
                  <a:pt x="314647" y="31954"/>
                  <a:pt x="320765" y="34544"/>
                  <a:pt x="324936" y="39724"/>
                </a:cubicBezTo>
                <a:cubicBezTo>
                  <a:pt x="329106" y="44904"/>
                  <a:pt x="331191" y="51220"/>
                  <a:pt x="331191" y="58671"/>
                </a:cubicBezTo>
                <a:cubicBezTo>
                  <a:pt x="331191" y="60141"/>
                  <a:pt x="331008" y="61023"/>
                  <a:pt x="330642" y="61318"/>
                </a:cubicBezTo>
                <a:cubicBezTo>
                  <a:pt x="330275" y="61612"/>
                  <a:pt x="329313" y="61759"/>
                  <a:pt x="327755" y="61759"/>
                </a:cubicBezTo>
                <a:lnTo>
                  <a:pt x="289397" y="61759"/>
                </a:lnTo>
                <a:cubicBezTo>
                  <a:pt x="289397" y="71014"/>
                  <a:pt x="290772" y="77820"/>
                  <a:pt x="293521" y="82177"/>
                </a:cubicBezTo>
                <a:cubicBezTo>
                  <a:pt x="297371" y="88256"/>
                  <a:pt x="302550" y="91296"/>
                  <a:pt x="309057" y="91296"/>
                </a:cubicBezTo>
                <a:cubicBezTo>
                  <a:pt x="309973" y="91296"/>
                  <a:pt x="310959" y="91206"/>
                  <a:pt x="312013" y="91025"/>
                </a:cubicBezTo>
                <a:cubicBezTo>
                  <a:pt x="313068" y="90845"/>
                  <a:pt x="314695" y="90371"/>
                  <a:pt x="316895" y="89605"/>
                </a:cubicBezTo>
                <a:cubicBezTo>
                  <a:pt x="319095" y="88837"/>
                  <a:pt x="321157" y="87415"/>
                  <a:pt x="323081" y="85338"/>
                </a:cubicBezTo>
                <a:cubicBezTo>
                  <a:pt x="325007" y="83261"/>
                  <a:pt x="326519" y="80599"/>
                  <a:pt x="327619" y="77350"/>
                </a:cubicBezTo>
                <a:cubicBezTo>
                  <a:pt x="327894" y="76085"/>
                  <a:pt x="328490" y="75453"/>
                  <a:pt x="329406" y="75453"/>
                </a:cubicBezTo>
                <a:cubicBezTo>
                  <a:pt x="330596" y="75453"/>
                  <a:pt x="331191" y="76002"/>
                  <a:pt x="331191" y="77098"/>
                </a:cubicBezTo>
                <a:cubicBezTo>
                  <a:pt x="331191" y="77920"/>
                  <a:pt x="330756" y="79223"/>
                  <a:pt x="329884" y="81006"/>
                </a:cubicBezTo>
                <a:cubicBezTo>
                  <a:pt x="329014" y="82788"/>
                  <a:pt x="327754" y="84753"/>
                  <a:pt x="326104" y="86901"/>
                </a:cubicBezTo>
                <a:cubicBezTo>
                  <a:pt x="324455" y="89049"/>
                  <a:pt x="322027" y="90923"/>
                  <a:pt x="318818" y="92523"/>
                </a:cubicBezTo>
                <a:cubicBezTo>
                  <a:pt x="315610" y="94122"/>
                  <a:pt x="312082" y="94921"/>
                  <a:pt x="308233" y="94921"/>
                </a:cubicBezTo>
                <a:cubicBezTo>
                  <a:pt x="300168" y="94921"/>
                  <a:pt x="293110" y="91883"/>
                  <a:pt x="287060" y="85806"/>
                </a:cubicBezTo>
                <a:cubicBezTo>
                  <a:pt x="281011" y="79729"/>
                  <a:pt x="277987" y="72213"/>
                  <a:pt x="277987" y="63257"/>
                </a:cubicBezTo>
                <a:moveTo>
                  <a:pt x="289535" y="58671"/>
                </a:moveTo>
                <a:lnTo>
                  <a:pt x="322118" y="58671"/>
                </a:lnTo>
                <a:cubicBezTo>
                  <a:pt x="322118" y="56770"/>
                  <a:pt x="321957" y="54757"/>
                  <a:pt x="321636" y="52629"/>
                </a:cubicBezTo>
                <a:cubicBezTo>
                  <a:pt x="321316" y="50501"/>
                  <a:pt x="320674" y="47965"/>
                  <a:pt x="319712" y="45023"/>
                </a:cubicBezTo>
                <a:cubicBezTo>
                  <a:pt x="318750" y="42080"/>
                  <a:pt x="317146" y="39681"/>
                  <a:pt x="314900" y="37825"/>
                </a:cubicBezTo>
                <a:cubicBezTo>
                  <a:pt x="312655" y="35969"/>
                  <a:pt x="309883" y="35042"/>
                  <a:pt x="306582" y="35042"/>
                </a:cubicBezTo>
                <a:cubicBezTo>
                  <a:pt x="305116" y="35042"/>
                  <a:pt x="303582" y="35358"/>
                  <a:pt x="301977" y="35992"/>
                </a:cubicBezTo>
                <a:cubicBezTo>
                  <a:pt x="300373" y="36625"/>
                  <a:pt x="298609" y="37690"/>
                  <a:pt x="296685" y="39185"/>
                </a:cubicBezTo>
                <a:cubicBezTo>
                  <a:pt x="294760" y="40678"/>
                  <a:pt x="293133" y="43123"/>
                  <a:pt x="291803" y="46519"/>
                </a:cubicBezTo>
                <a:cubicBezTo>
                  <a:pt x="290475" y="49913"/>
                  <a:pt x="289719" y="53964"/>
                  <a:pt x="289535" y="58671"/>
                </a:cubicBezTo>
                <a:close/>
                <a:moveTo>
                  <a:pt x="337791" y="38532"/>
                </a:moveTo>
                <a:lnTo>
                  <a:pt x="337791" y="35444"/>
                </a:lnTo>
                <a:cubicBezTo>
                  <a:pt x="342007" y="35261"/>
                  <a:pt x="345513" y="33677"/>
                  <a:pt x="348307" y="30693"/>
                </a:cubicBezTo>
                <a:cubicBezTo>
                  <a:pt x="351103" y="27708"/>
                  <a:pt x="352982" y="24380"/>
                  <a:pt x="353944" y="20707"/>
                </a:cubicBezTo>
                <a:cubicBezTo>
                  <a:pt x="354906" y="17033"/>
                  <a:pt x="355433" y="13085"/>
                  <a:pt x="355525" y="8861"/>
                </a:cubicBezTo>
                <a:lnTo>
                  <a:pt x="358964" y="8861"/>
                </a:lnTo>
                <a:lnTo>
                  <a:pt x="358964" y="34236"/>
                </a:lnTo>
                <a:lnTo>
                  <a:pt x="378622" y="34236"/>
                </a:lnTo>
                <a:lnTo>
                  <a:pt x="378622" y="38532"/>
                </a:lnTo>
                <a:lnTo>
                  <a:pt x="358964" y="38532"/>
                </a:lnTo>
                <a:lnTo>
                  <a:pt x="358964" y="76534"/>
                </a:lnTo>
                <a:cubicBezTo>
                  <a:pt x="358964" y="86375"/>
                  <a:pt x="362034" y="91296"/>
                  <a:pt x="368175" y="91296"/>
                </a:cubicBezTo>
                <a:cubicBezTo>
                  <a:pt x="370834" y="91296"/>
                  <a:pt x="373034" y="89960"/>
                  <a:pt x="374775" y="87289"/>
                </a:cubicBezTo>
                <a:cubicBezTo>
                  <a:pt x="376516" y="84617"/>
                  <a:pt x="377387" y="80880"/>
                  <a:pt x="377387" y="76079"/>
                </a:cubicBezTo>
                <a:lnTo>
                  <a:pt x="377387" y="68606"/>
                </a:lnTo>
                <a:lnTo>
                  <a:pt x="380823" y="68606"/>
                </a:lnTo>
                <a:lnTo>
                  <a:pt x="380823" y="76418"/>
                </a:lnTo>
                <a:cubicBezTo>
                  <a:pt x="380823" y="81352"/>
                  <a:pt x="379677" y="85670"/>
                  <a:pt x="377384" y="89370"/>
                </a:cubicBezTo>
                <a:cubicBezTo>
                  <a:pt x="375094" y="93071"/>
                  <a:pt x="371703" y="94921"/>
                  <a:pt x="367212" y="94921"/>
                </a:cubicBezTo>
                <a:cubicBezTo>
                  <a:pt x="365562" y="94921"/>
                  <a:pt x="363912" y="94715"/>
                  <a:pt x="362261" y="94302"/>
                </a:cubicBezTo>
                <a:cubicBezTo>
                  <a:pt x="360613" y="93891"/>
                  <a:pt x="358734" y="93137"/>
                  <a:pt x="356627" y="92041"/>
                </a:cubicBezTo>
                <a:cubicBezTo>
                  <a:pt x="354519" y="90943"/>
                  <a:pt x="352800" y="89045"/>
                  <a:pt x="351470" y="86347"/>
                </a:cubicBezTo>
                <a:cubicBezTo>
                  <a:pt x="350142" y="83648"/>
                  <a:pt x="349478" y="80332"/>
                  <a:pt x="349478" y="76399"/>
                </a:cubicBezTo>
                <a:lnTo>
                  <a:pt x="349478" y="38532"/>
                </a:lnTo>
                <a:lnTo>
                  <a:pt x="337791" y="38532"/>
                </a:lnTo>
                <a:close/>
                <a:moveTo>
                  <a:pt x="402476" y="46730"/>
                </a:moveTo>
                <a:cubicBezTo>
                  <a:pt x="401056" y="45304"/>
                  <a:pt x="400347" y="43578"/>
                  <a:pt x="400347" y="41553"/>
                </a:cubicBezTo>
                <a:cubicBezTo>
                  <a:pt x="400347" y="39528"/>
                  <a:pt x="401056" y="37802"/>
                  <a:pt x="402476" y="36376"/>
                </a:cubicBezTo>
                <a:cubicBezTo>
                  <a:pt x="403897" y="34949"/>
                  <a:pt x="405616" y="34236"/>
                  <a:pt x="407632" y="34236"/>
                </a:cubicBezTo>
                <a:cubicBezTo>
                  <a:pt x="409649" y="34236"/>
                  <a:pt x="411367" y="34949"/>
                  <a:pt x="412786" y="36376"/>
                </a:cubicBezTo>
                <a:cubicBezTo>
                  <a:pt x="414207" y="37802"/>
                  <a:pt x="414918" y="39528"/>
                  <a:pt x="414918" y="41553"/>
                </a:cubicBezTo>
                <a:cubicBezTo>
                  <a:pt x="414918" y="43578"/>
                  <a:pt x="414207" y="45304"/>
                  <a:pt x="412786" y="46730"/>
                </a:cubicBezTo>
                <a:cubicBezTo>
                  <a:pt x="411367" y="48157"/>
                  <a:pt x="409649" y="48870"/>
                  <a:pt x="407632" y="48870"/>
                </a:cubicBezTo>
                <a:cubicBezTo>
                  <a:pt x="405616" y="48870"/>
                  <a:pt x="403897" y="48157"/>
                  <a:pt x="402476" y="46730"/>
                </a:cubicBezTo>
                <a:moveTo>
                  <a:pt x="402476" y="91304"/>
                </a:moveTo>
                <a:cubicBezTo>
                  <a:pt x="401056" y="89878"/>
                  <a:pt x="400347" y="88152"/>
                  <a:pt x="400347" y="86127"/>
                </a:cubicBezTo>
                <a:cubicBezTo>
                  <a:pt x="400347" y="84102"/>
                  <a:pt x="401056" y="82376"/>
                  <a:pt x="402476" y="80950"/>
                </a:cubicBezTo>
                <a:cubicBezTo>
                  <a:pt x="403897" y="79523"/>
                  <a:pt x="405616" y="78810"/>
                  <a:pt x="407632" y="78810"/>
                </a:cubicBezTo>
                <a:cubicBezTo>
                  <a:pt x="409649" y="78810"/>
                  <a:pt x="411367" y="79523"/>
                  <a:pt x="412786" y="80950"/>
                </a:cubicBezTo>
                <a:cubicBezTo>
                  <a:pt x="414207" y="82376"/>
                  <a:pt x="414918" y="84102"/>
                  <a:pt x="414918" y="86127"/>
                </a:cubicBezTo>
                <a:cubicBezTo>
                  <a:pt x="414918" y="88152"/>
                  <a:pt x="414207" y="89878"/>
                  <a:pt x="412786" y="91304"/>
                </a:cubicBezTo>
                <a:cubicBezTo>
                  <a:pt x="411367" y="92731"/>
                  <a:pt x="409649" y="93444"/>
                  <a:pt x="407632" y="93444"/>
                </a:cubicBezTo>
                <a:cubicBezTo>
                  <a:pt x="405616" y="93444"/>
                  <a:pt x="403897" y="92731"/>
                  <a:pt x="402476" y="91304"/>
                </a:cubicBezTo>
                <a:close/>
                <a:moveTo>
                  <a:pt x="476922" y="93444"/>
                </a:moveTo>
                <a:lnTo>
                  <a:pt x="476922" y="89148"/>
                </a:lnTo>
                <a:lnTo>
                  <a:pt x="480222" y="89148"/>
                </a:lnTo>
                <a:cubicBezTo>
                  <a:pt x="485171" y="89148"/>
                  <a:pt x="488219" y="88736"/>
                  <a:pt x="489364" y="87912"/>
                </a:cubicBezTo>
                <a:cubicBezTo>
                  <a:pt x="490510" y="87088"/>
                  <a:pt x="491082" y="85349"/>
                  <a:pt x="491082" y="82695"/>
                </a:cubicBezTo>
                <a:lnTo>
                  <a:pt x="491082" y="10749"/>
                </a:lnTo>
                <a:cubicBezTo>
                  <a:pt x="491082" y="8095"/>
                  <a:pt x="490510" y="6356"/>
                  <a:pt x="489364" y="5532"/>
                </a:cubicBezTo>
                <a:cubicBezTo>
                  <a:pt x="488219" y="4708"/>
                  <a:pt x="485171" y="4296"/>
                  <a:pt x="480222" y="4296"/>
                </a:cubicBezTo>
                <a:lnTo>
                  <a:pt x="476922" y="4296"/>
                </a:lnTo>
                <a:lnTo>
                  <a:pt x="476922" y="0"/>
                </a:lnTo>
                <a:lnTo>
                  <a:pt x="554322" y="0"/>
                </a:lnTo>
                <a:lnTo>
                  <a:pt x="558172" y="30900"/>
                </a:lnTo>
                <a:lnTo>
                  <a:pt x="554736" y="30900"/>
                </a:lnTo>
                <a:cubicBezTo>
                  <a:pt x="554094" y="25690"/>
                  <a:pt x="553360" y="21576"/>
                  <a:pt x="552535" y="18559"/>
                </a:cubicBezTo>
                <a:cubicBezTo>
                  <a:pt x="551711" y="15541"/>
                  <a:pt x="550314" y="12866"/>
                  <a:pt x="548344" y="10535"/>
                </a:cubicBezTo>
                <a:cubicBezTo>
                  <a:pt x="546373" y="8204"/>
                  <a:pt x="543761" y="6581"/>
                  <a:pt x="540506" y="5668"/>
                </a:cubicBezTo>
                <a:cubicBezTo>
                  <a:pt x="537253" y="4754"/>
                  <a:pt x="533014" y="4296"/>
                  <a:pt x="527789" y="4296"/>
                </a:cubicBezTo>
                <a:lnTo>
                  <a:pt x="510055" y="4296"/>
                </a:lnTo>
                <a:cubicBezTo>
                  <a:pt x="506939" y="4296"/>
                  <a:pt x="505037" y="4617"/>
                  <a:pt x="504349" y="5257"/>
                </a:cubicBezTo>
                <a:cubicBezTo>
                  <a:pt x="503662" y="5896"/>
                  <a:pt x="503319" y="7405"/>
                  <a:pt x="503319" y="9782"/>
                </a:cubicBezTo>
                <a:lnTo>
                  <a:pt x="503319" y="42694"/>
                </a:lnTo>
                <a:lnTo>
                  <a:pt x="515691" y="42694"/>
                </a:lnTo>
                <a:cubicBezTo>
                  <a:pt x="522016" y="42694"/>
                  <a:pt x="526071" y="41602"/>
                  <a:pt x="527859" y="39417"/>
                </a:cubicBezTo>
                <a:cubicBezTo>
                  <a:pt x="529646" y="37232"/>
                  <a:pt x="530540" y="32998"/>
                  <a:pt x="530540" y="26717"/>
                </a:cubicBezTo>
                <a:lnTo>
                  <a:pt x="533976" y="26717"/>
                </a:lnTo>
                <a:lnTo>
                  <a:pt x="533976" y="62967"/>
                </a:lnTo>
                <a:lnTo>
                  <a:pt x="530540" y="62967"/>
                </a:lnTo>
                <a:cubicBezTo>
                  <a:pt x="530540" y="56777"/>
                  <a:pt x="529646" y="52567"/>
                  <a:pt x="527859" y="50337"/>
                </a:cubicBezTo>
                <a:cubicBezTo>
                  <a:pt x="526071" y="48106"/>
                  <a:pt x="522016" y="46991"/>
                  <a:pt x="515691" y="46991"/>
                </a:cubicBezTo>
                <a:lnTo>
                  <a:pt x="503319" y="46991"/>
                </a:lnTo>
                <a:lnTo>
                  <a:pt x="503319" y="83656"/>
                </a:lnTo>
                <a:cubicBezTo>
                  <a:pt x="503319" y="86036"/>
                  <a:pt x="503662" y="87546"/>
                  <a:pt x="504349" y="88187"/>
                </a:cubicBezTo>
                <a:cubicBezTo>
                  <a:pt x="505037" y="88827"/>
                  <a:pt x="506939" y="89148"/>
                  <a:pt x="510055" y="89148"/>
                </a:cubicBezTo>
                <a:lnTo>
                  <a:pt x="528339" y="89148"/>
                </a:lnTo>
                <a:cubicBezTo>
                  <a:pt x="532280" y="89148"/>
                  <a:pt x="535694" y="88936"/>
                  <a:pt x="538580" y="88512"/>
                </a:cubicBezTo>
                <a:cubicBezTo>
                  <a:pt x="541468" y="88088"/>
                  <a:pt x="543921" y="87337"/>
                  <a:pt x="545937" y="86259"/>
                </a:cubicBezTo>
                <a:cubicBezTo>
                  <a:pt x="547954" y="85181"/>
                  <a:pt x="549650" y="84026"/>
                  <a:pt x="551025" y="82794"/>
                </a:cubicBezTo>
                <a:cubicBezTo>
                  <a:pt x="552399" y="81560"/>
                  <a:pt x="553568" y="79827"/>
                  <a:pt x="554530" y="77593"/>
                </a:cubicBezTo>
                <a:cubicBezTo>
                  <a:pt x="555492" y="75358"/>
                  <a:pt x="556248" y="73006"/>
                  <a:pt x="556798" y="70536"/>
                </a:cubicBezTo>
                <a:cubicBezTo>
                  <a:pt x="557347" y="68065"/>
                  <a:pt x="557943" y="64809"/>
                  <a:pt x="558585" y="60769"/>
                </a:cubicBezTo>
                <a:lnTo>
                  <a:pt x="562021" y="57975"/>
                </a:lnTo>
                <a:lnTo>
                  <a:pt x="556248" y="93444"/>
                </a:lnTo>
                <a:lnTo>
                  <a:pt x="476922" y="934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235BC7-82A3-4B7A-821B-60A4D1D5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259" y="2687414"/>
            <a:ext cx="10" cy="175289"/>
          </a:xfrm>
          <a:custGeom xmlns:a="http://schemas.openxmlformats.org/drawingml/2006/main">
            <a:pathLst>
              <a:path w="1" h="175289" fill="none">
                <a:moveTo>
                  <a:pt x="0" y="0"/>
                </a:moveTo>
                <a:lnTo>
                  <a:pt x="0" y="164977"/>
                </a:lnTo>
                <a:lnTo>
                  <a:pt x="0" y="175289"/>
                </a:lnTo>
              </a:path>
            </a:pathLst>
          </a:custGeom>
          <a:noFill xmlns:a="http://schemas.openxmlformats.org/drawingml/2006/main"/>
          <a:ln xmlns:a="http://schemas.openxmlformats.org/drawingml/2006/main" w="20622" cap="flat">
            <a:solidFill>
              <a:srgbClr val="000000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34C13-BFF4-44E8-87BE-B9606AB3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891" y="2852392"/>
            <a:ext cx="90737" cy="90737"/>
          </a:xfrm>
          <a:custGeom xmlns:a="http://schemas.openxmlformats.org/drawingml/2006/main">
            <a:pathLst>
              <a:path w="90737" h="90737">
                <a:moveTo>
                  <a:pt x="0" y="0"/>
                </a:moveTo>
                <a:lnTo>
                  <a:pt x="45369" y="90737"/>
                </a:lnTo>
                <a:lnTo>
                  <a:pt x="90737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41804-17CE-4E2B-BCA6-2D6EBC91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9012" y="2804992"/>
            <a:ext cx="1433668" cy="342843"/>
          </a:xfrm>
          <a:custGeom xmlns:a="http://schemas.openxmlformats.org/drawingml/2006/main">
            <a:pathLst>
              <a:path w="1433668" h="342843" fill="none">
                <a:moveTo>
                  <a:pt x="257132" y="0"/>
                </a:moveTo>
                <a:lnTo>
                  <a:pt x="257132" y="235436"/>
                </a:lnTo>
                <a:lnTo>
                  <a:pt x="0" y="299021"/>
                </a:lnTo>
                <a:lnTo>
                  <a:pt x="257132" y="284413"/>
                </a:lnTo>
                <a:lnTo>
                  <a:pt x="257132" y="342843"/>
                </a:lnTo>
                <a:lnTo>
                  <a:pt x="1433668" y="342843"/>
                </a:lnTo>
                <a:lnTo>
                  <a:pt x="1433668" y="0"/>
                </a:lnTo>
                <a:lnTo>
                  <a:pt x="257132" y="0"/>
                </a:lnTo>
                <a:close/>
                <a:moveTo>
                  <a:pt x="257132" y="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miter/>
          </a:ln>
        </p:spPr>
      </p:sp>
      <p:sp>
        <p:nvSpPr>
          <p:cNvPr id="97" name="Text Swanfacingright">
            <a:extLst xmlns:a="http://schemas.openxmlformats.org/drawingml/2006/main">
              <a:ext uri="{FF2B5EF4-FFF2-40B4-BE49-F238E27FC236}">
                <a16:creationId xmlns:a16="http://schemas.microsoft.com/office/drawing/2014/main" id="{42EDB312-802B-4FDE-A4A9-B9C873F7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298" y="2910842"/>
            <a:ext cx="1034131" cy="125263"/>
          </a:xfrm>
          <a:custGeom xmlns:a="http://schemas.openxmlformats.org/drawingml/2006/main">
            <a:pathLst>
              <a:path w="1034131" h="125263">
                <a:moveTo>
                  <a:pt x="0" y="96735"/>
                </a:moveTo>
                <a:lnTo>
                  <a:pt x="0" y="69345"/>
                </a:lnTo>
                <a:cubicBezTo>
                  <a:pt x="0" y="68340"/>
                  <a:pt x="23" y="67656"/>
                  <a:pt x="69" y="67291"/>
                </a:cubicBezTo>
                <a:cubicBezTo>
                  <a:pt x="115" y="66926"/>
                  <a:pt x="276" y="66606"/>
                  <a:pt x="550" y="66332"/>
                </a:cubicBezTo>
                <a:cubicBezTo>
                  <a:pt x="825" y="66058"/>
                  <a:pt x="1238" y="65921"/>
                  <a:pt x="1787" y="65921"/>
                </a:cubicBezTo>
                <a:cubicBezTo>
                  <a:pt x="2794" y="65921"/>
                  <a:pt x="3344" y="66377"/>
                  <a:pt x="3436" y="67289"/>
                </a:cubicBezTo>
                <a:cubicBezTo>
                  <a:pt x="3712" y="76312"/>
                  <a:pt x="6553" y="83331"/>
                  <a:pt x="11960" y="88344"/>
                </a:cubicBezTo>
                <a:cubicBezTo>
                  <a:pt x="17275" y="93266"/>
                  <a:pt x="24516" y="95726"/>
                  <a:pt x="33682" y="95726"/>
                </a:cubicBezTo>
                <a:cubicBezTo>
                  <a:pt x="39181" y="95726"/>
                  <a:pt x="43626" y="93754"/>
                  <a:pt x="47018" y="89811"/>
                </a:cubicBezTo>
                <a:cubicBezTo>
                  <a:pt x="50409" y="85865"/>
                  <a:pt x="52105" y="81279"/>
                  <a:pt x="52105" y="76051"/>
                </a:cubicBezTo>
                <a:cubicBezTo>
                  <a:pt x="52105" y="71098"/>
                  <a:pt x="50684" y="66878"/>
                  <a:pt x="47842" y="63393"/>
                </a:cubicBezTo>
                <a:cubicBezTo>
                  <a:pt x="46652" y="61834"/>
                  <a:pt x="45300" y="60550"/>
                  <a:pt x="43787" y="59542"/>
                </a:cubicBezTo>
                <a:cubicBezTo>
                  <a:pt x="42275" y="58532"/>
                  <a:pt x="41061" y="57868"/>
                  <a:pt x="40143" y="57549"/>
                </a:cubicBezTo>
                <a:cubicBezTo>
                  <a:pt x="39227" y="57230"/>
                  <a:pt x="37899" y="56838"/>
                  <a:pt x="36158" y="56372"/>
                </a:cubicBezTo>
                <a:cubicBezTo>
                  <a:pt x="24792" y="53625"/>
                  <a:pt x="18742" y="52115"/>
                  <a:pt x="18010" y="51841"/>
                </a:cubicBezTo>
                <a:cubicBezTo>
                  <a:pt x="12601" y="49995"/>
                  <a:pt x="8248" y="46742"/>
                  <a:pt x="4949" y="42084"/>
                </a:cubicBezTo>
                <a:cubicBezTo>
                  <a:pt x="1650" y="37424"/>
                  <a:pt x="0" y="32233"/>
                  <a:pt x="0" y="26512"/>
                </a:cubicBezTo>
                <a:cubicBezTo>
                  <a:pt x="0" y="19223"/>
                  <a:pt x="2589" y="12982"/>
                  <a:pt x="7768" y="7789"/>
                </a:cubicBezTo>
                <a:cubicBezTo>
                  <a:pt x="12947" y="2596"/>
                  <a:pt x="19294" y="0"/>
                  <a:pt x="26810" y="0"/>
                </a:cubicBezTo>
                <a:cubicBezTo>
                  <a:pt x="30568" y="0"/>
                  <a:pt x="34027" y="583"/>
                  <a:pt x="37188" y="1750"/>
                </a:cubicBezTo>
                <a:cubicBezTo>
                  <a:pt x="40350" y="2915"/>
                  <a:pt x="42572" y="4013"/>
                  <a:pt x="43854" y="5045"/>
                </a:cubicBezTo>
                <a:cubicBezTo>
                  <a:pt x="45138" y="6076"/>
                  <a:pt x="46788" y="7532"/>
                  <a:pt x="48805" y="9415"/>
                </a:cubicBezTo>
                <a:lnTo>
                  <a:pt x="53617" y="1747"/>
                </a:lnTo>
                <a:cubicBezTo>
                  <a:pt x="54350" y="582"/>
                  <a:pt x="55038" y="0"/>
                  <a:pt x="55680" y="0"/>
                </a:cubicBezTo>
                <a:cubicBezTo>
                  <a:pt x="56412" y="0"/>
                  <a:pt x="56847" y="206"/>
                  <a:pt x="56984" y="617"/>
                </a:cubicBezTo>
                <a:cubicBezTo>
                  <a:pt x="57123" y="1028"/>
                  <a:pt x="57192" y="1918"/>
                  <a:pt x="57192" y="3287"/>
                </a:cubicBezTo>
                <a:lnTo>
                  <a:pt x="57192" y="30814"/>
                </a:lnTo>
                <a:cubicBezTo>
                  <a:pt x="57192" y="31819"/>
                  <a:pt x="57169" y="32504"/>
                  <a:pt x="57123" y="32870"/>
                </a:cubicBezTo>
                <a:cubicBezTo>
                  <a:pt x="57077" y="33235"/>
                  <a:pt x="56916" y="33532"/>
                  <a:pt x="56640" y="33760"/>
                </a:cubicBezTo>
                <a:cubicBezTo>
                  <a:pt x="56366" y="33988"/>
                  <a:pt x="55954" y="34102"/>
                  <a:pt x="55405" y="34102"/>
                </a:cubicBezTo>
                <a:cubicBezTo>
                  <a:pt x="54489" y="34102"/>
                  <a:pt x="53939" y="33550"/>
                  <a:pt x="53756" y="32447"/>
                </a:cubicBezTo>
                <a:cubicBezTo>
                  <a:pt x="51190" y="13232"/>
                  <a:pt x="42253" y="3625"/>
                  <a:pt x="26946" y="3625"/>
                </a:cubicBezTo>
                <a:cubicBezTo>
                  <a:pt x="21721" y="3625"/>
                  <a:pt x="17390" y="5401"/>
                  <a:pt x="13952" y="8953"/>
                </a:cubicBezTo>
                <a:cubicBezTo>
                  <a:pt x="10516" y="12506"/>
                  <a:pt x="8798" y="16773"/>
                  <a:pt x="8798" y="21754"/>
                </a:cubicBezTo>
                <a:cubicBezTo>
                  <a:pt x="8798" y="25814"/>
                  <a:pt x="10058" y="29505"/>
                  <a:pt x="12578" y="32826"/>
                </a:cubicBezTo>
                <a:cubicBezTo>
                  <a:pt x="15099" y="36146"/>
                  <a:pt x="18467" y="38314"/>
                  <a:pt x="22683" y="39329"/>
                </a:cubicBezTo>
                <a:lnTo>
                  <a:pt x="40282" y="43592"/>
                </a:lnTo>
                <a:cubicBezTo>
                  <a:pt x="46147" y="44965"/>
                  <a:pt x="51050" y="48237"/>
                  <a:pt x="54992" y="53408"/>
                </a:cubicBezTo>
                <a:cubicBezTo>
                  <a:pt x="58933" y="58578"/>
                  <a:pt x="60903" y="64550"/>
                  <a:pt x="60903" y="71323"/>
                </a:cubicBezTo>
                <a:cubicBezTo>
                  <a:pt x="60903" y="79142"/>
                  <a:pt x="58360" y="85880"/>
                  <a:pt x="53273" y="91537"/>
                </a:cubicBezTo>
                <a:cubicBezTo>
                  <a:pt x="48187" y="97194"/>
                  <a:pt x="41703" y="100023"/>
                  <a:pt x="33821" y="100023"/>
                </a:cubicBezTo>
                <a:cubicBezTo>
                  <a:pt x="28138" y="100023"/>
                  <a:pt x="23097" y="99078"/>
                  <a:pt x="18698" y="97189"/>
                </a:cubicBezTo>
                <a:cubicBezTo>
                  <a:pt x="14298" y="95301"/>
                  <a:pt x="10906" y="93021"/>
                  <a:pt x="8523" y="90350"/>
                </a:cubicBezTo>
                <a:cubicBezTo>
                  <a:pt x="6690" y="93390"/>
                  <a:pt x="5178" y="95785"/>
                  <a:pt x="3988" y="97535"/>
                </a:cubicBezTo>
                <a:lnTo>
                  <a:pt x="3575" y="98227"/>
                </a:lnTo>
                <a:cubicBezTo>
                  <a:pt x="2842" y="99424"/>
                  <a:pt x="2154" y="100023"/>
                  <a:pt x="1513" y="100023"/>
                </a:cubicBezTo>
                <a:cubicBezTo>
                  <a:pt x="780" y="100023"/>
                  <a:pt x="344" y="99794"/>
                  <a:pt x="206" y="99337"/>
                </a:cubicBezTo>
                <a:cubicBezTo>
                  <a:pt x="69" y="98881"/>
                  <a:pt x="0" y="98014"/>
                  <a:pt x="0" y="96735"/>
                </a:cubicBezTo>
                <a:close/>
                <a:moveTo>
                  <a:pt x="71078" y="42023"/>
                </a:moveTo>
                <a:lnTo>
                  <a:pt x="71078" y="37727"/>
                </a:lnTo>
                <a:cubicBezTo>
                  <a:pt x="76028" y="38004"/>
                  <a:pt x="80289" y="38142"/>
                  <a:pt x="83862" y="38142"/>
                </a:cubicBezTo>
                <a:cubicBezTo>
                  <a:pt x="85605" y="38142"/>
                  <a:pt x="90600" y="38004"/>
                  <a:pt x="98849" y="37727"/>
                </a:cubicBezTo>
                <a:lnTo>
                  <a:pt x="98849" y="42023"/>
                </a:lnTo>
                <a:cubicBezTo>
                  <a:pt x="93441" y="42023"/>
                  <a:pt x="90737" y="43245"/>
                  <a:pt x="90737" y="45688"/>
                </a:cubicBezTo>
                <a:cubicBezTo>
                  <a:pt x="90737" y="46230"/>
                  <a:pt x="90966" y="47044"/>
                  <a:pt x="91425" y="48130"/>
                </a:cubicBezTo>
                <a:lnTo>
                  <a:pt x="104486" y="84837"/>
                </a:lnTo>
                <a:lnTo>
                  <a:pt x="116309" y="51566"/>
                </a:lnTo>
                <a:cubicBezTo>
                  <a:pt x="114659" y="47113"/>
                  <a:pt x="113605" y="44614"/>
                  <a:pt x="113147" y="44068"/>
                </a:cubicBezTo>
                <a:cubicBezTo>
                  <a:pt x="112047" y="42705"/>
                  <a:pt x="109160" y="42023"/>
                  <a:pt x="104486" y="42023"/>
                </a:cubicBezTo>
                <a:lnTo>
                  <a:pt x="104486" y="37727"/>
                </a:lnTo>
                <a:cubicBezTo>
                  <a:pt x="108610" y="38004"/>
                  <a:pt x="112689" y="38142"/>
                  <a:pt x="116722" y="38142"/>
                </a:cubicBezTo>
                <a:cubicBezTo>
                  <a:pt x="118280" y="38142"/>
                  <a:pt x="123046" y="38004"/>
                  <a:pt x="131019" y="37727"/>
                </a:cubicBezTo>
                <a:lnTo>
                  <a:pt x="131019" y="42023"/>
                </a:lnTo>
                <a:cubicBezTo>
                  <a:pt x="125610" y="42023"/>
                  <a:pt x="122906" y="43245"/>
                  <a:pt x="122906" y="45688"/>
                </a:cubicBezTo>
                <a:cubicBezTo>
                  <a:pt x="122906" y="46050"/>
                  <a:pt x="123136" y="46909"/>
                  <a:pt x="123594" y="48266"/>
                </a:cubicBezTo>
                <a:lnTo>
                  <a:pt x="137205" y="86624"/>
                </a:lnTo>
                <a:lnTo>
                  <a:pt x="149716" y="51423"/>
                </a:lnTo>
                <a:cubicBezTo>
                  <a:pt x="150175" y="50243"/>
                  <a:pt x="150404" y="49289"/>
                  <a:pt x="150404" y="48562"/>
                </a:cubicBezTo>
                <a:cubicBezTo>
                  <a:pt x="150404" y="46563"/>
                  <a:pt x="149694" y="44997"/>
                  <a:pt x="148273" y="43863"/>
                </a:cubicBezTo>
                <a:cubicBezTo>
                  <a:pt x="146852" y="42727"/>
                  <a:pt x="144904" y="42114"/>
                  <a:pt x="142431" y="42023"/>
                </a:cubicBezTo>
                <a:lnTo>
                  <a:pt x="142431" y="37727"/>
                </a:lnTo>
                <a:cubicBezTo>
                  <a:pt x="147654" y="38004"/>
                  <a:pt x="151916" y="38142"/>
                  <a:pt x="155217" y="38142"/>
                </a:cubicBezTo>
                <a:cubicBezTo>
                  <a:pt x="158882" y="38142"/>
                  <a:pt x="162227" y="38004"/>
                  <a:pt x="165252" y="37727"/>
                </a:cubicBezTo>
                <a:lnTo>
                  <a:pt x="165252" y="42023"/>
                </a:lnTo>
                <a:cubicBezTo>
                  <a:pt x="159570" y="42210"/>
                  <a:pt x="155721" y="45212"/>
                  <a:pt x="153704" y="51029"/>
                </a:cubicBezTo>
                <a:lnTo>
                  <a:pt x="137618" y="96287"/>
                </a:lnTo>
                <a:cubicBezTo>
                  <a:pt x="136610" y="97629"/>
                  <a:pt x="135693" y="98337"/>
                  <a:pt x="134868" y="98412"/>
                </a:cubicBezTo>
                <a:cubicBezTo>
                  <a:pt x="133678" y="98412"/>
                  <a:pt x="132762" y="97553"/>
                  <a:pt x="132120" y="95835"/>
                </a:cubicBezTo>
                <a:lnTo>
                  <a:pt x="118096" y="56563"/>
                </a:lnTo>
                <a:lnTo>
                  <a:pt x="104211" y="95634"/>
                </a:lnTo>
                <a:cubicBezTo>
                  <a:pt x="103844" y="96745"/>
                  <a:pt x="103500" y="97485"/>
                  <a:pt x="103179" y="97856"/>
                </a:cubicBezTo>
                <a:cubicBezTo>
                  <a:pt x="102858" y="98226"/>
                  <a:pt x="102286" y="98412"/>
                  <a:pt x="101461" y="98412"/>
                </a:cubicBezTo>
                <a:cubicBezTo>
                  <a:pt x="100636" y="98412"/>
                  <a:pt x="100040" y="98185"/>
                  <a:pt x="99673" y="97732"/>
                </a:cubicBezTo>
                <a:cubicBezTo>
                  <a:pt x="99307" y="97279"/>
                  <a:pt x="98940" y="96509"/>
                  <a:pt x="98574" y="95422"/>
                </a:cubicBezTo>
                <a:lnTo>
                  <a:pt x="81251" y="46753"/>
                </a:lnTo>
                <a:cubicBezTo>
                  <a:pt x="80425" y="44681"/>
                  <a:pt x="79417" y="43375"/>
                  <a:pt x="78225" y="42835"/>
                </a:cubicBezTo>
                <a:cubicBezTo>
                  <a:pt x="77035" y="42294"/>
                  <a:pt x="74653" y="42023"/>
                  <a:pt x="71078" y="42023"/>
                </a:cubicBezTo>
                <a:close/>
                <a:moveTo>
                  <a:pt x="169790" y="83872"/>
                </a:moveTo>
                <a:cubicBezTo>
                  <a:pt x="169790" y="76071"/>
                  <a:pt x="174373" y="70105"/>
                  <a:pt x="183539" y="65976"/>
                </a:cubicBezTo>
                <a:cubicBezTo>
                  <a:pt x="189038" y="63314"/>
                  <a:pt x="197470" y="61640"/>
                  <a:pt x="208834" y="60953"/>
                </a:cubicBezTo>
                <a:lnTo>
                  <a:pt x="208834" y="55925"/>
                </a:lnTo>
                <a:cubicBezTo>
                  <a:pt x="208834" y="50309"/>
                  <a:pt x="207345" y="46006"/>
                  <a:pt x="204366" y="43017"/>
                </a:cubicBezTo>
                <a:cubicBezTo>
                  <a:pt x="201387" y="40027"/>
                  <a:pt x="198019" y="38532"/>
                  <a:pt x="194261" y="38532"/>
                </a:cubicBezTo>
                <a:cubicBezTo>
                  <a:pt x="187570" y="38532"/>
                  <a:pt x="182621" y="40591"/>
                  <a:pt x="179413" y="44708"/>
                </a:cubicBezTo>
                <a:cubicBezTo>
                  <a:pt x="182162" y="44799"/>
                  <a:pt x="184018" y="45530"/>
                  <a:pt x="184980" y="46902"/>
                </a:cubicBezTo>
                <a:cubicBezTo>
                  <a:pt x="185942" y="48274"/>
                  <a:pt x="186423" y="49646"/>
                  <a:pt x="186423" y="51018"/>
                </a:cubicBezTo>
                <a:cubicBezTo>
                  <a:pt x="186423" y="52848"/>
                  <a:pt x="185851" y="54357"/>
                  <a:pt x="184705" y="55545"/>
                </a:cubicBezTo>
                <a:cubicBezTo>
                  <a:pt x="183560" y="56734"/>
                  <a:pt x="182025" y="57328"/>
                  <a:pt x="180101" y="57328"/>
                </a:cubicBezTo>
                <a:cubicBezTo>
                  <a:pt x="178267" y="57328"/>
                  <a:pt x="176755" y="56757"/>
                  <a:pt x="175563" y="55615"/>
                </a:cubicBezTo>
                <a:cubicBezTo>
                  <a:pt x="174372" y="54471"/>
                  <a:pt x="173776" y="52893"/>
                  <a:pt x="173776" y="50882"/>
                </a:cubicBezTo>
                <a:cubicBezTo>
                  <a:pt x="173776" y="46419"/>
                  <a:pt x="175792" y="42731"/>
                  <a:pt x="179824" y="39816"/>
                </a:cubicBezTo>
                <a:cubicBezTo>
                  <a:pt x="183857" y="36902"/>
                  <a:pt x="188761" y="35444"/>
                  <a:pt x="194536" y="35444"/>
                </a:cubicBezTo>
                <a:cubicBezTo>
                  <a:pt x="202051" y="35444"/>
                  <a:pt x="208330" y="37948"/>
                  <a:pt x="213372" y="42956"/>
                </a:cubicBezTo>
                <a:cubicBezTo>
                  <a:pt x="214930" y="44505"/>
                  <a:pt x="216098" y="46281"/>
                  <a:pt x="216877" y="48285"/>
                </a:cubicBezTo>
                <a:cubicBezTo>
                  <a:pt x="217656" y="50288"/>
                  <a:pt x="218091" y="51949"/>
                  <a:pt x="218182" y="53269"/>
                </a:cubicBezTo>
                <a:cubicBezTo>
                  <a:pt x="218274" y="54589"/>
                  <a:pt x="218320" y="56524"/>
                  <a:pt x="218320" y="59074"/>
                </a:cubicBezTo>
                <a:lnTo>
                  <a:pt x="218320" y="86605"/>
                </a:lnTo>
                <a:cubicBezTo>
                  <a:pt x="218320" y="87152"/>
                  <a:pt x="218412" y="87859"/>
                  <a:pt x="218595" y="88726"/>
                </a:cubicBezTo>
                <a:cubicBezTo>
                  <a:pt x="218778" y="89592"/>
                  <a:pt x="219283" y="90595"/>
                  <a:pt x="220108" y="91734"/>
                </a:cubicBezTo>
                <a:cubicBezTo>
                  <a:pt x="220933" y="92874"/>
                  <a:pt x="222033" y="93444"/>
                  <a:pt x="223408" y="93444"/>
                </a:cubicBezTo>
                <a:cubicBezTo>
                  <a:pt x="226707" y="93444"/>
                  <a:pt x="228356" y="90527"/>
                  <a:pt x="228356" y="84692"/>
                </a:cubicBezTo>
                <a:lnTo>
                  <a:pt x="228356" y="77033"/>
                </a:lnTo>
                <a:lnTo>
                  <a:pt x="231792" y="77033"/>
                </a:lnTo>
                <a:lnTo>
                  <a:pt x="231792" y="84713"/>
                </a:lnTo>
                <a:cubicBezTo>
                  <a:pt x="231792" y="89558"/>
                  <a:pt x="230509" y="92940"/>
                  <a:pt x="227943" y="94860"/>
                </a:cubicBezTo>
                <a:cubicBezTo>
                  <a:pt x="225377" y="96780"/>
                  <a:pt x="222902" y="97740"/>
                  <a:pt x="220519" y="97740"/>
                </a:cubicBezTo>
                <a:cubicBezTo>
                  <a:pt x="217494" y="97740"/>
                  <a:pt x="215019" y="96618"/>
                  <a:pt x="213095" y="94373"/>
                </a:cubicBezTo>
                <a:cubicBezTo>
                  <a:pt x="211170" y="92127"/>
                  <a:pt x="210070" y="89492"/>
                  <a:pt x="209795" y="86469"/>
                </a:cubicBezTo>
                <a:cubicBezTo>
                  <a:pt x="208420" y="89947"/>
                  <a:pt x="206152" y="92807"/>
                  <a:pt x="202990" y="95049"/>
                </a:cubicBezTo>
                <a:cubicBezTo>
                  <a:pt x="199828" y="97291"/>
                  <a:pt x="196093" y="98412"/>
                  <a:pt x="191785" y="98412"/>
                </a:cubicBezTo>
                <a:cubicBezTo>
                  <a:pt x="188486" y="98412"/>
                  <a:pt x="185279" y="98000"/>
                  <a:pt x="182163" y="97176"/>
                </a:cubicBezTo>
                <a:cubicBezTo>
                  <a:pt x="179047" y="96354"/>
                  <a:pt x="176206" y="94800"/>
                  <a:pt x="173640" y="92515"/>
                </a:cubicBezTo>
                <a:cubicBezTo>
                  <a:pt x="171073" y="90228"/>
                  <a:pt x="169790" y="87347"/>
                  <a:pt x="169790" y="83872"/>
                </a:cubicBezTo>
                <a:moveTo>
                  <a:pt x="180376" y="83733"/>
                </a:moveTo>
                <a:cubicBezTo>
                  <a:pt x="180376" y="87097"/>
                  <a:pt x="181589" y="89869"/>
                  <a:pt x="184017" y="92051"/>
                </a:cubicBezTo>
                <a:cubicBezTo>
                  <a:pt x="186447" y="94233"/>
                  <a:pt x="189357" y="95324"/>
                  <a:pt x="192748" y="95324"/>
                </a:cubicBezTo>
                <a:cubicBezTo>
                  <a:pt x="196598" y="95324"/>
                  <a:pt x="200242" y="93844"/>
                  <a:pt x="203678" y="90885"/>
                </a:cubicBezTo>
                <a:cubicBezTo>
                  <a:pt x="207115" y="87924"/>
                  <a:pt x="208834" y="83530"/>
                  <a:pt x="208834" y="77702"/>
                </a:cubicBezTo>
                <a:lnTo>
                  <a:pt x="208834" y="64041"/>
                </a:lnTo>
                <a:cubicBezTo>
                  <a:pt x="198660" y="64406"/>
                  <a:pt x="191373" y="66594"/>
                  <a:pt x="186973" y="70605"/>
                </a:cubicBezTo>
                <a:cubicBezTo>
                  <a:pt x="182575" y="74616"/>
                  <a:pt x="180376" y="78992"/>
                  <a:pt x="180376" y="83733"/>
                </a:cubicBezTo>
                <a:close/>
                <a:moveTo>
                  <a:pt x="237154" y="96935"/>
                </a:moveTo>
                <a:lnTo>
                  <a:pt x="237154" y="92638"/>
                </a:lnTo>
                <a:cubicBezTo>
                  <a:pt x="242013" y="92638"/>
                  <a:pt x="245015" y="92341"/>
                  <a:pt x="246160" y="91747"/>
                </a:cubicBezTo>
                <a:cubicBezTo>
                  <a:pt x="247305" y="91153"/>
                  <a:pt x="247878" y="89392"/>
                  <a:pt x="247878" y="86467"/>
                </a:cubicBezTo>
                <a:lnTo>
                  <a:pt x="247878" y="49705"/>
                </a:lnTo>
                <a:cubicBezTo>
                  <a:pt x="247878" y="46321"/>
                  <a:pt x="247282" y="44194"/>
                  <a:pt x="246091" y="43326"/>
                </a:cubicBezTo>
                <a:cubicBezTo>
                  <a:pt x="244899" y="42457"/>
                  <a:pt x="241920" y="42023"/>
                  <a:pt x="237154" y="42023"/>
                </a:cubicBezTo>
                <a:lnTo>
                  <a:pt x="237154" y="37762"/>
                </a:lnTo>
                <a:lnTo>
                  <a:pt x="256540" y="36250"/>
                </a:lnTo>
                <a:lnTo>
                  <a:pt x="256540" y="50664"/>
                </a:lnTo>
                <a:cubicBezTo>
                  <a:pt x="260847" y="41054"/>
                  <a:pt x="267630" y="36250"/>
                  <a:pt x="276886" y="36250"/>
                </a:cubicBezTo>
                <a:cubicBezTo>
                  <a:pt x="283760" y="36250"/>
                  <a:pt x="288572" y="37942"/>
                  <a:pt x="291321" y="41326"/>
                </a:cubicBezTo>
                <a:cubicBezTo>
                  <a:pt x="293338" y="43614"/>
                  <a:pt x="294553" y="46040"/>
                  <a:pt x="294965" y="48602"/>
                </a:cubicBezTo>
                <a:cubicBezTo>
                  <a:pt x="295378" y="51162"/>
                  <a:pt x="295584" y="55736"/>
                  <a:pt x="295584" y="62323"/>
                </a:cubicBezTo>
                <a:lnTo>
                  <a:pt x="295584" y="88523"/>
                </a:lnTo>
                <a:cubicBezTo>
                  <a:pt x="295676" y="90443"/>
                  <a:pt x="296455" y="91609"/>
                  <a:pt x="297921" y="92022"/>
                </a:cubicBezTo>
                <a:cubicBezTo>
                  <a:pt x="299388" y="92433"/>
                  <a:pt x="302184" y="92638"/>
                  <a:pt x="306308" y="92638"/>
                </a:cubicBezTo>
                <a:lnTo>
                  <a:pt x="306308" y="96935"/>
                </a:lnTo>
                <a:cubicBezTo>
                  <a:pt x="296959" y="96658"/>
                  <a:pt x="291826" y="96519"/>
                  <a:pt x="290910" y="96519"/>
                </a:cubicBezTo>
                <a:cubicBezTo>
                  <a:pt x="290177" y="96519"/>
                  <a:pt x="284999" y="96658"/>
                  <a:pt x="275374" y="96935"/>
                </a:cubicBezTo>
                <a:lnTo>
                  <a:pt x="275374" y="92638"/>
                </a:lnTo>
                <a:cubicBezTo>
                  <a:pt x="280232" y="92638"/>
                  <a:pt x="283234" y="92342"/>
                  <a:pt x="284380" y="91749"/>
                </a:cubicBezTo>
                <a:cubicBezTo>
                  <a:pt x="285525" y="91155"/>
                  <a:pt x="286098" y="89396"/>
                  <a:pt x="286098" y="86473"/>
                </a:cubicBezTo>
                <a:lnTo>
                  <a:pt x="286098" y="54547"/>
                </a:lnTo>
                <a:cubicBezTo>
                  <a:pt x="286098" y="49888"/>
                  <a:pt x="285387" y="46189"/>
                  <a:pt x="283966" y="43449"/>
                </a:cubicBezTo>
                <a:cubicBezTo>
                  <a:pt x="282546" y="40708"/>
                  <a:pt x="279865" y="39338"/>
                  <a:pt x="275924" y="39338"/>
                </a:cubicBezTo>
                <a:cubicBezTo>
                  <a:pt x="271157" y="39338"/>
                  <a:pt x="266872" y="41325"/>
                  <a:pt x="263068" y="45300"/>
                </a:cubicBezTo>
                <a:cubicBezTo>
                  <a:pt x="259266" y="49273"/>
                  <a:pt x="257364" y="54594"/>
                  <a:pt x="257364" y="61262"/>
                </a:cubicBezTo>
                <a:lnTo>
                  <a:pt x="257364" y="86473"/>
                </a:lnTo>
                <a:cubicBezTo>
                  <a:pt x="257364" y="89396"/>
                  <a:pt x="257937" y="91155"/>
                  <a:pt x="259082" y="91749"/>
                </a:cubicBezTo>
                <a:cubicBezTo>
                  <a:pt x="260228" y="92342"/>
                  <a:pt x="263230" y="92638"/>
                  <a:pt x="268088" y="92638"/>
                </a:cubicBezTo>
                <a:lnTo>
                  <a:pt x="268088" y="96935"/>
                </a:lnTo>
                <a:cubicBezTo>
                  <a:pt x="258739" y="96658"/>
                  <a:pt x="253607" y="96519"/>
                  <a:pt x="252690" y="96519"/>
                </a:cubicBezTo>
                <a:cubicBezTo>
                  <a:pt x="251958" y="96519"/>
                  <a:pt x="246779" y="96658"/>
                  <a:pt x="237154" y="96935"/>
                </a:cubicBezTo>
                <a:close/>
                <a:moveTo>
                  <a:pt x="359375" y="42023"/>
                </a:moveTo>
                <a:lnTo>
                  <a:pt x="359375" y="37727"/>
                </a:lnTo>
                <a:lnTo>
                  <a:pt x="370236" y="37727"/>
                </a:lnTo>
                <a:lnTo>
                  <a:pt x="370236" y="21893"/>
                </a:lnTo>
                <a:cubicBezTo>
                  <a:pt x="370236" y="15100"/>
                  <a:pt x="372435" y="9753"/>
                  <a:pt x="376833" y="5853"/>
                </a:cubicBezTo>
                <a:cubicBezTo>
                  <a:pt x="381233" y="1951"/>
                  <a:pt x="386137" y="0"/>
                  <a:pt x="391545" y="0"/>
                </a:cubicBezTo>
                <a:cubicBezTo>
                  <a:pt x="395120" y="0"/>
                  <a:pt x="398075" y="968"/>
                  <a:pt x="400412" y="2903"/>
                </a:cubicBezTo>
                <a:cubicBezTo>
                  <a:pt x="402749" y="4838"/>
                  <a:pt x="403918" y="7094"/>
                  <a:pt x="403918" y="9673"/>
                </a:cubicBezTo>
                <a:cubicBezTo>
                  <a:pt x="403918" y="11410"/>
                  <a:pt x="403391" y="12850"/>
                  <a:pt x="402336" y="13994"/>
                </a:cubicBezTo>
                <a:cubicBezTo>
                  <a:pt x="401283" y="15137"/>
                  <a:pt x="399794" y="15708"/>
                  <a:pt x="397870" y="15708"/>
                </a:cubicBezTo>
                <a:cubicBezTo>
                  <a:pt x="396036" y="15708"/>
                  <a:pt x="394592" y="15137"/>
                  <a:pt x="393538" y="13994"/>
                </a:cubicBezTo>
                <a:cubicBezTo>
                  <a:pt x="392485" y="12850"/>
                  <a:pt x="391958" y="11455"/>
                  <a:pt x="391958" y="9809"/>
                </a:cubicBezTo>
                <a:cubicBezTo>
                  <a:pt x="391958" y="6884"/>
                  <a:pt x="393333" y="4963"/>
                  <a:pt x="396083" y="4049"/>
                </a:cubicBezTo>
                <a:cubicBezTo>
                  <a:pt x="394708" y="3408"/>
                  <a:pt x="393195" y="3088"/>
                  <a:pt x="391545" y="3088"/>
                </a:cubicBezTo>
                <a:cubicBezTo>
                  <a:pt x="388246" y="3088"/>
                  <a:pt x="385313" y="4784"/>
                  <a:pt x="382747" y="8175"/>
                </a:cubicBezTo>
                <a:cubicBezTo>
                  <a:pt x="380181" y="11565"/>
                  <a:pt x="378897" y="16101"/>
                  <a:pt x="378897" y="21781"/>
                </a:cubicBezTo>
                <a:lnTo>
                  <a:pt x="378897" y="37727"/>
                </a:lnTo>
                <a:lnTo>
                  <a:pt x="394983" y="37727"/>
                </a:lnTo>
                <a:lnTo>
                  <a:pt x="394983" y="42023"/>
                </a:lnTo>
                <a:lnTo>
                  <a:pt x="379309" y="42023"/>
                </a:lnTo>
                <a:lnTo>
                  <a:pt x="379309" y="86192"/>
                </a:lnTo>
                <a:cubicBezTo>
                  <a:pt x="379309" y="88844"/>
                  <a:pt x="379858" y="90581"/>
                  <a:pt x="380957" y="91405"/>
                </a:cubicBezTo>
                <a:cubicBezTo>
                  <a:pt x="382058" y="92227"/>
                  <a:pt x="384991" y="92638"/>
                  <a:pt x="389758" y="92638"/>
                </a:cubicBezTo>
                <a:lnTo>
                  <a:pt x="392644" y="92638"/>
                </a:lnTo>
                <a:lnTo>
                  <a:pt x="392644" y="96935"/>
                </a:lnTo>
                <a:cubicBezTo>
                  <a:pt x="388979" y="96658"/>
                  <a:pt x="383159" y="96519"/>
                  <a:pt x="375184" y="96519"/>
                </a:cubicBezTo>
                <a:cubicBezTo>
                  <a:pt x="374085" y="96519"/>
                  <a:pt x="372665" y="96542"/>
                  <a:pt x="370924" y="96589"/>
                </a:cubicBezTo>
                <a:cubicBezTo>
                  <a:pt x="369183" y="96635"/>
                  <a:pt x="367166" y="96704"/>
                  <a:pt x="364874" y="96796"/>
                </a:cubicBezTo>
                <a:cubicBezTo>
                  <a:pt x="362583" y="96889"/>
                  <a:pt x="360796" y="96935"/>
                  <a:pt x="359512" y="96935"/>
                </a:cubicBezTo>
                <a:lnTo>
                  <a:pt x="359512" y="92638"/>
                </a:lnTo>
                <a:cubicBezTo>
                  <a:pt x="364370" y="92638"/>
                  <a:pt x="367372" y="92341"/>
                  <a:pt x="368518" y="91747"/>
                </a:cubicBezTo>
                <a:cubicBezTo>
                  <a:pt x="369663" y="91153"/>
                  <a:pt x="370236" y="89392"/>
                  <a:pt x="370236" y="86467"/>
                </a:cubicBezTo>
                <a:lnTo>
                  <a:pt x="370236" y="42023"/>
                </a:lnTo>
                <a:lnTo>
                  <a:pt x="359375" y="42023"/>
                </a:lnTo>
                <a:close/>
                <a:moveTo>
                  <a:pt x="402545" y="83872"/>
                </a:moveTo>
                <a:cubicBezTo>
                  <a:pt x="402545" y="76071"/>
                  <a:pt x="407128" y="70105"/>
                  <a:pt x="416294" y="65976"/>
                </a:cubicBezTo>
                <a:cubicBezTo>
                  <a:pt x="421793" y="63314"/>
                  <a:pt x="430225" y="61640"/>
                  <a:pt x="441589" y="60953"/>
                </a:cubicBezTo>
                <a:lnTo>
                  <a:pt x="441589" y="55925"/>
                </a:lnTo>
                <a:cubicBezTo>
                  <a:pt x="441589" y="50309"/>
                  <a:pt x="440100" y="46006"/>
                  <a:pt x="437121" y="43017"/>
                </a:cubicBezTo>
                <a:cubicBezTo>
                  <a:pt x="434142" y="40027"/>
                  <a:pt x="430774" y="38532"/>
                  <a:pt x="427016" y="38532"/>
                </a:cubicBezTo>
                <a:cubicBezTo>
                  <a:pt x="420325" y="38532"/>
                  <a:pt x="415376" y="40591"/>
                  <a:pt x="412168" y="44708"/>
                </a:cubicBezTo>
                <a:cubicBezTo>
                  <a:pt x="414917" y="44799"/>
                  <a:pt x="416773" y="45530"/>
                  <a:pt x="417735" y="46902"/>
                </a:cubicBezTo>
                <a:cubicBezTo>
                  <a:pt x="418697" y="48274"/>
                  <a:pt x="419179" y="49646"/>
                  <a:pt x="419179" y="51018"/>
                </a:cubicBezTo>
                <a:cubicBezTo>
                  <a:pt x="419179" y="52848"/>
                  <a:pt x="418606" y="54357"/>
                  <a:pt x="417460" y="55545"/>
                </a:cubicBezTo>
                <a:cubicBezTo>
                  <a:pt x="416315" y="56734"/>
                  <a:pt x="414780" y="57328"/>
                  <a:pt x="412856" y="57328"/>
                </a:cubicBezTo>
                <a:cubicBezTo>
                  <a:pt x="411022" y="57328"/>
                  <a:pt x="409510" y="56757"/>
                  <a:pt x="408318" y="55615"/>
                </a:cubicBezTo>
                <a:cubicBezTo>
                  <a:pt x="407127" y="54471"/>
                  <a:pt x="406531" y="52893"/>
                  <a:pt x="406531" y="50882"/>
                </a:cubicBezTo>
                <a:cubicBezTo>
                  <a:pt x="406531" y="46419"/>
                  <a:pt x="408547" y="42731"/>
                  <a:pt x="412579" y="39816"/>
                </a:cubicBezTo>
                <a:cubicBezTo>
                  <a:pt x="416612" y="36902"/>
                  <a:pt x="421516" y="35444"/>
                  <a:pt x="427291" y="35444"/>
                </a:cubicBezTo>
                <a:cubicBezTo>
                  <a:pt x="434806" y="35444"/>
                  <a:pt x="441085" y="37948"/>
                  <a:pt x="446127" y="42956"/>
                </a:cubicBezTo>
                <a:cubicBezTo>
                  <a:pt x="447685" y="44505"/>
                  <a:pt x="448853" y="46281"/>
                  <a:pt x="449632" y="48285"/>
                </a:cubicBezTo>
                <a:cubicBezTo>
                  <a:pt x="450411" y="50288"/>
                  <a:pt x="450846" y="51949"/>
                  <a:pt x="450937" y="53269"/>
                </a:cubicBezTo>
                <a:cubicBezTo>
                  <a:pt x="451029" y="54589"/>
                  <a:pt x="451075" y="56524"/>
                  <a:pt x="451075" y="59074"/>
                </a:cubicBezTo>
                <a:lnTo>
                  <a:pt x="451075" y="86605"/>
                </a:lnTo>
                <a:cubicBezTo>
                  <a:pt x="451075" y="87152"/>
                  <a:pt x="451167" y="87859"/>
                  <a:pt x="451350" y="88726"/>
                </a:cubicBezTo>
                <a:cubicBezTo>
                  <a:pt x="451533" y="89592"/>
                  <a:pt x="452038" y="90595"/>
                  <a:pt x="452863" y="91734"/>
                </a:cubicBezTo>
                <a:cubicBezTo>
                  <a:pt x="453688" y="92874"/>
                  <a:pt x="454788" y="93444"/>
                  <a:pt x="456163" y="93444"/>
                </a:cubicBezTo>
                <a:cubicBezTo>
                  <a:pt x="459462" y="93444"/>
                  <a:pt x="461111" y="90527"/>
                  <a:pt x="461111" y="84692"/>
                </a:cubicBezTo>
                <a:lnTo>
                  <a:pt x="461111" y="77033"/>
                </a:lnTo>
                <a:lnTo>
                  <a:pt x="464547" y="77033"/>
                </a:lnTo>
                <a:lnTo>
                  <a:pt x="464547" y="84713"/>
                </a:lnTo>
                <a:cubicBezTo>
                  <a:pt x="464547" y="89558"/>
                  <a:pt x="463264" y="92940"/>
                  <a:pt x="460698" y="94860"/>
                </a:cubicBezTo>
                <a:cubicBezTo>
                  <a:pt x="458132" y="96780"/>
                  <a:pt x="455657" y="97740"/>
                  <a:pt x="453274" y="97740"/>
                </a:cubicBezTo>
                <a:cubicBezTo>
                  <a:pt x="450249" y="97740"/>
                  <a:pt x="447774" y="96618"/>
                  <a:pt x="445850" y="94373"/>
                </a:cubicBezTo>
                <a:cubicBezTo>
                  <a:pt x="443925" y="92127"/>
                  <a:pt x="442826" y="89492"/>
                  <a:pt x="442550" y="86469"/>
                </a:cubicBezTo>
                <a:cubicBezTo>
                  <a:pt x="441175" y="89947"/>
                  <a:pt x="438907" y="92807"/>
                  <a:pt x="435745" y="95049"/>
                </a:cubicBezTo>
                <a:cubicBezTo>
                  <a:pt x="432583" y="97291"/>
                  <a:pt x="428848" y="98412"/>
                  <a:pt x="424541" y="98412"/>
                </a:cubicBezTo>
                <a:cubicBezTo>
                  <a:pt x="421241" y="98412"/>
                  <a:pt x="418034" y="98000"/>
                  <a:pt x="414918" y="97176"/>
                </a:cubicBezTo>
                <a:cubicBezTo>
                  <a:pt x="411802" y="96354"/>
                  <a:pt x="408961" y="94800"/>
                  <a:pt x="406395" y="92515"/>
                </a:cubicBezTo>
                <a:cubicBezTo>
                  <a:pt x="403828" y="90228"/>
                  <a:pt x="402545" y="87347"/>
                  <a:pt x="402545" y="83872"/>
                </a:cubicBezTo>
                <a:moveTo>
                  <a:pt x="413131" y="83733"/>
                </a:moveTo>
                <a:cubicBezTo>
                  <a:pt x="413131" y="87097"/>
                  <a:pt x="414345" y="89869"/>
                  <a:pt x="416772" y="92051"/>
                </a:cubicBezTo>
                <a:cubicBezTo>
                  <a:pt x="419202" y="94233"/>
                  <a:pt x="422112" y="95324"/>
                  <a:pt x="425503" y="95324"/>
                </a:cubicBezTo>
                <a:cubicBezTo>
                  <a:pt x="429354" y="95324"/>
                  <a:pt x="432997" y="93844"/>
                  <a:pt x="436433" y="90885"/>
                </a:cubicBezTo>
                <a:cubicBezTo>
                  <a:pt x="439870" y="87924"/>
                  <a:pt x="441589" y="83530"/>
                  <a:pt x="441589" y="77702"/>
                </a:cubicBezTo>
                <a:lnTo>
                  <a:pt x="441589" y="64041"/>
                </a:lnTo>
                <a:cubicBezTo>
                  <a:pt x="431415" y="64406"/>
                  <a:pt x="424128" y="66594"/>
                  <a:pt x="419728" y="70605"/>
                </a:cubicBezTo>
                <a:cubicBezTo>
                  <a:pt x="415330" y="74616"/>
                  <a:pt x="413131" y="78992"/>
                  <a:pt x="413131" y="83733"/>
                </a:cubicBezTo>
                <a:close/>
                <a:moveTo>
                  <a:pt x="478913" y="89288"/>
                </a:moveTo>
                <a:cubicBezTo>
                  <a:pt x="473094" y="83206"/>
                  <a:pt x="470184" y="75841"/>
                  <a:pt x="470184" y="67194"/>
                </a:cubicBezTo>
                <a:cubicBezTo>
                  <a:pt x="470184" y="58547"/>
                  <a:pt x="473048" y="51094"/>
                  <a:pt x="478777" y="44834"/>
                </a:cubicBezTo>
                <a:cubicBezTo>
                  <a:pt x="484505" y="38574"/>
                  <a:pt x="491586" y="35444"/>
                  <a:pt x="500019" y="35444"/>
                </a:cubicBezTo>
                <a:cubicBezTo>
                  <a:pt x="505610" y="35444"/>
                  <a:pt x="510513" y="36774"/>
                  <a:pt x="514729" y="39434"/>
                </a:cubicBezTo>
                <a:cubicBezTo>
                  <a:pt x="518945" y="42094"/>
                  <a:pt x="521053" y="45671"/>
                  <a:pt x="521053" y="50164"/>
                </a:cubicBezTo>
                <a:cubicBezTo>
                  <a:pt x="521053" y="52149"/>
                  <a:pt x="520458" y="53705"/>
                  <a:pt x="519266" y="54832"/>
                </a:cubicBezTo>
                <a:cubicBezTo>
                  <a:pt x="518075" y="55959"/>
                  <a:pt x="516562" y="56523"/>
                  <a:pt x="514729" y="56523"/>
                </a:cubicBezTo>
                <a:cubicBezTo>
                  <a:pt x="512804" y="56523"/>
                  <a:pt x="511269" y="55937"/>
                  <a:pt x="510122" y="54765"/>
                </a:cubicBezTo>
                <a:cubicBezTo>
                  <a:pt x="508976" y="53592"/>
                  <a:pt x="508404" y="52103"/>
                  <a:pt x="508404" y="50299"/>
                </a:cubicBezTo>
                <a:cubicBezTo>
                  <a:pt x="508404" y="49488"/>
                  <a:pt x="508541" y="48699"/>
                  <a:pt x="508815" y="47932"/>
                </a:cubicBezTo>
                <a:cubicBezTo>
                  <a:pt x="509090" y="47165"/>
                  <a:pt x="509732" y="46353"/>
                  <a:pt x="510741" y="45497"/>
                </a:cubicBezTo>
                <a:cubicBezTo>
                  <a:pt x="511749" y="44640"/>
                  <a:pt x="513124" y="44165"/>
                  <a:pt x="514865" y="44075"/>
                </a:cubicBezTo>
                <a:cubicBezTo>
                  <a:pt x="511566" y="40738"/>
                  <a:pt x="506663" y="39069"/>
                  <a:pt x="500155" y="39069"/>
                </a:cubicBezTo>
                <a:cubicBezTo>
                  <a:pt x="495481" y="39069"/>
                  <a:pt x="491219" y="41243"/>
                  <a:pt x="487369" y="45589"/>
                </a:cubicBezTo>
                <a:cubicBezTo>
                  <a:pt x="483520" y="49934"/>
                  <a:pt x="481596" y="57041"/>
                  <a:pt x="481596" y="66909"/>
                </a:cubicBezTo>
                <a:cubicBezTo>
                  <a:pt x="481596" y="72102"/>
                  <a:pt x="482237" y="76611"/>
                  <a:pt x="483520" y="80438"/>
                </a:cubicBezTo>
                <a:cubicBezTo>
                  <a:pt x="484804" y="84264"/>
                  <a:pt x="486499" y="87157"/>
                  <a:pt x="488607" y="89116"/>
                </a:cubicBezTo>
                <a:cubicBezTo>
                  <a:pt x="490715" y="91074"/>
                  <a:pt x="492799" y="92509"/>
                  <a:pt x="494860" y="93421"/>
                </a:cubicBezTo>
                <a:cubicBezTo>
                  <a:pt x="496923" y="94331"/>
                  <a:pt x="498963" y="94787"/>
                  <a:pt x="500980" y="94787"/>
                </a:cubicBezTo>
                <a:cubicBezTo>
                  <a:pt x="509962" y="94787"/>
                  <a:pt x="515966" y="90047"/>
                  <a:pt x="518991" y="80568"/>
                </a:cubicBezTo>
                <a:cubicBezTo>
                  <a:pt x="519265" y="79664"/>
                  <a:pt x="519861" y="79213"/>
                  <a:pt x="520777" y="79213"/>
                </a:cubicBezTo>
                <a:cubicBezTo>
                  <a:pt x="521968" y="79213"/>
                  <a:pt x="522564" y="79670"/>
                  <a:pt x="522564" y="80585"/>
                </a:cubicBezTo>
                <a:cubicBezTo>
                  <a:pt x="522564" y="81042"/>
                  <a:pt x="522381" y="81842"/>
                  <a:pt x="522014" y="82984"/>
                </a:cubicBezTo>
                <a:cubicBezTo>
                  <a:pt x="521648" y="84127"/>
                  <a:pt x="520914" y="85613"/>
                  <a:pt x="519814" y="87442"/>
                </a:cubicBezTo>
                <a:cubicBezTo>
                  <a:pt x="518714" y="89270"/>
                  <a:pt x="517363" y="90984"/>
                  <a:pt x="515759" y="92584"/>
                </a:cubicBezTo>
                <a:cubicBezTo>
                  <a:pt x="514155" y="94184"/>
                  <a:pt x="511955" y="95555"/>
                  <a:pt x="509159" y="96698"/>
                </a:cubicBezTo>
                <a:cubicBezTo>
                  <a:pt x="506363" y="97840"/>
                  <a:pt x="503224" y="98412"/>
                  <a:pt x="499742" y="98412"/>
                </a:cubicBezTo>
                <a:cubicBezTo>
                  <a:pt x="491677" y="98412"/>
                  <a:pt x="484734" y="95370"/>
                  <a:pt x="478913" y="89288"/>
                </a:cubicBezTo>
                <a:close/>
                <a:moveTo>
                  <a:pt x="531090" y="96935"/>
                </a:moveTo>
                <a:lnTo>
                  <a:pt x="531090" y="92638"/>
                </a:lnTo>
                <a:cubicBezTo>
                  <a:pt x="535947" y="92638"/>
                  <a:pt x="538948" y="92341"/>
                  <a:pt x="540093" y="91747"/>
                </a:cubicBezTo>
                <a:cubicBezTo>
                  <a:pt x="541239" y="91153"/>
                  <a:pt x="541811" y="89392"/>
                  <a:pt x="541811" y="86467"/>
                </a:cubicBezTo>
                <a:lnTo>
                  <a:pt x="541811" y="49567"/>
                </a:lnTo>
                <a:cubicBezTo>
                  <a:pt x="541811" y="46184"/>
                  <a:pt x="541239" y="44081"/>
                  <a:pt x="540093" y="43259"/>
                </a:cubicBezTo>
                <a:cubicBezTo>
                  <a:pt x="538948" y="42435"/>
                  <a:pt x="536130" y="42023"/>
                  <a:pt x="531639" y="42023"/>
                </a:cubicBezTo>
                <a:lnTo>
                  <a:pt x="531639" y="37727"/>
                </a:lnTo>
                <a:lnTo>
                  <a:pt x="550887" y="36250"/>
                </a:lnTo>
                <a:lnTo>
                  <a:pt x="550887" y="86601"/>
                </a:lnTo>
                <a:cubicBezTo>
                  <a:pt x="550887" y="89345"/>
                  <a:pt x="551368" y="91037"/>
                  <a:pt x="552330" y="91678"/>
                </a:cubicBezTo>
                <a:cubicBezTo>
                  <a:pt x="553292" y="92318"/>
                  <a:pt x="556018" y="92638"/>
                  <a:pt x="560509" y="92638"/>
                </a:cubicBezTo>
                <a:lnTo>
                  <a:pt x="560509" y="96935"/>
                </a:lnTo>
                <a:cubicBezTo>
                  <a:pt x="551161" y="96658"/>
                  <a:pt x="546396" y="96519"/>
                  <a:pt x="546213" y="96519"/>
                </a:cubicBezTo>
                <a:cubicBezTo>
                  <a:pt x="544929" y="96519"/>
                  <a:pt x="539888" y="96658"/>
                  <a:pt x="531090" y="96935"/>
                </a:cubicBezTo>
                <a:moveTo>
                  <a:pt x="536863" y="12150"/>
                </a:moveTo>
                <a:cubicBezTo>
                  <a:pt x="536863" y="10310"/>
                  <a:pt x="537573" y="8630"/>
                  <a:pt x="538994" y="7112"/>
                </a:cubicBezTo>
                <a:cubicBezTo>
                  <a:pt x="540415" y="5593"/>
                  <a:pt x="542133" y="4833"/>
                  <a:pt x="544148" y="4833"/>
                </a:cubicBezTo>
                <a:cubicBezTo>
                  <a:pt x="546165" y="4833"/>
                  <a:pt x="547884" y="5523"/>
                  <a:pt x="549305" y="6904"/>
                </a:cubicBezTo>
                <a:cubicBezTo>
                  <a:pt x="550726" y="8284"/>
                  <a:pt x="551436" y="10033"/>
                  <a:pt x="551436" y="12150"/>
                </a:cubicBezTo>
                <a:cubicBezTo>
                  <a:pt x="551436" y="14268"/>
                  <a:pt x="550726" y="16017"/>
                  <a:pt x="549305" y="17397"/>
                </a:cubicBezTo>
                <a:cubicBezTo>
                  <a:pt x="547885" y="18777"/>
                  <a:pt x="546167" y="19467"/>
                  <a:pt x="544151" y="19467"/>
                </a:cubicBezTo>
                <a:cubicBezTo>
                  <a:pt x="542042" y="19467"/>
                  <a:pt x="540300" y="18731"/>
                  <a:pt x="538925" y="17259"/>
                </a:cubicBezTo>
                <a:cubicBezTo>
                  <a:pt x="537550" y="15786"/>
                  <a:pt x="536863" y="14083"/>
                  <a:pt x="536863" y="12150"/>
                </a:cubicBezTo>
                <a:close/>
                <a:moveTo>
                  <a:pt x="569033" y="96935"/>
                </a:moveTo>
                <a:lnTo>
                  <a:pt x="569033" y="92638"/>
                </a:lnTo>
                <a:cubicBezTo>
                  <a:pt x="573892" y="92638"/>
                  <a:pt x="576894" y="92341"/>
                  <a:pt x="578039" y="91747"/>
                </a:cubicBezTo>
                <a:cubicBezTo>
                  <a:pt x="579184" y="91153"/>
                  <a:pt x="579757" y="89392"/>
                  <a:pt x="579757" y="86467"/>
                </a:cubicBezTo>
                <a:lnTo>
                  <a:pt x="579757" y="49705"/>
                </a:lnTo>
                <a:cubicBezTo>
                  <a:pt x="579757" y="46321"/>
                  <a:pt x="579161" y="44194"/>
                  <a:pt x="577970" y="43326"/>
                </a:cubicBezTo>
                <a:cubicBezTo>
                  <a:pt x="576778" y="42457"/>
                  <a:pt x="573799" y="42023"/>
                  <a:pt x="569033" y="42023"/>
                </a:cubicBezTo>
                <a:lnTo>
                  <a:pt x="569033" y="37762"/>
                </a:lnTo>
                <a:lnTo>
                  <a:pt x="588419" y="36250"/>
                </a:lnTo>
                <a:lnTo>
                  <a:pt x="588419" y="50664"/>
                </a:lnTo>
                <a:cubicBezTo>
                  <a:pt x="592726" y="41054"/>
                  <a:pt x="599508" y="36250"/>
                  <a:pt x="608765" y="36250"/>
                </a:cubicBezTo>
                <a:cubicBezTo>
                  <a:pt x="615639" y="36250"/>
                  <a:pt x="620451" y="37942"/>
                  <a:pt x="623200" y="41326"/>
                </a:cubicBezTo>
                <a:cubicBezTo>
                  <a:pt x="625217" y="43614"/>
                  <a:pt x="626432" y="46040"/>
                  <a:pt x="626844" y="48602"/>
                </a:cubicBezTo>
                <a:cubicBezTo>
                  <a:pt x="627257" y="51162"/>
                  <a:pt x="627463" y="55736"/>
                  <a:pt x="627463" y="62323"/>
                </a:cubicBezTo>
                <a:lnTo>
                  <a:pt x="627463" y="88523"/>
                </a:lnTo>
                <a:cubicBezTo>
                  <a:pt x="627555" y="90443"/>
                  <a:pt x="628334" y="91609"/>
                  <a:pt x="629800" y="92022"/>
                </a:cubicBezTo>
                <a:cubicBezTo>
                  <a:pt x="631267" y="92433"/>
                  <a:pt x="634063" y="92638"/>
                  <a:pt x="638187" y="92638"/>
                </a:cubicBezTo>
                <a:lnTo>
                  <a:pt x="638187" y="96935"/>
                </a:lnTo>
                <a:cubicBezTo>
                  <a:pt x="628838" y="96658"/>
                  <a:pt x="623705" y="96519"/>
                  <a:pt x="622789" y="96519"/>
                </a:cubicBezTo>
                <a:cubicBezTo>
                  <a:pt x="622056" y="96519"/>
                  <a:pt x="616877" y="96658"/>
                  <a:pt x="607253" y="96935"/>
                </a:cubicBezTo>
                <a:lnTo>
                  <a:pt x="607253" y="92638"/>
                </a:lnTo>
                <a:cubicBezTo>
                  <a:pt x="612111" y="92638"/>
                  <a:pt x="615113" y="92342"/>
                  <a:pt x="616259" y="91749"/>
                </a:cubicBezTo>
                <a:cubicBezTo>
                  <a:pt x="617404" y="91155"/>
                  <a:pt x="617977" y="89396"/>
                  <a:pt x="617977" y="86473"/>
                </a:cubicBezTo>
                <a:lnTo>
                  <a:pt x="617977" y="54547"/>
                </a:lnTo>
                <a:cubicBezTo>
                  <a:pt x="617977" y="49888"/>
                  <a:pt x="617266" y="46189"/>
                  <a:pt x="615845" y="43449"/>
                </a:cubicBezTo>
                <a:cubicBezTo>
                  <a:pt x="614424" y="40708"/>
                  <a:pt x="611743" y="39338"/>
                  <a:pt x="607802" y="39338"/>
                </a:cubicBezTo>
                <a:cubicBezTo>
                  <a:pt x="603036" y="39338"/>
                  <a:pt x="598751" y="41325"/>
                  <a:pt x="594947" y="45300"/>
                </a:cubicBezTo>
                <a:cubicBezTo>
                  <a:pt x="591145" y="49273"/>
                  <a:pt x="589243" y="54594"/>
                  <a:pt x="589243" y="61262"/>
                </a:cubicBezTo>
                <a:lnTo>
                  <a:pt x="589243" y="86473"/>
                </a:lnTo>
                <a:cubicBezTo>
                  <a:pt x="589243" y="89396"/>
                  <a:pt x="589816" y="91155"/>
                  <a:pt x="590961" y="91749"/>
                </a:cubicBezTo>
                <a:cubicBezTo>
                  <a:pt x="592107" y="92342"/>
                  <a:pt x="595109" y="92638"/>
                  <a:pt x="599967" y="92638"/>
                </a:cubicBezTo>
                <a:lnTo>
                  <a:pt x="599967" y="96935"/>
                </a:lnTo>
                <a:cubicBezTo>
                  <a:pt x="590618" y="96658"/>
                  <a:pt x="585485" y="96519"/>
                  <a:pt x="584569" y="96519"/>
                </a:cubicBezTo>
                <a:cubicBezTo>
                  <a:pt x="583837" y="96519"/>
                  <a:pt x="578658" y="96658"/>
                  <a:pt x="569033" y="96935"/>
                </a:cubicBezTo>
                <a:close/>
                <a:moveTo>
                  <a:pt x="644785" y="107845"/>
                </a:moveTo>
                <a:cubicBezTo>
                  <a:pt x="644785" y="104910"/>
                  <a:pt x="645908" y="102158"/>
                  <a:pt x="648152" y="99588"/>
                </a:cubicBezTo>
                <a:cubicBezTo>
                  <a:pt x="650398" y="97019"/>
                  <a:pt x="653492" y="95184"/>
                  <a:pt x="657433" y="94084"/>
                </a:cubicBezTo>
                <a:cubicBezTo>
                  <a:pt x="653401" y="91526"/>
                  <a:pt x="651385" y="87461"/>
                  <a:pt x="651385" y="81889"/>
                </a:cubicBezTo>
                <a:cubicBezTo>
                  <a:pt x="651385" y="77606"/>
                  <a:pt x="652805" y="73823"/>
                  <a:pt x="655646" y="70540"/>
                </a:cubicBezTo>
                <a:cubicBezTo>
                  <a:pt x="651338" y="66950"/>
                  <a:pt x="649184" y="62210"/>
                  <a:pt x="649184" y="56319"/>
                </a:cubicBezTo>
                <a:cubicBezTo>
                  <a:pt x="649184" y="50913"/>
                  <a:pt x="651338" y="46216"/>
                  <a:pt x="655646" y="42231"/>
                </a:cubicBezTo>
                <a:cubicBezTo>
                  <a:pt x="659953" y="38243"/>
                  <a:pt x="665223" y="36250"/>
                  <a:pt x="671457" y="36250"/>
                </a:cubicBezTo>
                <a:cubicBezTo>
                  <a:pt x="676956" y="36250"/>
                  <a:pt x="681813" y="37878"/>
                  <a:pt x="686030" y="41133"/>
                </a:cubicBezTo>
                <a:cubicBezTo>
                  <a:pt x="690430" y="36804"/>
                  <a:pt x="695288" y="34639"/>
                  <a:pt x="700603" y="34639"/>
                </a:cubicBezTo>
                <a:cubicBezTo>
                  <a:pt x="702986" y="34639"/>
                  <a:pt x="704751" y="35364"/>
                  <a:pt x="705896" y="36814"/>
                </a:cubicBezTo>
                <a:cubicBezTo>
                  <a:pt x="707041" y="38264"/>
                  <a:pt x="707614" y="39760"/>
                  <a:pt x="707614" y="41301"/>
                </a:cubicBezTo>
                <a:cubicBezTo>
                  <a:pt x="707614" y="42661"/>
                  <a:pt x="707179" y="43680"/>
                  <a:pt x="706307" y="44360"/>
                </a:cubicBezTo>
                <a:cubicBezTo>
                  <a:pt x="705437" y="45040"/>
                  <a:pt x="704544" y="45379"/>
                  <a:pt x="703626" y="45379"/>
                </a:cubicBezTo>
                <a:cubicBezTo>
                  <a:pt x="702527" y="45379"/>
                  <a:pt x="701588" y="45021"/>
                  <a:pt x="700809" y="44305"/>
                </a:cubicBezTo>
                <a:cubicBezTo>
                  <a:pt x="700030" y="43589"/>
                  <a:pt x="699640" y="42649"/>
                  <a:pt x="699640" y="41486"/>
                </a:cubicBezTo>
                <a:cubicBezTo>
                  <a:pt x="699640" y="39606"/>
                  <a:pt x="700373" y="38398"/>
                  <a:pt x="701839" y="37861"/>
                </a:cubicBezTo>
                <a:cubicBezTo>
                  <a:pt x="701565" y="37771"/>
                  <a:pt x="701107" y="37727"/>
                  <a:pt x="700465" y="37727"/>
                </a:cubicBezTo>
                <a:cubicBezTo>
                  <a:pt x="695974" y="37727"/>
                  <a:pt x="691850" y="39506"/>
                  <a:pt x="688092" y="43066"/>
                </a:cubicBezTo>
                <a:cubicBezTo>
                  <a:pt x="691850" y="46563"/>
                  <a:pt x="693729" y="51027"/>
                  <a:pt x="693729" y="56458"/>
                </a:cubicBezTo>
                <a:cubicBezTo>
                  <a:pt x="693729" y="61888"/>
                  <a:pt x="691575" y="66591"/>
                  <a:pt x="687268" y="70566"/>
                </a:cubicBezTo>
                <a:cubicBezTo>
                  <a:pt x="682960" y="74540"/>
                  <a:pt x="677690" y="76527"/>
                  <a:pt x="671457" y="76527"/>
                </a:cubicBezTo>
                <a:cubicBezTo>
                  <a:pt x="666324" y="76527"/>
                  <a:pt x="661787" y="75130"/>
                  <a:pt x="657846" y="72334"/>
                </a:cubicBezTo>
                <a:cubicBezTo>
                  <a:pt x="656288" y="74148"/>
                  <a:pt x="655509" y="76279"/>
                  <a:pt x="655509" y="78728"/>
                </a:cubicBezTo>
                <a:cubicBezTo>
                  <a:pt x="655509" y="81019"/>
                  <a:pt x="656197" y="83058"/>
                  <a:pt x="657571" y="84845"/>
                </a:cubicBezTo>
                <a:cubicBezTo>
                  <a:pt x="658946" y="86632"/>
                  <a:pt x="660687" y="87664"/>
                  <a:pt x="662795" y="87939"/>
                </a:cubicBezTo>
                <a:cubicBezTo>
                  <a:pt x="663437" y="88030"/>
                  <a:pt x="666874" y="88076"/>
                  <a:pt x="673106" y="88076"/>
                </a:cubicBezTo>
                <a:cubicBezTo>
                  <a:pt x="676771" y="88076"/>
                  <a:pt x="679612" y="88122"/>
                  <a:pt x="681629" y="88214"/>
                </a:cubicBezTo>
                <a:cubicBezTo>
                  <a:pt x="683646" y="88305"/>
                  <a:pt x="686097" y="88648"/>
                  <a:pt x="688984" y="89244"/>
                </a:cubicBezTo>
                <a:cubicBezTo>
                  <a:pt x="691872" y="89839"/>
                  <a:pt x="694461" y="90731"/>
                  <a:pt x="696752" y="91921"/>
                </a:cubicBezTo>
                <a:cubicBezTo>
                  <a:pt x="702710" y="95215"/>
                  <a:pt x="705688" y="100430"/>
                  <a:pt x="705688" y="107568"/>
                </a:cubicBezTo>
                <a:cubicBezTo>
                  <a:pt x="705688" y="112781"/>
                  <a:pt x="702686" y="117033"/>
                  <a:pt x="696683" y="120325"/>
                </a:cubicBezTo>
                <a:cubicBezTo>
                  <a:pt x="690680" y="123617"/>
                  <a:pt x="683508" y="125263"/>
                  <a:pt x="675168" y="125263"/>
                </a:cubicBezTo>
                <a:cubicBezTo>
                  <a:pt x="666736" y="125263"/>
                  <a:pt x="659564" y="123594"/>
                  <a:pt x="653653" y="120256"/>
                </a:cubicBezTo>
                <a:cubicBezTo>
                  <a:pt x="647741" y="116919"/>
                  <a:pt x="644785" y="112782"/>
                  <a:pt x="644785" y="107845"/>
                </a:cubicBezTo>
                <a:moveTo>
                  <a:pt x="651935" y="107845"/>
                </a:moveTo>
                <a:cubicBezTo>
                  <a:pt x="651935" y="111612"/>
                  <a:pt x="654157" y="114941"/>
                  <a:pt x="658601" y="117835"/>
                </a:cubicBezTo>
                <a:cubicBezTo>
                  <a:pt x="663047" y="120729"/>
                  <a:pt x="668616" y="122175"/>
                  <a:pt x="675306" y="122175"/>
                </a:cubicBezTo>
                <a:cubicBezTo>
                  <a:pt x="681906" y="122175"/>
                  <a:pt x="687428" y="120752"/>
                  <a:pt x="691872" y="117904"/>
                </a:cubicBezTo>
                <a:cubicBezTo>
                  <a:pt x="696318" y="115057"/>
                  <a:pt x="698541" y="111704"/>
                  <a:pt x="698541" y="107845"/>
                </a:cubicBezTo>
                <a:cubicBezTo>
                  <a:pt x="698541" y="105089"/>
                  <a:pt x="697762" y="102838"/>
                  <a:pt x="696204" y="101093"/>
                </a:cubicBezTo>
                <a:cubicBezTo>
                  <a:pt x="694646" y="99347"/>
                  <a:pt x="692263" y="98130"/>
                  <a:pt x="689055" y="97440"/>
                </a:cubicBezTo>
                <a:cubicBezTo>
                  <a:pt x="685847" y="96752"/>
                  <a:pt x="683120" y="96340"/>
                  <a:pt x="680874" y="96203"/>
                </a:cubicBezTo>
                <a:cubicBezTo>
                  <a:pt x="678629" y="96064"/>
                  <a:pt x="675445" y="95995"/>
                  <a:pt x="671320" y="95995"/>
                </a:cubicBezTo>
                <a:lnTo>
                  <a:pt x="663208" y="95995"/>
                </a:lnTo>
                <a:cubicBezTo>
                  <a:pt x="660092" y="96178"/>
                  <a:pt x="657434" y="97418"/>
                  <a:pt x="655234" y="99714"/>
                </a:cubicBezTo>
                <a:cubicBezTo>
                  <a:pt x="653035" y="102012"/>
                  <a:pt x="651935" y="104722"/>
                  <a:pt x="651935" y="107845"/>
                </a:cubicBezTo>
                <a:moveTo>
                  <a:pt x="659495" y="56458"/>
                </a:moveTo>
                <a:cubicBezTo>
                  <a:pt x="659495" y="67779"/>
                  <a:pt x="663482" y="73439"/>
                  <a:pt x="671457" y="73439"/>
                </a:cubicBezTo>
                <a:cubicBezTo>
                  <a:pt x="675490" y="73439"/>
                  <a:pt x="678744" y="71598"/>
                  <a:pt x="681218" y="67916"/>
                </a:cubicBezTo>
                <a:cubicBezTo>
                  <a:pt x="682685" y="65431"/>
                  <a:pt x="683418" y="61565"/>
                  <a:pt x="683418" y="56319"/>
                </a:cubicBezTo>
                <a:cubicBezTo>
                  <a:pt x="683418" y="44998"/>
                  <a:pt x="679431" y="39338"/>
                  <a:pt x="671457" y="39338"/>
                </a:cubicBezTo>
                <a:cubicBezTo>
                  <a:pt x="667423" y="39338"/>
                  <a:pt x="664170" y="41179"/>
                  <a:pt x="661696" y="44861"/>
                </a:cubicBezTo>
                <a:cubicBezTo>
                  <a:pt x="660229" y="47346"/>
                  <a:pt x="659495" y="51212"/>
                  <a:pt x="659495" y="56458"/>
                </a:cubicBezTo>
                <a:close/>
                <a:moveTo>
                  <a:pt x="759306" y="96935"/>
                </a:moveTo>
                <a:lnTo>
                  <a:pt x="759306" y="92638"/>
                </a:lnTo>
                <a:cubicBezTo>
                  <a:pt x="764165" y="92638"/>
                  <a:pt x="767167" y="92341"/>
                  <a:pt x="768312" y="91747"/>
                </a:cubicBezTo>
                <a:cubicBezTo>
                  <a:pt x="769457" y="91153"/>
                  <a:pt x="770030" y="89392"/>
                  <a:pt x="770030" y="86467"/>
                </a:cubicBezTo>
                <a:lnTo>
                  <a:pt x="770030" y="49705"/>
                </a:lnTo>
                <a:cubicBezTo>
                  <a:pt x="770030" y="46321"/>
                  <a:pt x="769434" y="44194"/>
                  <a:pt x="768243" y="43326"/>
                </a:cubicBezTo>
                <a:cubicBezTo>
                  <a:pt x="767051" y="42457"/>
                  <a:pt x="764072" y="42023"/>
                  <a:pt x="759306" y="42023"/>
                </a:cubicBezTo>
                <a:lnTo>
                  <a:pt x="759306" y="37762"/>
                </a:lnTo>
                <a:lnTo>
                  <a:pt x="778417" y="36250"/>
                </a:lnTo>
                <a:lnTo>
                  <a:pt x="778417" y="51350"/>
                </a:lnTo>
                <a:cubicBezTo>
                  <a:pt x="779700" y="47414"/>
                  <a:pt x="781716" y="43914"/>
                  <a:pt x="784465" y="40848"/>
                </a:cubicBezTo>
                <a:cubicBezTo>
                  <a:pt x="787215" y="37783"/>
                  <a:pt x="790835" y="36250"/>
                  <a:pt x="795325" y="36250"/>
                </a:cubicBezTo>
                <a:cubicBezTo>
                  <a:pt x="798258" y="36250"/>
                  <a:pt x="800687" y="37074"/>
                  <a:pt x="802611" y="38723"/>
                </a:cubicBezTo>
                <a:cubicBezTo>
                  <a:pt x="804537" y="40371"/>
                  <a:pt x="805500" y="42339"/>
                  <a:pt x="805500" y="44628"/>
                </a:cubicBezTo>
                <a:cubicBezTo>
                  <a:pt x="805500" y="46624"/>
                  <a:pt x="804881" y="48121"/>
                  <a:pt x="803643" y="49120"/>
                </a:cubicBezTo>
                <a:cubicBezTo>
                  <a:pt x="802407" y="50117"/>
                  <a:pt x="801055" y="50616"/>
                  <a:pt x="799588" y="50616"/>
                </a:cubicBezTo>
                <a:cubicBezTo>
                  <a:pt x="797938" y="50616"/>
                  <a:pt x="796540" y="50095"/>
                  <a:pt x="795395" y="49053"/>
                </a:cubicBezTo>
                <a:cubicBezTo>
                  <a:pt x="794249" y="48009"/>
                  <a:pt x="793676" y="46581"/>
                  <a:pt x="793676" y="44767"/>
                </a:cubicBezTo>
                <a:cubicBezTo>
                  <a:pt x="793676" y="43680"/>
                  <a:pt x="793928" y="42708"/>
                  <a:pt x="794432" y="41849"/>
                </a:cubicBezTo>
                <a:cubicBezTo>
                  <a:pt x="794937" y="40989"/>
                  <a:pt x="795395" y="40401"/>
                  <a:pt x="795806" y="40085"/>
                </a:cubicBezTo>
                <a:cubicBezTo>
                  <a:pt x="796218" y="39767"/>
                  <a:pt x="796562" y="39563"/>
                  <a:pt x="796838" y="39472"/>
                </a:cubicBezTo>
                <a:cubicBezTo>
                  <a:pt x="796655" y="39383"/>
                  <a:pt x="796150" y="39338"/>
                  <a:pt x="795325" y="39338"/>
                </a:cubicBezTo>
                <a:cubicBezTo>
                  <a:pt x="790285" y="39338"/>
                  <a:pt x="786321" y="41850"/>
                  <a:pt x="783433" y="46875"/>
                </a:cubicBezTo>
                <a:cubicBezTo>
                  <a:pt x="780546" y="51899"/>
                  <a:pt x="779103" y="57972"/>
                  <a:pt x="779103" y="65097"/>
                </a:cubicBezTo>
                <a:lnTo>
                  <a:pt x="779103" y="86198"/>
                </a:lnTo>
                <a:cubicBezTo>
                  <a:pt x="779103" y="88847"/>
                  <a:pt x="779653" y="90583"/>
                  <a:pt x="780752" y="91405"/>
                </a:cubicBezTo>
                <a:cubicBezTo>
                  <a:pt x="781853" y="92227"/>
                  <a:pt x="784786" y="92638"/>
                  <a:pt x="789552" y="92638"/>
                </a:cubicBezTo>
                <a:lnTo>
                  <a:pt x="792439" y="92638"/>
                </a:lnTo>
                <a:lnTo>
                  <a:pt x="792439" y="96935"/>
                </a:lnTo>
                <a:cubicBezTo>
                  <a:pt x="788773" y="96658"/>
                  <a:pt x="782953" y="96519"/>
                  <a:pt x="774979" y="96519"/>
                </a:cubicBezTo>
                <a:cubicBezTo>
                  <a:pt x="773880" y="96519"/>
                  <a:pt x="772459" y="96542"/>
                  <a:pt x="770716" y="96589"/>
                </a:cubicBezTo>
                <a:cubicBezTo>
                  <a:pt x="768975" y="96635"/>
                  <a:pt x="766958" y="96704"/>
                  <a:pt x="764666" y="96796"/>
                </a:cubicBezTo>
                <a:cubicBezTo>
                  <a:pt x="762375" y="96889"/>
                  <a:pt x="760589" y="96935"/>
                  <a:pt x="759306" y="96935"/>
                </a:cubicBezTo>
                <a:close/>
                <a:moveTo>
                  <a:pt x="813750" y="96935"/>
                </a:moveTo>
                <a:lnTo>
                  <a:pt x="813750" y="92638"/>
                </a:lnTo>
                <a:cubicBezTo>
                  <a:pt x="818607" y="92638"/>
                  <a:pt x="821608" y="92341"/>
                  <a:pt x="822753" y="91747"/>
                </a:cubicBezTo>
                <a:cubicBezTo>
                  <a:pt x="823899" y="91153"/>
                  <a:pt x="824471" y="89392"/>
                  <a:pt x="824471" y="86467"/>
                </a:cubicBezTo>
                <a:lnTo>
                  <a:pt x="824471" y="49567"/>
                </a:lnTo>
                <a:cubicBezTo>
                  <a:pt x="824471" y="46184"/>
                  <a:pt x="823899" y="44081"/>
                  <a:pt x="822753" y="43259"/>
                </a:cubicBezTo>
                <a:cubicBezTo>
                  <a:pt x="821608" y="42435"/>
                  <a:pt x="818790" y="42023"/>
                  <a:pt x="814299" y="42023"/>
                </a:cubicBezTo>
                <a:lnTo>
                  <a:pt x="814299" y="37727"/>
                </a:lnTo>
                <a:lnTo>
                  <a:pt x="833546" y="36250"/>
                </a:lnTo>
                <a:lnTo>
                  <a:pt x="833546" y="86601"/>
                </a:lnTo>
                <a:cubicBezTo>
                  <a:pt x="833546" y="89345"/>
                  <a:pt x="834028" y="91037"/>
                  <a:pt x="834990" y="91678"/>
                </a:cubicBezTo>
                <a:cubicBezTo>
                  <a:pt x="835952" y="92318"/>
                  <a:pt x="838678" y="92638"/>
                  <a:pt x="843169" y="92638"/>
                </a:cubicBezTo>
                <a:lnTo>
                  <a:pt x="843169" y="96935"/>
                </a:lnTo>
                <a:cubicBezTo>
                  <a:pt x="833821" y="96658"/>
                  <a:pt x="829056" y="96519"/>
                  <a:pt x="828873" y="96519"/>
                </a:cubicBezTo>
                <a:cubicBezTo>
                  <a:pt x="827589" y="96519"/>
                  <a:pt x="822548" y="96658"/>
                  <a:pt x="813750" y="96935"/>
                </a:cubicBezTo>
                <a:moveTo>
                  <a:pt x="819523" y="12150"/>
                </a:moveTo>
                <a:cubicBezTo>
                  <a:pt x="819523" y="10310"/>
                  <a:pt x="820233" y="8630"/>
                  <a:pt x="821654" y="7112"/>
                </a:cubicBezTo>
                <a:cubicBezTo>
                  <a:pt x="823075" y="5593"/>
                  <a:pt x="824793" y="4833"/>
                  <a:pt x="826808" y="4833"/>
                </a:cubicBezTo>
                <a:cubicBezTo>
                  <a:pt x="828825" y="4833"/>
                  <a:pt x="830544" y="5523"/>
                  <a:pt x="831965" y="6904"/>
                </a:cubicBezTo>
                <a:cubicBezTo>
                  <a:pt x="833386" y="8284"/>
                  <a:pt x="834096" y="10033"/>
                  <a:pt x="834096" y="12150"/>
                </a:cubicBezTo>
                <a:cubicBezTo>
                  <a:pt x="834096" y="14268"/>
                  <a:pt x="833386" y="16017"/>
                  <a:pt x="831965" y="17397"/>
                </a:cubicBezTo>
                <a:cubicBezTo>
                  <a:pt x="830545" y="18777"/>
                  <a:pt x="828827" y="19467"/>
                  <a:pt x="826810" y="19467"/>
                </a:cubicBezTo>
                <a:cubicBezTo>
                  <a:pt x="824701" y="19467"/>
                  <a:pt x="822960" y="18731"/>
                  <a:pt x="821585" y="17259"/>
                </a:cubicBezTo>
                <a:cubicBezTo>
                  <a:pt x="820210" y="15786"/>
                  <a:pt x="819523" y="14083"/>
                  <a:pt x="819523" y="12150"/>
                </a:cubicBezTo>
                <a:close/>
                <a:moveTo>
                  <a:pt x="851143" y="107845"/>
                </a:moveTo>
                <a:cubicBezTo>
                  <a:pt x="851143" y="104910"/>
                  <a:pt x="852266" y="102158"/>
                  <a:pt x="854510" y="99588"/>
                </a:cubicBezTo>
                <a:cubicBezTo>
                  <a:pt x="856756" y="97019"/>
                  <a:pt x="859850" y="95184"/>
                  <a:pt x="863791" y="94084"/>
                </a:cubicBezTo>
                <a:cubicBezTo>
                  <a:pt x="859759" y="91526"/>
                  <a:pt x="857743" y="87461"/>
                  <a:pt x="857743" y="81889"/>
                </a:cubicBezTo>
                <a:cubicBezTo>
                  <a:pt x="857743" y="77606"/>
                  <a:pt x="859163" y="73823"/>
                  <a:pt x="862004" y="70540"/>
                </a:cubicBezTo>
                <a:cubicBezTo>
                  <a:pt x="857696" y="66950"/>
                  <a:pt x="855542" y="62210"/>
                  <a:pt x="855542" y="56319"/>
                </a:cubicBezTo>
                <a:cubicBezTo>
                  <a:pt x="855542" y="50913"/>
                  <a:pt x="857696" y="46216"/>
                  <a:pt x="862004" y="42231"/>
                </a:cubicBezTo>
                <a:cubicBezTo>
                  <a:pt x="866311" y="38243"/>
                  <a:pt x="871581" y="36250"/>
                  <a:pt x="877815" y="36250"/>
                </a:cubicBezTo>
                <a:cubicBezTo>
                  <a:pt x="883314" y="36250"/>
                  <a:pt x="888172" y="37878"/>
                  <a:pt x="892388" y="41133"/>
                </a:cubicBezTo>
                <a:cubicBezTo>
                  <a:pt x="896788" y="36804"/>
                  <a:pt x="901646" y="34639"/>
                  <a:pt x="906961" y="34639"/>
                </a:cubicBezTo>
                <a:cubicBezTo>
                  <a:pt x="909345" y="34639"/>
                  <a:pt x="911109" y="35364"/>
                  <a:pt x="912254" y="36814"/>
                </a:cubicBezTo>
                <a:cubicBezTo>
                  <a:pt x="913400" y="38264"/>
                  <a:pt x="913972" y="39760"/>
                  <a:pt x="913972" y="41301"/>
                </a:cubicBezTo>
                <a:cubicBezTo>
                  <a:pt x="913972" y="42661"/>
                  <a:pt x="913537" y="43680"/>
                  <a:pt x="912665" y="44360"/>
                </a:cubicBezTo>
                <a:cubicBezTo>
                  <a:pt x="911795" y="45040"/>
                  <a:pt x="910902" y="45379"/>
                  <a:pt x="909984" y="45379"/>
                </a:cubicBezTo>
                <a:cubicBezTo>
                  <a:pt x="908885" y="45379"/>
                  <a:pt x="907946" y="45021"/>
                  <a:pt x="907167" y="44305"/>
                </a:cubicBezTo>
                <a:cubicBezTo>
                  <a:pt x="906388" y="43589"/>
                  <a:pt x="905999" y="42649"/>
                  <a:pt x="905999" y="41486"/>
                </a:cubicBezTo>
                <a:cubicBezTo>
                  <a:pt x="905999" y="39606"/>
                  <a:pt x="906731" y="38398"/>
                  <a:pt x="908197" y="37861"/>
                </a:cubicBezTo>
                <a:cubicBezTo>
                  <a:pt x="907923" y="37771"/>
                  <a:pt x="907465" y="37727"/>
                  <a:pt x="906823" y="37727"/>
                </a:cubicBezTo>
                <a:cubicBezTo>
                  <a:pt x="902332" y="37727"/>
                  <a:pt x="898208" y="39506"/>
                  <a:pt x="894450" y="43066"/>
                </a:cubicBezTo>
                <a:cubicBezTo>
                  <a:pt x="898208" y="46563"/>
                  <a:pt x="900087" y="51027"/>
                  <a:pt x="900087" y="56458"/>
                </a:cubicBezTo>
                <a:cubicBezTo>
                  <a:pt x="900087" y="61888"/>
                  <a:pt x="897933" y="66591"/>
                  <a:pt x="893626" y="70566"/>
                </a:cubicBezTo>
                <a:cubicBezTo>
                  <a:pt x="889318" y="74540"/>
                  <a:pt x="884048" y="76527"/>
                  <a:pt x="877815" y="76527"/>
                </a:cubicBezTo>
                <a:cubicBezTo>
                  <a:pt x="872682" y="76527"/>
                  <a:pt x="868145" y="75130"/>
                  <a:pt x="864204" y="72334"/>
                </a:cubicBezTo>
                <a:cubicBezTo>
                  <a:pt x="862646" y="74148"/>
                  <a:pt x="861867" y="76279"/>
                  <a:pt x="861867" y="78728"/>
                </a:cubicBezTo>
                <a:cubicBezTo>
                  <a:pt x="861867" y="81019"/>
                  <a:pt x="862555" y="83058"/>
                  <a:pt x="863929" y="84845"/>
                </a:cubicBezTo>
                <a:cubicBezTo>
                  <a:pt x="865304" y="86632"/>
                  <a:pt x="867045" y="87664"/>
                  <a:pt x="869153" y="87939"/>
                </a:cubicBezTo>
                <a:cubicBezTo>
                  <a:pt x="869795" y="88030"/>
                  <a:pt x="873232" y="88076"/>
                  <a:pt x="879464" y="88076"/>
                </a:cubicBezTo>
                <a:cubicBezTo>
                  <a:pt x="883129" y="88076"/>
                  <a:pt x="885970" y="88122"/>
                  <a:pt x="887987" y="88214"/>
                </a:cubicBezTo>
                <a:cubicBezTo>
                  <a:pt x="890004" y="88305"/>
                  <a:pt x="892455" y="88648"/>
                  <a:pt x="895342" y="89244"/>
                </a:cubicBezTo>
                <a:cubicBezTo>
                  <a:pt x="898230" y="89839"/>
                  <a:pt x="900819" y="90731"/>
                  <a:pt x="903110" y="91921"/>
                </a:cubicBezTo>
                <a:cubicBezTo>
                  <a:pt x="909068" y="95215"/>
                  <a:pt x="912046" y="100430"/>
                  <a:pt x="912046" y="107568"/>
                </a:cubicBezTo>
                <a:cubicBezTo>
                  <a:pt x="912046" y="112781"/>
                  <a:pt x="909045" y="117033"/>
                  <a:pt x="903041" y="120325"/>
                </a:cubicBezTo>
                <a:cubicBezTo>
                  <a:pt x="897038" y="123617"/>
                  <a:pt x="889867" y="125263"/>
                  <a:pt x="881526" y="125263"/>
                </a:cubicBezTo>
                <a:cubicBezTo>
                  <a:pt x="873094" y="125263"/>
                  <a:pt x="865922" y="123594"/>
                  <a:pt x="860011" y="120256"/>
                </a:cubicBezTo>
                <a:cubicBezTo>
                  <a:pt x="854099" y="116919"/>
                  <a:pt x="851143" y="112782"/>
                  <a:pt x="851143" y="107845"/>
                </a:cubicBezTo>
                <a:moveTo>
                  <a:pt x="858293" y="107845"/>
                </a:moveTo>
                <a:cubicBezTo>
                  <a:pt x="858293" y="111612"/>
                  <a:pt x="860515" y="114941"/>
                  <a:pt x="864959" y="117835"/>
                </a:cubicBezTo>
                <a:cubicBezTo>
                  <a:pt x="869405" y="120729"/>
                  <a:pt x="874974" y="122175"/>
                  <a:pt x="881664" y="122175"/>
                </a:cubicBezTo>
                <a:cubicBezTo>
                  <a:pt x="888264" y="122175"/>
                  <a:pt x="893786" y="120752"/>
                  <a:pt x="898230" y="117904"/>
                </a:cubicBezTo>
                <a:cubicBezTo>
                  <a:pt x="902676" y="115057"/>
                  <a:pt x="904899" y="111704"/>
                  <a:pt x="904899" y="107845"/>
                </a:cubicBezTo>
                <a:cubicBezTo>
                  <a:pt x="904899" y="105089"/>
                  <a:pt x="904120" y="102838"/>
                  <a:pt x="902562" y="101093"/>
                </a:cubicBezTo>
                <a:cubicBezTo>
                  <a:pt x="901004" y="99347"/>
                  <a:pt x="898621" y="98130"/>
                  <a:pt x="895413" y="97440"/>
                </a:cubicBezTo>
                <a:cubicBezTo>
                  <a:pt x="892205" y="96752"/>
                  <a:pt x="889478" y="96340"/>
                  <a:pt x="887232" y="96203"/>
                </a:cubicBezTo>
                <a:cubicBezTo>
                  <a:pt x="884987" y="96064"/>
                  <a:pt x="881803" y="95995"/>
                  <a:pt x="877678" y="95995"/>
                </a:cubicBezTo>
                <a:lnTo>
                  <a:pt x="869566" y="95995"/>
                </a:lnTo>
                <a:cubicBezTo>
                  <a:pt x="866450" y="96178"/>
                  <a:pt x="863792" y="97418"/>
                  <a:pt x="861593" y="99714"/>
                </a:cubicBezTo>
                <a:cubicBezTo>
                  <a:pt x="859393" y="102012"/>
                  <a:pt x="858293" y="104722"/>
                  <a:pt x="858293" y="107845"/>
                </a:cubicBezTo>
                <a:moveTo>
                  <a:pt x="865853" y="56458"/>
                </a:moveTo>
                <a:cubicBezTo>
                  <a:pt x="865853" y="67779"/>
                  <a:pt x="869840" y="73439"/>
                  <a:pt x="877815" y="73439"/>
                </a:cubicBezTo>
                <a:cubicBezTo>
                  <a:pt x="881848" y="73439"/>
                  <a:pt x="885102" y="71598"/>
                  <a:pt x="887576" y="67916"/>
                </a:cubicBezTo>
                <a:cubicBezTo>
                  <a:pt x="889043" y="65431"/>
                  <a:pt x="889776" y="61565"/>
                  <a:pt x="889776" y="56319"/>
                </a:cubicBezTo>
                <a:cubicBezTo>
                  <a:pt x="889776" y="44998"/>
                  <a:pt x="885789" y="39338"/>
                  <a:pt x="877815" y="39338"/>
                </a:cubicBezTo>
                <a:cubicBezTo>
                  <a:pt x="873781" y="39338"/>
                  <a:pt x="870528" y="41179"/>
                  <a:pt x="868054" y="44861"/>
                </a:cubicBezTo>
                <a:cubicBezTo>
                  <a:pt x="866587" y="47346"/>
                  <a:pt x="865853" y="51212"/>
                  <a:pt x="865853" y="56458"/>
                </a:cubicBezTo>
                <a:close/>
                <a:moveTo>
                  <a:pt x="920434" y="96935"/>
                </a:moveTo>
                <a:lnTo>
                  <a:pt x="920434" y="92638"/>
                </a:lnTo>
                <a:cubicBezTo>
                  <a:pt x="925292" y="92638"/>
                  <a:pt x="928294" y="92341"/>
                  <a:pt x="929440" y="91747"/>
                </a:cubicBezTo>
                <a:cubicBezTo>
                  <a:pt x="930585" y="91151"/>
                  <a:pt x="931158" y="89389"/>
                  <a:pt x="931158" y="86460"/>
                </a:cubicBezTo>
                <a:lnTo>
                  <a:pt x="931158" y="15073"/>
                </a:lnTo>
                <a:cubicBezTo>
                  <a:pt x="931158" y="11685"/>
                  <a:pt x="930562" y="9558"/>
                  <a:pt x="929371" y="8689"/>
                </a:cubicBezTo>
                <a:cubicBezTo>
                  <a:pt x="928179" y="7819"/>
                  <a:pt x="925200" y="7384"/>
                  <a:pt x="920434" y="7384"/>
                </a:cubicBezTo>
                <a:lnTo>
                  <a:pt x="920434" y="3124"/>
                </a:lnTo>
                <a:lnTo>
                  <a:pt x="940231" y="1611"/>
                </a:lnTo>
                <a:lnTo>
                  <a:pt x="940231" y="49476"/>
                </a:lnTo>
                <a:lnTo>
                  <a:pt x="940369" y="49476"/>
                </a:lnTo>
                <a:cubicBezTo>
                  <a:pt x="941836" y="46170"/>
                  <a:pt x="944219" y="43140"/>
                  <a:pt x="947518" y="40385"/>
                </a:cubicBezTo>
                <a:cubicBezTo>
                  <a:pt x="950818" y="37628"/>
                  <a:pt x="955033" y="36250"/>
                  <a:pt x="960166" y="36250"/>
                </a:cubicBezTo>
                <a:cubicBezTo>
                  <a:pt x="967040" y="36250"/>
                  <a:pt x="971851" y="37944"/>
                  <a:pt x="974601" y="41333"/>
                </a:cubicBezTo>
                <a:cubicBezTo>
                  <a:pt x="976618" y="43624"/>
                  <a:pt x="977832" y="46051"/>
                  <a:pt x="978245" y="48616"/>
                </a:cubicBezTo>
                <a:cubicBezTo>
                  <a:pt x="978657" y="51181"/>
                  <a:pt x="978864" y="55761"/>
                  <a:pt x="978864" y="62357"/>
                </a:cubicBezTo>
                <a:lnTo>
                  <a:pt x="978864" y="88527"/>
                </a:lnTo>
                <a:cubicBezTo>
                  <a:pt x="978956" y="90446"/>
                  <a:pt x="979735" y="91611"/>
                  <a:pt x="981201" y="92022"/>
                </a:cubicBezTo>
                <a:cubicBezTo>
                  <a:pt x="982668" y="92433"/>
                  <a:pt x="985463" y="92638"/>
                  <a:pt x="989588" y="92638"/>
                </a:cubicBezTo>
                <a:lnTo>
                  <a:pt x="989588" y="96935"/>
                </a:lnTo>
                <a:cubicBezTo>
                  <a:pt x="980238" y="96658"/>
                  <a:pt x="975106" y="96519"/>
                  <a:pt x="974190" y="96519"/>
                </a:cubicBezTo>
                <a:cubicBezTo>
                  <a:pt x="973457" y="96519"/>
                  <a:pt x="968278" y="96658"/>
                  <a:pt x="958654" y="96935"/>
                </a:cubicBezTo>
                <a:lnTo>
                  <a:pt x="958654" y="92638"/>
                </a:lnTo>
                <a:cubicBezTo>
                  <a:pt x="963512" y="92638"/>
                  <a:pt x="966514" y="92342"/>
                  <a:pt x="967659" y="91749"/>
                </a:cubicBezTo>
                <a:cubicBezTo>
                  <a:pt x="968805" y="91155"/>
                  <a:pt x="969377" y="89396"/>
                  <a:pt x="969377" y="86473"/>
                </a:cubicBezTo>
                <a:lnTo>
                  <a:pt x="969377" y="54547"/>
                </a:lnTo>
                <a:cubicBezTo>
                  <a:pt x="969377" y="49888"/>
                  <a:pt x="968667" y="46189"/>
                  <a:pt x="967246" y="43449"/>
                </a:cubicBezTo>
                <a:cubicBezTo>
                  <a:pt x="965825" y="40708"/>
                  <a:pt x="963144" y="39338"/>
                  <a:pt x="959203" y="39338"/>
                </a:cubicBezTo>
                <a:cubicBezTo>
                  <a:pt x="954437" y="39338"/>
                  <a:pt x="950152" y="41325"/>
                  <a:pt x="946348" y="45300"/>
                </a:cubicBezTo>
                <a:cubicBezTo>
                  <a:pt x="942545" y="49273"/>
                  <a:pt x="940644" y="54594"/>
                  <a:pt x="940644" y="61262"/>
                </a:cubicBezTo>
                <a:lnTo>
                  <a:pt x="940644" y="86473"/>
                </a:lnTo>
                <a:cubicBezTo>
                  <a:pt x="940644" y="89396"/>
                  <a:pt x="941217" y="91155"/>
                  <a:pt x="942362" y="91749"/>
                </a:cubicBezTo>
                <a:cubicBezTo>
                  <a:pt x="943508" y="92342"/>
                  <a:pt x="946509" y="92638"/>
                  <a:pt x="951368" y="92638"/>
                </a:cubicBezTo>
                <a:lnTo>
                  <a:pt x="951368" y="96935"/>
                </a:lnTo>
                <a:cubicBezTo>
                  <a:pt x="942019" y="96658"/>
                  <a:pt x="936886" y="96519"/>
                  <a:pt x="935970" y="96519"/>
                </a:cubicBezTo>
                <a:cubicBezTo>
                  <a:pt x="935237" y="96519"/>
                  <a:pt x="930059" y="96658"/>
                  <a:pt x="920434" y="96935"/>
                </a:cubicBezTo>
                <a:close/>
                <a:moveTo>
                  <a:pt x="991099" y="42023"/>
                </a:moveTo>
                <a:lnTo>
                  <a:pt x="991099" y="38935"/>
                </a:lnTo>
                <a:cubicBezTo>
                  <a:pt x="995316" y="38752"/>
                  <a:pt x="998821" y="37168"/>
                  <a:pt x="1001615" y="34184"/>
                </a:cubicBezTo>
                <a:cubicBezTo>
                  <a:pt x="1004411" y="31199"/>
                  <a:pt x="1006290" y="27871"/>
                  <a:pt x="1007252" y="24198"/>
                </a:cubicBezTo>
                <a:cubicBezTo>
                  <a:pt x="1008214" y="20524"/>
                  <a:pt x="1008742" y="16575"/>
                  <a:pt x="1008834" y="12352"/>
                </a:cubicBezTo>
                <a:lnTo>
                  <a:pt x="1012272" y="12352"/>
                </a:lnTo>
                <a:lnTo>
                  <a:pt x="1012272" y="37727"/>
                </a:lnTo>
                <a:lnTo>
                  <a:pt x="1031930" y="37727"/>
                </a:lnTo>
                <a:lnTo>
                  <a:pt x="1031930" y="42023"/>
                </a:lnTo>
                <a:lnTo>
                  <a:pt x="1012272" y="42023"/>
                </a:lnTo>
                <a:lnTo>
                  <a:pt x="1012272" y="80024"/>
                </a:lnTo>
                <a:cubicBezTo>
                  <a:pt x="1012272" y="89866"/>
                  <a:pt x="1015343" y="94787"/>
                  <a:pt x="1021483" y="94787"/>
                </a:cubicBezTo>
                <a:cubicBezTo>
                  <a:pt x="1024142" y="94787"/>
                  <a:pt x="1026342" y="93451"/>
                  <a:pt x="1028083" y="90780"/>
                </a:cubicBezTo>
                <a:cubicBezTo>
                  <a:pt x="1029824" y="88107"/>
                  <a:pt x="1030695" y="84370"/>
                  <a:pt x="1030695" y="79569"/>
                </a:cubicBezTo>
                <a:lnTo>
                  <a:pt x="1030695" y="72097"/>
                </a:lnTo>
                <a:lnTo>
                  <a:pt x="1034131" y="72097"/>
                </a:lnTo>
                <a:lnTo>
                  <a:pt x="1034131" y="79909"/>
                </a:lnTo>
                <a:cubicBezTo>
                  <a:pt x="1034131" y="84843"/>
                  <a:pt x="1032985" y="89160"/>
                  <a:pt x="1030693" y="92861"/>
                </a:cubicBezTo>
                <a:cubicBezTo>
                  <a:pt x="1028402" y="96561"/>
                  <a:pt x="1025011" y="98412"/>
                  <a:pt x="1020521" y="98412"/>
                </a:cubicBezTo>
                <a:cubicBezTo>
                  <a:pt x="1018870" y="98412"/>
                  <a:pt x="1017220" y="98205"/>
                  <a:pt x="1015570" y="97793"/>
                </a:cubicBezTo>
                <a:cubicBezTo>
                  <a:pt x="1013921" y="97382"/>
                  <a:pt x="1012043" y="96628"/>
                  <a:pt x="1009935" y="95531"/>
                </a:cubicBezTo>
                <a:cubicBezTo>
                  <a:pt x="1007828" y="94433"/>
                  <a:pt x="1006109" y="92536"/>
                  <a:pt x="1004779" y="89838"/>
                </a:cubicBezTo>
                <a:cubicBezTo>
                  <a:pt x="1003450" y="87139"/>
                  <a:pt x="1002786" y="83823"/>
                  <a:pt x="1002786" y="79890"/>
                </a:cubicBezTo>
                <a:lnTo>
                  <a:pt x="1002786" y="42023"/>
                </a:lnTo>
                <a:lnTo>
                  <a:pt x="991099" y="420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6FB130-CBD8-4BCA-BF8F-B8A221A3E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038" y="2973507"/>
            <a:ext cx="412443" cy="294602"/>
          </a:xfrm>
          <a:custGeom xmlns:a="http://schemas.openxmlformats.org/drawingml/2006/main">
            <a:pathLst>
              <a:path w="412443" h="294602">
                <a:moveTo>
                  <a:pt x="0" y="294602"/>
                </a:moveTo>
                <a:lnTo>
                  <a:pt x="412443" y="294602"/>
                </a:lnTo>
                <a:lnTo>
                  <a:pt x="412443" y="0"/>
                </a:lnTo>
                <a:lnTo>
                  <a:pt x="0" y="0"/>
                </a:lnTo>
                <a:lnTo>
                  <a:pt x="0" y="294602"/>
                </a:lnTo>
                <a:close/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5F9E9-5B7E-4276-8F29-A7015EAB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039" y="2973507"/>
            <a:ext cx="412443" cy="294602"/>
          </a:xfrm>
          <a:custGeom xmlns:a="http://schemas.openxmlformats.org/drawingml/2006/main">
            <a:pathLst>
              <a:path w="412443" h="294602" fill="none">
                <a:moveTo>
                  <a:pt x="0" y="0"/>
                </a:moveTo>
                <a:lnTo>
                  <a:pt x="412443" y="0"/>
                </a:lnTo>
                <a:lnTo>
                  <a:pt x="412443" y="294602"/>
                </a:lnTo>
                <a:lnTo>
                  <a:pt x="0" y="2946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6D9E3-1F7F-4540-A47E-8B4E65F43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737" y="3059704"/>
            <a:ext cx="90431" cy="10"/>
          </a:xfrm>
          <a:custGeom xmlns:a="http://schemas.openxmlformats.org/drawingml/2006/main">
            <a:pathLst>
              <a:path w="90431" h="1" fill="none">
                <a:moveTo>
                  <a:pt x="0" y="0"/>
                </a:moveTo>
                <a:lnTo>
                  <a:pt x="904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87322C-0FED-4D74-95B1-B94955DD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178" y="3059704"/>
            <a:ext cx="90431" cy="10"/>
          </a:xfrm>
          <a:custGeom xmlns:a="http://schemas.openxmlformats.org/drawingml/2006/main">
            <a:pathLst>
              <a:path w="90431" h="1" fill="none">
                <a:moveTo>
                  <a:pt x="0" y="0"/>
                </a:moveTo>
                <a:lnTo>
                  <a:pt x="9043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151275-07A8-4F89-844C-6C8180FB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4958" y="3135366"/>
            <a:ext cx="294602" cy="90064"/>
          </a:xfrm>
          <a:custGeom xmlns:a="http://schemas.openxmlformats.org/drawingml/2006/main">
            <a:pathLst>
              <a:path w="294602" h="90064" fill="none">
                <a:moveTo>
                  <a:pt x="0" y="0"/>
                </a:moveTo>
                <a:lnTo>
                  <a:pt x="294602" y="0"/>
                </a:lnTo>
                <a:lnTo>
                  <a:pt x="294602" y="90064"/>
                </a:lnTo>
                <a:lnTo>
                  <a:pt x="0" y="900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DBEE9C-B8C6-43DC-B935-765B2A6D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008" y="3747281"/>
            <a:ext cx="811621" cy="579729"/>
          </a:xfrm>
          <a:custGeom xmlns:a="http://schemas.openxmlformats.org/drawingml/2006/main">
            <a:pathLst>
              <a:path w="811621" h="579729">
                <a:moveTo>
                  <a:pt x="0" y="579729"/>
                </a:moveTo>
                <a:lnTo>
                  <a:pt x="811621" y="579729"/>
                </a:lnTo>
                <a:lnTo>
                  <a:pt x="811621" y="0"/>
                </a:lnTo>
                <a:lnTo>
                  <a:pt x="0" y="0"/>
                </a:lnTo>
                <a:lnTo>
                  <a:pt x="0" y="579729"/>
                </a:lnTo>
                <a:close/>
              </a:path>
            </a:pathLst>
          </a:custGeom>
          <a:solidFill xmlns:a="http://schemas.openxmlformats.org/drawingml/2006/main">
            <a:srgbClr val="D5D5D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63FFC-2DBB-4040-99A6-BB8435DF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6008" y="3747281"/>
            <a:ext cx="811621" cy="579729"/>
          </a:xfrm>
          <a:custGeom xmlns:a="http://schemas.openxmlformats.org/drawingml/2006/main">
            <a:pathLst>
              <a:path w="811621" h="579729" fill="none">
                <a:moveTo>
                  <a:pt x="0" y="0"/>
                </a:moveTo>
                <a:lnTo>
                  <a:pt x="811621" y="0"/>
                </a:lnTo>
                <a:lnTo>
                  <a:pt x="811621" y="579729"/>
                </a:lnTo>
                <a:lnTo>
                  <a:pt x="0" y="5797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3C14D4-E348-4403-BE95-B0600C2F9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1676" y="3916904"/>
            <a:ext cx="177954" cy="10"/>
          </a:xfrm>
          <a:custGeom xmlns:a="http://schemas.openxmlformats.org/drawingml/2006/main">
            <a:pathLst>
              <a:path w="177954" h="1" fill="none">
                <a:moveTo>
                  <a:pt x="0" y="0"/>
                </a:moveTo>
                <a:lnTo>
                  <a:pt x="1779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28A43-5F1A-4189-8EDF-6C35AFA62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1859" y="3916904"/>
            <a:ext cx="177954" cy="10"/>
          </a:xfrm>
          <a:custGeom xmlns:a="http://schemas.openxmlformats.org/drawingml/2006/main">
            <a:pathLst>
              <a:path w="177954" h="1" fill="none">
                <a:moveTo>
                  <a:pt x="0" y="0"/>
                </a:moveTo>
                <a:lnTo>
                  <a:pt x="17795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5D67BE-8116-4095-B62C-2F89B6C0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1953" y="4065793"/>
            <a:ext cx="579729" cy="177231"/>
          </a:xfrm>
          <a:custGeom xmlns:a="http://schemas.openxmlformats.org/drawingml/2006/main">
            <a:pathLst>
              <a:path w="579729" h="177231" fill="none">
                <a:moveTo>
                  <a:pt x="0" y="0"/>
                </a:moveTo>
                <a:lnTo>
                  <a:pt x="579729" y="0"/>
                </a:lnTo>
                <a:lnTo>
                  <a:pt x="579729" y="177231"/>
                </a:lnTo>
                <a:lnTo>
                  <a:pt x="0" y="1772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037ED9-5770-4A28-B5B5-C0670A48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153" y="2583326"/>
            <a:ext cx="114954" cy="114954"/>
          </a:xfrm>
          <a:custGeom xmlns:a="http://schemas.openxmlformats.org/drawingml/2006/main">
            <a:pathLst>
              <a:path w="114954" h="114954" fill="none">
                <a:moveTo>
                  <a:pt x="94504" y="20450"/>
                </a:moveTo>
                <a:cubicBezTo>
                  <a:pt x="114954" y="40899"/>
                  <a:pt x="114954" y="74055"/>
                  <a:pt x="94504" y="94504"/>
                </a:cubicBezTo>
                <a:cubicBezTo>
                  <a:pt x="74055" y="114954"/>
                  <a:pt x="40899" y="114954"/>
                  <a:pt x="20450" y="94504"/>
                </a:cubicBezTo>
                <a:cubicBezTo>
                  <a:pt x="0" y="74055"/>
                  <a:pt x="0" y="40899"/>
                  <a:pt x="20450" y="20450"/>
                </a:cubicBezTo>
                <a:cubicBezTo>
                  <a:pt x="40899" y="0"/>
                  <a:pt x="74055" y="0"/>
                  <a:pt x="94504" y="20450"/>
                </a:cubicBezTo>
                <a:close/>
                <a:moveTo>
                  <a:pt x="94504" y="2045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42D1DD-2064-4F31-B866-F74E788D9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382" y="2466467"/>
            <a:ext cx="114954" cy="114954"/>
          </a:xfrm>
          <a:custGeom xmlns:a="http://schemas.openxmlformats.org/drawingml/2006/main">
            <a:pathLst>
              <a:path w="114954" h="114954" fill="none">
                <a:moveTo>
                  <a:pt x="94504" y="20450"/>
                </a:moveTo>
                <a:cubicBezTo>
                  <a:pt x="114954" y="40899"/>
                  <a:pt x="114954" y="74055"/>
                  <a:pt x="94504" y="94504"/>
                </a:cubicBezTo>
                <a:cubicBezTo>
                  <a:pt x="74055" y="114954"/>
                  <a:pt x="40899" y="114954"/>
                  <a:pt x="20450" y="94504"/>
                </a:cubicBezTo>
                <a:cubicBezTo>
                  <a:pt x="0" y="74055"/>
                  <a:pt x="0" y="40899"/>
                  <a:pt x="20450" y="20450"/>
                </a:cubicBezTo>
                <a:cubicBezTo>
                  <a:pt x="40899" y="0"/>
                  <a:pt x="74055" y="0"/>
                  <a:pt x="94504" y="20450"/>
                </a:cubicBezTo>
                <a:close/>
                <a:moveTo>
                  <a:pt x="94504" y="2045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7B64BB-C178-4E9F-B558-E699B0D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3" y="2720807"/>
            <a:ext cx="114954" cy="114954"/>
          </a:xfrm>
          <a:custGeom xmlns:a="http://schemas.openxmlformats.org/drawingml/2006/main">
            <a:pathLst>
              <a:path w="114954" h="114954" fill="none">
                <a:moveTo>
                  <a:pt x="94504" y="20450"/>
                </a:moveTo>
                <a:cubicBezTo>
                  <a:pt x="114954" y="40899"/>
                  <a:pt x="114954" y="74055"/>
                  <a:pt x="94504" y="94504"/>
                </a:cubicBezTo>
                <a:cubicBezTo>
                  <a:pt x="74055" y="114954"/>
                  <a:pt x="40899" y="114954"/>
                  <a:pt x="20450" y="94504"/>
                </a:cubicBezTo>
                <a:cubicBezTo>
                  <a:pt x="0" y="74055"/>
                  <a:pt x="0" y="40899"/>
                  <a:pt x="20450" y="20450"/>
                </a:cubicBezTo>
                <a:cubicBezTo>
                  <a:pt x="40899" y="0"/>
                  <a:pt x="74055" y="0"/>
                  <a:pt x="94504" y="20450"/>
                </a:cubicBezTo>
                <a:close/>
                <a:moveTo>
                  <a:pt x="94504" y="20450"/>
                </a:move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AC67A8-6CD8-4E56-99C4-9E130C45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625" y="3612201"/>
            <a:ext cx="104745" cy="104745"/>
          </a:xfrm>
          <a:custGeom xmlns:a="http://schemas.openxmlformats.org/drawingml/2006/main">
            <a:pathLst>
              <a:path w="104745" h="104745" fill="none">
                <a:moveTo>
                  <a:pt x="73461" y="4442"/>
                </a:moveTo>
                <a:lnTo>
                  <a:pt x="76694" y="5996"/>
                </a:lnTo>
                <a:lnTo>
                  <a:pt x="79772" y="7741"/>
                </a:lnTo>
                <a:lnTo>
                  <a:pt x="82692" y="9666"/>
                </a:lnTo>
                <a:lnTo>
                  <a:pt x="85449" y="11760"/>
                </a:lnTo>
                <a:lnTo>
                  <a:pt x="88040" y="14014"/>
                </a:lnTo>
                <a:lnTo>
                  <a:pt x="90460" y="16417"/>
                </a:lnTo>
                <a:lnTo>
                  <a:pt x="92706" y="18959"/>
                </a:lnTo>
                <a:lnTo>
                  <a:pt x="94773" y="21630"/>
                </a:lnTo>
                <a:lnTo>
                  <a:pt x="96657" y="24418"/>
                </a:lnTo>
                <a:lnTo>
                  <a:pt x="98355" y="27315"/>
                </a:lnTo>
                <a:lnTo>
                  <a:pt x="99863" y="30310"/>
                </a:lnTo>
                <a:lnTo>
                  <a:pt x="101176" y="33392"/>
                </a:lnTo>
                <a:lnTo>
                  <a:pt x="102290" y="36552"/>
                </a:lnTo>
                <a:lnTo>
                  <a:pt x="103202" y="39778"/>
                </a:lnTo>
                <a:lnTo>
                  <a:pt x="103908" y="43061"/>
                </a:lnTo>
                <a:lnTo>
                  <a:pt x="104402" y="46390"/>
                </a:lnTo>
                <a:lnTo>
                  <a:pt x="104683" y="49756"/>
                </a:lnTo>
                <a:lnTo>
                  <a:pt x="104745" y="53147"/>
                </a:lnTo>
                <a:lnTo>
                  <a:pt x="104584" y="56554"/>
                </a:lnTo>
                <a:lnTo>
                  <a:pt x="104197" y="59966"/>
                </a:lnTo>
                <a:lnTo>
                  <a:pt x="103579" y="63373"/>
                </a:lnTo>
                <a:lnTo>
                  <a:pt x="102727" y="66764"/>
                </a:lnTo>
                <a:lnTo>
                  <a:pt x="101636" y="70130"/>
                </a:lnTo>
                <a:lnTo>
                  <a:pt x="100303" y="73461"/>
                </a:lnTo>
                <a:lnTo>
                  <a:pt x="98748" y="76694"/>
                </a:lnTo>
                <a:lnTo>
                  <a:pt x="97003" y="79772"/>
                </a:lnTo>
                <a:lnTo>
                  <a:pt x="95079" y="82692"/>
                </a:lnTo>
                <a:lnTo>
                  <a:pt x="92984" y="85449"/>
                </a:lnTo>
                <a:lnTo>
                  <a:pt x="90730" y="88040"/>
                </a:lnTo>
                <a:lnTo>
                  <a:pt x="88327" y="90460"/>
                </a:lnTo>
                <a:lnTo>
                  <a:pt x="85785" y="92706"/>
                </a:lnTo>
                <a:lnTo>
                  <a:pt x="83115" y="94773"/>
                </a:lnTo>
                <a:lnTo>
                  <a:pt x="80326" y="96657"/>
                </a:lnTo>
                <a:lnTo>
                  <a:pt x="77429" y="98355"/>
                </a:lnTo>
                <a:lnTo>
                  <a:pt x="74434" y="99863"/>
                </a:lnTo>
                <a:lnTo>
                  <a:pt x="71352" y="101176"/>
                </a:lnTo>
                <a:lnTo>
                  <a:pt x="68193" y="102290"/>
                </a:lnTo>
                <a:lnTo>
                  <a:pt x="64967" y="103202"/>
                </a:lnTo>
                <a:lnTo>
                  <a:pt x="61684" y="103908"/>
                </a:lnTo>
                <a:lnTo>
                  <a:pt x="58354" y="104402"/>
                </a:lnTo>
                <a:lnTo>
                  <a:pt x="54989" y="104683"/>
                </a:lnTo>
                <a:lnTo>
                  <a:pt x="51598" y="104745"/>
                </a:lnTo>
                <a:lnTo>
                  <a:pt x="48191" y="104584"/>
                </a:lnTo>
                <a:lnTo>
                  <a:pt x="44779" y="104197"/>
                </a:lnTo>
                <a:lnTo>
                  <a:pt x="41372" y="103579"/>
                </a:lnTo>
                <a:lnTo>
                  <a:pt x="37980" y="102727"/>
                </a:lnTo>
                <a:lnTo>
                  <a:pt x="34614" y="101636"/>
                </a:lnTo>
                <a:lnTo>
                  <a:pt x="31284" y="100303"/>
                </a:lnTo>
                <a:lnTo>
                  <a:pt x="28051" y="98748"/>
                </a:lnTo>
                <a:lnTo>
                  <a:pt x="24972" y="97003"/>
                </a:lnTo>
                <a:lnTo>
                  <a:pt x="22053" y="95079"/>
                </a:lnTo>
                <a:lnTo>
                  <a:pt x="19295" y="92984"/>
                </a:lnTo>
                <a:lnTo>
                  <a:pt x="16705" y="90730"/>
                </a:lnTo>
                <a:lnTo>
                  <a:pt x="14284" y="88327"/>
                </a:lnTo>
                <a:lnTo>
                  <a:pt x="12039" y="85785"/>
                </a:lnTo>
                <a:lnTo>
                  <a:pt x="9972" y="83115"/>
                </a:lnTo>
                <a:lnTo>
                  <a:pt x="8087" y="80326"/>
                </a:lnTo>
                <a:lnTo>
                  <a:pt x="6389" y="77429"/>
                </a:lnTo>
                <a:lnTo>
                  <a:pt x="4882" y="74434"/>
                </a:lnTo>
                <a:lnTo>
                  <a:pt x="3569" y="71352"/>
                </a:lnTo>
                <a:lnTo>
                  <a:pt x="2454" y="68193"/>
                </a:lnTo>
                <a:lnTo>
                  <a:pt x="1542" y="64967"/>
                </a:lnTo>
                <a:lnTo>
                  <a:pt x="837" y="61684"/>
                </a:lnTo>
                <a:lnTo>
                  <a:pt x="342" y="58354"/>
                </a:lnTo>
                <a:lnTo>
                  <a:pt x="62" y="54989"/>
                </a:lnTo>
                <a:lnTo>
                  <a:pt x="0" y="51598"/>
                </a:lnTo>
                <a:lnTo>
                  <a:pt x="161" y="48191"/>
                </a:lnTo>
                <a:lnTo>
                  <a:pt x="548" y="44779"/>
                </a:lnTo>
                <a:lnTo>
                  <a:pt x="1166" y="41372"/>
                </a:lnTo>
                <a:lnTo>
                  <a:pt x="2018" y="37980"/>
                </a:lnTo>
                <a:lnTo>
                  <a:pt x="3109" y="34614"/>
                </a:lnTo>
                <a:lnTo>
                  <a:pt x="4442" y="31284"/>
                </a:lnTo>
                <a:lnTo>
                  <a:pt x="5996" y="28051"/>
                </a:lnTo>
                <a:lnTo>
                  <a:pt x="7741" y="24972"/>
                </a:lnTo>
                <a:lnTo>
                  <a:pt x="9666" y="22053"/>
                </a:lnTo>
                <a:lnTo>
                  <a:pt x="11760" y="19295"/>
                </a:lnTo>
                <a:lnTo>
                  <a:pt x="14014" y="16705"/>
                </a:lnTo>
                <a:lnTo>
                  <a:pt x="16417" y="14284"/>
                </a:lnTo>
                <a:lnTo>
                  <a:pt x="18959" y="12039"/>
                </a:lnTo>
                <a:lnTo>
                  <a:pt x="21630" y="9972"/>
                </a:lnTo>
                <a:lnTo>
                  <a:pt x="24418" y="8087"/>
                </a:lnTo>
                <a:lnTo>
                  <a:pt x="27315" y="6389"/>
                </a:lnTo>
                <a:lnTo>
                  <a:pt x="30310" y="4882"/>
                </a:lnTo>
                <a:lnTo>
                  <a:pt x="33392" y="3569"/>
                </a:lnTo>
                <a:lnTo>
                  <a:pt x="36552" y="2454"/>
                </a:lnTo>
                <a:lnTo>
                  <a:pt x="39778" y="1542"/>
                </a:lnTo>
                <a:lnTo>
                  <a:pt x="43061" y="837"/>
                </a:lnTo>
                <a:lnTo>
                  <a:pt x="46390" y="342"/>
                </a:lnTo>
                <a:lnTo>
                  <a:pt x="49756" y="62"/>
                </a:lnTo>
                <a:lnTo>
                  <a:pt x="53147" y="0"/>
                </a:lnTo>
                <a:lnTo>
                  <a:pt x="56554" y="161"/>
                </a:lnTo>
                <a:lnTo>
                  <a:pt x="59966" y="548"/>
                </a:lnTo>
                <a:lnTo>
                  <a:pt x="63373" y="1166"/>
                </a:lnTo>
                <a:lnTo>
                  <a:pt x="66764" y="2018"/>
                </a:lnTo>
                <a:lnTo>
                  <a:pt x="70130" y="3109"/>
                </a:lnTo>
                <a:lnTo>
                  <a:pt x="73461" y="4442"/>
                </a:ln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7460CC-2B73-40E7-900A-F5678A92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6230" y="3711306"/>
            <a:ext cx="104745" cy="104745"/>
          </a:xfrm>
          <a:custGeom xmlns:a="http://schemas.openxmlformats.org/drawingml/2006/main">
            <a:pathLst>
              <a:path w="104745" h="104745" fill="none">
                <a:moveTo>
                  <a:pt x="73461" y="4442"/>
                </a:moveTo>
                <a:lnTo>
                  <a:pt x="76694" y="5996"/>
                </a:lnTo>
                <a:lnTo>
                  <a:pt x="79772" y="7741"/>
                </a:lnTo>
                <a:lnTo>
                  <a:pt x="82692" y="9666"/>
                </a:lnTo>
                <a:lnTo>
                  <a:pt x="85449" y="11760"/>
                </a:lnTo>
                <a:lnTo>
                  <a:pt x="88040" y="14014"/>
                </a:lnTo>
                <a:lnTo>
                  <a:pt x="90460" y="16417"/>
                </a:lnTo>
                <a:lnTo>
                  <a:pt x="92706" y="18959"/>
                </a:lnTo>
                <a:lnTo>
                  <a:pt x="94773" y="21630"/>
                </a:lnTo>
                <a:lnTo>
                  <a:pt x="96657" y="24418"/>
                </a:lnTo>
                <a:lnTo>
                  <a:pt x="98355" y="27315"/>
                </a:lnTo>
                <a:lnTo>
                  <a:pt x="99863" y="30310"/>
                </a:lnTo>
                <a:lnTo>
                  <a:pt x="101176" y="33392"/>
                </a:lnTo>
                <a:lnTo>
                  <a:pt x="102290" y="36552"/>
                </a:lnTo>
                <a:lnTo>
                  <a:pt x="103202" y="39778"/>
                </a:lnTo>
                <a:lnTo>
                  <a:pt x="103908" y="43061"/>
                </a:lnTo>
                <a:lnTo>
                  <a:pt x="104402" y="46390"/>
                </a:lnTo>
                <a:lnTo>
                  <a:pt x="104683" y="49756"/>
                </a:lnTo>
                <a:lnTo>
                  <a:pt x="104745" y="53147"/>
                </a:lnTo>
                <a:lnTo>
                  <a:pt x="104584" y="56554"/>
                </a:lnTo>
                <a:lnTo>
                  <a:pt x="104197" y="59966"/>
                </a:lnTo>
                <a:lnTo>
                  <a:pt x="103579" y="63373"/>
                </a:lnTo>
                <a:lnTo>
                  <a:pt x="102727" y="66764"/>
                </a:lnTo>
                <a:lnTo>
                  <a:pt x="101636" y="70130"/>
                </a:lnTo>
                <a:lnTo>
                  <a:pt x="100303" y="73461"/>
                </a:lnTo>
                <a:lnTo>
                  <a:pt x="98748" y="76694"/>
                </a:lnTo>
                <a:lnTo>
                  <a:pt x="97003" y="79772"/>
                </a:lnTo>
                <a:lnTo>
                  <a:pt x="95079" y="82692"/>
                </a:lnTo>
                <a:lnTo>
                  <a:pt x="92984" y="85449"/>
                </a:lnTo>
                <a:lnTo>
                  <a:pt x="90730" y="88040"/>
                </a:lnTo>
                <a:lnTo>
                  <a:pt x="88327" y="90460"/>
                </a:lnTo>
                <a:lnTo>
                  <a:pt x="85785" y="92706"/>
                </a:lnTo>
                <a:lnTo>
                  <a:pt x="83115" y="94773"/>
                </a:lnTo>
                <a:lnTo>
                  <a:pt x="80326" y="96657"/>
                </a:lnTo>
                <a:lnTo>
                  <a:pt x="77429" y="98355"/>
                </a:lnTo>
                <a:lnTo>
                  <a:pt x="74434" y="99863"/>
                </a:lnTo>
                <a:lnTo>
                  <a:pt x="71352" y="101176"/>
                </a:lnTo>
                <a:lnTo>
                  <a:pt x="68193" y="102290"/>
                </a:lnTo>
                <a:lnTo>
                  <a:pt x="64967" y="103202"/>
                </a:lnTo>
                <a:lnTo>
                  <a:pt x="61684" y="103908"/>
                </a:lnTo>
                <a:lnTo>
                  <a:pt x="58354" y="104402"/>
                </a:lnTo>
                <a:lnTo>
                  <a:pt x="54989" y="104683"/>
                </a:lnTo>
                <a:lnTo>
                  <a:pt x="51598" y="104745"/>
                </a:lnTo>
                <a:lnTo>
                  <a:pt x="48191" y="104584"/>
                </a:lnTo>
                <a:lnTo>
                  <a:pt x="44779" y="104197"/>
                </a:lnTo>
                <a:lnTo>
                  <a:pt x="41372" y="103579"/>
                </a:lnTo>
                <a:lnTo>
                  <a:pt x="37980" y="102727"/>
                </a:lnTo>
                <a:lnTo>
                  <a:pt x="34614" y="101636"/>
                </a:lnTo>
                <a:lnTo>
                  <a:pt x="31284" y="100303"/>
                </a:lnTo>
                <a:lnTo>
                  <a:pt x="28051" y="98748"/>
                </a:lnTo>
                <a:lnTo>
                  <a:pt x="24972" y="97003"/>
                </a:lnTo>
                <a:lnTo>
                  <a:pt x="22053" y="95079"/>
                </a:lnTo>
                <a:lnTo>
                  <a:pt x="19295" y="92984"/>
                </a:lnTo>
                <a:lnTo>
                  <a:pt x="16705" y="90730"/>
                </a:lnTo>
                <a:lnTo>
                  <a:pt x="14284" y="88327"/>
                </a:lnTo>
                <a:lnTo>
                  <a:pt x="12039" y="85785"/>
                </a:lnTo>
                <a:lnTo>
                  <a:pt x="9972" y="83115"/>
                </a:lnTo>
                <a:lnTo>
                  <a:pt x="8087" y="80326"/>
                </a:lnTo>
                <a:lnTo>
                  <a:pt x="6389" y="77429"/>
                </a:lnTo>
                <a:lnTo>
                  <a:pt x="4882" y="74434"/>
                </a:lnTo>
                <a:lnTo>
                  <a:pt x="3569" y="71352"/>
                </a:lnTo>
                <a:lnTo>
                  <a:pt x="2454" y="68193"/>
                </a:lnTo>
                <a:lnTo>
                  <a:pt x="1542" y="64967"/>
                </a:lnTo>
                <a:lnTo>
                  <a:pt x="837" y="61684"/>
                </a:lnTo>
                <a:lnTo>
                  <a:pt x="342" y="58354"/>
                </a:lnTo>
                <a:lnTo>
                  <a:pt x="62" y="54989"/>
                </a:lnTo>
                <a:lnTo>
                  <a:pt x="0" y="51598"/>
                </a:lnTo>
                <a:lnTo>
                  <a:pt x="161" y="48191"/>
                </a:lnTo>
                <a:lnTo>
                  <a:pt x="548" y="44779"/>
                </a:lnTo>
                <a:lnTo>
                  <a:pt x="1166" y="41372"/>
                </a:lnTo>
                <a:lnTo>
                  <a:pt x="2018" y="37980"/>
                </a:lnTo>
                <a:lnTo>
                  <a:pt x="3109" y="34614"/>
                </a:lnTo>
                <a:lnTo>
                  <a:pt x="4442" y="31284"/>
                </a:lnTo>
                <a:lnTo>
                  <a:pt x="5996" y="28051"/>
                </a:lnTo>
                <a:lnTo>
                  <a:pt x="7741" y="24972"/>
                </a:lnTo>
                <a:lnTo>
                  <a:pt x="9666" y="22053"/>
                </a:lnTo>
                <a:lnTo>
                  <a:pt x="11760" y="19295"/>
                </a:lnTo>
                <a:lnTo>
                  <a:pt x="14014" y="16705"/>
                </a:lnTo>
                <a:lnTo>
                  <a:pt x="16417" y="14284"/>
                </a:lnTo>
                <a:lnTo>
                  <a:pt x="18959" y="12039"/>
                </a:lnTo>
                <a:lnTo>
                  <a:pt x="21630" y="9972"/>
                </a:lnTo>
                <a:lnTo>
                  <a:pt x="24418" y="8087"/>
                </a:lnTo>
                <a:lnTo>
                  <a:pt x="27315" y="6389"/>
                </a:lnTo>
                <a:lnTo>
                  <a:pt x="30310" y="4882"/>
                </a:lnTo>
                <a:lnTo>
                  <a:pt x="33392" y="3569"/>
                </a:lnTo>
                <a:lnTo>
                  <a:pt x="36552" y="2454"/>
                </a:lnTo>
                <a:lnTo>
                  <a:pt x="39778" y="1542"/>
                </a:lnTo>
                <a:lnTo>
                  <a:pt x="43061" y="837"/>
                </a:lnTo>
                <a:lnTo>
                  <a:pt x="46390" y="342"/>
                </a:lnTo>
                <a:lnTo>
                  <a:pt x="49756" y="62"/>
                </a:lnTo>
                <a:lnTo>
                  <a:pt x="53147" y="0"/>
                </a:lnTo>
                <a:lnTo>
                  <a:pt x="56554" y="161"/>
                </a:lnTo>
                <a:lnTo>
                  <a:pt x="59966" y="548"/>
                </a:lnTo>
                <a:lnTo>
                  <a:pt x="63373" y="1166"/>
                </a:lnTo>
                <a:lnTo>
                  <a:pt x="66764" y="2018"/>
                </a:lnTo>
                <a:lnTo>
                  <a:pt x="70130" y="3109"/>
                </a:lnTo>
                <a:lnTo>
                  <a:pt x="73461" y="4442"/>
                </a:ln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A522E-048F-47CC-ABE0-CDD89954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102" y="3518950"/>
            <a:ext cx="104745" cy="104745"/>
          </a:xfrm>
          <a:custGeom xmlns:a="http://schemas.openxmlformats.org/drawingml/2006/main">
            <a:pathLst>
              <a:path w="104745" h="104745" fill="none">
                <a:moveTo>
                  <a:pt x="73461" y="4442"/>
                </a:moveTo>
                <a:lnTo>
                  <a:pt x="76694" y="5996"/>
                </a:lnTo>
                <a:lnTo>
                  <a:pt x="79772" y="7741"/>
                </a:lnTo>
                <a:lnTo>
                  <a:pt x="82692" y="9666"/>
                </a:lnTo>
                <a:lnTo>
                  <a:pt x="85449" y="11760"/>
                </a:lnTo>
                <a:lnTo>
                  <a:pt x="88040" y="14014"/>
                </a:lnTo>
                <a:lnTo>
                  <a:pt x="90460" y="16417"/>
                </a:lnTo>
                <a:lnTo>
                  <a:pt x="92706" y="18959"/>
                </a:lnTo>
                <a:lnTo>
                  <a:pt x="94773" y="21630"/>
                </a:lnTo>
                <a:lnTo>
                  <a:pt x="96657" y="24418"/>
                </a:lnTo>
                <a:lnTo>
                  <a:pt x="98355" y="27315"/>
                </a:lnTo>
                <a:lnTo>
                  <a:pt x="99863" y="30310"/>
                </a:lnTo>
                <a:lnTo>
                  <a:pt x="101176" y="33392"/>
                </a:lnTo>
                <a:lnTo>
                  <a:pt x="102290" y="36552"/>
                </a:lnTo>
                <a:lnTo>
                  <a:pt x="103202" y="39778"/>
                </a:lnTo>
                <a:lnTo>
                  <a:pt x="103908" y="43061"/>
                </a:lnTo>
                <a:lnTo>
                  <a:pt x="104402" y="46390"/>
                </a:lnTo>
                <a:lnTo>
                  <a:pt x="104683" y="49756"/>
                </a:lnTo>
                <a:lnTo>
                  <a:pt x="104745" y="53147"/>
                </a:lnTo>
                <a:lnTo>
                  <a:pt x="104584" y="56554"/>
                </a:lnTo>
                <a:lnTo>
                  <a:pt x="104197" y="59966"/>
                </a:lnTo>
                <a:lnTo>
                  <a:pt x="103579" y="63373"/>
                </a:lnTo>
                <a:lnTo>
                  <a:pt x="102727" y="66764"/>
                </a:lnTo>
                <a:lnTo>
                  <a:pt x="101636" y="70130"/>
                </a:lnTo>
                <a:lnTo>
                  <a:pt x="100303" y="73461"/>
                </a:lnTo>
                <a:lnTo>
                  <a:pt x="98748" y="76694"/>
                </a:lnTo>
                <a:lnTo>
                  <a:pt x="97003" y="79772"/>
                </a:lnTo>
                <a:lnTo>
                  <a:pt x="95079" y="82692"/>
                </a:lnTo>
                <a:lnTo>
                  <a:pt x="92984" y="85449"/>
                </a:lnTo>
                <a:lnTo>
                  <a:pt x="90730" y="88040"/>
                </a:lnTo>
                <a:lnTo>
                  <a:pt x="88327" y="90460"/>
                </a:lnTo>
                <a:lnTo>
                  <a:pt x="85785" y="92706"/>
                </a:lnTo>
                <a:lnTo>
                  <a:pt x="83115" y="94773"/>
                </a:lnTo>
                <a:lnTo>
                  <a:pt x="80326" y="96657"/>
                </a:lnTo>
                <a:lnTo>
                  <a:pt x="77429" y="98355"/>
                </a:lnTo>
                <a:lnTo>
                  <a:pt x="74434" y="99863"/>
                </a:lnTo>
                <a:lnTo>
                  <a:pt x="71352" y="101176"/>
                </a:lnTo>
                <a:lnTo>
                  <a:pt x="68193" y="102290"/>
                </a:lnTo>
                <a:lnTo>
                  <a:pt x="64967" y="103202"/>
                </a:lnTo>
                <a:lnTo>
                  <a:pt x="61684" y="103908"/>
                </a:lnTo>
                <a:lnTo>
                  <a:pt x="58354" y="104402"/>
                </a:lnTo>
                <a:lnTo>
                  <a:pt x="54989" y="104683"/>
                </a:lnTo>
                <a:lnTo>
                  <a:pt x="51598" y="104745"/>
                </a:lnTo>
                <a:lnTo>
                  <a:pt x="48191" y="104584"/>
                </a:lnTo>
                <a:lnTo>
                  <a:pt x="44779" y="104197"/>
                </a:lnTo>
                <a:lnTo>
                  <a:pt x="41372" y="103579"/>
                </a:lnTo>
                <a:lnTo>
                  <a:pt x="37980" y="102727"/>
                </a:lnTo>
                <a:lnTo>
                  <a:pt x="34614" y="101636"/>
                </a:lnTo>
                <a:lnTo>
                  <a:pt x="31284" y="100303"/>
                </a:lnTo>
                <a:lnTo>
                  <a:pt x="28051" y="98748"/>
                </a:lnTo>
                <a:lnTo>
                  <a:pt x="24972" y="97003"/>
                </a:lnTo>
                <a:lnTo>
                  <a:pt x="22053" y="95079"/>
                </a:lnTo>
                <a:lnTo>
                  <a:pt x="19295" y="92984"/>
                </a:lnTo>
                <a:lnTo>
                  <a:pt x="16705" y="90730"/>
                </a:lnTo>
                <a:lnTo>
                  <a:pt x="14284" y="88327"/>
                </a:lnTo>
                <a:lnTo>
                  <a:pt x="12039" y="85785"/>
                </a:lnTo>
                <a:lnTo>
                  <a:pt x="9972" y="83115"/>
                </a:lnTo>
                <a:lnTo>
                  <a:pt x="8087" y="80326"/>
                </a:lnTo>
                <a:lnTo>
                  <a:pt x="6389" y="77429"/>
                </a:lnTo>
                <a:lnTo>
                  <a:pt x="4882" y="74434"/>
                </a:lnTo>
                <a:lnTo>
                  <a:pt x="3569" y="71352"/>
                </a:lnTo>
                <a:lnTo>
                  <a:pt x="2454" y="68193"/>
                </a:lnTo>
                <a:lnTo>
                  <a:pt x="1542" y="64967"/>
                </a:lnTo>
                <a:lnTo>
                  <a:pt x="837" y="61684"/>
                </a:lnTo>
                <a:lnTo>
                  <a:pt x="342" y="58354"/>
                </a:lnTo>
                <a:lnTo>
                  <a:pt x="62" y="54989"/>
                </a:lnTo>
                <a:lnTo>
                  <a:pt x="0" y="51598"/>
                </a:lnTo>
                <a:lnTo>
                  <a:pt x="161" y="48191"/>
                </a:lnTo>
                <a:lnTo>
                  <a:pt x="548" y="44779"/>
                </a:lnTo>
                <a:lnTo>
                  <a:pt x="1166" y="41372"/>
                </a:lnTo>
                <a:lnTo>
                  <a:pt x="2018" y="37980"/>
                </a:lnTo>
                <a:lnTo>
                  <a:pt x="3109" y="34614"/>
                </a:lnTo>
                <a:lnTo>
                  <a:pt x="4442" y="31284"/>
                </a:lnTo>
                <a:lnTo>
                  <a:pt x="5996" y="28051"/>
                </a:lnTo>
                <a:lnTo>
                  <a:pt x="7741" y="24972"/>
                </a:lnTo>
                <a:lnTo>
                  <a:pt x="9666" y="22053"/>
                </a:lnTo>
                <a:lnTo>
                  <a:pt x="11760" y="19295"/>
                </a:lnTo>
                <a:lnTo>
                  <a:pt x="14014" y="16705"/>
                </a:lnTo>
                <a:lnTo>
                  <a:pt x="16417" y="14284"/>
                </a:lnTo>
                <a:lnTo>
                  <a:pt x="18959" y="12039"/>
                </a:lnTo>
                <a:lnTo>
                  <a:pt x="21630" y="9972"/>
                </a:lnTo>
                <a:lnTo>
                  <a:pt x="24418" y="8087"/>
                </a:lnTo>
                <a:lnTo>
                  <a:pt x="27315" y="6389"/>
                </a:lnTo>
                <a:lnTo>
                  <a:pt x="30310" y="4882"/>
                </a:lnTo>
                <a:lnTo>
                  <a:pt x="33392" y="3569"/>
                </a:lnTo>
                <a:lnTo>
                  <a:pt x="36552" y="2454"/>
                </a:lnTo>
                <a:lnTo>
                  <a:pt x="39778" y="1542"/>
                </a:lnTo>
                <a:lnTo>
                  <a:pt x="43061" y="837"/>
                </a:lnTo>
                <a:lnTo>
                  <a:pt x="46390" y="342"/>
                </a:lnTo>
                <a:lnTo>
                  <a:pt x="49756" y="62"/>
                </a:lnTo>
                <a:lnTo>
                  <a:pt x="53147" y="0"/>
                </a:lnTo>
                <a:lnTo>
                  <a:pt x="56554" y="161"/>
                </a:lnTo>
                <a:lnTo>
                  <a:pt x="59966" y="548"/>
                </a:lnTo>
                <a:lnTo>
                  <a:pt x="63373" y="1166"/>
                </a:lnTo>
                <a:lnTo>
                  <a:pt x="66764" y="2018"/>
                </a:lnTo>
                <a:lnTo>
                  <a:pt x="70130" y="3109"/>
                </a:lnTo>
                <a:lnTo>
                  <a:pt x="73461" y="4442"/>
                </a:lnTo>
              </a:path>
            </a:pathLst>
          </a:custGeom>
          <a:noFill xmlns:a="http://schemas.openxmlformats.org/drawingml/2006/main"/>
          <a:ln xmlns:a="http://schemas.openxmlformats.org/drawingml/2006/main" w="13748" cap="flat">
            <a:solidFill>
              <a:srgbClr val="000000"/>
            </a:solidFill>
            <a:custDash>
              <a:ds d="100000" sp="100000"/>
            </a:custDash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AA61C-7FC7-4835-85E5-80CD803F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1231" y="3922433"/>
            <a:ext cx="1622274" cy="241279"/>
          </a:xfrm>
          <a:custGeom xmlns:a="http://schemas.openxmlformats.org/drawingml/2006/main">
            <a:pathLst>
              <a:path w="1622274" h="241279" fill="none">
                <a:moveTo>
                  <a:pt x="0" y="241279"/>
                </a:moveTo>
                <a:lnTo>
                  <a:pt x="1622274" y="241279"/>
                </a:lnTo>
                <a:lnTo>
                  <a:pt x="1622274" y="13748"/>
                </a:lnTo>
                <a:lnTo>
                  <a:pt x="1622274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FFCB89-E1F6-4F65-A5AF-6FB6A13F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763" y="3820697"/>
            <a:ext cx="115484" cy="115484"/>
          </a:xfrm>
          <a:custGeom xmlns:a="http://schemas.openxmlformats.org/drawingml/2006/main">
            <a:pathLst>
              <a:path w="115484" h="115484">
                <a:moveTo>
                  <a:pt x="115484" y="115484"/>
                </a:moveTo>
                <a:lnTo>
                  <a:pt x="57742" y="0"/>
                </a:lnTo>
                <a:lnTo>
                  <a:pt x="0" y="115484"/>
                </a:lnTo>
                <a:lnTo>
                  <a:pt x="115484" y="115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FA6421-2823-4BE5-86F4-E5C34EC0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707" y="1579991"/>
            <a:ext cx="10" cy="422901"/>
          </a:xfrm>
          <a:custGeom xmlns:a="http://schemas.openxmlformats.org/drawingml/2006/main">
            <a:pathLst>
              <a:path w="1" h="422901" fill="none">
                <a:moveTo>
                  <a:pt x="0" y="422901"/>
                </a:moveTo>
                <a:lnTo>
                  <a:pt x="0" y="1374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4B0D15-6B6C-455E-B526-89E9132D7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65" y="1478255"/>
            <a:ext cx="115484" cy="115484"/>
          </a:xfrm>
          <a:custGeom xmlns:a="http://schemas.openxmlformats.org/drawingml/2006/main">
            <a:pathLst>
              <a:path w="115484" h="115484">
                <a:moveTo>
                  <a:pt x="115484" y="115484"/>
                </a:moveTo>
                <a:lnTo>
                  <a:pt x="57742" y="0"/>
                </a:lnTo>
                <a:lnTo>
                  <a:pt x="0" y="115484"/>
                </a:lnTo>
                <a:lnTo>
                  <a:pt x="115484" y="115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0BAA3-685D-467A-88C3-35ED235BB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707" y="2749928"/>
            <a:ext cx="10" cy="425656"/>
          </a:xfrm>
          <a:custGeom xmlns:a="http://schemas.openxmlformats.org/drawingml/2006/main">
            <a:pathLst>
              <a:path w="1" h="425656" fill="none">
                <a:moveTo>
                  <a:pt x="0" y="425656"/>
                </a:moveTo>
                <a:lnTo>
                  <a:pt x="0" y="1374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FAE896-B46F-46B6-AA85-67894456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965" y="2648192"/>
            <a:ext cx="115484" cy="115484"/>
          </a:xfrm>
          <a:custGeom xmlns:a="http://schemas.openxmlformats.org/drawingml/2006/main">
            <a:pathLst>
              <a:path w="115484" h="115484">
                <a:moveTo>
                  <a:pt x="115484" y="115484"/>
                </a:moveTo>
                <a:lnTo>
                  <a:pt x="57742" y="0"/>
                </a:lnTo>
                <a:lnTo>
                  <a:pt x="0" y="115484"/>
                </a:lnTo>
                <a:lnTo>
                  <a:pt x="115484" y="11548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CBD93-B13B-4E24-BED8-3B60667A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317" y="1838778"/>
            <a:ext cx="10" cy="948291"/>
          </a:xfrm>
          <a:custGeom xmlns:a="http://schemas.openxmlformats.org/drawingml/2006/main">
            <a:pathLst>
              <a:path w="1" h="948291" fill="none">
                <a:moveTo>
                  <a:pt x="0" y="948291"/>
                </a:moveTo>
                <a:lnTo>
                  <a:pt x="0" y="934543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CA2E7-012F-43E4-A895-6E721A73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75" y="2773321"/>
            <a:ext cx="115484" cy="115484"/>
          </a:xfrm>
          <a:custGeom xmlns:a="http://schemas.openxmlformats.org/drawingml/2006/main">
            <a:pathLst>
              <a:path w="115484" h="115484">
                <a:moveTo>
                  <a:pt x="0" y="0"/>
                </a:moveTo>
                <a:lnTo>
                  <a:pt x="57742" y="115484"/>
                </a:lnTo>
                <a:lnTo>
                  <a:pt x="11548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CF22E0-0BA2-4CC7-8E4F-482A9B7E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0167" y="1806239"/>
            <a:ext cx="10" cy="195252"/>
          </a:xfrm>
          <a:custGeom xmlns:a="http://schemas.openxmlformats.org/drawingml/2006/main">
            <a:pathLst>
              <a:path w="1" h="195252" fill="none">
                <a:moveTo>
                  <a:pt x="0" y="195252"/>
                </a:moveTo>
                <a:lnTo>
                  <a:pt x="0" y="181504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7496" cap="flat">
            <a:solidFill>
              <a:srgbClr val="000000"/>
            </a:solidFill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CC289D-2BB9-461F-8EC1-7AE8447E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425" y="1987744"/>
            <a:ext cx="115484" cy="115484"/>
          </a:xfrm>
          <a:custGeom xmlns:a="http://schemas.openxmlformats.org/drawingml/2006/main">
            <a:pathLst>
              <a:path w="115484" h="115484">
                <a:moveTo>
                  <a:pt x="0" y="0"/>
                </a:moveTo>
                <a:lnTo>
                  <a:pt x="57742" y="115484"/>
                </a:lnTo>
                <a:lnTo>
                  <a:pt x="115484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6935563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2026-09-05T14:29:25.8110000Z</dcterms:created>
  <dcterms:modified xsi:type="dcterms:W3CDTF">2026-09-05T14:29:25.8110000Z</dcterms:modified>
</coreProperties>
</file>