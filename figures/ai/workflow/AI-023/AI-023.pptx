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a09ae9b184fa9" /><Relationship Type="http://schemas.openxmlformats.org/officeDocument/2006/relationships/extended-properties" Target="/docProps/app.xml" Id="R1af92689894e4360" /><Relationship Type="http://schemas.openxmlformats.org/officeDocument/2006/relationships/officeDocument" Target="/ppt/presentation.xml" Id="R35ac282af7be4c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5bab337594392"/>
  </p:sldMasterIdLst>
  <p:notesMasterIdLst>
    <p:notesMasterId xmlns:r="http://schemas.openxmlformats.org/officeDocument/2006/relationships" r:id="R5e470fbd054145b3"/>
  </p:notesMasterIdLst>
  <p:sldIdLst>
    <p:sldId xmlns:r="http://schemas.openxmlformats.org/officeDocument/2006/relationships" id="256" r:id="R0971988d9c884a51"/>
  </p:sldIdLst>
  <p:sldSz cx="13030200" cy="5514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3492b6f6b4442f" /><Relationship Type="http://schemas.openxmlformats.org/officeDocument/2006/relationships/slideMaster" Target="/ppt/slideMasters/slideMaster1.xml" Id="R33d5bab337594392" /><Relationship Type="http://schemas.openxmlformats.org/officeDocument/2006/relationships/notesMaster" Target="/ppt/notesMasters/notesMaster1.xml" Id="R5e470fbd054145b3" /><Relationship Type="http://schemas.openxmlformats.org/officeDocument/2006/relationships/presProps" Target="/ppt/presProps.xml" Id="R7f629e56d41b4fdd" /><Relationship Type="http://schemas.openxmlformats.org/officeDocument/2006/relationships/tableStyles" Target="/ppt/tableStyles.xml" Id="R17cd0dad3da744d6" /><Relationship Type="http://schemas.openxmlformats.org/officeDocument/2006/relationships/slide" Target="/ppt/slides/slide1.xml" Id="R0971988d9c88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0b248098542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f07ee332024e3b" /><Relationship Type="http://schemas.openxmlformats.org/officeDocument/2006/relationships/notesMaster" Target="/ppt/notesMasters/notesMaster1.xml" Id="Rb9bcb4c016b746f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素材ID：AI-023</ns1:t>
            </ns1:r>
          </ns1:p>
          <ns1:p>
            <ns1:r>
              <ns1:t>论文：AppWorld: A Controllable World of Apps and People for Benchmarking Interactive Coding Agents</ns1:t>
            </ns1:r>
          </ns1:p>
          <ns1:p>
            <ns1:r>
              <ns1:t>会议：ACL 2024</ns1:t>
            </ns1:r>
          </ns1:p>
          <ns1:p>
            <ns1:r>
              <ns1:t>奖项：Best Resource Paper</ns1:t>
            </ns1:r>
          </ns1:p>
          <ns1:p>
            <ns1:r>
              <ns1:t>图号：Figure 3，PDF第5页</ns1:t>
            </ns1:r>
          </ns1:p>
          <ns1:p>
            <ns1:r>
              <ns1:t>类型：研究流程</ns1:t>
            </ns1:r>
          </ns1:p>
          <ns1:p>
            <ns1:r>
              <ns1:t>借鉴点：场景参数、数据库和时间状态共同生成对照任务；验证解和状态断言形成可执行评测闭环。</ns1:t>
            </ns1:r>
          </ns1:p>
          <ns1:p>
            <ns1:r>
              <ns1:t>论文URL：https://aclanthology.org/2024.acl-long.850/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f939f155547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f523dcf1b04e4f" /><Relationship Type="http://schemas.openxmlformats.org/officeDocument/2006/relationships/slideLayout" Target="/ppt/slideLayouts/slideLayout1.xml" Id="R71c9fe4935594d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9fe4935594d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1a82784204c20" /><Relationship Type="http://schemas.openxmlformats.org/officeDocument/2006/relationships/image" Target="/ppt/media/image.png" Id="R34c3a0b324274a08" /><Relationship Type="http://schemas.openxmlformats.org/officeDocument/2006/relationships/image" Target="/ppt/media/image2.png" Id="Ra5603950073b4ab3" /><Relationship Type="http://schemas.openxmlformats.org/officeDocument/2006/relationships/image" Target="/ppt/media/image3.png" Id="R82204618ff69479b" /><Relationship Type="http://schemas.openxmlformats.org/officeDocument/2006/relationships/image" Target="/ppt/media/image4.png" Id="R80db2e108dc44c69" /><Relationship Type="http://schemas.openxmlformats.org/officeDocument/2006/relationships/image" Target="/ppt/media/image5.png" Id="R84eeddb5d2c24285" /><Relationship Type="http://schemas.openxmlformats.org/officeDocument/2006/relationships/image" Target="/ppt/media/image6.png" Id="Rdcb827476c234888" /><Relationship Type="http://schemas.openxmlformats.org/officeDocument/2006/relationships/image" Target="/ppt/media/image7.png" Id="R300c5a11583e4417" /><Relationship Type="http://schemas.openxmlformats.org/officeDocument/2006/relationships/image" Target="/ppt/media/image8.png" Id="R9884ceeffece4068" /><Relationship Type="http://schemas.openxmlformats.org/officeDocument/2006/relationships/image" Target="/ppt/media/image9.png" Id="R84d021af645c40d3" /><Relationship Type="http://schemas.openxmlformats.org/officeDocument/2006/relationships/image" Target="/ppt/media/image10.png" Id="R9e7c59a8b6bf4505" /><Relationship Type="http://schemas.openxmlformats.org/officeDocument/2006/relationships/image" Target="/ppt/media/image11.png" Id="R4f098d77b3ab44ec" /><Relationship Type="http://schemas.openxmlformats.org/officeDocument/2006/relationships/image" Target="/ppt/media/image12.png" Id="Rbb5401349de34b52" /><Relationship Type="http://schemas.openxmlformats.org/officeDocument/2006/relationships/image" Target="/ppt/media/image13.png" Id="R1bcffcc799e74c70" /><Relationship Type="http://schemas.openxmlformats.org/officeDocument/2006/relationships/image" Target="/ppt/media/image14.png" Id="Ra8c0a5334ba245c7" /><Relationship Type="http://schemas.openxmlformats.org/officeDocument/2006/relationships/image" Target="/ppt/media/image15.png" Id="R298953e0d4b944fa" /><Relationship Type="http://schemas.openxmlformats.org/officeDocument/2006/relationships/image" Target="/ppt/media/image16.png" Id="Rf8e3a79899a04575" /><Relationship Type="http://schemas.openxmlformats.org/officeDocument/2006/relationships/image" Target="/ppt/media/image17.png" Id="R855c1f36cfa14fba" /><Relationship Type="http://schemas.openxmlformats.org/officeDocument/2006/relationships/image" Target="/ppt/media/image18.png" Id="R07a6bdfe2bc24108" /><Relationship Type="http://schemas.openxmlformats.org/officeDocument/2006/relationships/image" Target="/ppt/media/image19.png" Id="R74c3576a44974e6d" /><Relationship Type="http://schemas.openxmlformats.org/officeDocument/2006/relationships/image" Target="/ppt/media/image20.png" Id="Rffa6329d1ece4994" /><Relationship Type="http://schemas.openxmlformats.org/officeDocument/2006/relationships/image" Target="/ppt/media/image21.png" Id="R23e32f958072497f" /><Relationship Type="http://schemas.openxmlformats.org/officeDocument/2006/relationships/image" Target="/ppt/media/image22.png" Id="R67cbaa4e8ffa4ae5" /><Relationship Type="http://schemas.openxmlformats.org/officeDocument/2006/relationships/image" Target="/ppt/media/image23.png" Id="R9cf8ffb1ef8a443d" /><Relationship Type="http://schemas.openxmlformats.org/officeDocument/2006/relationships/image" Target="/ppt/media/image24.png" Id="Rd45e1de9037b4652" /><Relationship Type="http://schemas.openxmlformats.org/officeDocument/2006/relationships/image" Target="/ppt/media/image25.png" Id="Rbd961d5159b94d1d" /><Relationship Type="http://schemas.openxmlformats.org/officeDocument/2006/relationships/image" Target="/ppt/media/image26.png" Id="R88a3a7afb84c4b93" /><Relationship Type="http://schemas.openxmlformats.org/officeDocument/2006/relationships/image" Target="/ppt/media/image27.png" Id="R6f4d71b27de5458d" /><Relationship Type="http://schemas.openxmlformats.org/officeDocument/2006/relationships/image" Target="/ppt/media/image28.png" Id="R47e8fef1ccbe40d5" /><Relationship Type="http://schemas.openxmlformats.org/officeDocument/2006/relationships/image" Target="/ppt/media/image29.png" Id="R5189558573874fa2" /><Relationship Type="http://schemas.openxmlformats.org/officeDocument/2006/relationships/image" Target="/ppt/media/image30.png" Id="R8bf0ced76d25475b" /><Relationship Type="http://schemas.openxmlformats.org/officeDocument/2006/relationships/notesSlide" Target="/ppt/notesSlides/notesSlide1.xml" Id="R5a4bda5e169e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Text Environment">
            <a:extLst xmlns:a="http://schemas.openxmlformats.org/drawingml/2006/main">
              <a:ext uri="{FF2B5EF4-FFF2-40B4-BE49-F238E27FC236}">
                <a16:creationId xmlns:a16="http://schemas.microsoft.com/office/drawing/2014/main" id="{D6D62688-688B-492A-B35A-F5A933CC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4528" y="2841477"/>
            <a:ext cx="1136702" cy="137214"/>
          </a:xfrm>
          <a:custGeom xmlns:a="http://schemas.openxmlformats.org/drawingml/2006/main">
            <a:pathLst>
              <a:path w="1136702" h="137214">
                <a:moveTo>
                  <a:pt x="0" y="135004"/>
                </a:moveTo>
                <a:lnTo>
                  <a:pt x="0" y="0"/>
                </a:lnTo>
                <a:lnTo>
                  <a:pt x="100102" y="0"/>
                </a:lnTo>
                <a:lnTo>
                  <a:pt x="100102" y="22838"/>
                </a:lnTo>
                <a:lnTo>
                  <a:pt x="27259" y="22838"/>
                </a:lnTo>
                <a:lnTo>
                  <a:pt x="27259" y="52675"/>
                </a:lnTo>
                <a:lnTo>
                  <a:pt x="95037" y="52675"/>
                </a:lnTo>
                <a:lnTo>
                  <a:pt x="95037" y="75514"/>
                </a:lnTo>
                <a:lnTo>
                  <a:pt x="27259" y="75514"/>
                </a:lnTo>
                <a:lnTo>
                  <a:pt x="27259" y="112166"/>
                </a:lnTo>
                <a:lnTo>
                  <a:pt x="102680" y="112166"/>
                </a:lnTo>
                <a:lnTo>
                  <a:pt x="102680" y="135004"/>
                </a:lnTo>
                <a:lnTo>
                  <a:pt x="0" y="135004"/>
                </a:lnTo>
                <a:close/>
                <a:moveTo>
                  <a:pt x="214571" y="135004"/>
                </a:moveTo>
                <a:lnTo>
                  <a:pt x="188694" y="135004"/>
                </a:lnTo>
                <a:lnTo>
                  <a:pt x="188694" y="85149"/>
                </a:lnTo>
                <a:cubicBezTo>
                  <a:pt x="188694" y="74601"/>
                  <a:pt x="188141" y="67778"/>
                  <a:pt x="187036" y="64682"/>
                </a:cubicBezTo>
                <a:cubicBezTo>
                  <a:pt x="185931" y="61585"/>
                  <a:pt x="184136" y="59178"/>
                  <a:pt x="181649" y="57461"/>
                </a:cubicBezTo>
                <a:cubicBezTo>
                  <a:pt x="179163" y="55744"/>
                  <a:pt x="176170" y="54886"/>
                  <a:pt x="172670" y="54886"/>
                </a:cubicBezTo>
                <a:cubicBezTo>
                  <a:pt x="168189" y="54886"/>
                  <a:pt x="164167" y="56113"/>
                  <a:pt x="160607" y="58566"/>
                </a:cubicBezTo>
                <a:cubicBezTo>
                  <a:pt x="157046" y="61018"/>
                  <a:pt x="154605" y="64268"/>
                  <a:pt x="153285" y="68316"/>
                </a:cubicBezTo>
                <a:cubicBezTo>
                  <a:pt x="151965" y="72363"/>
                  <a:pt x="151305" y="79844"/>
                  <a:pt x="151305" y="90760"/>
                </a:cubicBezTo>
                <a:lnTo>
                  <a:pt x="151305" y="135004"/>
                </a:lnTo>
                <a:lnTo>
                  <a:pt x="125428" y="135004"/>
                </a:lnTo>
                <a:lnTo>
                  <a:pt x="125428" y="37204"/>
                </a:lnTo>
                <a:lnTo>
                  <a:pt x="149464" y="37204"/>
                </a:lnTo>
                <a:lnTo>
                  <a:pt x="149464" y="51570"/>
                </a:lnTo>
                <a:cubicBezTo>
                  <a:pt x="157997" y="40520"/>
                  <a:pt x="168741" y="34994"/>
                  <a:pt x="181695" y="34994"/>
                </a:cubicBezTo>
                <a:cubicBezTo>
                  <a:pt x="187405" y="34994"/>
                  <a:pt x="192623" y="36023"/>
                  <a:pt x="197350" y="38079"/>
                </a:cubicBezTo>
                <a:cubicBezTo>
                  <a:pt x="202078" y="40136"/>
                  <a:pt x="205654" y="42760"/>
                  <a:pt x="208079" y="45953"/>
                </a:cubicBezTo>
                <a:cubicBezTo>
                  <a:pt x="210504" y="49145"/>
                  <a:pt x="212192" y="52768"/>
                  <a:pt x="213144" y="56820"/>
                </a:cubicBezTo>
                <a:cubicBezTo>
                  <a:pt x="214096" y="60871"/>
                  <a:pt x="214571" y="66673"/>
                  <a:pt x="214571" y="74225"/>
                </a:cubicBezTo>
                <a:lnTo>
                  <a:pt x="214571" y="135004"/>
                </a:lnTo>
                <a:close/>
                <a:moveTo>
                  <a:pt x="267737" y="135004"/>
                </a:moveTo>
                <a:lnTo>
                  <a:pt x="228323" y="37204"/>
                </a:lnTo>
                <a:lnTo>
                  <a:pt x="255489" y="37204"/>
                </a:lnTo>
                <a:lnTo>
                  <a:pt x="273907" y="87117"/>
                </a:lnTo>
                <a:lnTo>
                  <a:pt x="279248" y="103785"/>
                </a:lnTo>
                <a:cubicBezTo>
                  <a:pt x="280660" y="99549"/>
                  <a:pt x="281551" y="96756"/>
                  <a:pt x="281919" y="95405"/>
                </a:cubicBezTo>
                <a:cubicBezTo>
                  <a:pt x="282778" y="92643"/>
                  <a:pt x="283699" y="89880"/>
                  <a:pt x="284682" y="87117"/>
                </a:cubicBezTo>
                <a:lnTo>
                  <a:pt x="303284" y="37204"/>
                </a:lnTo>
                <a:lnTo>
                  <a:pt x="329898" y="37204"/>
                </a:lnTo>
                <a:lnTo>
                  <a:pt x="291036" y="135004"/>
                </a:lnTo>
                <a:lnTo>
                  <a:pt x="267737" y="135004"/>
                </a:lnTo>
                <a:close/>
                <a:moveTo>
                  <a:pt x="345709" y="23943"/>
                </a:moveTo>
                <a:lnTo>
                  <a:pt x="345709" y="0"/>
                </a:lnTo>
                <a:lnTo>
                  <a:pt x="371586" y="0"/>
                </a:lnTo>
                <a:lnTo>
                  <a:pt x="371586" y="23943"/>
                </a:lnTo>
                <a:lnTo>
                  <a:pt x="345709" y="23943"/>
                </a:lnTo>
                <a:moveTo>
                  <a:pt x="345709" y="135004"/>
                </a:moveTo>
                <a:lnTo>
                  <a:pt x="345709" y="37204"/>
                </a:lnTo>
                <a:lnTo>
                  <a:pt x="371586" y="37204"/>
                </a:lnTo>
                <a:lnTo>
                  <a:pt x="371586" y="135004"/>
                </a:lnTo>
                <a:lnTo>
                  <a:pt x="345709" y="135004"/>
                </a:lnTo>
                <a:close/>
                <a:moveTo>
                  <a:pt x="422912" y="135004"/>
                </a:moveTo>
                <a:lnTo>
                  <a:pt x="397034" y="135004"/>
                </a:lnTo>
                <a:lnTo>
                  <a:pt x="397034" y="37204"/>
                </a:lnTo>
                <a:lnTo>
                  <a:pt x="421070" y="37204"/>
                </a:lnTo>
                <a:lnTo>
                  <a:pt x="421070" y="51110"/>
                </a:lnTo>
                <a:cubicBezTo>
                  <a:pt x="425183" y="44541"/>
                  <a:pt x="428882" y="40213"/>
                  <a:pt x="432167" y="38125"/>
                </a:cubicBezTo>
                <a:cubicBezTo>
                  <a:pt x="435451" y="36038"/>
                  <a:pt x="439181" y="34994"/>
                  <a:pt x="443355" y="34994"/>
                </a:cubicBezTo>
                <a:cubicBezTo>
                  <a:pt x="449249" y="34994"/>
                  <a:pt x="454928" y="36621"/>
                  <a:pt x="460392" y="39875"/>
                </a:cubicBezTo>
                <a:lnTo>
                  <a:pt x="452380" y="62437"/>
                </a:lnTo>
                <a:cubicBezTo>
                  <a:pt x="448021" y="59613"/>
                  <a:pt x="443969" y="58201"/>
                  <a:pt x="440224" y="58201"/>
                </a:cubicBezTo>
                <a:cubicBezTo>
                  <a:pt x="436602" y="58201"/>
                  <a:pt x="433533" y="59198"/>
                  <a:pt x="431015" y="61194"/>
                </a:cubicBezTo>
                <a:cubicBezTo>
                  <a:pt x="428498" y="63189"/>
                  <a:pt x="426518" y="66796"/>
                  <a:pt x="425076" y="72014"/>
                </a:cubicBezTo>
                <a:cubicBezTo>
                  <a:pt x="423633" y="77233"/>
                  <a:pt x="422912" y="88161"/>
                  <a:pt x="422912" y="104798"/>
                </a:cubicBezTo>
                <a:lnTo>
                  <a:pt x="422912" y="135004"/>
                </a:lnTo>
                <a:close/>
                <a:moveTo>
                  <a:pt x="465519" y="84723"/>
                </a:moveTo>
                <a:cubicBezTo>
                  <a:pt x="465519" y="76128"/>
                  <a:pt x="467637" y="67809"/>
                  <a:pt x="471873" y="59766"/>
                </a:cubicBezTo>
                <a:cubicBezTo>
                  <a:pt x="476109" y="51724"/>
                  <a:pt x="482110" y="45585"/>
                  <a:pt x="489877" y="41348"/>
                </a:cubicBezTo>
                <a:cubicBezTo>
                  <a:pt x="497643" y="37112"/>
                  <a:pt x="506315" y="34994"/>
                  <a:pt x="515892" y="34994"/>
                </a:cubicBezTo>
                <a:cubicBezTo>
                  <a:pt x="530688" y="34994"/>
                  <a:pt x="542813" y="39798"/>
                  <a:pt x="552268" y="49406"/>
                </a:cubicBezTo>
                <a:cubicBezTo>
                  <a:pt x="561722" y="59014"/>
                  <a:pt x="566450" y="71155"/>
                  <a:pt x="566450" y="85828"/>
                </a:cubicBezTo>
                <a:cubicBezTo>
                  <a:pt x="566450" y="100624"/>
                  <a:pt x="561676" y="112887"/>
                  <a:pt x="552130" y="122618"/>
                </a:cubicBezTo>
                <a:cubicBezTo>
                  <a:pt x="542583" y="132349"/>
                  <a:pt x="530565" y="137214"/>
                  <a:pt x="516076" y="137214"/>
                </a:cubicBezTo>
                <a:cubicBezTo>
                  <a:pt x="507113" y="137214"/>
                  <a:pt x="498564" y="135188"/>
                  <a:pt x="490429" y="131136"/>
                </a:cubicBezTo>
                <a:cubicBezTo>
                  <a:pt x="482295" y="127084"/>
                  <a:pt x="476109" y="121144"/>
                  <a:pt x="471873" y="113317"/>
                </a:cubicBezTo>
                <a:cubicBezTo>
                  <a:pt x="467637" y="105489"/>
                  <a:pt x="465519" y="95958"/>
                  <a:pt x="465519" y="84723"/>
                </a:cubicBezTo>
                <a:moveTo>
                  <a:pt x="492041" y="86104"/>
                </a:moveTo>
                <a:cubicBezTo>
                  <a:pt x="492041" y="95774"/>
                  <a:pt x="494343" y="103179"/>
                  <a:pt x="498948" y="108321"/>
                </a:cubicBezTo>
                <a:cubicBezTo>
                  <a:pt x="503552" y="113463"/>
                  <a:pt x="509231" y="116033"/>
                  <a:pt x="515984" y="116033"/>
                </a:cubicBezTo>
                <a:cubicBezTo>
                  <a:pt x="522737" y="116033"/>
                  <a:pt x="528401" y="113463"/>
                  <a:pt x="532975" y="108321"/>
                </a:cubicBezTo>
                <a:cubicBezTo>
                  <a:pt x="537549" y="103179"/>
                  <a:pt x="539836" y="95712"/>
                  <a:pt x="539836" y="85920"/>
                </a:cubicBezTo>
                <a:cubicBezTo>
                  <a:pt x="539836" y="76373"/>
                  <a:pt x="537549" y="69029"/>
                  <a:pt x="532975" y="63887"/>
                </a:cubicBezTo>
                <a:cubicBezTo>
                  <a:pt x="528401" y="58746"/>
                  <a:pt x="522737" y="56175"/>
                  <a:pt x="515984" y="56175"/>
                </a:cubicBezTo>
                <a:cubicBezTo>
                  <a:pt x="509231" y="56175"/>
                  <a:pt x="503552" y="58746"/>
                  <a:pt x="498948" y="63887"/>
                </a:cubicBezTo>
                <a:cubicBezTo>
                  <a:pt x="494343" y="69029"/>
                  <a:pt x="492041" y="76435"/>
                  <a:pt x="492041" y="86104"/>
                </a:cubicBezTo>
                <a:close/>
                <a:moveTo>
                  <a:pt x="675698" y="135004"/>
                </a:moveTo>
                <a:lnTo>
                  <a:pt x="649821" y="135004"/>
                </a:lnTo>
                <a:lnTo>
                  <a:pt x="649821" y="85149"/>
                </a:lnTo>
                <a:cubicBezTo>
                  <a:pt x="649821" y="74601"/>
                  <a:pt x="649269" y="67778"/>
                  <a:pt x="648163" y="64682"/>
                </a:cubicBezTo>
                <a:cubicBezTo>
                  <a:pt x="647058" y="61585"/>
                  <a:pt x="645263" y="59178"/>
                  <a:pt x="642776" y="57461"/>
                </a:cubicBezTo>
                <a:cubicBezTo>
                  <a:pt x="640290" y="55744"/>
                  <a:pt x="637297" y="54886"/>
                  <a:pt x="633797" y="54886"/>
                </a:cubicBezTo>
                <a:cubicBezTo>
                  <a:pt x="629316" y="54886"/>
                  <a:pt x="625294" y="56113"/>
                  <a:pt x="621734" y="58566"/>
                </a:cubicBezTo>
                <a:cubicBezTo>
                  <a:pt x="618173" y="61018"/>
                  <a:pt x="615732" y="64268"/>
                  <a:pt x="614412" y="68316"/>
                </a:cubicBezTo>
                <a:cubicBezTo>
                  <a:pt x="613093" y="72363"/>
                  <a:pt x="612433" y="79844"/>
                  <a:pt x="612433" y="90760"/>
                </a:cubicBezTo>
                <a:lnTo>
                  <a:pt x="612433" y="135004"/>
                </a:lnTo>
                <a:lnTo>
                  <a:pt x="586555" y="135004"/>
                </a:lnTo>
                <a:lnTo>
                  <a:pt x="586555" y="37204"/>
                </a:lnTo>
                <a:lnTo>
                  <a:pt x="610591" y="37204"/>
                </a:lnTo>
                <a:lnTo>
                  <a:pt x="610591" y="51570"/>
                </a:lnTo>
                <a:cubicBezTo>
                  <a:pt x="619124" y="40520"/>
                  <a:pt x="629868" y="34994"/>
                  <a:pt x="642822" y="34994"/>
                </a:cubicBezTo>
                <a:cubicBezTo>
                  <a:pt x="648532" y="34994"/>
                  <a:pt x="653750" y="36023"/>
                  <a:pt x="658478" y="38079"/>
                </a:cubicBezTo>
                <a:cubicBezTo>
                  <a:pt x="663205" y="40136"/>
                  <a:pt x="666781" y="42760"/>
                  <a:pt x="669206" y="45953"/>
                </a:cubicBezTo>
                <a:cubicBezTo>
                  <a:pt x="671631" y="49145"/>
                  <a:pt x="673319" y="52768"/>
                  <a:pt x="674271" y="56820"/>
                </a:cubicBezTo>
                <a:cubicBezTo>
                  <a:pt x="675223" y="60871"/>
                  <a:pt x="675698" y="66673"/>
                  <a:pt x="675698" y="74225"/>
                </a:cubicBezTo>
                <a:lnTo>
                  <a:pt x="675698" y="135004"/>
                </a:lnTo>
                <a:close/>
                <a:moveTo>
                  <a:pt x="700041" y="37204"/>
                </a:moveTo>
                <a:lnTo>
                  <a:pt x="723892" y="37204"/>
                </a:lnTo>
                <a:lnTo>
                  <a:pt x="723892" y="50557"/>
                </a:lnTo>
                <a:cubicBezTo>
                  <a:pt x="732426" y="40182"/>
                  <a:pt x="742586" y="34994"/>
                  <a:pt x="754374" y="34994"/>
                </a:cubicBezTo>
                <a:cubicBezTo>
                  <a:pt x="760636" y="34994"/>
                  <a:pt x="766069" y="36289"/>
                  <a:pt x="770674" y="38879"/>
                </a:cubicBezTo>
                <a:cubicBezTo>
                  <a:pt x="775278" y="41469"/>
                  <a:pt x="779054" y="45386"/>
                  <a:pt x="782001" y="50629"/>
                </a:cubicBezTo>
                <a:cubicBezTo>
                  <a:pt x="786298" y="45386"/>
                  <a:pt x="790933" y="41469"/>
                  <a:pt x="795906" y="38879"/>
                </a:cubicBezTo>
                <a:cubicBezTo>
                  <a:pt x="800879" y="36289"/>
                  <a:pt x="806190" y="34994"/>
                  <a:pt x="811838" y="34994"/>
                </a:cubicBezTo>
                <a:cubicBezTo>
                  <a:pt x="819021" y="34994"/>
                  <a:pt x="825099" y="36452"/>
                  <a:pt x="830072" y="39368"/>
                </a:cubicBezTo>
                <a:cubicBezTo>
                  <a:pt x="835044" y="42285"/>
                  <a:pt x="838759" y="46567"/>
                  <a:pt x="841214" y="52215"/>
                </a:cubicBezTo>
                <a:cubicBezTo>
                  <a:pt x="842995" y="56390"/>
                  <a:pt x="843885" y="63143"/>
                  <a:pt x="843885" y="72475"/>
                </a:cubicBezTo>
                <a:lnTo>
                  <a:pt x="843885" y="135004"/>
                </a:lnTo>
                <a:lnTo>
                  <a:pt x="818008" y="135004"/>
                </a:lnTo>
                <a:lnTo>
                  <a:pt x="818008" y="79169"/>
                </a:lnTo>
                <a:cubicBezTo>
                  <a:pt x="818008" y="69480"/>
                  <a:pt x="817118" y="63226"/>
                  <a:pt x="815337" y="60405"/>
                </a:cubicBezTo>
                <a:cubicBezTo>
                  <a:pt x="812943" y="56725"/>
                  <a:pt x="809259" y="54886"/>
                  <a:pt x="804286" y="54886"/>
                </a:cubicBezTo>
                <a:cubicBezTo>
                  <a:pt x="800664" y="54886"/>
                  <a:pt x="797257" y="55990"/>
                  <a:pt x="794064" y="58198"/>
                </a:cubicBezTo>
                <a:cubicBezTo>
                  <a:pt x="790872" y="60404"/>
                  <a:pt x="788570" y="63639"/>
                  <a:pt x="787158" y="67902"/>
                </a:cubicBezTo>
                <a:cubicBezTo>
                  <a:pt x="785746" y="72163"/>
                  <a:pt x="785040" y="78893"/>
                  <a:pt x="785040" y="88093"/>
                </a:cubicBezTo>
                <a:lnTo>
                  <a:pt x="785040" y="135004"/>
                </a:lnTo>
                <a:lnTo>
                  <a:pt x="759162" y="135004"/>
                </a:lnTo>
                <a:lnTo>
                  <a:pt x="759162" y="81468"/>
                </a:lnTo>
                <a:cubicBezTo>
                  <a:pt x="759162" y="71964"/>
                  <a:pt x="758702" y="65832"/>
                  <a:pt x="757781" y="63073"/>
                </a:cubicBezTo>
                <a:cubicBezTo>
                  <a:pt x="756860" y="60312"/>
                  <a:pt x="755433" y="58257"/>
                  <a:pt x="753499" y="56909"/>
                </a:cubicBezTo>
                <a:cubicBezTo>
                  <a:pt x="751565" y="55560"/>
                  <a:pt x="748940" y="54886"/>
                  <a:pt x="745625" y="54886"/>
                </a:cubicBezTo>
                <a:cubicBezTo>
                  <a:pt x="741635" y="54886"/>
                  <a:pt x="738043" y="55959"/>
                  <a:pt x="734851" y="58106"/>
                </a:cubicBezTo>
                <a:cubicBezTo>
                  <a:pt x="731658" y="60251"/>
                  <a:pt x="729371" y="63347"/>
                  <a:pt x="727990" y="67395"/>
                </a:cubicBezTo>
                <a:cubicBezTo>
                  <a:pt x="726609" y="71444"/>
                  <a:pt x="725918" y="78158"/>
                  <a:pt x="725918" y="87540"/>
                </a:cubicBezTo>
                <a:lnTo>
                  <a:pt x="725918" y="135004"/>
                </a:lnTo>
                <a:lnTo>
                  <a:pt x="700041" y="135004"/>
                </a:lnTo>
                <a:lnTo>
                  <a:pt x="700041" y="37204"/>
                </a:lnTo>
                <a:close/>
                <a:moveTo>
                  <a:pt x="926275" y="103877"/>
                </a:moveTo>
                <a:lnTo>
                  <a:pt x="952060" y="108298"/>
                </a:lnTo>
                <a:cubicBezTo>
                  <a:pt x="948745" y="117722"/>
                  <a:pt x="943511" y="124897"/>
                  <a:pt x="936359" y="129824"/>
                </a:cubicBezTo>
                <a:cubicBezTo>
                  <a:pt x="929207" y="134751"/>
                  <a:pt x="920258" y="137214"/>
                  <a:pt x="909515" y="137214"/>
                </a:cubicBezTo>
                <a:cubicBezTo>
                  <a:pt x="892509" y="137214"/>
                  <a:pt x="879923" y="131658"/>
                  <a:pt x="871758" y="120546"/>
                </a:cubicBezTo>
                <a:cubicBezTo>
                  <a:pt x="865311" y="111644"/>
                  <a:pt x="862088" y="100409"/>
                  <a:pt x="862088" y="86841"/>
                </a:cubicBezTo>
                <a:cubicBezTo>
                  <a:pt x="862088" y="70633"/>
                  <a:pt x="866324" y="57940"/>
                  <a:pt x="874797" y="48762"/>
                </a:cubicBezTo>
                <a:cubicBezTo>
                  <a:pt x="883269" y="39583"/>
                  <a:pt x="893982" y="34994"/>
                  <a:pt x="906936" y="34994"/>
                </a:cubicBezTo>
                <a:cubicBezTo>
                  <a:pt x="921486" y="34994"/>
                  <a:pt x="932967" y="39798"/>
                  <a:pt x="941378" y="49406"/>
                </a:cubicBezTo>
                <a:cubicBezTo>
                  <a:pt x="949789" y="59014"/>
                  <a:pt x="953810" y="73733"/>
                  <a:pt x="953442" y="93563"/>
                </a:cubicBezTo>
                <a:lnTo>
                  <a:pt x="888610" y="93563"/>
                </a:lnTo>
                <a:cubicBezTo>
                  <a:pt x="888794" y="101238"/>
                  <a:pt x="890882" y="107208"/>
                  <a:pt x="894872" y="111475"/>
                </a:cubicBezTo>
                <a:cubicBezTo>
                  <a:pt x="898863" y="115742"/>
                  <a:pt x="903836" y="117875"/>
                  <a:pt x="909791" y="117875"/>
                </a:cubicBezTo>
                <a:cubicBezTo>
                  <a:pt x="913843" y="117875"/>
                  <a:pt x="917250" y="116770"/>
                  <a:pt x="920013" y="114560"/>
                </a:cubicBezTo>
                <a:cubicBezTo>
                  <a:pt x="922776" y="112350"/>
                  <a:pt x="924863" y="108789"/>
                  <a:pt x="926275" y="103877"/>
                </a:cubicBezTo>
                <a:moveTo>
                  <a:pt x="927748" y="77724"/>
                </a:moveTo>
                <a:cubicBezTo>
                  <a:pt x="927564" y="70265"/>
                  <a:pt x="925630" y="64593"/>
                  <a:pt x="921947" y="60710"/>
                </a:cubicBezTo>
                <a:cubicBezTo>
                  <a:pt x="918263" y="56827"/>
                  <a:pt x="913781" y="54886"/>
                  <a:pt x="908502" y="54886"/>
                </a:cubicBezTo>
                <a:cubicBezTo>
                  <a:pt x="902853" y="54886"/>
                  <a:pt x="898188" y="56934"/>
                  <a:pt x="894504" y="61030"/>
                </a:cubicBezTo>
                <a:cubicBezTo>
                  <a:pt x="890820" y="65128"/>
                  <a:pt x="889009" y="70692"/>
                  <a:pt x="889071" y="77724"/>
                </a:cubicBezTo>
                <a:lnTo>
                  <a:pt x="927748" y="77724"/>
                </a:lnTo>
                <a:close/>
                <a:moveTo>
                  <a:pt x="1063461" y="135004"/>
                </a:moveTo>
                <a:lnTo>
                  <a:pt x="1037583" y="135004"/>
                </a:lnTo>
                <a:lnTo>
                  <a:pt x="1037583" y="85149"/>
                </a:lnTo>
                <a:cubicBezTo>
                  <a:pt x="1037583" y="74601"/>
                  <a:pt x="1037031" y="67778"/>
                  <a:pt x="1035926" y="64682"/>
                </a:cubicBezTo>
                <a:cubicBezTo>
                  <a:pt x="1034821" y="61585"/>
                  <a:pt x="1033025" y="59178"/>
                  <a:pt x="1030538" y="57461"/>
                </a:cubicBezTo>
                <a:cubicBezTo>
                  <a:pt x="1028052" y="55744"/>
                  <a:pt x="1025059" y="54886"/>
                  <a:pt x="1021560" y="54886"/>
                </a:cubicBezTo>
                <a:cubicBezTo>
                  <a:pt x="1017078" y="54886"/>
                  <a:pt x="1013057" y="56113"/>
                  <a:pt x="1009496" y="58566"/>
                </a:cubicBezTo>
                <a:cubicBezTo>
                  <a:pt x="1005935" y="61018"/>
                  <a:pt x="1003495" y="64268"/>
                  <a:pt x="1002175" y="68316"/>
                </a:cubicBezTo>
                <a:cubicBezTo>
                  <a:pt x="1000855" y="72363"/>
                  <a:pt x="1000195" y="79844"/>
                  <a:pt x="1000195" y="90760"/>
                </a:cubicBezTo>
                <a:lnTo>
                  <a:pt x="1000195" y="135004"/>
                </a:lnTo>
                <a:lnTo>
                  <a:pt x="974317" y="135004"/>
                </a:lnTo>
                <a:lnTo>
                  <a:pt x="974317" y="37204"/>
                </a:lnTo>
                <a:lnTo>
                  <a:pt x="998353" y="37204"/>
                </a:lnTo>
                <a:lnTo>
                  <a:pt x="998353" y="51570"/>
                </a:lnTo>
                <a:cubicBezTo>
                  <a:pt x="1006887" y="40520"/>
                  <a:pt x="1017630" y="34994"/>
                  <a:pt x="1030584" y="34994"/>
                </a:cubicBezTo>
                <a:cubicBezTo>
                  <a:pt x="1036294" y="34994"/>
                  <a:pt x="1041512" y="36023"/>
                  <a:pt x="1046240" y="38079"/>
                </a:cubicBezTo>
                <a:cubicBezTo>
                  <a:pt x="1050967" y="40136"/>
                  <a:pt x="1054543" y="42760"/>
                  <a:pt x="1056968" y="45953"/>
                </a:cubicBezTo>
                <a:cubicBezTo>
                  <a:pt x="1059393" y="49145"/>
                  <a:pt x="1061082" y="52768"/>
                  <a:pt x="1062033" y="56820"/>
                </a:cubicBezTo>
                <a:cubicBezTo>
                  <a:pt x="1062985" y="60871"/>
                  <a:pt x="1063461" y="66673"/>
                  <a:pt x="1063461" y="74225"/>
                </a:cubicBezTo>
                <a:lnTo>
                  <a:pt x="1063461" y="135004"/>
                </a:lnTo>
                <a:close/>
                <a:moveTo>
                  <a:pt x="1134584" y="37204"/>
                </a:moveTo>
                <a:lnTo>
                  <a:pt x="1134584" y="57832"/>
                </a:lnTo>
                <a:lnTo>
                  <a:pt x="1116903" y="57832"/>
                </a:lnTo>
                <a:lnTo>
                  <a:pt x="1116903" y="97184"/>
                </a:lnTo>
                <a:cubicBezTo>
                  <a:pt x="1116903" y="105153"/>
                  <a:pt x="1117072" y="109797"/>
                  <a:pt x="1117410" y="111115"/>
                </a:cubicBezTo>
                <a:cubicBezTo>
                  <a:pt x="1117747" y="112431"/>
                  <a:pt x="1118515" y="113519"/>
                  <a:pt x="1119712" y="114379"/>
                </a:cubicBezTo>
                <a:cubicBezTo>
                  <a:pt x="1120909" y="115236"/>
                  <a:pt x="1122367" y="115665"/>
                  <a:pt x="1124086" y="115665"/>
                </a:cubicBezTo>
                <a:cubicBezTo>
                  <a:pt x="1126481" y="115665"/>
                  <a:pt x="1129949" y="114836"/>
                  <a:pt x="1134492" y="113179"/>
                </a:cubicBezTo>
                <a:lnTo>
                  <a:pt x="1136702" y="133329"/>
                </a:lnTo>
                <a:cubicBezTo>
                  <a:pt x="1130686" y="135919"/>
                  <a:pt x="1123871" y="137214"/>
                  <a:pt x="1116259" y="137214"/>
                </a:cubicBezTo>
                <a:cubicBezTo>
                  <a:pt x="1111593" y="137214"/>
                  <a:pt x="1107387" y="136431"/>
                  <a:pt x="1103642" y="134866"/>
                </a:cubicBezTo>
                <a:cubicBezTo>
                  <a:pt x="1099897" y="133300"/>
                  <a:pt x="1097150" y="131274"/>
                  <a:pt x="1095400" y="128788"/>
                </a:cubicBezTo>
                <a:cubicBezTo>
                  <a:pt x="1093650" y="126301"/>
                  <a:pt x="1092438" y="122940"/>
                  <a:pt x="1091763" y="118704"/>
                </a:cubicBezTo>
                <a:cubicBezTo>
                  <a:pt x="1091210" y="115696"/>
                  <a:pt x="1090934" y="109618"/>
                  <a:pt x="1090934" y="100470"/>
                </a:cubicBezTo>
                <a:lnTo>
                  <a:pt x="1090934" y="57832"/>
                </a:lnTo>
                <a:lnTo>
                  <a:pt x="1079054" y="57832"/>
                </a:lnTo>
                <a:lnTo>
                  <a:pt x="1079054" y="37204"/>
                </a:lnTo>
                <a:lnTo>
                  <a:pt x="1090934" y="37204"/>
                </a:lnTo>
                <a:lnTo>
                  <a:pt x="1090934" y="17681"/>
                </a:lnTo>
                <a:lnTo>
                  <a:pt x="1116903" y="2394"/>
                </a:lnTo>
                <a:lnTo>
                  <a:pt x="1116903" y="37204"/>
                </a:lnTo>
                <a:lnTo>
                  <a:pt x="1134584" y="372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State">
            <a:extLst xmlns:a="http://schemas.openxmlformats.org/drawingml/2006/main">
              <a:ext uri="{FF2B5EF4-FFF2-40B4-BE49-F238E27FC236}">
                <a16:creationId xmlns:a16="http://schemas.microsoft.com/office/drawing/2014/main" id="{3745D441-84B2-438A-B70C-5E02A744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9793" y="2839082"/>
            <a:ext cx="447158" cy="139977"/>
          </a:xfrm>
          <a:custGeom xmlns:a="http://schemas.openxmlformats.org/drawingml/2006/main">
            <a:pathLst>
              <a:path w="447158" h="139977">
                <a:moveTo>
                  <a:pt x="0" y="93563"/>
                </a:moveTo>
                <a:lnTo>
                  <a:pt x="26522" y="90985"/>
                </a:lnTo>
                <a:cubicBezTo>
                  <a:pt x="28118" y="99920"/>
                  <a:pt x="31357" y="106482"/>
                  <a:pt x="36237" y="110672"/>
                </a:cubicBezTo>
                <a:cubicBezTo>
                  <a:pt x="41118" y="114860"/>
                  <a:pt x="47703" y="116954"/>
                  <a:pt x="55991" y="116954"/>
                </a:cubicBezTo>
                <a:cubicBezTo>
                  <a:pt x="64770" y="116954"/>
                  <a:pt x="71385" y="115091"/>
                  <a:pt x="75836" y="111366"/>
                </a:cubicBezTo>
                <a:cubicBezTo>
                  <a:pt x="80287" y="107640"/>
                  <a:pt x="82513" y="103282"/>
                  <a:pt x="82513" y="98292"/>
                </a:cubicBezTo>
                <a:cubicBezTo>
                  <a:pt x="82513" y="95090"/>
                  <a:pt x="81576" y="92365"/>
                  <a:pt x="79704" y="90119"/>
                </a:cubicBezTo>
                <a:cubicBezTo>
                  <a:pt x="77831" y="87870"/>
                  <a:pt x="74562" y="85914"/>
                  <a:pt x="69896" y="84251"/>
                </a:cubicBezTo>
                <a:cubicBezTo>
                  <a:pt x="66704" y="83144"/>
                  <a:pt x="59429" y="81175"/>
                  <a:pt x="48071" y="78346"/>
                </a:cubicBezTo>
                <a:cubicBezTo>
                  <a:pt x="33459" y="74716"/>
                  <a:pt x="23207" y="70255"/>
                  <a:pt x="17313" y="64964"/>
                </a:cubicBezTo>
                <a:cubicBezTo>
                  <a:pt x="9025" y="57520"/>
                  <a:pt x="4881" y="48446"/>
                  <a:pt x="4881" y="37742"/>
                </a:cubicBezTo>
                <a:cubicBezTo>
                  <a:pt x="4881" y="30853"/>
                  <a:pt x="6830" y="24410"/>
                  <a:pt x="10728" y="18412"/>
                </a:cubicBezTo>
                <a:cubicBezTo>
                  <a:pt x="14627" y="12413"/>
                  <a:pt x="20244" y="7845"/>
                  <a:pt x="27581" y="4708"/>
                </a:cubicBezTo>
                <a:cubicBezTo>
                  <a:pt x="34917" y="1569"/>
                  <a:pt x="43773" y="0"/>
                  <a:pt x="54149" y="0"/>
                </a:cubicBezTo>
                <a:cubicBezTo>
                  <a:pt x="71093" y="0"/>
                  <a:pt x="83848" y="3732"/>
                  <a:pt x="92412" y="11195"/>
                </a:cubicBezTo>
                <a:cubicBezTo>
                  <a:pt x="100977" y="18656"/>
                  <a:pt x="105474" y="28615"/>
                  <a:pt x="105903" y="41072"/>
                </a:cubicBezTo>
                <a:lnTo>
                  <a:pt x="78645" y="42177"/>
                </a:lnTo>
                <a:cubicBezTo>
                  <a:pt x="77478" y="35240"/>
                  <a:pt x="74977" y="30252"/>
                  <a:pt x="71140" y="27213"/>
                </a:cubicBezTo>
                <a:cubicBezTo>
                  <a:pt x="67302" y="24174"/>
                  <a:pt x="61547" y="22654"/>
                  <a:pt x="53873" y="22654"/>
                </a:cubicBezTo>
                <a:cubicBezTo>
                  <a:pt x="45953" y="22654"/>
                  <a:pt x="39752" y="24282"/>
                  <a:pt x="35270" y="27538"/>
                </a:cubicBezTo>
                <a:cubicBezTo>
                  <a:pt x="32385" y="29625"/>
                  <a:pt x="30942" y="32419"/>
                  <a:pt x="30942" y="35921"/>
                </a:cubicBezTo>
                <a:cubicBezTo>
                  <a:pt x="30942" y="39115"/>
                  <a:pt x="32293" y="41848"/>
                  <a:pt x="34994" y="44120"/>
                </a:cubicBezTo>
                <a:cubicBezTo>
                  <a:pt x="38432" y="47007"/>
                  <a:pt x="46782" y="50019"/>
                  <a:pt x="60043" y="53156"/>
                </a:cubicBezTo>
                <a:cubicBezTo>
                  <a:pt x="73304" y="56293"/>
                  <a:pt x="83111" y="59538"/>
                  <a:pt x="89465" y="62892"/>
                </a:cubicBezTo>
                <a:cubicBezTo>
                  <a:pt x="95820" y="66243"/>
                  <a:pt x="100792" y="70826"/>
                  <a:pt x="104384" y="76639"/>
                </a:cubicBezTo>
                <a:cubicBezTo>
                  <a:pt x="107975" y="82450"/>
                  <a:pt x="109771" y="89631"/>
                  <a:pt x="109771" y="98182"/>
                </a:cubicBezTo>
                <a:cubicBezTo>
                  <a:pt x="109771" y="105931"/>
                  <a:pt x="107622" y="113189"/>
                  <a:pt x="103325" y="119956"/>
                </a:cubicBezTo>
                <a:cubicBezTo>
                  <a:pt x="99027" y="126723"/>
                  <a:pt x="92949" y="131751"/>
                  <a:pt x="85091" y="135041"/>
                </a:cubicBezTo>
                <a:cubicBezTo>
                  <a:pt x="77233" y="138332"/>
                  <a:pt x="67441" y="139977"/>
                  <a:pt x="55714" y="139977"/>
                </a:cubicBezTo>
                <a:cubicBezTo>
                  <a:pt x="38647" y="139977"/>
                  <a:pt x="25540" y="136025"/>
                  <a:pt x="16392" y="128120"/>
                </a:cubicBezTo>
                <a:cubicBezTo>
                  <a:pt x="7244" y="120216"/>
                  <a:pt x="1780" y="108697"/>
                  <a:pt x="0" y="93563"/>
                </a:cubicBezTo>
                <a:close/>
                <a:moveTo>
                  <a:pt x="177367" y="39599"/>
                </a:moveTo>
                <a:lnTo>
                  <a:pt x="177367" y="60227"/>
                </a:lnTo>
                <a:lnTo>
                  <a:pt x="159686" y="60227"/>
                </a:lnTo>
                <a:lnTo>
                  <a:pt x="159686" y="99578"/>
                </a:lnTo>
                <a:cubicBezTo>
                  <a:pt x="159686" y="107548"/>
                  <a:pt x="159855" y="112191"/>
                  <a:pt x="160192" y="113510"/>
                </a:cubicBezTo>
                <a:cubicBezTo>
                  <a:pt x="160530" y="114826"/>
                  <a:pt x="161297" y="115913"/>
                  <a:pt x="162494" y="116773"/>
                </a:cubicBezTo>
                <a:cubicBezTo>
                  <a:pt x="163692" y="117631"/>
                  <a:pt x="165150" y="118059"/>
                  <a:pt x="166869" y="118059"/>
                </a:cubicBezTo>
                <a:cubicBezTo>
                  <a:pt x="169263" y="118059"/>
                  <a:pt x="172732" y="117231"/>
                  <a:pt x="177275" y="115573"/>
                </a:cubicBezTo>
                <a:lnTo>
                  <a:pt x="179485" y="135723"/>
                </a:lnTo>
                <a:cubicBezTo>
                  <a:pt x="173468" y="138313"/>
                  <a:pt x="166654" y="139608"/>
                  <a:pt x="159041" y="139608"/>
                </a:cubicBezTo>
                <a:cubicBezTo>
                  <a:pt x="154375" y="139608"/>
                  <a:pt x="150170" y="138826"/>
                  <a:pt x="146425" y="137260"/>
                </a:cubicBezTo>
                <a:cubicBezTo>
                  <a:pt x="142680" y="135695"/>
                  <a:pt x="139932" y="133669"/>
                  <a:pt x="138183" y="131182"/>
                </a:cubicBezTo>
                <a:cubicBezTo>
                  <a:pt x="136433" y="128696"/>
                  <a:pt x="135220" y="125334"/>
                  <a:pt x="134545" y="121098"/>
                </a:cubicBezTo>
                <a:cubicBezTo>
                  <a:pt x="133993" y="118090"/>
                  <a:pt x="133716" y="112012"/>
                  <a:pt x="133716" y="102864"/>
                </a:cubicBezTo>
                <a:lnTo>
                  <a:pt x="133716" y="60227"/>
                </a:lnTo>
                <a:lnTo>
                  <a:pt x="121837" y="60227"/>
                </a:lnTo>
                <a:lnTo>
                  <a:pt x="121837" y="39599"/>
                </a:lnTo>
                <a:lnTo>
                  <a:pt x="133716" y="39599"/>
                </a:lnTo>
                <a:lnTo>
                  <a:pt x="133716" y="20076"/>
                </a:lnTo>
                <a:lnTo>
                  <a:pt x="159686" y="4789"/>
                </a:lnTo>
                <a:lnTo>
                  <a:pt x="159686" y="39599"/>
                </a:lnTo>
                <a:lnTo>
                  <a:pt x="177367" y="39599"/>
                </a:lnTo>
                <a:close/>
                <a:moveTo>
                  <a:pt x="214662" y="69804"/>
                </a:moveTo>
                <a:lnTo>
                  <a:pt x="191179" y="65568"/>
                </a:lnTo>
                <a:cubicBezTo>
                  <a:pt x="193819" y="55989"/>
                  <a:pt x="198362" y="48898"/>
                  <a:pt x="204808" y="44295"/>
                </a:cubicBezTo>
                <a:cubicBezTo>
                  <a:pt x="211255" y="39691"/>
                  <a:pt x="220832" y="37389"/>
                  <a:pt x="233540" y="37389"/>
                </a:cubicBezTo>
                <a:cubicBezTo>
                  <a:pt x="245082" y="37389"/>
                  <a:pt x="253677" y="38755"/>
                  <a:pt x="259326" y="41487"/>
                </a:cubicBezTo>
                <a:cubicBezTo>
                  <a:pt x="264974" y="44219"/>
                  <a:pt x="268949" y="47687"/>
                  <a:pt x="271251" y="51893"/>
                </a:cubicBezTo>
                <a:cubicBezTo>
                  <a:pt x="273553" y="56098"/>
                  <a:pt x="274705" y="63818"/>
                  <a:pt x="274705" y="75053"/>
                </a:cubicBezTo>
                <a:lnTo>
                  <a:pt x="274428" y="105259"/>
                </a:lnTo>
                <a:cubicBezTo>
                  <a:pt x="274428" y="113854"/>
                  <a:pt x="274843" y="120193"/>
                  <a:pt x="275671" y="124275"/>
                </a:cubicBezTo>
                <a:cubicBezTo>
                  <a:pt x="276500" y="128358"/>
                  <a:pt x="278050" y="132732"/>
                  <a:pt x="280322" y="137398"/>
                </a:cubicBezTo>
                <a:lnTo>
                  <a:pt x="254721" y="137398"/>
                </a:lnTo>
                <a:cubicBezTo>
                  <a:pt x="254046" y="135679"/>
                  <a:pt x="253217" y="133131"/>
                  <a:pt x="252235" y="129755"/>
                </a:cubicBezTo>
                <a:cubicBezTo>
                  <a:pt x="251805" y="128220"/>
                  <a:pt x="251498" y="127207"/>
                  <a:pt x="251314" y="126716"/>
                </a:cubicBezTo>
                <a:cubicBezTo>
                  <a:pt x="246893" y="131013"/>
                  <a:pt x="242166" y="134236"/>
                  <a:pt x="237132" y="136385"/>
                </a:cubicBezTo>
                <a:cubicBezTo>
                  <a:pt x="232098" y="138534"/>
                  <a:pt x="226726" y="139608"/>
                  <a:pt x="221016" y="139608"/>
                </a:cubicBezTo>
                <a:cubicBezTo>
                  <a:pt x="210948" y="139608"/>
                  <a:pt x="203013" y="136888"/>
                  <a:pt x="197211" y="131447"/>
                </a:cubicBezTo>
                <a:cubicBezTo>
                  <a:pt x="191409" y="126006"/>
                  <a:pt x="188508" y="119128"/>
                  <a:pt x="188508" y="110813"/>
                </a:cubicBezTo>
                <a:cubicBezTo>
                  <a:pt x="188508" y="105311"/>
                  <a:pt x="189828" y="100405"/>
                  <a:pt x="192468" y="96096"/>
                </a:cubicBezTo>
                <a:cubicBezTo>
                  <a:pt x="195108" y="91785"/>
                  <a:pt x="198807" y="88483"/>
                  <a:pt x="203565" y="86190"/>
                </a:cubicBezTo>
                <a:cubicBezTo>
                  <a:pt x="208323" y="83898"/>
                  <a:pt x="215184" y="81896"/>
                  <a:pt x="224147" y="80184"/>
                </a:cubicBezTo>
                <a:cubicBezTo>
                  <a:pt x="236242" y="77922"/>
                  <a:pt x="244622" y="75813"/>
                  <a:pt x="249288" y="73856"/>
                </a:cubicBezTo>
                <a:lnTo>
                  <a:pt x="249288" y="71249"/>
                </a:lnTo>
                <a:cubicBezTo>
                  <a:pt x="249288" y="66220"/>
                  <a:pt x="248060" y="62636"/>
                  <a:pt x="245604" y="60494"/>
                </a:cubicBezTo>
                <a:cubicBezTo>
                  <a:pt x="243148" y="58351"/>
                  <a:pt x="238513" y="57280"/>
                  <a:pt x="231699" y="57280"/>
                </a:cubicBezTo>
                <a:cubicBezTo>
                  <a:pt x="227094" y="57280"/>
                  <a:pt x="223503" y="58207"/>
                  <a:pt x="220924" y="60060"/>
                </a:cubicBezTo>
                <a:cubicBezTo>
                  <a:pt x="218345" y="61911"/>
                  <a:pt x="216258" y="65159"/>
                  <a:pt x="214662" y="69804"/>
                </a:cubicBezTo>
                <a:moveTo>
                  <a:pt x="249288" y="90801"/>
                </a:moveTo>
                <a:cubicBezTo>
                  <a:pt x="245972" y="91892"/>
                  <a:pt x="240723" y="93197"/>
                  <a:pt x="233540" y="94715"/>
                </a:cubicBezTo>
                <a:cubicBezTo>
                  <a:pt x="226357" y="96230"/>
                  <a:pt x="221661" y="97716"/>
                  <a:pt x="219451" y="99172"/>
                </a:cubicBezTo>
                <a:cubicBezTo>
                  <a:pt x="216074" y="101538"/>
                  <a:pt x="214386" y="104540"/>
                  <a:pt x="214386" y="108180"/>
                </a:cubicBezTo>
                <a:cubicBezTo>
                  <a:pt x="214386" y="111760"/>
                  <a:pt x="215736" y="114854"/>
                  <a:pt x="218438" y="117464"/>
                </a:cubicBezTo>
                <a:cubicBezTo>
                  <a:pt x="221139" y="120071"/>
                  <a:pt x="224577" y="121375"/>
                  <a:pt x="228752" y="121375"/>
                </a:cubicBezTo>
                <a:cubicBezTo>
                  <a:pt x="233418" y="121375"/>
                  <a:pt x="237869" y="119858"/>
                  <a:pt x="242105" y="116825"/>
                </a:cubicBezTo>
                <a:cubicBezTo>
                  <a:pt x="245236" y="114521"/>
                  <a:pt x="247292" y="111699"/>
                  <a:pt x="248275" y="108361"/>
                </a:cubicBezTo>
                <a:cubicBezTo>
                  <a:pt x="248950" y="106178"/>
                  <a:pt x="249288" y="102023"/>
                  <a:pt x="249288" y="95897"/>
                </a:cubicBezTo>
                <a:lnTo>
                  <a:pt x="249288" y="90801"/>
                </a:lnTo>
                <a:close/>
                <a:moveTo>
                  <a:pt x="345032" y="39599"/>
                </a:moveTo>
                <a:lnTo>
                  <a:pt x="345032" y="60227"/>
                </a:lnTo>
                <a:lnTo>
                  <a:pt x="327351" y="60227"/>
                </a:lnTo>
                <a:lnTo>
                  <a:pt x="327351" y="99578"/>
                </a:lnTo>
                <a:cubicBezTo>
                  <a:pt x="327351" y="107548"/>
                  <a:pt x="327520" y="112191"/>
                  <a:pt x="327857" y="113510"/>
                </a:cubicBezTo>
                <a:cubicBezTo>
                  <a:pt x="328195" y="114826"/>
                  <a:pt x="328963" y="115913"/>
                  <a:pt x="330160" y="116773"/>
                </a:cubicBezTo>
                <a:cubicBezTo>
                  <a:pt x="331357" y="117631"/>
                  <a:pt x="332815" y="118059"/>
                  <a:pt x="334534" y="118059"/>
                </a:cubicBezTo>
                <a:cubicBezTo>
                  <a:pt x="336928" y="118059"/>
                  <a:pt x="340397" y="117231"/>
                  <a:pt x="344940" y="115573"/>
                </a:cubicBezTo>
                <a:lnTo>
                  <a:pt x="347150" y="135723"/>
                </a:lnTo>
                <a:cubicBezTo>
                  <a:pt x="341134" y="138313"/>
                  <a:pt x="334319" y="139608"/>
                  <a:pt x="326706" y="139608"/>
                </a:cubicBezTo>
                <a:cubicBezTo>
                  <a:pt x="322040" y="139608"/>
                  <a:pt x="317835" y="138826"/>
                  <a:pt x="314090" y="137260"/>
                </a:cubicBezTo>
                <a:cubicBezTo>
                  <a:pt x="310345" y="135695"/>
                  <a:pt x="307598" y="133669"/>
                  <a:pt x="305848" y="131182"/>
                </a:cubicBezTo>
                <a:cubicBezTo>
                  <a:pt x="304098" y="128696"/>
                  <a:pt x="302886" y="125334"/>
                  <a:pt x="302210" y="121098"/>
                </a:cubicBezTo>
                <a:cubicBezTo>
                  <a:pt x="301658" y="118090"/>
                  <a:pt x="301382" y="112012"/>
                  <a:pt x="301382" y="102864"/>
                </a:cubicBezTo>
                <a:lnTo>
                  <a:pt x="301382" y="60227"/>
                </a:lnTo>
                <a:lnTo>
                  <a:pt x="289502" y="60227"/>
                </a:lnTo>
                <a:lnTo>
                  <a:pt x="289502" y="39599"/>
                </a:lnTo>
                <a:lnTo>
                  <a:pt x="301382" y="39599"/>
                </a:lnTo>
                <a:lnTo>
                  <a:pt x="301382" y="20076"/>
                </a:lnTo>
                <a:lnTo>
                  <a:pt x="327351" y="4789"/>
                </a:lnTo>
                <a:lnTo>
                  <a:pt x="327351" y="39599"/>
                </a:lnTo>
                <a:lnTo>
                  <a:pt x="345032" y="39599"/>
                </a:lnTo>
                <a:close/>
                <a:moveTo>
                  <a:pt x="419624" y="106272"/>
                </a:moveTo>
                <a:lnTo>
                  <a:pt x="445409" y="110692"/>
                </a:lnTo>
                <a:cubicBezTo>
                  <a:pt x="442094" y="120116"/>
                  <a:pt x="436860" y="127291"/>
                  <a:pt x="429707" y="132218"/>
                </a:cubicBezTo>
                <a:cubicBezTo>
                  <a:pt x="422555" y="137145"/>
                  <a:pt x="413607" y="139608"/>
                  <a:pt x="402863" y="139608"/>
                </a:cubicBezTo>
                <a:cubicBezTo>
                  <a:pt x="385857" y="139608"/>
                  <a:pt x="373272" y="134052"/>
                  <a:pt x="365106" y="122940"/>
                </a:cubicBezTo>
                <a:cubicBezTo>
                  <a:pt x="358660" y="114038"/>
                  <a:pt x="355437" y="102803"/>
                  <a:pt x="355437" y="89235"/>
                </a:cubicBezTo>
                <a:cubicBezTo>
                  <a:pt x="355437" y="73027"/>
                  <a:pt x="359673" y="60334"/>
                  <a:pt x="368145" y="51156"/>
                </a:cubicBezTo>
                <a:cubicBezTo>
                  <a:pt x="376618" y="41978"/>
                  <a:pt x="387331" y="37389"/>
                  <a:pt x="400285" y="37389"/>
                </a:cubicBezTo>
                <a:cubicBezTo>
                  <a:pt x="414835" y="37389"/>
                  <a:pt x="426315" y="42193"/>
                  <a:pt x="434726" y="51801"/>
                </a:cubicBezTo>
                <a:cubicBezTo>
                  <a:pt x="443137" y="61409"/>
                  <a:pt x="447158" y="76128"/>
                  <a:pt x="446790" y="95958"/>
                </a:cubicBezTo>
                <a:lnTo>
                  <a:pt x="381959" y="95958"/>
                </a:lnTo>
                <a:cubicBezTo>
                  <a:pt x="382143" y="103632"/>
                  <a:pt x="384230" y="109602"/>
                  <a:pt x="388221" y="113869"/>
                </a:cubicBezTo>
                <a:cubicBezTo>
                  <a:pt x="392211" y="118136"/>
                  <a:pt x="397184" y="120269"/>
                  <a:pt x="403139" y="120269"/>
                </a:cubicBezTo>
                <a:cubicBezTo>
                  <a:pt x="407191" y="120269"/>
                  <a:pt x="410599" y="119164"/>
                  <a:pt x="413361" y="116954"/>
                </a:cubicBezTo>
                <a:cubicBezTo>
                  <a:pt x="416124" y="114744"/>
                  <a:pt x="418212" y="111183"/>
                  <a:pt x="419624" y="106272"/>
                </a:cubicBezTo>
                <a:moveTo>
                  <a:pt x="421097" y="80118"/>
                </a:moveTo>
                <a:cubicBezTo>
                  <a:pt x="420913" y="72659"/>
                  <a:pt x="418979" y="66988"/>
                  <a:pt x="415295" y="63105"/>
                </a:cubicBezTo>
                <a:cubicBezTo>
                  <a:pt x="411612" y="59222"/>
                  <a:pt x="407130" y="57280"/>
                  <a:pt x="401850" y="57280"/>
                </a:cubicBezTo>
                <a:cubicBezTo>
                  <a:pt x="396202" y="57280"/>
                  <a:pt x="391536" y="59328"/>
                  <a:pt x="387853" y="63424"/>
                </a:cubicBezTo>
                <a:cubicBezTo>
                  <a:pt x="384169" y="67522"/>
                  <a:pt x="382358" y="73087"/>
                  <a:pt x="382419" y="80118"/>
                </a:cubicBezTo>
                <a:lnTo>
                  <a:pt x="421097" y="80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8B791-BBD5-4BA2-85B6-CB63AFA0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816" y="707619"/>
            <a:ext cx="464247" cy="4758529"/>
          </a:xfrm>
          <a:custGeom xmlns:a="http://schemas.openxmlformats.org/drawingml/2006/main">
            <a:pathLst>
              <a:path w="464247" h="4758529">
                <a:moveTo>
                  <a:pt x="464247" y="46425"/>
                </a:moveTo>
                <a:lnTo>
                  <a:pt x="464247" y="4712104"/>
                </a:lnTo>
                <a:cubicBezTo>
                  <a:pt x="464247" y="4718262"/>
                  <a:pt x="463069" y="4724182"/>
                  <a:pt x="460713" y="4729870"/>
                </a:cubicBezTo>
                <a:cubicBezTo>
                  <a:pt x="458357" y="4735558"/>
                  <a:pt x="455003" y="4740578"/>
                  <a:pt x="450650" y="4744931"/>
                </a:cubicBezTo>
                <a:cubicBezTo>
                  <a:pt x="446297" y="4749283"/>
                  <a:pt x="441276" y="4752639"/>
                  <a:pt x="435588" y="4754995"/>
                </a:cubicBezTo>
                <a:cubicBezTo>
                  <a:pt x="429900" y="4757351"/>
                  <a:pt x="423978" y="4758529"/>
                  <a:pt x="417822" y="4758529"/>
                </a:cubicBezTo>
                <a:lnTo>
                  <a:pt x="46425" y="4758529"/>
                </a:lnTo>
                <a:cubicBezTo>
                  <a:pt x="40269" y="4758529"/>
                  <a:pt x="34347" y="4757351"/>
                  <a:pt x="28660" y="4754995"/>
                </a:cubicBezTo>
                <a:cubicBezTo>
                  <a:pt x="22972" y="4752639"/>
                  <a:pt x="17951" y="4749283"/>
                  <a:pt x="13598" y="4744931"/>
                </a:cubicBezTo>
                <a:cubicBezTo>
                  <a:pt x="9245" y="4740578"/>
                  <a:pt x="5890" y="4735558"/>
                  <a:pt x="3535" y="4729870"/>
                </a:cubicBezTo>
                <a:cubicBezTo>
                  <a:pt x="1179" y="4724182"/>
                  <a:pt x="0" y="4718262"/>
                  <a:pt x="0" y="4712104"/>
                </a:cubicBezTo>
                <a:lnTo>
                  <a:pt x="0" y="46425"/>
                </a:lnTo>
                <a:cubicBezTo>
                  <a:pt x="0" y="40268"/>
                  <a:pt x="1179" y="34346"/>
                  <a:pt x="3535" y="28659"/>
                </a:cubicBezTo>
                <a:cubicBezTo>
                  <a:pt x="5890" y="22971"/>
                  <a:pt x="9245" y="17951"/>
                  <a:pt x="13598" y="13598"/>
                </a:cubicBezTo>
                <a:cubicBezTo>
                  <a:pt x="17951" y="9244"/>
                  <a:pt x="22972" y="5890"/>
                  <a:pt x="28660" y="3534"/>
                </a:cubicBezTo>
                <a:cubicBezTo>
                  <a:pt x="34347" y="1178"/>
                  <a:pt x="40269" y="0"/>
                  <a:pt x="46425" y="0"/>
                </a:cubicBezTo>
                <a:lnTo>
                  <a:pt x="417822" y="0"/>
                </a:lnTo>
                <a:cubicBezTo>
                  <a:pt x="423978" y="0"/>
                  <a:pt x="429900" y="1178"/>
                  <a:pt x="435588" y="3534"/>
                </a:cubicBezTo>
                <a:cubicBezTo>
                  <a:pt x="441276" y="5890"/>
                  <a:pt x="446297" y="9244"/>
                  <a:pt x="450650" y="13598"/>
                </a:cubicBezTo>
                <a:cubicBezTo>
                  <a:pt x="455003" y="17951"/>
                  <a:pt x="458357" y="22971"/>
                  <a:pt x="460713" y="28659"/>
                </a:cubicBezTo>
                <a:cubicBezTo>
                  <a:pt x="463069" y="34346"/>
                  <a:pt x="464247" y="40268"/>
                  <a:pt x="464247" y="46425"/>
                </a:cubicBezTo>
                <a:close/>
              </a:path>
            </a:pathLst>
          </a:custGeom>
          <a:solidFill xmlns:a="http://schemas.openxmlformats.org/drawingml/2006/main">
            <a:srgbClr val="F0FD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32C84-E964-4D25-989E-468A5046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6816" y="707619"/>
            <a:ext cx="464247" cy="4758529"/>
          </a:xfrm>
          <a:custGeom xmlns:a="http://schemas.openxmlformats.org/drawingml/2006/main">
            <a:pathLst>
              <a:path w="464247" h="4758529" fill="none">
                <a:moveTo>
                  <a:pt x="464247" y="46425"/>
                </a:moveTo>
                <a:lnTo>
                  <a:pt x="464247" y="4712104"/>
                </a:lnTo>
                <a:cubicBezTo>
                  <a:pt x="464247" y="4718262"/>
                  <a:pt x="463069" y="4724182"/>
                  <a:pt x="460713" y="4729870"/>
                </a:cubicBezTo>
                <a:cubicBezTo>
                  <a:pt x="458357" y="4735558"/>
                  <a:pt x="455003" y="4740578"/>
                  <a:pt x="450650" y="4744931"/>
                </a:cubicBezTo>
                <a:cubicBezTo>
                  <a:pt x="446297" y="4749283"/>
                  <a:pt x="441276" y="4752639"/>
                  <a:pt x="435588" y="4754995"/>
                </a:cubicBezTo>
                <a:cubicBezTo>
                  <a:pt x="429900" y="4757351"/>
                  <a:pt x="423978" y="4758529"/>
                  <a:pt x="417822" y="4758529"/>
                </a:cubicBezTo>
                <a:lnTo>
                  <a:pt x="46425" y="4758529"/>
                </a:lnTo>
                <a:cubicBezTo>
                  <a:pt x="40269" y="4758529"/>
                  <a:pt x="34347" y="4757351"/>
                  <a:pt x="28660" y="4754995"/>
                </a:cubicBezTo>
                <a:cubicBezTo>
                  <a:pt x="22972" y="4752639"/>
                  <a:pt x="17951" y="4749283"/>
                  <a:pt x="13598" y="4744931"/>
                </a:cubicBezTo>
                <a:cubicBezTo>
                  <a:pt x="9245" y="4740578"/>
                  <a:pt x="5890" y="4735558"/>
                  <a:pt x="3535" y="4729870"/>
                </a:cubicBezTo>
                <a:cubicBezTo>
                  <a:pt x="1179" y="4724182"/>
                  <a:pt x="0" y="4718262"/>
                  <a:pt x="0" y="4712104"/>
                </a:cubicBezTo>
                <a:lnTo>
                  <a:pt x="0" y="46425"/>
                </a:lnTo>
                <a:cubicBezTo>
                  <a:pt x="0" y="40268"/>
                  <a:pt x="1179" y="34346"/>
                  <a:pt x="3535" y="28659"/>
                </a:cubicBezTo>
                <a:cubicBezTo>
                  <a:pt x="5890" y="22971"/>
                  <a:pt x="9245" y="17951"/>
                  <a:pt x="13598" y="13598"/>
                </a:cubicBezTo>
                <a:cubicBezTo>
                  <a:pt x="17951" y="9244"/>
                  <a:pt x="22972" y="5890"/>
                  <a:pt x="28660" y="3534"/>
                </a:cubicBezTo>
                <a:cubicBezTo>
                  <a:pt x="34347" y="1178"/>
                  <a:pt x="40269" y="0"/>
                  <a:pt x="46425" y="0"/>
                </a:cubicBezTo>
                <a:lnTo>
                  <a:pt x="417822" y="0"/>
                </a:lnTo>
                <a:cubicBezTo>
                  <a:pt x="423978" y="0"/>
                  <a:pt x="429900" y="1178"/>
                  <a:pt x="435588" y="3534"/>
                </a:cubicBezTo>
                <a:cubicBezTo>
                  <a:pt x="441276" y="5890"/>
                  <a:pt x="446297" y="9244"/>
                  <a:pt x="450650" y="13598"/>
                </a:cubicBezTo>
                <a:cubicBezTo>
                  <a:pt x="455003" y="17951"/>
                  <a:pt x="458357" y="22971"/>
                  <a:pt x="460713" y="28659"/>
                </a:cubicBezTo>
                <a:cubicBezTo>
                  <a:pt x="463069" y="34346"/>
                  <a:pt x="464247" y="40268"/>
                  <a:pt x="464247" y="4642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C7F6E-9CD0-45A4-8756-4C994FB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" y="720532"/>
            <a:ext cx="7718102" cy="1987556"/>
          </a:xfrm>
          <a:custGeom xmlns:a="http://schemas.openxmlformats.org/drawingml/2006/main">
            <a:pathLst>
              <a:path w="7718102" h="1987556">
                <a:moveTo>
                  <a:pt x="39751" y="0"/>
                </a:moveTo>
                <a:lnTo>
                  <a:pt x="7678351" y="0"/>
                </a:lnTo>
                <a:cubicBezTo>
                  <a:pt x="7683622" y="0"/>
                  <a:pt x="7688693" y="1009"/>
                  <a:pt x="7693563" y="3026"/>
                </a:cubicBezTo>
                <a:cubicBezTo>
                  <a:pt x="7698433" y="5043"/>
                  <a:pt x="7702731" y="7915"/>
                  <a:pt x="7706459" y="11643"/>
                </a:cubicBezTo>
                <a:cubicBezTo>
                  <a:pt x="7710186" y="15370"/>
                  <a:pt x="7713059" y="19669"/>
                  <a:pt x="7715076" y="24539"/>
                </a:cubicBezTo>
                <a:cubicBezTo>
                  <a:pt x="7717093" y="29409"/>
                  <a:pt x="7718102" y="34480"/>
                  <a:pt x="7718102" y="39751"/>
                </a:cubicBezTo>
                <a:lnTo>
                  <a:pt x="7718102" y="1947805"/>
                </a:lnTo>
                <a:cubicBezTo>
                  <a:pt x="7718102" y="1953076"/>
                  <a:pt x="7717093" y="1958147"/>
                  <a:pt x="7715076" y="1963017"/>
                </a:cubicBezTo>
                <a:cubicBezTo>
                  <a:pt x="7713059" y="1967887"/>
                  <a:pt x="7710186" y="1972186"/>
                  <a:pt x="7706459" y="1975913"/>
                </a:cubicBezTo>
                <a:cubicBezTo>
                  <a:pt x="7702732" y="1979641"/>
                  <a:pt x="7698433" y="1982513"/>
                  <a:pt x="7693563" y="1984530"/>
                </a:cubicBezTo>
                <a:cubicBezTo>
                  <a:pt x="7688693" y="1986547"/>
                  <a:pt x="7683622" y="1987556"/>
                  <a:pt x="7678351" y="1987556"/>
                </a:cubicBezTo>
                <a:lnTo>
                  <a:pt x="39751" y="1987556"/>
                </a:lnTo>
                <a:cubicBezTo>
                  <a:pt x="34480" y="1987556"/>
                  <a:pt x="29409" y="1986547"/>
                  <a:pt x="24539" y="1984530"/>
                </a:cubicBezTo>
                <a:cubicBezTo>
                  <a:pt x="19670" y="1982513"/>
                  <a:pt x="15370" y="1979641"/>
                  <a:pt x="11643" y="1975913"/>
                </a:cubicBezTo>
                <a:cubicBezTo>
                  <a:pt x="7916" y="1972186"/>
                  <a:pt x="5044" y="1967887"/>
                  <a:pt x="3026" y="1963017"/>
                </a:cubicBezTo>
                <a:cubicBezTo>
                  <a:pt x="1009" y="1958147"/>
                  <a:pt x="0" y="1953076"/>
                  <a:pt x="0" y="1947805"/>
                </a:cubicBezTo>
                <a:lnTo>
                  <a:pt x="0" y="39751"/>
                </a:lnTo>
                <a:cubicBezTo>
                  <a:pt x="0" y="34480"/>
                  <a:pt x="1009" y="29409"/>
                  <a:pt x="3026" y="24539"/>
                </a:cubicBezTo>
                <a:cubicBezTo>
                  <a:pt x="5044" y="19669"/>
                  <a:pt x="7916" y="15370"/>
                  <a:pt x="11643" y="11643"/>
                </a:cubicBezTo>
                <a:cubicBezTo>
                  <a:pt x="15370" y="7915"/>
                  <a:pt x="19670" y="5043"/>
                  <a:pt x="24539" y="3026"/>
                </a:cubicBezTo>
                <a:cubicBezTo>
                  <a:pt x="29409" y="1009"/>
                  <a:pt x="34480" y="0"/>
                  <a:pt x="3975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A9723-9D69-4B6A-8C8A-28EE9F4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" y="720532"/>
            <a:ext cx="7718102" cy="1987556"/>
          </a:xfrm>
          <a:custGeom xmlns:a="http://schemas.openxmlformats.org/drawingml/2006/main">
            <a:pathLst>
              <a:path w="7718102" h="1987556" fill="none">
                <a:moveTo>
                  <a:pt x="39751" y="0"/>
                </a:moveTo>
                <a:lnTo>
                  <a:pt x="7678351" y="0"/>
                </a:lnTo>
                <a:cubicBezTo>
                  <a:pt x="7683622" y="0"/>
                  <a:pt x="7688693" y="1009"/>
                  <a:pt x="7693563" y="3026"/>
                </a:cubicBezTo>
                <a:cubicBezTo>
                  <a:pt x="7698433" y="5043"/>
                  <a:pt x="7702731" y="7915"/>
                  <a:pt x="7706459" y="11643"/>
                </a:cubicBezTo>
                <a:cubicBezTo>
                  <a:pt x="7710186" y="15370"/>
                  <a:pt x="7713059" y="19669"/>
                  <a:pt x="7715076" y="24539"/>
                </a:cubicBezTo>
                <a:cubicBezTo>
                  <a:pt x="7717093" y="29409"/>
                  <a:pt x="7718102" y="34480"/>
                  <a:pt x="7718102" y="39751"/>
                </a:cubicBezTo>
                <a:lnTo>
                  <a:pt x="7718102" y="1947805"/>
                </a:lnTo>
                <a:cubicBezTo>
                  <a:pt x="7718102" y="1953076"/>
                  <a:pt x="7717093" y="1958147"/>
                  <a:pt x="7715076" y="1963017"/>
                </a:cubicBezTo>
                <a:cubicBezTo>
                  <a:pt x="7713059" y="1967887"/>
                  <a:pt x="7710186" y="1972186"/>
                  <a:pt x="7706459" y="1975913"/>
                </a:cubicBezTo>
                <a:cubicBezTo>
                  <a:pt x="7702732" y="1979641"/>
                  <a:pt x="7698433" y="1982513"/>
                  <a:pt x="7693563" y="1984530"/>
                </a:cubicBezTo>
                <a:cubicBezTo>
                  <a:pt x="7688693" y="1986547"/>
                  <a:pt x="7683622" y="1987556"/>
                  <a:pt x="7678351" y="1987556"/>
                </a:cubicBezTo>
                <a:lnTo>
                  <a:pt x="39751" y="1987556"/>
                </a:lnTo>
                <a:cubicBezTo>
                  <a:pt x="34480" y="1987556"/>
                  <a:pt x="29409" y="1986547"/>
                  <a:pt x="24539" y="1984530"/>
                </a:cubicBezTo>
                <a:cubicBezTo>
                  <a:pt x="19670" y="1982513"/>
                  <a:pt x="15370" y="1979641"/>
                  <a:pt x="11643" y="1975913"/>
                </a:cubicBezTo>
                <a:cubicBezTo>
                  <a:pt x="7916" y="1972186"/>
                  <a:pt x="5044" y="1967887"/>
                  <a:pt x="3026" y="1963017"/>
                </a:cubicBezTo>
                <a:cubicBezTo>
                  <a:pt x="1009" y="1958147"/>
                  <a:pt x="0" y="1953076"/>
                  <a:pt x="0" y="1947805"/>
                </a:cubicBezTo>
                <a:lnTo>
                  <a:pt x="0" y="39751"/>
                </a:lnTo>
                <a:cubicBezTo>
                  <a:pt x="0" y="34480"/>
                  <a:pt x="1009" y="29409"/>
                  <a:pt x="3026" y="24539"/>
                </a:cubicBezTo>
                <a:cubicBezTo>
                  <a:pt x="5044" y="19669"/>
                  <a:pt x="7916" y="15370"/>
                  <a:pt x="11643" y="11643"/>
                </a:cubicBezTo>
                <a:cubicBezTo>
                  <a:pt x="15370" y="7915"/>
                  <a:pt x="19670" y="5043"/>
                  <a:pt x="24539" y="3026"/>
                </a:cubicBezTo>
                <a:cubicBezTo>
                  <a:pt x="29409" y="1009"/>
                  <a:pt x="34480" y="0"/>
                  <a:pt x="3975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3a0b324274a08"/>
          <a:stretch xmlns:a="http://schemas.openxmlformats.org/drawingml/2006/main"/>
        </p:blipFill>
        <p:spPr>
          <a:xfrm xmlns:a="http://schemas.openxmlformats.org/drawingml/2006/main">
            <a:off x="4676613" y="778563"/>
            <a:ext cx="372801" cy="435231"/>
          </a:xfrm>
          <a:prstGeom xmlns:a="http://schemas.openxmlformats.org/drawingml/2006/main" prst="rect">
            <a:avLst/>
          </a:prstGeom>
        </p:spPr>
      </p:pic>
      <p:sp>
        <p:nvSpPr>
          <p:cNvPr id="8" name="Text Setup(">
            <a:extLst xmlns:a="http://schemas.openxmlformats.org/drawingml/2006/main">
              <a:ext uri="{FF2B5EF4-FFF2-40B4-BE49-F238E27FC236}">
                <a16:creationId xmlns:a16="http://schemas.microsoft.com/office/drawing/2014/main" id="{B8C0904C-49C2-4D25-80BC-FABA4E98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867" y="904173"/>
            <a:ext cx="991922" cy="258957"/>
          </a:xfrm>
          <a:custGeom xmlns:a="http://schemas.openxmlformats.org/drawingml/2006/main">
            <a:pathLst>
              <a:path w="991922" h="258957">
                <a:moveTo>
                  <a:pt x="0" y="136746"/>
                </a:moveTo>
                <a:lnTo>
                  <a:pt x="38763" y="132978"/>
                </a:lnTo>
                <a:cubicBezTo>
                  <a:pt x="41096" y="146036"/>
                  <a:pt x="45829" y="155627"/>
                  <a:pt x="52962" y="161751"/>
                </a:cubicBezTo>
                <a:cubicBezTo>
                  <a:pt x="60096" y="167873"/>
                  <a:pt x="69719" y="170933"/>
                  <a:pt x="81833" y="170933"/>
                </a:cubicBezTo>
                <a:cubicBezTo>
                  <a:pt x="94664" y="170933"/>
                  <a:pt x="104332" y="168210"/>
                  <a:pt x="110837" y="162765"/>
                </a:cubicBezTo>
                <a:cubicBezTo>
                  <a:pt x="117343" y="157320"/>
                  <a:pt x="120595" y="150950"/>
                  <a:pt x="120595" y="143657"/>
                </a:cubicBezTo>
                <a:cubicBezTo>
                  <a:pt x="120595" y="138977"/>
                  <a:pt x="119227" y="134995"/>
                  <a:pt x="116490" y="131712"/>
                </a:cubicBezTo>
                <a:cubicBezTo>
                  <a:pt x="113754" y="128426"/>
                  <a:pt x="108975" y="125567"/>
                  <a:pt x="102156" y="123136"/>
                </a:cubicBezTo>
                <a:cubicBezTo>
                  <a:pt x="97490" y="121518"/>
                  <a:pt x="86857" y="118641"/>
                  <a:pt x="70258" y="114505"/>
                </a:cubicBezTo>
                <a:cubicBezTo>
                  <a:pt x="48902" y="109200"/>
                  <a:pt x="33917" y="102680"/>
                  <a:pt x="25303" y="94947"/>
                </a:cubicBezTo>
                <a:cubicBezTo>
                  <a:pt x="13190" y="84067"/>
                  <a:pt x="7133" y="70806"/>
                  <a:pt x="7133" y="55162"/>
                </a:cubicBezTo>
                <a:cubicBezTo>
                  <a:pt x="7133" y="45093"/>
                  <a:pt x="9982" y="35676"/>
                  <a:pt x="15680" y="26910"/>
                </a:cubicBezTo>
                <a:cubicBezTo>
                  <a:pt x="21378" y="18142"/>
                  <a:pt x="29588" y="11466"/>
                  <a:pt x="40311" y="6881"/>
                </a:cubicBezTo>
                <a:cubicBezTo>
                  <a:pt x="51033" y="2294"/>
                  <a:pt x="63977" y="0"/>
                  <a:pt x="79141" y="0"/>
                </a:cubicBezTo>
                <a:cubicBezTo>
                  <a:pt x="103906" y="0"/>
                  <a:pt x="122547" y="5454"/>
                  <a:pt x="135064" y="16361"/>
                </a:cubicBezTo>
                <a:cubicBezTo>
                  <a:pt x="147581" y="27266"/>
                  <a:pt x="154154" y="41822"/>
                  <a:pt x="154782" y="60028"/>
                </a:cubicBezTo>
                <a:lnTo>
                  <a:pt x="114942" y="61644"/>
                </a:lnTo>
                <a:cubicBezTo>
                  <a:pt x="113238" y="51504"/>
                  <a:pt x="109581" y="44214"/>
                  <a:pt x="103973" y="39772"/>
                </a:cubicBezTo>
                <a:cubicBezTo>
                  <a:pt x="98365" y="35331"/>
                  <a:pt x="89953" y="33110"/>
                  <a:pt x="78737" y="33110"/>
                </a:cubicBezTo>
                <a:cubicBezTo>
                  <a:pt x="67162" y="33110"/>
                  <a:pt x="58099" y="35489"/>
                  <a:pt x="51549" y="40248"/>
                </a:cubicBezTo>
                <a:cubicBezTo>
                  <a:pt x="47332" y="43298"/>
                  <a:pt x="45223" y="47382"/>
                  <a:pt x="45223" y="52500"/>
                </a:cubicBezTo>
                <a:cubicBezTo>
                  <a:pt x="45223" y="57168"/>
                  <a:pt x="47197" y="61163"/>
                  <a:pt x="51145" y="64483"/>
                </a:cubicBezTo>
                <a:cubicBezTo>
                  <a:pt x="56170" y="68703"/>
                  <a:pt x="68373" y="73105"/>
                  <a:pt x="87755" y="77690"/>
                </a:cubicBezTo>
                <a:cubicBezTo>
                  <a:pt x="107136" y="82274"/>
                  <a:pt x="121470" y="87017"/>
                  <a:pt x="130757" y="91919"/>
                </a:cubicBezTo>
                <a:cubicBezTo>
                  <a:pt x="140044" y="96817"/>
                  <a:pt x="147312" y="103515"/>
                  <a:pt x="152561" y="112011"/>
                </a:cubicBezTo>
                <a:cubicBezTo>
                  <a:pt x="157810" y="120504"/>
                  <a:pt x="160435" y="131000"/>
                  <a:pt x="160435" y="143497"/>
                </a:cubicBezTo>
                <a:cubicBezTo>
                  <a:pt x="160435" y="154823"/>
                  <a:pt x="157294" y="165430"/>
                  <a:pt x="151013" y="175320"/>
                </a:cubicBezTo>
                <a:cubicBezTo>
                  <a:pt x="144732" y="185210"/>
                  <a:pt x="135849" y="192559"/>
                  <a:pt x="124364" y="197368"/>
                </a:cubicBezTo>
                <a:cubicBezTo>
                  <a:pt x="112879" y="202177"/>
                  <a:pt x="98567" y="204581"/>
                  <a:pt x="81429" y="204581"/>
                </a:cubicBezTo>
                <a:cubicBezTo>
                  <a:pt x="56484" y="204581"/>
                  <a:pt x="37327" y="198805"/>
                  <a:pt x="23958" y="187253"/>
                </a:cubicBezTo>
                <a:cubicBezTo>
                  <a:pt x="10588" y="175700"/>
                  <a:pt x="2602" y="158865"/>
                  <a:pt x="0" y="136746"/>
                </a:cubicBezTo>
                <a:close/>
                <a:moveTo>
                  <a:pt x="276456" y="155320"/>
                </a:moveTo>
                <a:lnTo>
                  <a:pt x="314142" y="161781"/>
                </a:lnTo>
                <a:cubicBezTo>
                  <a:pt x="309297" y="175554"/>
                  <a:pt x="301648" y="186041"/>
                  <a:pt x="291194" y="193242"/>
                </a:cubicBezTo>
                <a:cubicBezTo>
                  <a:pt x="280741" y="200443"/>
                  <a:pt x="267663" y="204043"/>
                  <a:pt x="251960" y="204043"/>
                </a:cubicBezTo>
                <a:cubicBezTo>
                  <a:pt x="227106" y="204043"/>
                  <a:pt x="208711" y="195923"/>
                  <a:pt x="196777" y="179682"/>
                </a:cubicBezTo>
                <a:cubicBezTo>
                  <a:pt x="187356" y="166671"/>
                  <a:pt x="182645" y="150251"/>
                  <a:pt x="182645" y="130421"/>
                </a:cubicBezTo>
                <a:cubicBezTo>
                  <a:pt x="182645" y="106732"/>
                  <a:pt x="188836" y="88181"/>
                  <a:pt x="201219" y="74766"/>
                </a:cubicBezTo>
                <a:cubicBezTo>
                  <a:pt x="213601" y="61352"/>
                  <a:pt x="229259" y="54645"/>
                  <a:pt x="248192" y="54645"/>
                </a:cubicBezTo>
                <a:cubicBezTo>
                  <a:pt x="269458" y="54645"/>
                  <a:pt x="286237" y="61666"/>
                  <a:pt x="298530" y="75709"/>
                </a:cubicBezTo>
                <a:cubicBezTo>
                  <a:pt x="310823" y="89751"/>
                  <a:pt x="316700" y="111264"/>
                  <a:pt x="316161" y="140246"/>
                </a:cubicBezTo>
                <a:lnTo>
                  <a:pt x="221408" y="140246"/>
                </a:lnTo>
                <a:cubicBezTo>
                  <a:pt x="221677" y="151462"/>
                  <a:pt x="224728" y="160188"/>
                  <a:pt x="230560" y="166424"/>
                </a:cubicBezTo>
                <a:cubicBezTo>
                  <a:pt x="236393" y="172660"/>
                  <a:pt x="243661" y="175778"/>
                  <a:pt x="252364" y="175778"/>
                </a:cubicBezTo>
                <a:cubicBezTo>
                  <a:pt x="258286" y="175778"/>
                  <a:pt x="263266" y="174163"/>
                  <a:pt x="267304" y="170933"/>
                </a:cubicBezTo>
                <a:cubicBezTo>
                  <a:pt x="271342" y="167703"/>
                  <a:pt x="274393" y="162499"/>
                  <a:pt x="276456" y="155320"/>
                </a:cubicBezTo>
                <a:moveTo>
                  <a:pt x="278610" y="117096"/>
                </a:moveTo>
                <a:cubicBezTo>
                  <a:pt x="278341" y="106194"/>
                  <a:pt x="275514" y="97905"/>
                  <a:pt x="270131" y="92230"/>
                </a:cubicBezTo>
                <a:cubicBezTo>
                  <a:pt x="264747" y="86555"/>
                  <a:pt x="258197" y="83717"/>
                  <a:pt x="250480" y="83717"/>
                </a:cubicBezTo>
                <a:cubicBezTo>
                  <a:pt x="242225" y="83717"/>
                  <a:pt x="235406" y="86710"/>
                  <a:pt x="230022" y="92697"/>
                </a:cubicBezTo>
                <a:cubicBezTo>
                  <a:pt x="224638" y="98686"/>
                  <a:pt x="221991" y="106819"/>
                  <a:pt x="222081" y="117096"/>
                </a:cubicBezTo>
                <a:lnTo>
                  <a:pt x="278610" y="117096"/>
                </a:lnTo>
                <a:close/>
                <a:moveTo>
                  <a:pt x="412488" y="57875"/>
                </a:moveTo>
                <a:lnTo>
                  <a:pt x="412488" y="88024"/>
                </a:lnTo>
                <a:lnTo>
                  <a:pt x="386646" y="88024"/>
                </a:lnTo>
                <a:lnTo>
                  <a:pt x="386646" y="145537"/>
                </a:lnTo>
                <a:cubicBezTo>
                  <a:pt x="386646" y="157185"/>
                  <a:pt x="386893" y="163972"/>
                  <a:pt x="387386" y="165898"/>
                </a:cubicBezTo>
                <a:cubicBezTo>
                  <a:pt x="387880" y="167822"/>
                  <a:pt x="389001" y="169412"/>
                  <a:pt x="390751" y="170668"/>
                </a:cubicBezTo>
                <a:cubicBezTo>
                  <a:pt x="392501" y="171922"/>
                  <a:pt x="394632" y="172548"/>
                  <a:pt x="397144" y="172548"/>
                </a:cubicBezTo>
                <a:cubicBezTo>
                  <a:pt x="400644" y="172548"/>
                  <a:pt x="405713" y="171337"/>
                  <a:pt x="412353" y="168914"/>
                </a:cubicBezTo>
                <a:lnTo>
                  <a:pt x="415584" y="198365"/>
                </a:lnTo>
                <a:cubicBezTo>
                  <a:pt x="406790" y="202150"/>
                  <a:pt x="396830" y="204043"/>
                  <a:pt x="385704" y="204043"/>
                </a:cubicBezTo>
                <a:cubicBezTo>
                  <a:pt x="378885" y="204043"/>
                  <a:pt x="372738" y="202899"/>
                  <a:pt x="367265" y="200611"/>
                </a:cubicBezTo>
                <a:cubicBezTo>
                  <a:pt x="361791" y="198323"/>
                  <a:pt x="357776" y="195362"/>
                  <a:pt x="355219" y="191728"/>
                </a:cubicBezTo>
                <a:cubicBezTo>
                  <a:pt x="352661" y="188094"/>
                  <a:pt x="350889" y="183181"/>
                  <a:pt x="349902" y="176990"/>
                </a:cubicBezTo>
                <a:cubicBezTo>
                  <a:pt x="349095" y="172593"/>
                  <a:pt x="348691" y="163710"/>
                  <a:pt x="348691" y="150340"/>
                </a:cubicBezTo>
                <a:lnTo>
                  <a:pt x="348691" y="88024"/>
                </a:lnTo>
                <a:lnTo>
                  <a:pt x="331328" y="88024"/>
                </a:lnTo>
                <a:lnTo>
                  <a:pt x="331328" y="57875"/>
                </a:lnTo>
                <a:lnTo>
                  <a:pt x="348691" y="57875"/>
                </a:lnTo>
                <a:lnTo>
                  <a:pt x="348691" y="29341"/>
                </a:lnTo>
                <a:lnTo>
                  <a:pt x="386646" y="6999"/>
                </a:lnTo>
                <a:lnTo>
                  <a:pt x="386646" y="57875"/>
                </a:lnTo>
                <a:lnTo>
                  <a:pt x="412488" y="57875"/>
                </a:lnTo>
                <a:close/>
                <a:moveTo>
                  <a:pt x="532812" y="200813"/>
                </a:moveTo>
                <a:lnTo>
                  <a:pt x="532812" y="179412"/>
                </a:lnTo>
                <a:cubicBezTo>
                  <a:pt x="527607" y="187039"/>
                  <a:pt x="520766" y="193051"/>
                  <a:pt x="512286" y="197448"/>
                </a:cubicBezTo>
                <a:cubicBezTo>
                  <a:pt x="503807" y="201845"/>
                  <a:pt x="494856" y="204043"/>
                  <a:pt x="485435" y="204043"/>
                </a:cubicBezTo>
                <a:cubicBezTo>
                  <a:pt x="475834" y="204043"/>
                  <a:pt x="467220" y="201934"/>
                  <a:pt x="459593" y="197717"/>
                </a:cubicBezTo>
                <a:cubicBezTo>
                  <a:pt x="451966" y="193500"/>
                  <a:pt x="446448" y="187578"/>
                  <a:pt x="443038" y="179951"/>
                </a:cubicBezTo>
                <a:cubicBezTo>
                  <a:pt x="439628" y="172324"/>
                  <a:pt x="437924" y="161781"/>
                  <a:pt x="437924" y="148321"/>
                </a:cubicBezTo>
                <a:lnTo>
                  <a:pt x="437924" y="57875"/>
                </a:lnTo>
                <a:lnTo>
                  <a:pt x="475744" y="57875"/>
                </a:lnTo>
                <a:lnTo>
                  <a:pt x="475744" y="123405"/>
                </a:lnTo>
                <a:cubicBezTo>
                  <a:pt x="475744" y="143459"/>
                  <a:pt x="476440" y="155747"/>
                  <a:pt x="477830" y="160267"/>
                </a:cubicBezTo>
                <a:cubicBezTo>
                  <a:pt x="479221" y="164787"/>
                  <a:pt x="481756" y="168367"/>
                  <a:pt x="485435" y="171009"/>
                </a:cubicBezTo>
                <a:cubicBezTo>
                  <a:pt x="489114" y="173650"/>
                  <a:pt x="493780" y="174971"/>
                  <a:pt x="499433" y="174971"/>
                </a:cubicBezTo>
                <a:cubicBezTo>
                  <a:pt x="505893" y="174971"/>
                  <a:pt x="511681" y="173203"/>
                  <a:pt x="516795" y="169667"/>
                </a:cubicBezTo>
                <a:cubicBezTo>
                  <a:pt x="521910" y="166131"/>
                  <a:pt x="525409" y="161744"/>
                  <a:pt x="527293" y="156506"/>
                </a:cubicBezTo>
                <a:cubicBezTo>
                  <a:pt x="529178" y="151269"/>
                  <a:pt x="530120" y="138444"/>
                  <a:pt x="530120" y="118034"/>
                </a:cubicBezTo>
                <a:lnTo>
                  <a:pt x="530120" y="57875"/>
                </a:lnTo>
                <a:lnTo>
                  <a:pt x="567940" y="57875"/>
                </a:lnTo>
                <a:lnTo>
                  <a:pt x="567940" y="200813"/>
                </a:lnTo>
                <a:lnTo>
                  <a:pt x="532812" y="200813"/>
                </a:lnTo>
                <a:close/>
                <a:moveTo>
                  <a:pt x="606074" y="57875"/>
                </a:moveTo>
                <a:lnTo>
                  <a:pt x="641338" y="57875"/>
                </a:lnTo>
                <a:lnTo>
                  <a:pt x="641338" y="78871"/>
                </a:lnTo>
                <a:cubicBezTo>
                  <a:pt x="645914" y="71693"/>
                  <a:pt x="652105" y="65861"/>
                  <a:pt x="659912" y="61374"/>
                </a:cubicBezTo>
                <a:cubicBezTo>
                  <a:pt x="667718" y="56888"/>
                  <a:pt x="676377" y="54645"/>
                  <a:pt x="685888" y="54645"/>
                </a:cubicBezTo>
                <a:cubicBezTo>
                  <a:pt x="702488" y="54645"/>
                  <a:pt x="716575" y="61150"/>
                  <a:pt x="728150" y="74161"/>
                </a:cubicBezTo>
                <a:cubicBezTo>
                  <a:pt x="739725" y="87171"/>
                  <a:pt x="745513" y="105297"/>
                  <a:pt x="745513" y="128536"/>
                </a:cubicBezTo>
                <a:cubicBezTo>
                  <a:pt x="745513" y="152404"/>
                  <a:pt x="739680" y="170956"/>
                  <a:pt x="728016" y="184191"/>
                </a:cubicBezTo>
                <a:cubicBezTo>
                  <a:pt x="716351" y="197426"/>
                  <a:pt x="702219" y="204043"/>
                  <a:pt x="685619" y="204043"/>
                </a:cubicBezTo>
                <a:cubicBezTo>
                  <a:pt x="677723" y="204043"/>
                  <a:pt x="670567" y="202473"/>
                  <a:pt x="664151" y="199332"/>
                </a:cubicBezTo>
                <a:cubicBezTo>
                  <a:pt x="657736" y="196192"/>
                  <a:pt x="650984" y="190808"/>
                  <a:pt x="643895" y="183181"/>
                </a:cubicBezTo>
                <a:lnTo>
                  <a:pt x="643895" y="255188"/>
                </a:lnTo>
                <a:lnTo>
                  <a:pt x="606074" y="255188"/>
                </a:lnTo>
                <a:lnTo>
                  <a:pt x="606074" y="57875"/>
                </a:lnTo>
                <a:moveTo>
                  <a:pt x="643491" y="126858"/>
                </a:moveTo>
                <a:cubicBezTo>
                  <a:pt x="643491" y="142894"/>
                  <a:pt x="646677" y="154743"/>
                  <a:pt x="653047" y="162403"/>
                </a:cubicBezTo>
                <a:cubicBezTo>
                  <a:pt x="659418" y="170064"/>
                  <a:pt x="667180" y="173894"/>
                  <a:pt x="676332" y="173894"/>
                </a:cubicBezTo>
                <a:cubicBezTo>
                  <a:pt x="685125" y="173894"/>
                  <a:pt x="692438" y="170378"/>
                  <a:pt x="698271" y="163345"/>
                </a:cubicBezTo>
                <a:cubicBezTo>
                  <a:pt x="704103" y="156313"/>
                  <a:pt x="707019" y="144777"/>
                  <a:pt x="707019" y="128738"/>
                </a:cubicBezTo>
                <a:cubicBezTo>
                  <a:pt x="707019" y="113776"/>
                  <a:pt x="704013" y="102666"/>
                  <a:pt x="698001" y="95410"/>
                </a:cubicBezTo>
                <a:cubicBezTo>
                  <a:pt x="691990" y="88153"/>
                  <a:pt x="684542" y="84524"/>
                  <a:pt x="675659" y="84524"/>
                </a:cubicBezTo>
                <a:cubicBezTo>
                  <a:pt x="666417" y="84524"/>
                  <a:pt x="658745" y="88086"/>
                  <a:pt x="652644" y="95208"/>
                </a:cubicBezTo>
                <a:cubicBezTo>
                  <a:pt x="646542" y="102330"/>
                  <a:pt x="643491" y="112880"/>
                  <a:pt x="643491" y="126858"/>
                </a:cubicBezTo>
                <a:close/>
                <a:moveTo>
                  <a:pt x="991519" y="258957"/>
                </a:moveTo>
                <a:lnTo>
                  <a:pt x="965542" y="258957"/>
                </a:lnTo>
                <a:cubicBezTo>
                  <a:pt x="951814" y="238207"/>
                  <a:pt x="941360" y="216650"/>
                  <a:pt x="934182" y="194285"/>
                </a:cubicBezTo>
                <a:cubicBezTo>
                  <a:pt x="927004" y="171920"/>
                  <a:pt x="923414" y="150273"/>
                  <a:pt x="923414" y="129344"/>
                </a:cubicBezTo>
                <a:cubicBezTo>
                  <a:pt x="923414" y="103384"/>
                  <a:pt x="927856" y="78818"/>
                  <a:pt x="936739" y="55646"/>
                </a:cubicBezTo>
                <a:cubicBezTo>
                  <a:pt x="944456" y="35524"/>
                  <a:pt x="954236" y="16976"/>
                  <a:pt x="966080" y="0"/>
                </a:cubicBezTo>
                <a:lnTo>
                  <a:pt x="991922" y="0"/>
                </a:lnTo>
                <a:cubicBezTo>
                  <a:pt x="979629" y="27216"/>
                  <a:pt x="971173" y="50367"/>
                  <a:pt x="966552" y="69454"/>
                </a:cubicBezTo>
                <a:cubicBezTo>
                  <a:pt x="961930" y="88541"/>
                  <a:pt x="959620" y="108774"/>
                  <a:pt x="959620" y="130151"/>
                </a:cubicBezTo>
                <a:cubicBezTo>
                  <a:pt x="959620" y="144884"/>
                  <a:pt x="960988" y="159975"/>
                  <a:pt x="963725" y="175425"/>
                </a:cubicBezTo>
                <a:cubicBezTo>
                  <a:pt x="966462" y="190873"/>
                  <a:pt x="970208" y="205557"/>
                  <a:pt x="974964" y="219479"/>
                </a:cubicBezTo>
                <a:cubicBezTo>
                  <a:pt x="978104" y="228643"/>
                  <a:pt x="983622" y="241802"/>
                  <a:pt x="991519" y="2589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BaseDB,">
            <a:extLst xmlns:a="http://schemas.openxmlformats.org/drawingml/2006/main">
              <a:ext uri="{FF2B5EF4-FFF2-40B4-BE49-F238E27FC236}">
                <a16:creationId xmlns:a16="http://schemas.microsoft.com/office/drawing/2014/main" id="{D7B2E1FE-D2F9-49E3-A780-77916EB5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219" y="907673"/>
            <a:ext cx="1277586" cy="241460"/>
          </a:xfrm>
          <a:custGeom xmlns:a="http://schemas.openxmlformats.org/drawingml/2006/main">
            <a:pathLst>
              <a:path w="1277586" h="241460">
                <a:moveTo>
                  <a:pt x="0" y="197313"/>
                </a:moveTo>
                <a:lnTo>
                  <a:pt x="0" y="0"/>
                </a:lnTo>
                <a:lnTo>
                  <a:pt x="74026" y="0"/>
                </a:lnTo>
                <a:cubicBezTo>
                  <a:pt x="89101" y="0"/>
                  <a:pt x="101192" y="1996"/>
                  <a:pt x="110299" y="5989"/>
                </a:cubicBezTo>
                <a:cubicBezTo>
                  <a:pt x="119406" y="9982"/>
                  <a:pt x="126540" y="16129"/>
                  <a:pt x="131699" y="24429"/>
                </a:cubicBezTo>
                <a:cubicBezTo>
                  <a:pt x="136859" y="32729"/>
                  <a:pt x="139438" y="41410"/>
                  <a:pt x="139438" y="50472"/>
                </a:cubicBezTo>
                <a:cubicBezTo>
                  <a:pt x="139438" y="58907"/>
                  <a:pt x="137150" y="66848"/>
                  <a:pt x="132574" y="74295"/>
                </a:cubicBezTo>
                <a:cubicBezTo>
                  <a:pt x="127998" y="81743"/>
                  <a:pt x="121089" y="87755"/>
                  <a:pt x="111847" y="92331"/>
                </a:cubicBezTo>
                <a:cubicBezTo>
                  <a:pt x="123781" y="95830"/>
                  <a:pt x="132955" y="101797"/>
                  <a:pt x="139371" y="110232"/>
                </a:cubicBezTo>
                <a:cubicBezTo>
                  <a:pt x="145787" y="118666"/>
                  <a:pt x="148994" y="128626"/>
                  <a:pt x="148994" y="140111"/>
                </a:cubicBezTo>
                <a:cubicBezTo>
                  <a:pt x="148994" y="149353"/>
                  <a:pt x="147043" y="157945"/>
                  <a:pt x="143140" y="165886"/>
                </a:cubicBezTo>
                <a:cubicBezTo>
                  <a:pt x="139236" y="173827"/>
                  <a:pt x="134414" y="179951"/>
                  <a:pt x="128671" y="184258"/>
                </a:cubicBezTo>
                <a:cubicBezTo>
                  <a:pt x="122928" y="188565"/>
                  <a:pt x="115728" y="191817"/>
                  <a:pt x="107069" y="194016"/>
                </a:cubicBezTo>
                <a:cubicBezTo>
                  <a:pt x="98410" y="196214"/>
                  <a:pt x="87799" y="197313"/>
                  <a:pt x="75237" y="197313"/>
                </a:cubicBezTo>
                <a:lnTo>
                  <a:pt x="0" y="197313"/>
                </a:lnTo>
                <a:moveTo>
                  <a:pt x="26111" y="82909"/>
                </a:moveTo>
                <a:lnTo>
                  <a:pt x="68777" y="82909"/>
                </a:lnTo>
                <a:cubicBezTo>
                  <a:pt x="80352" y="82909"/>
                  <a:pt x="88652" y="82147"/>
                  <a:pt x="93677" y="80621"/>
                </a:cubicBezTo>
                <a:cubicBezTo>
                  <a:pt x="100317" y="78647"/>
                  <a:pt x="105319" y="75372"/>
                  <a:pt x="108684" y="70796"/>
                </a:cubicBezTo>
                <a:cubicBezTo>
                  <a:pt x="112049" y="66220"/>
                  <a:pt x="113731" y="60477"/>
                  <a:pt x="113731" y="53568"/>
                </a:cubicBezTo>
                <a:cubicBezTo>
                  <a:pt x="113731" y="47018"/>
                  <a:pt x="112161" y="41253"/>
                  <a:pt x="109020" y="36273"/>
                </a:cubicBezTo>
                <a:cubicBezTo>
                  <a:pt x="105880" y="31293"/>
                  <a:pt x="101393" y="27883"/>
                  <a:pt x="95561" y="26044"/>
                </a:cubicBezTo>
                <a:cubicBezTo>
                  <a:pt x="89729" y="24204"/>
                  <a:pt x="79724" y="23285"/>
                  <a:pt x="65547" y="23285"/>
                </a:cubicBezTo>
                <a:lnTo>
                  <a:pt x="26111" y="23285"/>
                </a:lnTo>
                <a:lnTo>
                  <a:pt x="26111" y="82909"/>
                </a:lnTo>
                <a:moveTo>
                  <a:pt x="26111" y="174029"/>
                </a:moveTo>
                <a:lnTo>
                  <a:pt x="75237" y="174029"/>
                </a:lnTo>
                <a:cubicBezTo>
                  <a:pt x="83672" y="174029"/>
                  <a:pt x="89594" y="173715"/>
                  <a:pt x="93004" y="173087"/>
                </a:cubicBezTo>
                <a:cubicBezTo>
                  <a:pt x="99016" y="172010"/>
                  <a:pt x="104040" y="170215"/>
                  <a:pt x="108078" y="167703"/>
                </a:cubicBezTo>
                <a:cubicBezTo>
                  <a:pt x="112116" y="165190"/>
                  <a:pt x="115436" y="161534"/>
                  <a:pt x="118038" y="156734"/>
                </a:cubicBezTo>
                <a:cubicBezTo>
                  <a:pt x="120640" y="151933"/>
                  <a:pt x="121941" y="146392"/>
                  <a:pt x="121941" y="140111"/>
                </a:cubicBezTo>
                <a:cubicBezTo>
                  <a:pt x="121941" y="132754"/>
                  <a:pt x="120057" y="126360"/>
                  <a:pt x="116288" y="120932"/>
                </a:cubicBezTo>
                <a:cubicBezTo>
                  <a:pt x="112520" y="115503"/>
                  <a:pt x="107293" y="111690"/>
                  <a:pt x="100608" y="109491"/>
                </a:cubicBezTo>
                <a:cubicBezTo>
                  <a:pt x="93923" y="107293"/>
                  <a:pt x="84300" y="106194"/>
                  <a:pt x="71738" y="106194"/>
                </a:cubicBezTo>
                <a:lnTo>
                  <a:pt x="26111" y="106194"/>
                </a:lnTo>
                <a:lnTo>
                  <a:pt x="26111" y="174029"/>
                </a:lnTo>
                <a:close/>
                <a:moveTo>
                  <a:pt x="275110" y="179665"/>
                </a:moveTo>
                <a:cubicBezTo>
                  <a:pt x="266137" y="187297"/>
                  <a:pt x="257501" y="192685"/>
                  <a:pt x="249201" y="195829"/>
                </a:cubicBezTo>
                <a:cubicBezTo>
                  <a:pt x="240901" y="198972"/>
                  <a:pt x="231996" y="200544"/>
                  <a:pt x="222484" y="200544"/>
                </a:cubicBezTo>
                <a:cubicBezTo>
                  <a:pt x="206782" y="200544"/>
                  <a:pt x="194713" y="196705"/>
                  <a:pt x="186279" y="189027"/>
                </a:cubicBezTo>
                <a:cubicBezTo>
                  <a:pt x="177844" y="181350"/>
                  <a:pt x="173627" y="171540"/>
                  <a:pt x="173627" y="159598"/>
                </a:cubicBezTo>
                <a:cubicBezTo>
                  <a:pt x="173627" y="152596"/>
                  <a:pt x="175220" y="146200"/>
                  <a:pt x="178405" y="140410"/>
                </a:cubicBezTo>
                <a:cubicBezTo>
                  <a:pt x="181590" y="134617"/>
                  <a:pt x="185763" y="129969"/>
                  <a:pt x="190922" y="126467"/>
                </a:cubicBezTo>
                <a:cubicBezTo>
                  <a:pt x="196082" y="122965"/>
                  <a:pt x="201892" y="120316"/>
                  <a:pt x="208352" y="118522"/>
                </a:cubicBezTo>
                <a:cubicBezTo>
                  <a:pt x="213108" y="117263"/>
                  <a:pt x="220286" y="116050"/>
                  <a:pt x="229887" y="114884"/>
                </a:cubicBezTo>
                <a:cubicBezTo>
                  <a:pt x="249448" y="112567"/>
                  <a:pt x="263849" y="109805"/>
                  <a:pt x="273091" y="106598"/>
                </a:cubicBezTo>
                <a:cubicBezTo>
                  <a:pt x="273181" y="103292"/>
                  <a:pt x="273226" y="101192"/>
                  <a:pt x="273226" y="100297"/>
                </a:cubicBezTo>
                <a:cubicBezTo>
                  <a:pt x="273226" y="90463"/>
                  <a:pt x="270938" y="83536"/>
                  <a:pt x="266362" y="79515"/>
                </a:cubicBezTo>
                <a:cubicBezTo>
                  <a:pt x="260170" y="74061"/>
                  <a:pt x="250973" y="71334"/>
                  <a:pt x="238770" y="71334"/>
                </a:cubicBezTo>
                <a:cubicBezTo>
                  <a:pt x="227375" y="71334"/>
                  <a:pt x="218962" y="73331"/>
                  <a:pt x="213534" y="77324"/>
                </a:cubicBezTo>
                <a:cubicBezTo>
                  <a:pt x="208105" y="81317"/>
                  <a:pt x="204090" y="88383"/>
                  <a:pt x="201488" y="98522"/>
                </a:cubicBezTo>
                <a:lnTo>
                  <a:pt x="177799" y="95292"/>
                </a:lnTo>
                <a:cubicBezTo>
                  <a:pt x="179953" y="85122"/>
                  <a:pt x="183497" y="76909"/>
                  <a:pt x="188432" y="70653"/>
                </a:cubicBezTo>
                <a:cubicBezTo>
                  <a:pt x="193367" y="64397"/>
                  <a:pt x="200501" y="59583"/>
                  <a:pt x="209833" y="56209"/>
                </a:cubicBezTo>
                <a:cubicBezTo>
                  <a:pt x="219164" y="52833"/>
                  <a:pt x="229977" y="51145"/>
                  <a:pt x="242269" y="51145"/>
                </a:cubicBezTo>
                <a:cubicBezTo>
                  <a:pt x="254473" y="51145"/>
                  <a:pt x="264388" y="52581"/>
                  <a:pt x="272015" y="55452"/>
                </a:cubicBezTo>
                <a:cubicBezTo>
                  <a:pt x="279641" y="58324"/>
                  <a:pt x="285250" y="61935"/>
                  <a:pt x="288839" y="66287"/>
                </a:cubicBezTo>
                <a:cubicBezTo>
                  <a:pt x="292428" y="70639"/>
                  <a:pt x="294940" y="76135"/>
                  <a:pt x="296376" y="82775"/>
                </a:cubicBezTo>
                <a:cubicBezTo>
                  <a:pt x="297183" y="86902"/>
                  <a:pt x="297587" y="94350"/>
                  <a:pt x="297587" y="105117"/>
                </a:cubicBezTo>
                <a:lnTo>
                  <a:pt x="297587" y="137419"/>
                </a:lnTo>
                <a:cubicBezTo>
                  <a:pt x="297587" y="159941"/>
                  <a:pt x="298103" y="174186"/>
                  <a:pt x="299135" y="180153"/>
                </a:cubicBezTo>
                <a:cubicBezTo>
                  <a:pt x="300167" y="186120"/>
                  <a:pt x="302208" y="191840"/>
                  <a:pt x="305259" y="197313"/>
                </a:cubicBezTo>
                <a:lnTo>
                  <a:pt x="279956" y="197313"/>
                </a:lnTo>
                <a:cubicBezTo>
                  <a:pt x="277443" y="192283"/>
                  <a:pt x="275828" y="186400"/>
                  <a:pt x="275110" y="179665"/>
                </a:cubicBezTo>
                <a:moveTo>
                  <a:pt x="273091" y="125441"/>
                </a:moveTo>
                <a:cubicBezTo>
                  <a:pt x="264298" y="129061"/>
                  <a:pt x="251108" y="132137"/>
                  <a:pt x="233521" y="134669"/>
                </a:cubicBezTo>
                <a:cubicBezTo>
                  <a:pt x="223561" y="136110"/>
                  <a:pt x="216517" y="137732"/>
                  <a:pt x="212390" y="139535"/>
                </a:cubicBezTo>
                <a:cubicBezTo>
                  <a:pt x="208262" y="141335"/>
                  <a:pt x="205077" y="143971"/>
                  <a:pt x="202834" y="147442"/>
                </a:cubicBezTo>
                <a:cubicBezTo>
                  <a:pt x="200591" y="150911"/>
                  <a:pt x="199469" y="154762"/>
                  <a:pt x="199469" y="158996"/>
                </a:cubicBezTo>
                <a:cubicBezTo>
                  <a:pt x="199469" y="165482"/>
                  <a:pt x="201914" y="170888"/>
                  <a:pt x="206804" y="175215"/>
                </a:cubicBezTo>
                <a:cubicBezTo>
                  <a:pt x="211694" y="179539"/>
                  <a:pt x="218850" y="181701"/>
                  <a:pt x="228272" y="181701"/>
                </a:cubicBezTo>
                <a:cubicBezTo>
                  <a:pt x="237604" y="181701"/>
                  <a:pt x="245903" y="179649"/>
                  <a:pt x="253172" y="175547"/>
                </a:cubicBezTo>
                <a:cubicBezTo>
                  <a:pt x="260440" y="171445"/>
                  <a:pt x="265778" y="165833"/>
                  <a:pt x="269188" y="158710"/>
                </a:cubicBezTo>
                <a:cubicBezTo>
                  <a:pt x="271790" y="153209"/>
                  <a:pt x="273091" y="145094"/>
                  <a:pt x="273091" y="134366"/>
                </a:cubicBezTo>
                <a:lnTo>
                  <a:pt x="273091" y="125441"/>
                </a:lnTo>
                <a:close/>
                <a:moveTo>
                  <a:pt x="325406" y="154513"/>
                </a:moveTo>
                <a:lnTo>
                  <a:pt x="349363" y="150744"/>
                </a:lnTo>
                <a:cubicBezTo>
                  <a:pt x="350709" y="160303"/>
                  <a:pt x="354456" y="167629"/>
                  <a:pt x="360602" y="172721"/>
                </a:cubicBezTo>
                <a:cubicBezTo>
                  <a:pt x="366748" y="177810"/>
                  <a:pt x="375340" y="180355"/>
                  <a:pt x="386377" y="180355"/>
                </a:cubicBezTo>
                <a:cubicBezTo>
                  <a:pt x="397503" y="180355"/>
                  <a:pt x="405758" y="178107"/>
                  <a:pt x="411142" y="173612"/>
                </a:cubicBezTo>
                <a:cubicBezTo>
                  <a:pt x="416525" y="169115"/>
                  <a:pt x="419217" y="163840"/>
                  <a:pt x="419217" y="157789"/>
                </a:cubicBezTo>
                <a:cubicBezTo>
                  <a:pt x="419217" y="152358"/>
                  <a:pt x="416839" y="148085"/>
                  <a:pt x="412084" y="144969"/>
                </a:cubicBezTo>
                <a:cubicBezTo>
                  <a:pt x="408764" y="142833"/>
                  <a:pt x="400509" y="140117"/>
                  <a:pt x="387319" y="136822"/>
                </a:cubicBezTo>
                <a:cubicBezTo>
                  <a:pt x="369552" y="132333"/>
                  <a:pt x="357237" y="128449"/>
                  <a:pt x="350373" y="125171"/>
                </a:cubicBezTo>
                <a:cubicBezTo>
                  <a:pt x="343509" y="121894"/>
                  <a:pt x="338304" y="117358"/>
                  <a:pt x="334760" y="111565"/>
                </a:cubicBezTo>
                <a:cubicBezTo>
                  <a:pt x="331216" y="105772"/>
                  <a:pt x="329444" y="99373"/>
                  <a:pt x="329444" y="92369"/>
                </a:cubicBezTo>
                <a:cubicBezTo>
                  <a:pt x="329444" y="85992"/>
                  <a:pt x="330902" y="80087"/>
                  <a:pt x="333818" y="74653"/>
                </a:cubicBezTo>
                <a:cubicBezTo>
                  <a:pt x="336734" y="69219"/>
                  <a:pt x="340705" y="64706"/>
                  <a:pt x="345729" y="61114"/>
                </a:cubicBezTo>
                <a:cubicBezTo>
                  <a:pt x="349498" y="58329"/>
                  <a:pt x="354635" y="55972"/>
                  <a:pt x="361140" y="54043"/>
                </a:cubicBezTo>
                <a:cubicBezTo>
                  <a:pt x="367646" y="52111"/>
                  <a:pt x="374622" y="51145"/>
                  <a:pt x="382070" y="51145"/>
                </a:cubicBezTo>
                <a:cubicBezTo>
                  <a:pt x="393286" y="51145"/>
                  <a:pt x="403133" y="52772"/>
                  <a:pt x="411613" y="56024"/>
                </a:cubicBezTo>
                <a:cubicBezTo>
                  <a:pt x="420092" y="59274"/>
                  <a:pt x="426351" y="63678"/>
                  <a:pt x="430388" y="69235"/>
                </a:cubicBezTo>
                <a:cubicBezTo>
                  <a:pt x="434426" y="74790"/>
                  <a:pt x="437208" y="82220"/>
                  <a:pt x="438733" y="91523"/>
                </a:cubicBezTo>
                <a:lnTo>
                  <a:pt x="415045" y="94753"/>
                </a:lnTo>
                <a:cubicBezTo>
                  <a:pt x="413968" y="87396"/>
                  <a:pt x="410850" y="81653"/>
                  <a:pt x="405691" y="77526"/>
                </a:cubicBezTo>
                <a:cubicBezTo>
                  <a:pt x="400531" y="73398"/>
                  <a:pt x="393241" y="71334"/>
                  <a:pt x="383819" y="71334"/>
                </a:cubicBezTo>
                <a:cubicBezTo>
                  <a:pt x="372693" y="71334"/>
                  <a:pt x="364752" y="73165"/>
                  <a:pt x="359996" y="76827"/>
                </a:cubicBezTo>
                <a:cubicBezTo>
                  <a:pt x="355241" y="80487"/>
                  <a:pt x="352863" y="84773"/>
                  <a:pt x="352863" y="89685"/>
                </a:cubicBezTo>
                <a:cubicBezTo>
                  <a:pt x="352863" y="92809"/>
                  <a:pt x="353850" y="95621"/>
                  <a:pt x="355824" y="98123"/>
                </a:cubicBezTo>
                <a:cubicBezTo>
                  <a:pt x="357798" y="100711"/>
                  <a:pt x="360894" y="102853"/>
                  <a:pt x="365111" y="104549"/>
                </a:cubicBezTo>
                <a:cubicBezTo>
                  <a:pt x="367534" y="105444"/>
                  <a:pt x="374667" y="107498"/>
                  <a:pt x="386511" y="110711"/>
                </a:cubicBezTo>
                <a:cubicBezTo>
                  <a:pt x="403649" y="115285"/>
                  <a:pt x="415606" y="119028"/>
                  <a:pt x="422380" y="121941"/>
                </a:cubicBezTo>
                <a:cubicBezTo>
                  <a:pt x="429155" y="124855"/>
                  <a:pt x="434471" y="129092"/>
                  <a:pt x="438329" y="134652"/>
                </a:cubicBezTo>
                <a:cubicBezTo>
                  <a:pt x="442188" y="140209"/>
                  <a:pt x="444117" y="147112"/>
                  <a:pt x="444117" y="155358"/>
                </a:cubicBezTo>
                <a:cubicBezTo>
                  <a:pt x="444117" y="163428"/>
                  <a:pt x="441762" y="171027"/>
                  <a:pt x="437051" y="178155"/>
                </a:cubicBezTo>
                <a:cubicBezTo>
                  <a:pt x="432340" y="185280"/>
                  <a:pt x="425543" y="190793"/>
                  <a:pt x="416660" y="194693"/>
                </a:cubicBezTo>
                <a:cubicBezTo>
                  <a:pt x="407777" y="198593"/>
                  <a:pt x="397727" y="200544"/>
                  <a:pt x="386511" y="200544"/>
                </a:cubicBezTo>
                <a:cubicBezTo>
                  <a:pt x="367937" y="200544"/>
                  <a:pt x="353783" y="196674"/>
                  <a:pt x="344047" y="188935"/>
                </a:cubicBezTo>
                <a:cubicBezTo>
                  <a:pt x="334312" y="181196"/>
                  <a:pt x="328098" y="169722"/>
                  <a:pt x="325406" y="154513"/>
                </a:cubicBezTo>
                <a:close/>
                <a:moveTo>
                  <a:pt x="570769" y="151283"/>
                </a:moveTo>
                <a:lnTo>
                  <a:pt x="595803" y="154378"/>
                </a:lnTo>
                <a:cubicBezTo>
                  <a:pt x="591855" y="169004"/>
                  <a:pt x="584542" y="180355"/>
                  <a:pt x="573865" y="188430"/>
                </a:cubicBezTo>
                <a:cubicBezTo>
                  <a:pt x="563187" y="196506"/>
                  <a:pt x="549548" y="200544"/>
                  <a:pt x="532948" y="200544"/>
                </a:cubicBezTo>
                <a:cubicBezTo>
                  <a:pt x="512042" y="200544"/>
                  <a:pt x="495464" y="194106"/>
                  <a:pt x="483216" y="181229"/>
                </a:cubicBezTo>
                <a:cubicBezTo>
                  <a:pt x="470968" y="168353"/>
                  <a:pt x="464844" y="150296"/>
                  <a:pt x="464844" y="127056"/>
                </a:cubicBezTo>
                <a:cubicBezTo>
                  <a:pt x="464844" y="103009"/>
                  <a:pt x="471036" y="84345"/>
                  <a:pt x="483418" y="71065"/>
                </a:cubicBezTo>
                <a:cubicBezTo>
                  <a:pt x="495801" y="57785"/>
                  <a:pt x="511862" y="51145"/>
                  <a:pt x="531602" y="51145"/>
                </a:cubicBezTo>
                <a:cubicBezTo>
                  <a:pt x="550715" y="51145"/>
                  <a:pt x="566327" y="57641"/>
                  <a:pt x="578441" y="70632"/>
                </a:cubicBezTo>
                <a:cubicBezTo>
                  <a:pt x="590554" y="83620"/>
                  <a:pt x="596611" y="101894"/>
                  <a:pt x="596611" y="125453"/>
                </a:cubicBezTo>
                <a:cubicBezTo>
                  <a:pt x="596611" y="126886"/>
                  <a:pt x="596566" y="129035"/>
                  <a:pt x="596476" y="131901"/>
                </a:cubicBezTo>
                <a:lnTo>
                  <a:pt x="489879" y="131901"/>
                </a:lnTo>
                <a:cubicBezTo>
                  <a:pt x="490776" y="147559"/>
                  <a:pt x="495217" y="159549"/>
                  <a:pt x="503203" y="167871"/>
                </a:cubicBezTo>
                <a:cubicBezTo>
                  <a:pt x="511189" y="176193"/>
                  <a:pt x="521149" y="180355"/>
                  <a:pt x="533083" y="180355"/>
                </a:cubicBezTo>
                <a:cubicBezTo>
                  <a:pt x="541966" y="180355"/>
                  <a:pt x="549548" y="178044"/>
                  <a:pt x="555829" y="173423"/>
                </a:cubicBezTo>
                <a:cubicBezTo>
                  <a:pt x="562110" y="168799"/>
                  <a:pt x="567090" y="161419"/>
                  <a:pt x="570769" y="151283"/>
                </a:cubicBezTo>
                <a:moveTo>
                  <a:pt x="491225" y="111712"/>
                </a:moveTo>
                <a:lnTo>
                  <a:pt x="571038" y="111712"/>
                </a:lnTo>
                <a:cubicBezTo>
                  <a:pt x="569961" y="99885"/>
                  <a:pt x="566911" y="91014"/>
                  <a:pt x="561886" y="85101"/>
                </a:cubicBezTo>
                <a:cubicBezTo>
                  <a:pt x="554169" y="75923"/>
                  <a:pt x="544164" y="71334"/>
                  <a:pt x="531872" y="71334"/>
                </a:cubicBezTo>
                <a:cubicBezTo>
                  <a:pt x="520745" y="71334"/>
                  <a:pt x="511391" y="74998"/>
                  <a:pt x="503809" y="82325"/>
                </a:cubicBezTo>
                <a:cubicBezTo>
                  <a:pt x="496227" y="89649"/>
                  <a:pt x="492032" y="99445"/>
                  <a:pt x="491225" y="111712"/>
                </a:cubicBezTo>
                <a:close/>
                <a:moveTo>
                  <a:pt x="705904" y="197313"/>
                </a:moveTo>
                <a:lnTo>
                  <a:pt x="705904" y="0"/>
                </a:lnTo>
                <a:lnTo>
                  <a:pt x="773874" y="0"/>
                </a:lnTo>
                <a:cubicBezTo>
                  <a:pt x="789217" y="0"/>
                  <a:pt x="800927" y="942"/>
                  <a:pt x="809003" y="2826"/>
                </a:cubicBezTo>
                <a:cubicBezTo>
                  <a:pt x="820308" y="5429"/>
                  <a:pt x="829954" y="10139"/>
                  <a:pt x="837940" y="16959"/>
                </a:cubicBezTo>
                <a:cubicBezTo>
                  <a:pt x="848349" y="25752"/>
                  <a:pt x="856132" y="36991"/>
                  <a:pt x="861292" y="50674"/>
                </a:cubicBezTo>
                <a:cubicBezTo>
                  <a:pt x="866451" y="64358"/>
                  <a:pt x="869031" y="79993"/>
                  <a:pt x="869031" y="97580"/>
                </a:cubicBezTo>
                <a:cubicBezTo>
                  <a:pt x="869031" y="112565"/>
                  <a:pt x="867281" y="125844"/>
                  <a:pt x="863782" y="137419"/>
                </a:cubicBezTo>
                <a:cubicBezTo>
                  <a:pt x="860282" y="148994"/>
                  <a:pt x="855796" y="158573"/>
                  <a:pt x="850323" y="166155"/>
                </a:cubicBezTo>
                <a:cubicBezTo>
                  <a:pt x="844849" y="173737"/>
                  <a:pt x="838860" y="179704"/>
                  <a:pt x="832354" y="184056"/>
                </a:cubicBezTo>
                <a:cubicBezTo>
                  <a:pt x="825849" y="188408"/>
                  <a:pt x="817998" y="191705"/>
                  <a:pt x="808801" y="193949"/>
                </a:cubicBezTo>
                <a:cubicBezTo>
                  <a:pt x="799603" y="196192"/>
                  <a:pt x="789038" y="197313"/>
                  <a:pt x="777104" y="197313"/>
                </a:cubicBezTo>
                <a:lnTo>
                  <a:pt x="705904" y="197313"/>
                </a:lnTo>
                <a:moveTo>
                  <a:pt x="732015" y="174029"/>
                </a:moveTo>
                <a:lnTo>
                  <a:pt x="774143" y="174029"/>
                </a:lnTo>
                <a:cubicBezTo>
                  <a:pt x="787154" y="174029"/>
                  <a:pt x="797360" y="172817"/>
                  <a:pt x="804763" y="170395"/>
                </a:cubicBezTo>
                <a:cubicBezTo>
                  <a:pt x="812165" y="167972"/>
                  <a:pt x="818065" y="164562"/>
                  <a:pt x="822462" y="160166"/>
                </a:cubicBezTo>
                <a:cubicBezTo>
                  <a:pt x="828653" y="153974"/>
                  <a:pt x="833476" y="145652"/>
                  <a:pt x="836931" y="135199"/>
                </a:cubicBezTo>
                <a:cubicBezTo>
                  <a:pt x="840385" y="124745"/>
                  <a:pt x="842112" y="112071"/>
                  <a:pt x="842112" y="97176"/>
                </a:cubicBezTo>
                <a:cubicBezTo>
                  <a:pt x="842112" y="76539"/>
                  <a:pt x="838725" y="60679"/>
                  <a:pt x="831951" y="49598"/>
                </a:cubicBezTo>
                <a:cubicBezTo>
                  <a:pt x="825176" y="38516"/>
                  <a:pt x="816943" y="31091"/>
                  <a:pt x="807253" y="27322"/>
                </a:cubicBezTo>
                <a:cubicBezTo>
                  <a:pt x="800254" y="24631"/>
                  <a:pt x="788993" y="23285"/>
                  <a:pt x="773470" y="23285"/>
                </a:cubicBezTo>
                <a:lnTo>
                  <a:pt x="732015" y="23285"/>
                </a:lnTo>
                <a:lnTo>
                  <a:pt x="732015" y="174029"/>
                </a:lnTo>
                <a:close/>
                <a:moveTo>
                  <a:pt x="903845" y="197313"/>
                </a:moveTo>
                <a:lnTo>
                  <a:pt x="903845" y="0"/>
                </a:lnTo>
                <a:lnTo>
                  <a:pt x="977871" y="0"/>
                </a:lnTo>
                <a:cubicBezTo>
                  <a:pt x="992945" y="0"/>
                  <a:pt x="1005036" y="1996"/>
                  <a:pt x="1014144" y="5989"/>
                </a:cubicBezTo>
                <a:cubicBezTo>
                  <a:pt x="1023251" y="9982"/>
                  <a:pt x="1030385" y="16129"/>
                  <a:pt x="1035544" y="24429"/>
                </a:cubicBezTo>
                <a:cubicBezTo>
                  <a:pt x="1040703" y="32729"/>
                  <a:pt x="1043283" y="41410"/>
                  <a:pt x="1043283" y="50472"/>
                </a:cubicBezTo>
                <a:cubicBezTo>
                  <a:pt x="1043283" y="58907"/>
                  <a:pt x="1040995" y="66848"/>
                  <a:pt x="1036419" y="74295"/>
                </a:cubicBezTo>
                <a:cubicBezTo>
                  <a:pt x="1031843" y="81743"/>
                  <a:pt x="1024934" y="87755"/>
                  <a:pt x="1015691" y="92331"/>
                </a:cubicBezTo>
                <a:cubicBezTo>
                  <a:pt x="1027625" y="95830"/>
                  <a:pt x="1036800" y="101797"/>
                  <a:pt x="1043216" y="110232"/>
                </a:cubicBezTo>
                <a:cubicBezTo>
                  <a:pt x="1049631" y="118666"/>
                  <a:pt x="1052839" y="128626"/>
                  <a:pt x="1052839" y="140111"/>
                </a:cubicBezTo>
                <a:cubicBezTo>
                  <a:pt x="1052839" y="149353"/>
                  <a:pt x="1050888" y="157945"/>
                  <a:pt x="1046984" y="165886"/>
                </a:cubicBezTo>
                <a:cubicBezTo>
                  <a:pt x="1043081" y="173827"/>
                  <a:pt x="1038258" y="179951"/>
                  <a:pt x="1032516" y="184258"/>
                </a:cubicBezTo>
                <a:cubicBezTo>
                  <a:pt x="1026773" y="188565"/>
                  <a:pt x="1019572" y="191817"/>
                  <a:pt x="1010913" y="194016"/>
                </a:cubicBezTo>
                <a:cubicBezTo>
                  <a:pt x="1002255" y="196214"/>
                  <a:pt x="991644" y="197313"/>
                  <a:pt x="979082" y="197313"/>
                </a:cubicBezTo>
                <a:lnTo>
                  <a:pt x="903845" y="197313"/>
                </a:lnTo>
                <a:moveTo>
                  <a:pt x="929956" y="82909"/>
                </a:moveTo>
                <a:lnTo>
                  <a:pt x="972622" y="82909"/>
                </a:lnTo>
                <a:cubicBezTo>
                  <a:pt x="984197" y="82909"/>
                  <a:pt x="992497" y="82147"/>
                  <a:pt x="997521" y="80621"/>
                </a:cubicBezTo>
                <a:cubicBezTo>
                  <a:pt x="1004161" y="78647"/>
                  <a:pt x="1009164" y="75372"/>
                  <a:pt x="1012529" y="70796"/>
                </a:cubicBezTo>
                <a:cubicBezTo>
                  <a:pt x="1015893" y="66220"/>
                  <a:pt x="1017576" y="60477"/>
                  <a:pt x="1017576" y="53568"/>
                </a:cubicBezTo>
                <a:cubicBezTo>
                  <a:pt x="1017576" y="47018"/>
                  <a:pt x="1016006" y="41253"/>
                  <a:pt x="1012865" y="36273"/>
                </a:cubicBezTo>
                <a:cubicBezTo>
                  <a:pt x="1009725" y="31293"/>
                  <a:pt x="1005238" y="27883"/>
                  <a:pt x="999406" y="26044"/>
                </a:cubicBezTo>
                <a:cubicBezTo>
                  <a:pt x="993573" y="24204"/>
                  <a:pt x="983569" y="23285"/>
                  <a:pt x="969391" y="23285"/>
                </a:cubicBezTo>
                <a:lnTo>
                  <a:pt x="929956" y="23285"/>
                </a:lnTo>
                <a:lnTo>
                  <a:pt x="929956" y="82909"/>
                </a:lnTo>
                <a:moveTo>
                  <a:pt x="929956" y="174029"/>
                </a:moveTo>
                <a:lnTo>
                  <a:pt x="979082" y="174029"/>
                </a:lnTo>
                <a:cubicBezTo>
                  <a:pt x="987517" y="174029"/>
                  <a:pt x="993439" y="173715"/>
                  <a:pt x="996848" y="173087"/>
                </a:cubicBezTo>
                <a:cubicBezTo>
                  <a:pt x="1002860" y="172010"/>
                  <a:pt x="1007885" y="170215"/>
                  <a:pt x="1011923" y="167703"/>
                </a:cubicBezTo>
                <a:cubicBezTo>
                  <a:pt x="1015961" y="165190"/>
                  <a:pt x="1019281" y="161534"/>
                  <a:pt x="1021883" y="156734"/>
                </a:cubicBezTo>
                <a:cubicBezTo>
                  <a:pt x="1024485" y="151933"/>
                  <a:pt x="1025786" y="146392"/>
                  <a:pt x="1025786" y="140111"/>
                </a:cubicBezTo>
                <a:cubicBezTo>
                  <a:pt x="1025786" y="132754"/>
                  <a:pt x="1023902" y="126360"/>
                  <a:pt x="1020133" y="120932"/>
                </a:cubicBezTo>
                <a:cubicBezTo>
                  <a:pt x="1016364" y="115503"/>
                  <a:pt x="1011138" y="111690"/>
                  <a:pt x="1004453" y="109491"/>
                </a:cubicBezTo>
                <a:cubicBezTo>
                  <a:pt x="997768" y="107293"/>
                  <a:pt x="988145" y="106194"/>
                  <a:pt x="975583" y="106194"/>
                </a:cubicBezTo>
                <a:lnTo>
                  <a:pt x="929956" y="106194"/>
                </a:lnTo>
                <a:lnTo>
                  <a:pt x="929956" y="174029"/>
                </a:lnTo>
                <a:close/>
                <a:moveTo>
                  <a:pt x="1239765" y="159358"/>
                </a:moveTo>
                <a:lnTo>
                  <a:pt x="1277586" y="159358"/>
                </a:lnTo>
                <a:lnTo>
                  <a:pt x="1277586" y="186500"/>
                </a:lnTo>
                <a:cubicBezTo>
                  <a:pt x="1277586" y="197483"/>
                  <a:pt x="1276644" y="206147"/>
                  <a:pt x="1274759" y="212493"/>
                </a:cubicBezTo>
                <a:cubicBezTo>
                  <a:pt x="1272875" y="218841"/>
                  <a:pt x="1269308" y="224536"/>
                  <a:pt x="1264059" y="229578"/>
                </a:cubicBezTo>
                <a:cubicBezTo>
                  <a:pt x="1258810" y="234619"/>
                  <a:pt x="1252148" y="238580"/>
                  <a:pt x="1244072" y="241460"/>
                </a:cubicBezTo>
                <a:lnTo>
                  <a:pt x="1236670" y="225847"/>
                </a:lnTo>
                <a:cubicBezTo>
                  <a:pt x="1244296" y="223323"/>
                  <a:pt x="1249725" y="219852"/>
                  <a:pt x="1252955" y="215433"/>
                </a:cubicBezTo>
                <a:cubicBezTo>
                  <a:pt x="1256186" y="211017"/>
                  <a:pt x="1257890" y="204977"/>
                  <a:pt x="1258070" y="197313"/>
                </a:cubicBezTo>
                <a:lnTo>
                  <a:pt x="1239765" y="197313"/>
                </a:lnTo>
                <a:lnTo>
                  <a:pt x="1239765" y="1593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BaseDateTime)">
            <a:extLst xmlns:a="http://schemas.openxmlformats.org/drawingml/2006/main">
              <a:ext uri="{FF2B5EF4-FFF2-40B4-BE49-F238E27FC236}">
                <a16:creationId xmlns:a16="http://schemas.microsoft.com/office/drawing/2014/main" id="{F2EF50FD-116E-4D6F-ACCA-1FB9263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662" y="904173"/>
            <a:ext cx="2094990" cy="258957"/>
          </a:xfrm>
          <a:custGeom xmlns:a="http://schemas.openxmlformats.org/drawingml/2006/main">
            <a:pathLst>
              <a:path w="2094990" h="258957">
                <a:moveTo>
                  <a:pt x="0" y="200813"/>
                </a:moveTo>
                <a:lnTo>
                  <a:pt x="0" y="3499"/>
                </a:lnTo>
                <a:lnTo>
                  <a:pt x="74026" y="3499"/>
                </a:lnTo>
                <a:cubicBezTo>
                  <a:pt x="89101" y="3499"/>
                  <a:pt x="101192" y="5496"/>
                  <a:pt x="110299" y="9489"/>
                </a:cubicBezTo>
                <a:cubicBezTo>
                  <a:pt x="119406" y="13482"/>
                  <a:pt x="126540" y="19628"/>
                  <a:pt x="131699" y="27928"/>
                </a:cubicBezTo>
                <a:cubicBezTo>
                  <a:pt x="136859" y="36228"/>
                  <a:pt x="139438" y="44909"/>
                  <a:pt x="139438" y="53972"/>
                </a:cubicBezTo>
                <a:cubicBezTo>
                  <a:pt x="139438" y="62406"/>
                  <a:pt x="137150" y="70347"/>
                  <a:pt x="132574" y="77795"/>
                </a:cubicBezTo>
                <a:cubicBezTo>
                  <a:pt x="127998" y="85242"/>
                  <a:pt x="121089" y="91254"/>
                  <a:pt x="111847" y="95830"/>
                </a:cubicBezTo>
                <a:cubicBezTo>
                  <a:pt x="123781" y="99330"/>
                  <a:pt x="132955" y="105297"/>
                  <a:pt x="139371" y="113731"/>
                </a:cubicBezTo>
                <a:cubicBezTo>
                  <a:pt x="145787" y="122166"/>
                  <a:pt x="148994" y="132125"/>
                  <a:pt x="148994" y="143611"/>
                </a:cubicBezTo>
                <a:cubicBezTo>
                  <a:pt x="148994" y="152853"/>
                  <a:pt x="147043" y="161444"/>
                  <a:pt x="143140" y="169385"/>
                </a:cubicBezTo>
                <a:cubicBezTo>
                  <a:pt x="139236" y="177326"/>
                  <a:pt x="134414" y="183450"/>
                  <a:pt x="128671" y="187757"/>
                </a:cubicBezTo>
                <a:cubicBezTo>
                  <a:pt x="122928" y="192064"/>
                  <a:pt x="115728" y="195317"/>
                  <a:pt x="107069" y="197515"/>
                </a:cubicBezTo>
                <a:cubicBezTo>
                  <a:pt x="98410" y="199714"/>
                  <a:pt x="87799" y="200813"/>
                  <a:pt x="75237" y="200813"/>
                </a:cubicBezTo>
                <a:lnTo>
                  <a:pt x="0" y="200813"/>
                </a:lnTo>
                <a:moveTo>
                  <a:pt x="26111" y="86409"/>
                </a:moveTo>
                <a:lnTo>
                  <a:pt x="68777" y="86409"/>
                </a:lnTo>
                <a:cubicBezTo>
                  <a:pt x="80352" y="86409"/>
                  <a:pt x="88652" y="85646"/>
                  <a:pt x="93677" y="84121"/>
                </a:cubicBezTo>
                <a:cubicBezTo>
                  <a:pt x="100317" y="82147"/>
                  <a:pt x="105319" y="78871"/>
                  <a:pt x="108684" y="74295"/>
                </a:cubicBezTo>
                <a:cubicBezTo>
                  <a:pt x="112049" y="69719"/>
                  <a:pt x="113731" y="63977"/>
                  <a:pt x="113731" y="57067"/>
                </a:cubicBezTo>
                <a:cubicBezTo>
                  <a:pt x="113731" y="50517"/>
                  <a:pt x="112161" y="44752"/>
                  <a:pt x="109020" y="39772"/>
                </a:cubicBezTo>
                <a:cubicBezTo>
                  <a:pt x="105880" y="34792"/>
                  <a:pt x="101393" y="31383"/>
                  <a:pt x="95561" y="29543"/>
                </a:cubicBezTo>
                <a:cubicBezTo>
                  <a:pt x="89729" y="27704"/>
                  <a:pt x="79724" y="26784"/>
                  <a:pt x="65547" y="26784"/>
                </a:cubicBezTo>
                <a:lnTo>
                  <a:pt x="26111" y="26784"/>
                </a:lnTo>
                <a:lnTo>
                  <a:pt x="26111" y="86409"/>
                </a:lnTo>
                <a:moveTo>
                  <a:pt x="26111" y="177528"/>
                </a:moveTo>
                <a:lnTo>
                  <a:pt x="75237" y="177528"/>
                </a:lnTo>
                <a:cubicBezTo>
                  <a:pt x="83672" y="177528"/>
                  <a:pt x="89594" y="177214"/>
                  <a:pt x="93004" y="176586"/>
                </a:cubicBezTo>
                <a:cubicBezTo>
                  <a:pt x="99016" y="175509"/>
                  <a:pt x="104040" y="173715"/>
                  <a:pt x="108078" y="171202"/>
                </a:cubicBezTo>
                <a:cubicBezTo>
                  <a:pt x="112116" y="168690"/>
                  <a:pt x="115436" y="165033"/>
                  <a:pt x="118038" y="160233"/>
                </a:cubicBezTo>
                <a:cubicBezTo>
                  <a:pt x="120640" y="155432"/>
                  <a:pt x="121941" y="149892"/>
                  <a:pt x="121941" y="143611"/>
                </a:cubicBezTo>
                <a:cubicBezTo>
                  <a:pt x="121941" y="136253"/>
                  <a:pt x="120057" y="129860"/>
                  <a:pt x="116288" y="124431"/>
                </a:cubicBezTo>
                <a:cubicBezTo>
                  <a:pt x="112520" y="119003"/>
                  <a:pt x="107293" y="115189"/>
                  <a:pt x="100608" y="112991"/>
                </a:cubicBezTo>
                <a:cubicBezTo>
                  <a:pt x="93923" y="110792"/>
                  <a:pt x="84300" y="109693"/>
                  <a:pt x="71738" y="109693"/>
                </a:cubicBezTo>
                <a:lnTo>
                  <a:pt x="26111" y="109693"/>
                </a:lnTo>
                <a:lnTo>
                  <a:pt x="26111" y="177528"/>
                </a:lnTo>
                <a:close/>
                <a:moveTo>
                  <a:pt x="275110" y="183164"/>
                </a:moveTo>
                <a:cubicBezTo>
                  <a:pt x="266137" y="190797"/>
                  <a:pt x="257501" y="196185"/>
                  <a:pt x="249201" y="199328"/>
                </a:cubicBezTo>
                <a:cubicBezTo>
                  <a:pt x="240901" y="202471"/>
                  <a:pt x="231996" y="204043"/>
                  <a:pt x="222484" y="204043"/>
                </a:cubicBezTo>
                <a:cubicBezTo>
                  <a:pt x="206782" y="204043"/>
                  <a:pt x="194713" y="200204"/>
                  <a:pt x="186279" y="192527"/>
                </a:cubicBezTo>
                <a:cubicBezTo>
                  <a:pt x="177844" y="184849"/>
                  <a:pt x="173627" y="175040"/>
                  <a:pt x="173627" y="163097"/>
                </a:cubicBezTo>
                <a:cubicBezTo>
                  <a:pt x="173627" y="156096"/>
                  <a:pt x="175220" y="149700"/>
                  <a:pt x="178405" y="143909"/>
                </a:cubicBezTo>
                <a:cubicBezTo>
                  <a:pt x="181590" y="138116"/>
                  <a:pt x="185763" y="133469"/>
                  <a:pt x="190922" y="129966"/>
                </a:cubicBezTo>
                <a:cubicBezTo>
                  <a:pt x="196082" y="126464"/>
                  <a:pt x="201892" y="123816"/>
                  <a:pt x="208352" y="122021"/>
                </a:cubicBezTo>
                <a:cubicBezTo>
                  <a:pt x="213108" y="120762"/>
                  <a:pt x="220286" y="119549"/>
                  <a:pt x="229887" y="118383"/>
                </a:cubicBezTo>
                <a:cubicBezTo>
                  <a:pt x="249448" y="116067"/>
                  <a:pt x="263849" y="113305"/>
                  <a:pt x="273091" y="110097"/>
                </a:cubicBezTo>
                <a:cubicBezTo>
                  <a:pt x="273181" y="106791"/>
                  <a:pt x="273226" y="104691"/>
                  <a:pt x="273226" y="103796"/>
                </a:cubicBezTo>
                <a:cubicBezTo>
                  <a:pt x="273226" y="93963"/>
                  <a:pt x="270938" y="87035"/>
                  <a:pt x="266362" y="83014"/>
                </a:cubicBezTo>
                <a:cubicBezTo>
                  <a:pt x="260170" y="77561"/>
                  <a:pt x="250973" y="74834"/>
                  <a:pt x="238770" y="74834"/>
                </a:cubicBezTo>
                <a:cubicBezTo>
                  <a:pt x="227375" y="74834"/>
                  <a:pt x="218962" y="76830"/>
                  <a:pt x="213534" y="80823"/>
                </a:cubicBezTo>
                <a:cubicBezTo>
                  <a:pt x="208105" y="84816"/>
                  <a:pt x="204090" y="91882"/>
                  <a:pt x="201488" y="102021"/>
                </a:cubicBezTo>
                <a:lnTo>
                  <a:pt x="177799" y="98791"/>
                </a:lnTo>
                <a:cubicBezTo>
                  <a:pt x="179953" y="88621"/>
                  <a:pt x="183497" y="80408"/>
                  <a:pt x="188432" y="74152"/>
                </a:cubicBezTo>
                <a:cubicBezTo>
                  <a:pt x="193367" y="67897"/>
                  <a:pt x="200501" y="63082"/>
                  <a:pt x="209833" y="59709"/>
                </a:cubicBezTo>
                <a:cubicBezTo>
                  <a:pt x="219164" y="56333"/>
                  <a:pt x="229977" y="54645"/>
                  <a:pt x="242269" y="54645"/>
                </a:cubicBezTo>
                <a:cubicBezTo>
                  <a:pt x="254473" y="54645"/>
                  <a:pt x="264388" y="56080"/>
                  <a:pt x="272015" y="58952"/>
                </a:cubicBezTo>
                <a:cubicBezTo>
                  <a:pt x="279641" y="61823"/>
                  <a:pt x="285250" y="65435"/>
                  <a:pt x="288839" y="69786"/>
                </a:cubicBezTo>
                <a:cubicBezTo>
                  <a:pt x="292428" y="74138"/>
                  <a:pt x="294940" y="79634"/>
                  <a:pt x="296376" y="86274"/>
                </a:cubicBezTo>
                <a:cubicBezTo>
                  <a:pt x="297183" y="90402"/>
                  <a:pt x="297587" y="97849"/>
                  <a:pt x="297587" y="108617"/>
                </a:cubicBezTo>
                <a:lnTo>
                  <a:pt x="297587" y="140919"/>
                </a:lnTo>
                <a:cubicBezTo>
                  <a:pt x="297587" y="163441"/>
                  <a:pt x="298103" y="177685"/>
                  <a:pt x="299135" y="183652"/>
                </a:cubicBezTo>
                <a:cubicBezTo>
                  <a:pt x="300167" y="189619"/>
                  <a:pt x="302208" y="195339"/>
                  <a:pt x="305259" y="200813"/>
                </a:cubicBezTo>
                <a:lnTo>
                  <a:pt x="279956" y="200813"/>
                </a:lnTo>
                <a:cubicBezTo>
                  <a:pt x="277443" y="195782"/>
                  <a:pt x="275828" y="189900"/>
                  <a:pt x="275110" y="183164"/>
                </a:cubicBezTo>
                <a:moveTo>
                  <a:pt x="273091" y="128940"/>
                </a:moveTo>
                <a:cubicBezTo>
                  <a:pt x="264298" y="132560"/>
                  <a:pt x="251108" y="135636"/>
                  <a:pt x="233521" y="138168"/>
                </a:cubicBezTo>
                <a:cubicBezTo>
                  <a:pt x="223561" y="139609"/>
                  <a:pt x="216517" y="141232"/>
                  <a:pt x="212390" y="143035"/>
                </a:cubicBezTo>
                <a:cubicBezTo>
                  <a:pt x="208262" y="144835"/>
                  <a:pt x="205077" y="147470"/>
                  <a:pt x="202834" y="150942"/>
                </a:cubicBezTo>
                <a:cubicBezTo>
                  <a:pt x="200591" y="154410"/>
                  <a:pt x="199469" y="158262"/>
                  <a:pt x="199469" y="162496"/>
                </a:cubicBezTo>
                <a:cubicBezTo>
                  <a:pt x="199469" y="168982"/>
                  <a:pt x="201914" y="174388"/>
                  <a:pt x="206804" y="178714"/>
                </a:cubicBezTo>
                <a:cubicBezTo>
                  <a:pt x="211694" y="183038"/>
                  <a:pt x="218850" y="185200"/>
                  <a:pt x="228272" y="185200"/>
                </a:cubicBezTo>
                <a:cubicBezTo>
                  <a:pt x="237604" y="185200"/>
                  <a:pt x="245903" y="183149"/>
                  <a:pt x="253172" y="179047"/>
                </a:cubicBezTo>
                <a:cubicBezTo>
                  <a:pt x="260440" y="174944"/>
                  <a:pt x="265778" y="169332"/>
                  <a:pt x="269188" y="162210"/>
                </a:cubicBezTo>
                <a:cubicBezTo>
                  <a:pt x="271790" y="156708"/>
                  <a:pt x="273091" y="148593"/>
                  <a:pt x="273091" y="137865"/>
                </a:cubicBezTo>
                <a:lnTo>
                  <a:pt x="273091" y="128940"/>
                </a:lnTo>
                <a:close/>
                <a:moveTo>
                  <a:pt x="325406" y="158012"/>
                </a:moveTo>
                <a:lnTo>
                  <a:pt x="349364" y="154244"/>
                </a:lnTo>
                <a:cubicBezTo>
                  <a:pt x="350710" y="163802"/>
                  <a:pt x="354456" y="171128"/>
                  <a:pt x="360602" y="176220"/>
                </a:cubicBezTo>
                <a:cubicBezTo>
                  <a:pt x="366749" y="181309"/>
                  <a:pt x="375340" y="183854"/>
                  <a:pt x="386377" y="183854"/>
                </a:cubicBezTo>
                <a:cubicBezTo>
                  <a:pt x="397503" y="183854"/>
                  <a:pt x="405758" y="181607"/>
                  <a:pt x="411142" y="177112"/>
                </a:cubicBezTo>
                <a:cubicBezTo>
                  <a:pt x="416526" y="172614"/>
                  <a:pt x="419218" y="167340"/>
                  <a:pt x="419218" y="161289"/>
                </a:cubicBezTo>
                <a:cubicBezTo>
                  <a:pt x="419218" y="155857"/>
                  <a:pt x="416840" y="151584"/>
                  <a:pt x="412084" y="148469"/>
                </a:cubicBezTo>
                <a:cubicBezTo>
                  <a:pt x="408764" y="146332"/>
                  <a:pt x="400509" y="143616"/>
                  <a:pt x="387319" y="140322"/>
                </a:cubicBezTo>
                <a:cubicBezTo>
                  <a:pt x="369553" y="135832"/>
                  <a:pt x="357238" y="131949"/>
                  <a:pt x="350373" y="128671"/>
                </a:cubicBezTo>
                <a:cubicBezTo>
                  <a:pt x="343509" y="125393"/>
                  <a:pt x="338305" y="120858"/>
                  <a:pt x="334760" y="115064"/>
                </a:cubicBezTo>
                <a:cubicBezTo>
                  <a:pt x="331216" y="109271"/>
                  <a:pt x="329444" y="102873"/>
                  <a:pt x="329444" y="95868"/>
                </a:cubicBezTo>
                <a:cubicBezTo>
                  <a:pt x="329444" y="89492"/>
                  <a:pt x="330902" y="83586"/>
                  <a:pt x="333818" y="78152"/>
                </a:cubicBezTo>
                <a:cubicBezTo>
                  <a:pt x="336735" y="72718"/>
                  <a:pt x="340705" y="68205"/>
                  <a:pt x="345730" y="64613"/>
                </a:cubicBezTo>
                <a:cubicBezTo>
                  <a:pt x="349498" y="61829"/>
                  <a:pt x="354635" y="59472"/>
                  <a:pt x="361141" y="57543"/>
                </a:cubicBezTo>
                <a:cubicBezTo>
                  <a:pt x="367646" y="55611"/>
                  <a:pt x="374622" y="54645"/>
                  <a:pt x="382070" y="54645"/>
                </a:cubicBezTo>
                <a:cubicBezTo>
                  <a:pt x="393286" y="54645"/>
                  <a:pt x="403134" y="56271"/>
                  <a:pt x="411613" y="59524"/>
                </a:cubicBezTo>
                <a:cubicBezTo>
                  <a:pt x="420092" y="62774"/>
                  <a:pt x="426351" y="67177"/>
                  <a:pt x="430389" y="72735"/>
                </a:cubicBezTo>
                <a:cubicBezTo>
                  <a:pt x="434427" y="78290"/>
                  <a:pt x="437208" y="85719"/>
                  <a:pt x="438734" y="95023"/>
                </a:cubicBezTo>
                <a:lnTo>
                  <a:pt x="415045" y="98253"/>
                </a:lnTo>
                <a:cubicBezTo>
                  <a:pt x="413968" y="90895"/>
                  <a:pt x="410850" y="85153"/>
                  <a:pt x="405691" y="81025"/>
                </a:cubicBezTo>
                <a:cubicBezTo>
                  <a:pt x="400532" y="76897"/>
                  <a:pt x="393241" y="74834"/>
                  <a:pt x="383820" y="74834"/>
                </a:cubicBezTo>
                <a:cubicBezTo>
                  <a:pt x="372693" y="74834"/>
                  <a:pt x="364752" y="76665"/>
                  <a:pt x="359997" y="80327"/>
                </a:cubicBezTo>
                <a:cubicBezTo>
                  <a:pt x="355241" y="83986"/>
                  <a:pt x="352863" y="88272"/>
                  <a:pt x="352863" y="93185"/>
                </a:cubicBezTo>
                <a:cubicBezTo>
                  <a:pt x="352863" y="96308"/>
                  <a:pt x="353850" y="99121"/>
                  <a:pt x="355824" y="101622"/>
                </a:cubicBezTo>
                <a:cubicBezTo>
                  <a:pt x="357798" y="104210"/>
                  <a:pt x="360894" y="106352"/>
                  <a:pt x="365111" y="108049"/>
                </a:cubicBezTo>
                <a:cubicBezTo>
                  <a:pt x="367534" y="108943"/>
                  <a:pt x="374667" y="110997"/>
                  <a:pt x="386511" y="114211"/>
                </a:cubicBezTo>
                <a:cubicBezTo>
                  <a:pt x="403650" y="118784"/>
                  <a:pt x="415606" y="122527"/>
                  <a:pt x="422381" y="125441"/>
                </a:cubicBezTo>
                <a:cubicBezTo>
                  <a:pt x="429155" y="128354"/>
                  <a:pt x="434471" y="132591"/>
                  <a:pt x="438330" y="138151"/>
                </a:cubicBezTo>
                <a:cubicBezTo>
                  <a:pt x="442188" y="143709"/>
                  <a:pt x="444117" y="150611"/>
                  <a:pt x="444117" y="158858"/>
                </a:cubicBezTo>
                <a:cubicBezTo>
                  <a:pt x="444117" y="166928"/>
                  <a:pt x="441762" y="174526"/>
                  <a:pt x="437051" y="181654"/>
                </a:cubicBezTo>
                <a:cubicBezTo>
                  <a:pt x="432340" y="188779"/>
                  <a:pt x="425543" y="194292"/>
                  <a:pt x="416660" y="198192"/>
                </a:cubicBezTo>
                <a:cubicBezTo>
                  <a:pt x="407777" y="202093"/>
                  <a:pt x="397728" y="204043"/>
                  <a:pt x="386511" y="204043"/>
                </a:cubicBezTo>
                <a:cubicBezTo>
                  <a:pt x="367938" y="204043"/>
                  <a:pt x="353783" y="200173"/>
                  <a:pt x="344047" y="192434"/>
                </a:cubicBezTo>
                <a:cubicBezTo>
                  <a:pt x="334312" y="184695"/>
                  <a:pt x="328098" y="173221"/>
                  <a:pt x="325406" y="158012"/>
                </a:cubicBezTo>
                <a:close/>
                <a:moveTo>
                  <a:pt x="570769" y="154782"/>
                </a:moveTo>
                <a:lnTo>
                  <a:pt x="595804" y="157878"/>
                </a:lnTo>
                <a:cubicBezTo>
                  <a:pt x="591856" y="172503"/>
                  <a:pt x="584543" y="183854"/>
                  <a:pt x="573865" y="191930"/>
                </a:cubicBezTo>
                <a:cubicBezTo>
                  <a:pt x="563187" y="200005"/>
                  <a:pt x="549548" y="204043"/>
                  <a:pt x="532949" y="204043"/>
                </a:cubicBezTo>
                <a:cubicBezTo>
                  <a:pt x="512042" y="204043"/>
                  <a:pt x="495465" y="197605"/>
                  <a:pt x="483217" y="184729"/>
                </a:cubicBezTo>
                <a:cubicBezTo>
                  <a:pt x="470969" y="171853"/>
                  <a:pt x="464845" y="153795"/>
                  <a:pt x="464845" y="130555"/>
                </a:cubicBezTo>
                <a:cubicBezTo>
                  <a:pt x="464845" y="106508"/>
                  <a:pt x="471036" y="87844"/>
                  <a:pt x="483418" y="74565"/>
                </a:cubicBezTo>
                <a:cubicBezTo>
                  <a:pt x="495801" y="61285"/>
                  <a:pt x="511862" y="54645"/>
                  <a:pt x="531603" y="54645"/>
                </a:cubicBezTo>
                <a:cubicBezTo>
                  <a:pt x="550715" y="54645"/>
                  <a:pt x="566328" y="61140"/>
                  <a:pt x="578441" y="74131"/>
                </a:cubicBezTo>
                <a:cubicBezTo>
                  <a:pt x="590554" y="87120"/>
                  <a:pt x="596611" y="105393"/>
                  <a:pt x="596611" y="128953"/>
                </a:cubicBezTo>
                <a:cubicBezTo>
                  <a:pt x="596611" y="130386"/>
                  <a:pt x="596566" y="132535"/>
                  <a:pt x="596477" y="135401"/>
                </a:cubicBezTo>
                <a:lnTo>
                  <a:pt x="489879" y="135401"/>
                </a:lnTo>
                <a:cubicBezTo>
                  <a:pt x="490776" y="151058"/>
                  <a:pt x="495218" y="163048"/>
                  <a:pt x="503204" y="171371"/>
                </a:cubicBezTo>
                <a:cubicBezTo>
                  <a:pt x="511189" y="179693"/>
                  <a:pt x="521149" y="183854"/>
                  <a:pt x="533083" y="183854"/>
                </a:cubicBezTo>
                <a:cubicBezTo>
                  <a:pt x="541966" y="183854"/>
                  <a:pt x="549548" y="181544"/>
                  <a:pt x="555829" y="176923"/>
                </a:cubicBezTo>
                <a:cubicBezTo>
                  <a:pt x="562110" y="172299"/>
                  <a:pt x="567090" y="164918"/>
                  <a:pt x="570769" y="154782"/>
                </a:cubicBezTo>
                <a:moveTo>
                  <a:pt x="491225" y="115212"/>
                </a:moveTo>
                <a:lnTo>
                  <a:pt x="571038" y="115212"/>
                </a:lnTo>
                <a:cubicBezTo>
                  <a:pt x="569962" y="103384"/>
                  <a:pt x="566911" y="94514"/>
                  <a:pt x="561886" y="88600"/>
                </a:cubicBezTo>
                <a:cubicBezTo>
                  <a:pt x="554169" y="79422"/>
                  <a:pt x="544165" y="74834"/>
                  <a:pt x="531872" y="74834"/>
                </a:cubicBezTo>
                <a:cubicBezTo>
                  <a:pt x="520746" y="74834"/>
                  <a:pt x="511391" y="78497"/>
                  <a:pt x="503809" y="85824"/>
                </a:cubicBezTo>
                <a:cubicBezTo>
                  <a:pt x="496227" y="93148"/>
                  <a:pt x="492032" y="102944"/>
                  <a:pt x="491225" y="115212"/>
                </a:cubicBezTo>
                <a:close/>
                <a:moveTo>
                  <a:pt x="705905" y="200813"/>
                </a:moveTo>
                <a:lnTo>
                  <a:pt x="705905" y="3499"/>
                </a:lnTo>
                <a:lnTo>
                  <a:pt x="773875" y="3499"/>
                </a:lnTo>
                <a:cubicBezTo>
                  <a:pt x="789218" y="3499"/>
                  <a:pt x="800928" y="4442"/>
                  <a:pt x="809003" y="6326"/>
                </a:cubicBezTo>
                <a:cubicBezTo>
                  <a:pt x="820309" y="8928"/>
                  <a:pt x="829955" y="13639"/>
                  <a:pt x="837941" y="20458"/>
                </a:cubicBezTo>
                <a:cubicBezTo>
                  <a:pt x="848349" y="29252"/>
                  <a:pt x="856133" y="40490"/>
                  <a:pt x="861293" y="54174"/>
                </a:cubicBezTo>
                <a:cubicBezTo>
                  <a:pt x="866452" y="67857"/>
                  <a:pt x="869032" y="83493"/>
                  <a:pt x="869032" y="101079"/>
                </a:cubicBezTo>
                <a:cubicBezTo>
                  <a:pt x="869032" y="116064"/>
                  <a:pt x="867282" y="129344"/>
                  <a:pt x="863783" y="140919"/>
                </a:cubicBezTo>
                <a:cubicBezTo>
                  <a:pt x="860283" y="152494"/>
                  <a:pt x="855797" y="162072"/>
                  <a:pt x="850323" y="169654"/>
                </a:cubicBezTo>
                <a:cubicBezTo>
                  <a:pt x="844850" y="177237"/>
                  <a:pt x="838861" y="183204"/>
                  <a:pt x="832355" y="187555"/>
                </a:cubicBezTo>
                <a:cubicBezTo>
                  <a:pt x="825850" y="191907"/>
                  <a:pt x="817999" y="195205"/>
                  <a:pt x="808801" y="197448"/>
                </a:cubicBezTo>
                <a:cubicBezTo>
                  <a:pt x="799604" y="199691"/>
                  <a:pt x="789039" y="200813"/>
                  <a:pt x="777105" y="200813"/>
                </a:cubicBezTo>
                <a:lnTo>
                  <a:pt x="705905" y="200813"/>
                </a:lnTo>
                <a:moveTo>
                  <a:pt x="732016" y="177528"/>
                </a:moveTo>
                <a:lnTo>
                  <a:pt x="774144" y="177528"/>
                </a:lnTo>
                <a:cubicBezTo>
                  <a:pt x="787154" y="177528"/>
                  <a:pt x="797361" y="176317"/>
                  <a:pt x="804764" y="173894"/>
                </a:cubicBezTo>
                <a:cubicBezTo>
                  <a:pt x="812166" y="171471"/>
                  <a:pt x="818066" y="168062"/>
                  <a:pt x="822463" y="163665"/>
                </a:cubicBezTo>
                <a:cubicBezTo>
                  <a:pt x="828654" y="157474"/>
                  <a:pt x="833477" y="149151"/>
                  <a:pt x="836931" y="138698"/>
                </a:cubicBezTo>
                <a:cubicBezTo>
                  <a:pt x="840386" y="128245"/>
                  <a:pt x="842113" y="115571"/>
                  <a:pt x="842113" y="100676"/>
                </a:cubicBezTo>
                <a:cubicBezTo>
                  <a:pt x="842113" y="80038"/>
                  <a:pt x="838726" y="64178"/>
                  <a:pt x="831951" y="53097"/>
                </a:cubicBezTo>
                <a:cubicBezTo>
                  <a:pt x="825177" y="42015"/>
                  <a:pt x="816944" y="34590"/>
                  <a:pt x="807254" y="30822"/>
                </a:cubicBezTo>
                <a:cubicBezTo>
                  <a:pt x="800255" y="28130"/>
                  <a:pt x="788994" y="26784"/>
                  <a:pt x="773471" y="26784"/>
                </a:cubicBezTo>
                <a:lnTo>
                  <a:pt x="732016" y="26784"/>
                </a:lnTo>
                <a:lnTo>
                  <a:pt x="732016" y="177528"/>
                </a:lnTo>
                <a:close/>
                <a:moveTo>
                  <a:pt x="995099" y="183164"/>
                </a:moveTo>
                <a:cubicBezTo>
                  <a:pt x="986126" y="190797"/>
                  <a:pt x="977489" y="196185"/>
                  <a:pt x="969190" y="199328"/>
                </a:cubicBezTo>
                <a:cubicBezTo>
                  <a:pt x="960890" y="202471"/>
                  <a:pt x="951984" y="204043"/>
                  <a:pt x="942473" y="204043"/>
                </a:cubicBezTo>
                <a:cubicBezTo>
                  <a:pt x="926770" y="204043"/>
                  <a:pt x="914702" y="200204"/>
                  <a:pt x="906267" y="192527"/>
                </a:cubicBezTo>
                <a:cubicBezTo>
                  <a:pt x="897833" y="184849"/>
                  <a:pt x="893616" y="175040"/>
                  <a:pt x="893616" y="163097"/>
                </a:cubicBezTo>
                <a:cubicBezTo>
                  <a:pt x="893616" y="156096"/>
                  <a:pt x="895208" y="149700"/>
                  <a:pt x="898394" y="143909"/>
                </a:cubicBezTo>
                <a:cubicBezTo>
                  <a:pt x="901579" y="138116"/>
                  <a:pt x="905751" y="133469"/>
                  <a:pt x="910911" y="129966"/>
                </a:cubicBezTo>
                <a:cubicBezTo>
                  <a:pt x="916070" y="126464"/>
                  <a:pt x="921880" y="123816"/>
                  <a:pt x="928341" y="122021"/>
                </a:cubicBezTo>
                <a:cubicBezTo>
                  <a:pt x="933096" y="120762"/>
                  <a:pt x="940275" y="119549"/>
                  <a:pt x="949875" y="118383"/>
                </a:cubicBezTo>
                <a:cubicBezTo>
                  <a:pt x="969436" y="116067"/>
                  <a:pt x="983838" y="113305"/>
                  <a:pt x="993080" y="110097"/>
                </a:cubicBezTo>
                <a:cubicBezTo>
                  <a:pt x="993170" y="106791"/>
                  <a:pt x="993214" y="104691"/>
                  <a:pt x="993214" y="103796"/>
                </a:cubicBezTo>
                <a:cubicBezTo>
                  <a:pt x="993214" y="93963"/>
                  <a:pt x="990926" y="87035"/>
                  <a:pt x="986350" y="83014"/>
                </a:cubicBezTo>
                <a:cubicBezTo>
                  <a:pt x="980159" y="77561"/>
                  <a:pt x="970962" y="74834"/>
                  <a:pt x="958759" y="74834"/>
                </a:cubicBezTo>
                <a:cubicBezTo>
                  <a:pt x="947363" y="74834"/>
                  <a:pt x="938951" y="76830"/>
                  <a:pt x="933522" y="80823"/>
                </a:cubicBezTo>
                <a:cubicBezTo>
                  <a:pt x="928094" y="84816"/>
                  <a:pt x="924078" y="91882"/>
                  <a:pt x="921476" y="102021"/>
                </a:cubicBezTo>
                <a:lnTo>
                  <a:pt x="897788" y="98791"/>
                </a:lnTo>
                <a:cubicBezTo>
                  <a:pt x="899941" y="88621"/>
                  <a:pt x="903486" y="80408"/>
                  <a:pt x="908421" y="74152"/>
                </a:cubicBezTo>
                <a:cubicBezTo>
                  <a:pt x="913356" y="67897"/>
                  <a:pt x="920489" y="63082"/>
                  <a:pt x="929821" y="59709"/>
                </a:cubicBezTo>
                <a:cubicBezTo>
                  <a:pt x="939153" y="56333"/>
                  <a:pt x="949965" y="54645"/>
                  <a:pt x="962258" y="54645"/>
                </a:cubicBezTo>
                <a:cubicBezTo>
                  <a:pt x="974461" y="54645"/>
                  <a:pt x="984376" y="56080"/>
                  <a:pt x="992003" y="58952"/>
                </a:cubicBezTo>
                <a:cubicBezTo>
                  <a:pt x="999630" y="61823"/>
                  <a:pt x="1005238" y="65435"/>
                  <a:pt x="1008827" y="69786"/>
                </a:cubicBezTo>
                <a:cubicBezTo>
                  <a:pt x="1012416" y="74138"/>
                  <a:pt x="1014929" y="79634"/>
                  <a:pt x="1016364" y="86274"/>
                </a:cubicBezTo>
                <a:cubicBezTo>
                  <a:pt x="1017172" y="90402"/>
                  <a:pt x="1017576" y="97849"/>
                  <a:pt x="1017576" y="108617"/>
                </a:cubicBezTo>
                <a:lnTo>
                  <a:pt x="1017576" y="140919"/>
                </a:lnTo>
                <a:cubicBezTo>
                  <a:pt x="1017576" y="163441"/>
                  <a:pt x="1018092" y="177685"/>
                  <a:pt x="1019124" y="183652"/>
                </a:cubicBezTo>
                <a:cubicBezTo>
                  <a:pt x="1020155" y="189619"/>
                  <a:pt x="1022197" y="195339"/>
                  <a:pt x="1025248" y="200813"/>
                </a:cubicBezTo>
                <a:lnTo>
                  <a:pt x="999944" y="200813"/>
                </a:lnTo>
                <a:cubicBezTo>
                  <a:pt x="997432" y="195782"/>
                  <a:pt x="995817" y="189900"/>
                  <a:pt x="995099" y="183164"/>
                </a:cubicBezTo>
                <a:moveTo>
                  <a:pt x="993080" y="128940"/>
                </a:moveTo>
                <a:cubicBezTo>
                  <a:pt x="984286" y="132560"/>
                  <a:pt x="971096" y="135636"/>
                  <a:pt x="953510" y="138168"/>
                </a:cubicBezTo>
                <a:cubicBezTo>
                  <a:pt x="943550" y="139609"/>
                  <a:pt x="936506" y="141232"/>
                  <a:pt x="932378" y="143035"/>
                </a:cubicBezTo>
                <a:cubicBezTo>
                  <a:pt x="928251" y="144835"/>
                  <a:pt x="925066" y="147470"/>
                  <a:pt x="922822" y="150942"/>
                </a:cubicBezTo>
                <a:cubicBezTo>
                  <a:pt x="920579" y="154410"/>
                  <a:pt x="919457" y="158262"/>
                  <a:pt x="919457" y="162496"/>
                </a:cubicBezTo>
                <a:cubicBezTo>
                  <a:pt x="919457" y="168982"/>
                  <a:pt x="921903" y="174388"/>
                  <a:pt x="926793" y="178714"/>
                </a:cubicBezTo>
                <a:cubicBezTo>
                  <a:pt x="931683" y="183038"/>
                  <a:pt x="938839" y="185200"/>
                  <a:pt x="948260" y="185200"/>
                </a:cubicBezTo>
                <a:cubicBezTo>
                  <a:pt x="957592" y="185200"/>
                  <a:pt x="965892" y="183149"/>
                  <a:pt x="973160" y="179047"/>
                </a:cubicBezTo>
                <a:cubicBezTo>
                  <a:pt x="980428" y="174944"/>
                  <a:pt x="985767" y="169332"/>
                  <a:pt x="989177" y="162210"/>
                </a:cubicBezTo>
                <a:cubicBezTo>
                  <a:pt x="991779" y="156708"/>
                  <a:pt x="993080" y="148593"/>
                  <a:pt x="993080" y="137865"/>
                </a:cubicBezTo>
                <a:lnTo>
                  <a:pt x="993080" y="128940"/>
                </a:lnTo>
                <a:close/>
                <a:moveTo>
                  <a:pt x="1107981" y="179412"/>
                </a:moveTo>
                <a:lnTo>
                  <a:pt x="1111480" y="200813"/>
                </a:lnTo>
                <a:cubicBezTo>
                  <a:pt x="1104661" y="202069"/>
                  <a:pt x="1098559" y="202697"/>
                  <a:pt x="1093175" y="202697"/>
                </a:cubicBezTo>
                <a:cubicBezTo>
                  <a:pt x="1084382" y="202697"/>
                  <a:pt x="1077563" y="201306"/>
                  <a:pt x="1072717" y="198525"/>
                </a:cubicBezTo>
                <a:cubicBezTo>
                  <a:pt x="1067872" y="195743"/>
                  <a:pt x="1064462" y="192087"/>
                  <a:pt x="1062488" y="187555"/>
                </a:cubicBezTo>
                <a:cubicBezTo>
                  <a:pt x="1060514" y="183024"/>
                  <a:pt x="1059527" y="173490"/>
                  <a:pt x="1059527" y="158954"/>
                </a:cubicBezTo>
                <a:lnTo>
                  <a:pt x="1059527" y="76718"/>
                </a:lnTo>
                <a:lnTo>
                  <a:pt x="1041761" y="76718"/>
                </a:lnTo>
                <a:lnTo>
                  <a:pt x="1041761" y="57875"/>
                </a:lnTo>
                <a:lnTo>
                  <a:pt x="1059527" y="57875"/>
                </a:lnTo>
                <a:lnTo>
                  <a:pt x="1059527" y="22380"/>
                </a:lnTo>
                <a:lnTo>
                  <a:pt x="1083619" y="7806"/>
                </a:lnTo>
                <a:lnTo>
                  <a:pt x="1083619" y="57875"/>
                </a:lnTo>
                <a:lnTo>
                  <a:pt x="1107981" y="57875"/>
                </a:lnTo>
                <a:lnTo>
                  <a:pt x="1107981" y="76718"/>
                </a:lnTo>
                <a:lnTo>
                  <a:pt x="1083619" y="76718"/>
                </a:lnTo>
                <a:lnTo>
                  <a:pt x="1083619" y="160300"/>
                </a:lnTo>
                <a:cubicBezTo>
                  <a:pt x="1083619" y="167209"/>
                  <a:pt x="1084045" y="171651"/>
                  <a:pt x="1084898" y="173625"/>
                </a:cubicBezTo>
                <a:cubicBezTo>
                  <a:pt x="1085750" y="175599"/>
                  <a:pt x="1087141" y="177169"/>
                  <a:pt x="1089070" y="178336"/>
                </a:cubicBezTo>
                <a:cubicBezTo>
                  <a:pt x="1090999" y="179502"/>
                  <a:pt x="1093759" y="180085"/>
                  <a:pt x="1097348" y="180085"/>
                </a:cubicBezTo>
                <a:cubicBezTo>
                  <a:pt x="1100040" y="180085"/>
                  <a:pt x="1103584" y="179861"/>
                  <a:pt x="1107981" y="179412"/>
                </a:cubicBezTo>
                <a:close/>
                <a:moveTo>
                  <a:pt x="1229564" y="154782"/>
                </a:moveTo>
                <a:lnTo>
                  <a:pt x="1254599" y="157878"/>
                </a:lnTo>
                <a:cubicBezTo>
                  <a:pt x="1250650" y="172503"/>
                  <a:pt x="1243338" y="183854"/>
                  <a:pt x="1232660" y="191930"/>
                </a:cubicBezTo>
                <a:cubicBezTo>
                  <a:pt x="1221982" y="200005"/>
                  <a:pt x="1208343" y="204043"/>
                  <a:pt x="1191744" y="204043"/>
                </a:cubicBezTo>
                <a:cubicBezTo>
                  <a:pt x="1170837" y="204043"/>
                  <a:pt x="1154259" y="197605"/>
                  <a:pt x="1142011" y="184729"/>
                </a:cubicBezTo>
                <a:cubicBezTo>
                  <a:pt x="1129763" y="171853"/>
                  <a:pt x="1123640" y="153795"/>
                  <a:pt x="1123640" y="130555"/>
                </a:cubicBezTo>
                <a:cubicBezTo>
                  <a:pt x="1123640" y="106508"/>
                  <a:pt x="1129831" y="87844"/>
                  <a:pt x="1142213" y="74565"/>
                </a:cubicBezTo>
                <a:cubicBezTo>
                  <a:pt x="1154596" y="61285"/>
                  <a:pt x="1170657" y="54645"/>
                  <a:pt x="1190398" y="54645"/>
                </a:cubicBezTo>
                <a:cubicBezTo>
                  <a:pt x="1209510" y="54645"/>
                  <a:pt x="1225123" y="61140"/>
                  <a:pt x="1237236" y="74131"/>
                </a:cubicBezTo>
                <a:cubicBezTo>
                  <a:pt x="1249349" y="87120"/>
                  <a:pt x="1255406" y="105393"/>
                  <a:pt x="1255406" y="128953"/>
                </a:cubicBezTo>
                <a:cubicBezTo>
                  <a:pt x="1255406" y="130386"/>
                  <a:pt x="1255361" y="132535"/>
                  <a:pt x="1255271" y="135401"/>
                </a:cubicBezTo>
                <a:lnTo>
                  <a:pt x="1148674" y="135401"/>
                </a:lnTo>
                <a:cubicBezTo>
                  <a:pt x="1149571" y="151058"/>
                  <a:pt x="1154013" y="163048"/>
                  <a:pt x="1161999" y="171371"/>
                </a:cubicBezTo>
                <a:cubicBezTo>
                  <a:pt x="1169984" y="179693"/>
                  <a:pt x="1179944" y="183854"/>
                  <a:pt x="1191878" y="183854"/>
                </a:cubicBezTo>
                <a:cubicBezTo>
                  <a:pt x="1200761" y="183854"/>
                  <a:pt x="1208343" y="181544"/>
                  <a:pt x="1214624" y="176923"/>
                </a:cubicBezTo>
                <a:cubicBezTo>
                  <a:pt x="1220905" y="172299"/>
                  <a:pt x="1225885" y="164918"/>
                  <a:pt x="1229564" y="154782"/>
                </a:cubicBezTo>
                <a:moveTo>
                  <a:pt x="1150020" y="115212"/>
                </a:moveTo>
                <a:lnTo>
                  <a:pt x="1229833" y="115212"/>
                </a:lnTo>
                <a:cubicBezTo>
                  <a:pt x="1228757" y="103384"/>
                  <a:pt x="1225706" y="94514"/>
                  <a:pt x="1220681" y="88600"/>
                </a:cubicBezTo>
                <a:cubicBezTo>
                  <a:pt x="1212964" y="79422"/>
                  <a:pt x="1202960" y="74834"/>
                  <a:pt x="1190667" y="74834"/>
                </a:cubicBezTo>
                <a:cubicBezTo>
                  <a:pt x="1179540" y="74834"/>
                  <a:pt x="1170186" y="78497"/>
                  <a:pt x="1162604" y="85824"/>
                </a:cubicBezTo>
                <a:cubicBezTo>
                  <a:pt x="1155022" y="93148"/>
                  <a:pt x="1150827" y="102944"/>
                  <a:pt x="1150020" y="115212"/>
                </a:cubicBezTo>
                <a:close/>
                <a:moveTo>
                  <a:pt x="1409996" y="200813"/>
                </a:moveTo>
                <a:lnTo>
                  <a:pt x="1409996" y="26784"/>
                </a:lnTo>
                <a:lnTo>
                  <a:pt x="1344988" y="26784"/>
                </a:lnTo>
                <a:lnTo>
                  <a:pt x="1344988" y="3499"/>
                </a:lnTo>
                <a:lnTo>
                  <a:pt x="1501385" y="3499"/>
                </a:lnTo>
                <a:lnTo>
                  <a:pt x="1501385" y="26784"/>
                </a:lnTo>
                <a:lnTo>
                  <a:pt x="1436107" y="26784"/>
                </a:lnTo>
                <a:lnTo>
                  <a:pt x="1436107" y="200813"/>
                </a:lnTo>
                <a:lnTo>
                  <a:pt x="1409996" y="200813"/>
                </a:lnTo>
                <a:close/>
                <a:moveTo>
                  <a:pt x="1514979" y="31495"/>
                </a:moveTo>
                <a:lnTo>
                  <a:pt x="1514979" y="3499"/>
                </a:lnTo>
                <a:lnTo>
                  <a:pt x="1539205" y="3499"/>
                </a:lnTo>
                <a:lnTo>
                  <a:pt x="1539205" y="31495"/>
                </a:lnTo>
                <a:lnTo>
                  <a:pt x="1514979" y="31495"/>
                </a:lnTo>
                <a:moveTo>
                  <a:pt x="1514979" y="200813"/>
                </a:moveTo>
                <a:lnTo>
                  <a:pt x="1514979" y="57875"/>
                </a:lnTo>
                <a:lnTo>
                  <a:pt x="1539205" y="57875"/>
                </a:lnTo>
                <a:lnTo>
                  <a:pt x="1539205" y="200813"/>
                </a:lnTo>
                <a:lnTo>
                  <a:pt x="1514979" y="200813"/>
                </a:lnTo>
                <a:close/>
                <a:moveTo>
                  <a:pt x="1576038" y="200813"/>
                </a:moveTo>
                <a:lnTo>
                  <a:pt x="1576038" y="57875"/>
                </a:lnTo>
                <a:lnTo>
                  <a:pt x="1597707" y="57875"/>
                </a:lnTo>
                <a:lnTo>
                  <a:pt x="1597707" y="77795"/>
                </a:lnTo>
                <a:cubicBezTo>
                  <a:pt x="1602194" y="70835"/>
                  <a:pt x="1608161" y="65237"/>
                  <a:pt x="1615608" y="61000"/>
                </a:cubicBezTo>
                <a:cubicBezTo>
                  <a:pt x="1623056" y="56763"/>
                  <a:pt x="1631535" y="54645"/>
                  <a:pt x="1641046" y="54645"/>
                </a:cubicBezTo>
                <a:cubicBezTo>
                  <a:pt x="1651634" y="54645"/>
                  <a:pt x="1660315" y="56832"/>
                  <a:pt x="1667090" y="61206"/>
                </a:cubicBezTo>
                <a:cubicBezTo>
                  <a:pt x="1673864" y="65578"/>
                  <a:pt x="1678643" y="71690"/>
                  <a:pt x="1681424" y="79544"/>
                </a:cubicBezTo>
                <a:cubicBezTo>
                  <a:pt x="1692730" y="62945"/>
                  <a:pt x="1707445" y="54645"/>
                  <a:pt x="1725571" y="54645"/>
                </a:cubicBezTo>
                <a:cubicBezTo>
                  <a:pt x="1739748" y="54645"/>
                  <a:pt x="1750650" y="58570"/>
                  <a:pt x="1758277" y="66422"/>
                </a:cubicBezTo>
                <a:cubicBezTo>
                  <a:pt x="1765904" y="74273"/>
                  <a:pt x="1769717" y="86364"/>
                  <a:pt x="1769717" y="102694"/>
                </a:cubicBezTo>
                <a:lnTo>
                  <a:pt x="1769717" y="200813"/>
                </a:lnTo>
                <a:lnTo>
                  <a:pt x="1745625" y="200813"/>
                </a:lnTo>
                <a:lnTo>
                  <a:pt x="1745625" y="110673"/>
                </a:lnTo>
                <a:cubicBezTo>
                  <a:pt x="1745625" y="100971"/>
                  <a:pt x="1744840" y="93988"/>
                  <a:pt x="1743270" y="89723"/>
                </a:cubicBezTo>
                <a:cubicBezTo>
                  <a:pt x="1741699" y="85455"/>
                  <a:pt x="1738850" y="82019"/>
                  <a:pt x="1734723" y="79414"/>
                </a:cubicBezTo>
                <a:cubicBezTo>
                  <a:pt x="1730595" y="76809"/>
                  <a:pt x="1725750" y="75507"/>
                  <a:pt x="1720187" y="75507"/>
                </a:cubicBezTo>
                <a:cubicBezTo>
                  <a:pt x="1710137" y="75507"/>
                  <a:pt x="1701793" y="78853"/>
                  <a:pt x="1695153" y="85546"/>
                </a:cubicBezTo>
                <a:cubicBezTo>
                  <a:pt x="1688513" y="92237"/>
                  <a:pt x="1685193" y="102948"/>
                  <a:pt x="1685193" y="117681"/>
                </a:cubicBezTo>
                <a:lnTo>
                  <a:pt x="1685193" y="200813"/>
                </a:lnTo>
                <a:lnTo>
                  <a:pt x="1660966" y="200813"/>
                </a:lnTo>
                <a:lnTo>
                  <a:pt x="1660966" y="107843"/>
                </a:lnTo>
                <a:cubicBezTo>
                  <a:pt x="1660966" y="97064"/>
                  <a:pt x="1658992" y="88980"/>
                  <a:pt x="1655044" y="83591"/>
                </a:cubicBezTo>
                <a:cubicBezTo>
                  <a:pt x="1651096" y="78201"/>
                  <a:pt x="1644635" y="75507"/>
                  <a:pt x="1635662" y="75507"/>
                </a:cubicBezTo>
                <a:cubicBezTo>
                  <a:pt x="1628843" y="75507"/>
                  <a:pt x="1622540" y="77304"/>
                  <a:pt x="1616752" y="80899"/>
                </a:cubicBezTo>
                <a:cubicBezTo>
                  <a:pt x="1610965" y="84491"/>
                  <a:pt x="1606770" y="89745"/>
                  <a:pt x="1604168" y="96663"/>
                </a:cubicBezTo>
                <a:cubicBezTo>
                  <a:pt x="1601566" y="103578"/>
                  <a:pt x="1600265" y="113547"/>
                  <a:pt x="1600265" y="126572"/>
                </a:cubicBezTo>
                <a:lnTo>
                  <a:pt x="1600265" y="200813"/>
                </a:lnTo>
                <a:lnTo>
                  <a:pt x="1576038" y="200813"/>
                </a:lnTo>
                <a:close/>
                <a:moveTo>
                  <a:pt x="1903501" y="154782"/>
                </a:moveTo>
                <a:lnTo>
                  <a:pt x="1928535" y="157878"/>
                </a:lnTo>
                <a:cubicBezTo>
                  <a:pt x="1924587" y="172503"/>
                  <a:pt x="1917274" y="183854"/>
                  <a:pt x="1906596" y="191930"/>
                </a:cubicBezTo>
                <a:cubicBezTo>
                  <a:pt x="1895919" y="200005"/>
                  <a:pt x="1882280" y="204043"/>
                  <a:pt x="1865680" y="204043"/>
                </a:cubicBezTo>
                <a:cubicBezTo>
                  <a:pt x="1844773" y="204043"/>
                  <a:pt x="1828196" y="197605"/>
                  <a:pt x="1815948" y="184729"/>
                </a:cubicBezTo>
                <a:cubicBezTo>
                  <a:pt x="1803700" y="171853"/>
                  <a:pt x="1797576" y="153795"/>
                  <a:pt x="1797576" y="130555"/>
                </a:cubicBezTo>
                <a:cubicBezTo>
                  <a:pt x="1797576" y="106508"/>
                  <a:pt x="1803767" y="87844"/>
                  <a:pt x="1816150" y="74565"/>
                </a:cubicBezTo>
                <a:cubicBezTo>
                  <a:pt x="1828532" y="61285"/>
                  <a:pt x="1844594" y="54645"/>
                  <a:pt x="1864334" y="54645"/>
                </a:cubicBezTo>
                <a:cubicBezTo>
                  <a:pt x="1883446" y="54645"/>
                  <a:pt x="1899059" y="61140"/>
                  <a:pt x="1911173" y="74131"/>
                </a:cubicBezTo>
                <a:cubicBezTo>
                  <a:pt x="1923286" y="87120"/>
                  <a:pt x="1929343" y="105393"/>
                  <a:pt x="1929343" y="128953"/>
                </a:cubicBezTo>
                <a:cubicBezTo>
                  <a:pt x="1929343" y="130386"/>
                  <a:pt x="1929298" y="132535"/>
                  <a:pt x="1929208" y="135401"/>
                </a:cubicBezTo>
                <a:lnTo>
                  <a:pt x="1822610" y="135401"/>
                </a:lnTo>
                <a:cubicBezTo>
                  <a:pt x="1823508" y="151058"/>
                  <a:pt x="1827949" y="163048"/>
                  <a:pt x="1835935" y="171371"/>
                </a:cubicBezTo>
                <a:cubicBezTo>
                  <a:pt x="1843921" y="179693"/>
                  <a:pt x="1853881" y="183854"/>
                  <a:pt x="1865815" y="183854"/>
                </a:cubicBezTo>
                <a:cubicBezTo>
                  <a:pt x="1874698" y="183854"/>
                  <a:pt x="1882280" y="181544"/>
                  <a:pt x="1888561" y="176923"/>
                </a:cubicBezTo>
                <a:cubicBezTo>
                  <a:pt x="1894842" y="172299"/>
                  <a:pt x="1899822" y="164918"/>
                  <a:pt x="1903501" y="154782"/>
                </a:cubicBezTo>
                <a:moveTo>
                  <a:pt x="1823956" y="115212"/>
                </a:moveTo>
                <a:lnTo>
                  <a:pt x="1903770" y="115212"/>
                </a:lnTo>
                <a:cubicBezTo>
                  <a:pt x="1902693" y="103384"/>
                  <a:pt x="1899642" y="94514"/>
                  <a:pt x="1894618" y="88600"/>
                </a:cubicBezTo>
                <a:cubicBezTo>
                  <a:pt x="1886901" y="79422"/>
                  <a:pt x="1876896" y="74834"/>
                  <a:pt x="1864603" y="74834"/>
                </a:cubicBezTo>
                <a:cubicBezTo>
                  <a:pt x="1853477" y="74834"/>
                  <a:pt x="1844123" y="78497"/>
                  <a:pt x="1836541" y="85824"/>
                </a:cubicBezTo>
                <a:cubicBezTo>
                  <a:pt x="1828959" y="93148"/>
                  <a:pt x="1824764" y="102944"/>
                  <a:pt x="1823956" y="115212"/>
                </a:cubicBezTo>
                <a:close/>
                <a:moveTo>
                  <a:pt x="2026752" y="258957"/>
                </a:moveTo>
                <a:cubicBezTo>
                  <a:pt x="2034199" y="242968"/>
                  <a:pt x="2039448" y="230708"/>
                  <a:pt x="2042499" y="222175"/>
                </a:cubicBezTo>
                <a:cubicBezTo>
                  <a:pt x="2045550" y="213643"/>
                  <a:pt x="2048376" y="203807"/>
                  <a:pt x="2050979" y="192670"/>
                </a:cubicBezTo>
                <a:cubicBezTo>
                  <a:pt x="2053581" y="181530"/>
                  <a:pt x="2055510" y="170953"/>
                  <a:pt x="2056766" y="160940"/>
                </a:cubicBezTo>
                <a:cubicBezTo>
                  <a:pt x="2058022" y="150924"/>
                  <a:pt x="2058650" y="140661"/>
                  <a:pt x="2058650" y="130151"/>
                </a:cubicBezTo>
                <a:cubicBezTo>
                  <a:pt x="2058650" y="108774"/>
                  <a:pt x="2056362" y="88541"/>
                  <a:pt x="2051786" y="69454"/>
                </a:cubicBezTo>
                <a:cubicBezTo>
                  <a:pt x="2047210" y="50367"/>
                  <a:pt x="2038775" y="27216"/>
                  <a:pt x="2026483" y="0"/>
                </a:cubicBezTo>
                <a:lnTo>
                  <a:pt x="2052190" y="0"/>
                </a:lnTo>
                <a:cubicBezTo>
                  <a:pt x="2065739" y="19311"/>
                  <a:pt x="2076260" y="39790"/>
                  <a:pt x="2083752" y="61437"/>
                </a:cubicBezTo>
                <a:cubicBezTo>
                  <a:pt x="2091244" y="83085"/>
                  <a:pt x="2094990" y="105046"/>
                  <a:pt x="2094990" y="127321"/>
                </a:cubicBezTo>
                <a:cubicBezTo>
                  <a:pt x="2094990" y="146094"/>
                  <a:pt x="2092029" y="166214"/>
                  <a:pt x="2086107" y="187682"/>
                </a:cubicBezTo>
                <a:cubicBezTo>
                  <a:pt x="2079378" y="211754"/>
                  <a:pt x="2068296" y="235513"/>
                  <a:pt x="2052863" y="258957"/>
                </a:cubicBezTo>
                <a:lnTo>
                  <a:pt x="2026752" y="258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03950073b4ab3"/>
          <a:stretch xmlns:a="http://schemas.openxmlformats.org/drawingml/2006/main"/>
        </p:blipFill>
        <p:spPr>
          <a:xfrm xmlns:a="http://schemas.openxmlformats.org/drawingml/2006/main">
            <a:off x="2603292" y="785816"/>
            <a:ext cx="435231" cy="435231"/>
          </a:xfrm>
          <a:prstGeom xmlns:a="http://schemas.openxmlformats.org/drawingml/2006/main" prst="rect">
            <a:avLst/>
          </a:prstGeom>
        </p:spPr>
      </p:pic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882BC-F00B-4481-9118-750F7CBC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" y="38669"/>
            <a:ext cx="12433108" cy="609324"/>
          </a:xfrm>
          <a:custGeom xmlns:a="http://schemas.openxmlformats.org/drawingml/2006/main">
            <a:pathLst>
              <a:path w="12433108" h="609324">
                <a:moveTo>
                  <a:pt x="42653" y="0"/>
                </a:moveTo>
                <a:lnTo>
                  <a:pt x="12390455" y="0"/>
                </a:lnTo>
                <a:cubicBezTo>
                  <a:pt x="12396111" y="0"/>
                  <a:pt x="12401551" y="1082"/>
                  <a:pt x="12406777" y="3247"/>
                </a:cubicBezTo>
                <a:cubicBezTo>
                  <a:pt x="12412003" y="5411"/>
                  <a:pt x="12416615" y="8493"/>
                  <a:pt x="12420615" y="12493"/>
                </a:cubicBezTo>
                <a:cubicBezTo>
                  <a:pt x="12424614" y="16492"/>
                  <a:pt x="12427696" y="21105"/>
                  <a:pt x="12429860" y="26330"/>
                </a:cubicBezTo>
                <a:cubicBezTo>
                  <a:pt x="12432025" y="31556"/>
                  <a:pt x="12433108" y="36997"/>
                  <a:pt x="12433108" y="42653"/>
                </a:cubicBezTo>
                <a:lnTo>
                  <a:pt x="12433108" y="566671"/>
                </a:lnTo>
                <a:cubicBezTo>
                  <a:pt x="12433108" y="572327"/>
                  <a:pt x="12432025" y="577768"/>
                  <a:pt x="12429860" y="582993"/>
                </a:cubicBezTo>
                <a:cubicBezTo>
                  <a:pt x="12427696" y="588219"/>
                  <a:pt x="12424614" y="592832"/>
                  <a:pt x="12420615" y="596831"/>
                </a:cubicBezTo>
                <a:cubicBezTo>
                  <a:pt x="12416615" y="600830"/>
                  <a:pt x="12412003" y="603912"/>
                  <a:pt x="12406777" y="606077"/>
                </a:cubicBezTo>
                <a:cubicBezTo>
                  <a:pt x="12401551" y="608241"/>
                  <a:pt x="12396111" y="609324"/>
                  <a:pt x="12390455" y="609324"/>
                </a:cubicBezTo>
                <a:lnTo>
                  <a:pt x="42653" y="609324"/>
                </a:lnTo>
                <a:cubicBezTo>
                  <a:pt x="36997" y="609324"/>
                  <a:pt x="31556" y="608241"/>
                  <a:pt x="26330" y="606077"/>
                </a:cubicBezTo>
                <a:cubicBezTo>
                  <a:pt x="21105" y="603912"/>
                  <a:pt x="16492" y="600830"/>
                  <a:pt x="12493" y="596831"/>
                </a:cubicBezTo>
                <a:cubicBezTo>
                  <a:pt x="8494" y="592832"/>
                  <a:pt x="5412" y="588219"/>
                  <a:pt x="3247" y="582993"/>
                </a:cubicBezTo>
                <a:cubicBezTo>
                  <a:pt x="1083" y="577768"/>
                  <a:pt x="0" y="572327"/>
                  <a:pt x="0" y="566671"/>
                </a:cubicBezTo>
                <a:lnTo>
                  <a:pt x="0" y="42653"/>
                </a:lnTo>
                <a:cubicBezTo>
                  <a:pt x="0" y="36997"/>
                  <a:pt x="1082" y="31556"/>
                  <a:pt x="3247" y="26330"/>
                </a:cubicBezTo>
                <a:cubicBezTo>
                  <a:pt x="5412" y="21105"/>
                  <a:pt x="8494" y="16492"/>
                  <a:pt x="12493" y="12493"/>
                </a:cubicBezTo>
                <a:cubicBezTo>
                  <a:pt x="16492" y="8493"/>
                  <a:pt x="21105" y="5411"/>
                  <a:pt x="26330" y="3247"/>
                </a:cubicBezTo>
                <a:cubicBezTo>
                  <a:pt x="31556" y="1082"/>
                  <a:pt x="36997" y="0"/>
                  <a:pt x="42653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7F722-F571-4EEB-A304-A23690DE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" y="38669"/>
            <a:ext cx="12433108" cy="609324"/>
          </a:xfrm>
          <a:custGeom xmlns:a="http://schemas.openxmlformats.org/drawingml/2006/main">
            <a:pathLst>
              <a:path w="12433108" h="609324" fill="none">
                <a:moveTo>
                  <a:pt x="42653" y="0"/>
                </a:moveTo>
                <a:lnTo>
                  <a:pt x="12390455" y="0"/>
                </a:lnTo>
                <a:cubicBezTo>
                  <a:pt x="12396111" y="0"/>
                  <a:pt x="12401551" y="1082"/>
                  <a:pt x="12406777" y="3247"/>
                </a:cubicBezTo>
                <a:cubicBezTo>
                  <a:pt x="12412003" y="5411"/>
                  <a:pt x="12416615" y="8493"/>
                  <a:pt x="12420615" y="12493"/>
                </a:cubicBezTo>
                <a:cubicBezTo>
                  <a:pt x="12424614" y="16492"/>
                  <a:pt x="12427696" y="21105"/>
                  <a:pt x="12429860" y="26330"/>
                </a:cubicBezTo>
                <a:cubicBezTo>
                  <a:pt x="12432025" y="31556"/>
                  <a:pt x="12433108" y="36997"/>
                  <a:pt x="12433108" y="42653"/>
                </a:cubicBezTo>
                <a:lnTo>
                  <a:pt x="12433108" y="566671"/>
                </a:lnTo>
                <a:cubicBezTo>
                  <a:pt x="12433108" y="572327"/>
                  <a:pt x="12432025" y="577768"/>
                  <a:pt x="12429860" y="582993"/>
                </a:cubicBezTo>
                <a:cubicBezTo>
                  <a:pt x="12427696" y="588219"/>
                  <a:pt x="12424614" y="592832"/>
                  <a:pt x="12420615" y="596831"/>
                </a:cubicBezTo>
                <a:cubicBezTo>
                  <a:pt x="12416615" y="600830"/>
                  <a:pt x="12412003" y="603912"/>
                  <a:pt x="12406777" y="606077"/>
                </a:cubicBezTo>
                <a:cubicBezTo>
                  <a:pt x="12401551" y="608241"/>
                  <a:pt x="12396111" y="609324"/>
                  <a:pt x="12390455" y="609324"/>
                </a:cubicBezTo>
                <a:lnTo>
                  <a:pt x="42653" y="609324"/>
                </a:lnTo>
                <a:cubicBezTo>
                  <a:pt x="36997" y="609324"/>
                  <a:pt x="31556" y="608241"/>
                  <a:pt x="26330" y="606077"/>
                </a:cubicBezTo>
                <a:cubicBezTo>
                  <a:pt x="21105" y="603912"/>
                  <a:pt x="16492" y="600830"/>
                  <a:pt x="12493" y="596831"/>
                </a:cubicBezTo>
                <a:cubicBezTo>
                  <a:pt x="8494" y="592832"/>
                  <a:pt x="5412" y="588219"/>
                  <a:pt x="3247" y="582993"/>
                </a:cubicBezTo>
                <a:cubicBezTo>
                  <a:pt x="1083" y="577768"/>
                  <a:pt x="0" y="572327"/>
                  <a:pt x="0" y="566671"/>
                </a:cubicBezTo>
                <a:lnTo>
                  <a:pt x="0" y="42653"/>
                </a:lnTo>
                <a:cubicBezTo>
                  <a:pt x="0" y="36997"/>
                  <a:pt x="1082" y="31556"/>
                  <a:pt x="3247" y="26330"/>
                </a:cubicBezTo>
                <a:cubicBezTo>
                  <a:pt x="5412" y="21105"/>
                  <a:pt x="8494" y="16492"/>
                  <a:pt x="12493" y="12493"/>
                </a:cubicBezTo>
                <a:cubicBezTo>
                  <a:pt x="16492" y="8493"/>
                  <a:pt x="21105" y="5411"/>
                  <a:pt x="26330" y="3247"/>
                </a:cubicBezTo>
                <a:cubicBezTo>
                  <a:pt x="31556" y="1082"/>
                  <a:pt x="36997" y="0"/>
                  <a:pt x="426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4" name="Text T">
            <a:extLst xmlns:a="http://schemas.openxmlformats.org/drawingml/2006/main">
              <a:ext uri="{FF2B5EF4-FFF2-40B4-BE49-F238E27FC236}">
                <a16:creationId xmlns:a16="http://schemas.microsoft.com/office/drawing/2014/main" id="{724E1977-4634-4623-8640-32A5494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0" y="5131919"/>
            <a:ext cx="135004" cy="107285"/>
          </a:xfrm>
          <a:custGeom xmlns:a="http://schemas.openxmlformats.org/drawingml/2006/main">
            <a:pathLst>
              <a:path w="135004" h="107285">
                <a:moveTo>
                  <a:pt x="135004" y="67226"/>
                </a:moveTo>
                <a:lnTo>
                  <a:pt x="22838" y="67226"/>
                </a:lnTo>
                <a:lnTo>
                  <a:pt x="22838" y="107285"/>
                </a:lnTo>
                <a:lnTo>
                  <a:pt x="0" y="107285"/>
                </a:lnTo>
                <a:lnTo>
                  <a:pt x="0" y="0"/>
                </a:lnTo>
                <a:lnTo>
                  <a:pt x="22838" y="0"/>
                </a:lnTo>
                <a:lnTo>
                  <a:pt x="22838" y="39967"/>
                </a:lnTo>
                <a:lnTo>
                  <a:pt x="135004" y="39967"/>
                </a:lnTo>
                <a:lnTo>
                  <a:pt x="135004" y="67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a">
            <a:extLst xmlns:a="http://schemas.openxmlformats.org/drawingml/2006/main">
              <a:ext uri="{FF2B5EF4-FFF2-40B4-BE49-F238E27FC236}">
                <a16:creationId xmlns:a16="http://schemas.microsoft.com/office/drawing/2014/main" id="{E4C27FA5-AD06-4DAE-87BA-DA66015F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5043513"/>
            <a:ext cx="102220" cy="91814"/>
          </a:xfrm>
          <a:custGeom xmlns:a="http://schemas.openxmlformats.org/drawingml/2006/main">
            <a:pathLst>
              <a:path w="102220" h="91814">
                <a:moveTo>
                  <a:pt x="32416" y="65660"/>
                </a:moveTo>
                <a:lnTo>
                  <a:pt x="28180" y="89143"/>
                </a:lnTo>
                <a:cubicBezTo>
                  <a:pt x="18600" y="86503"/>
                  <a:pt x="11509" y="81960"/>
                  <a:pt x="6907" y="75514"/>
                </a:cubicBezTo>
                <a:cubicBezTo>
                  <a:pt x="2302" y="69067"/>
                  <a:pt x="0" y="59490"/>
                  <a:pt x="0" y="46782"/>
                </a:cubicBezTo>
                <a:cubicBezTo>
                  <a:pt x="0" y="35240"/>
                  <a:pt x="1366" y="26645"/>
                  <a:pt x="4098" y="20997"/>
                </a:cubicBezTo>
                <a:cubicBezTo>
                  <a:pt x="6830" y="15348"/>
                  <a:pt x="10299" y="11373"/>
                  <a:pt x="14504" y="9071"/>
                </a:cubicBezTo>
                <a:cubicBezTo>
                  <a:pt x="18710" y="6769"/>
                  <a:pt x="26430" y="5617"/>
                  <a:pt x="37665" y="5617"/>
                </a:cubicBezTo>
                <a:lnTo>
                  <a:pt x="67870" y="5894"/>
                </a:lnTo>
                <a:cubicBezTo>
                  <a:pt x="76465" y="5894"/>
                  <a:pt x="82804" y="5479"/>
                  <a:pt x="86887" y="4651"/>
                </a:cubicBezTo>
                <a:cubicBezTo>
                  <a:pt x="90970" y="3822"/>
                  <a:pt x="95344" y="2272"/>
                  <a:pt x="100010" y="0"/>
                </a:cubicBezTo>
                <a:lnTo>
                  <a:pt x="100010" y="25601"/>
                </a:lnTo>
                <a:cubicBezTo>
                  <a:pt x="98291" y="26276"/>
                  <a:pt x="95743" y="27105"/>
                  <a:pt x="92366" y="28087"/>
                </a:cubicBezTo>
                <a:cubicBezTo>
                  <a:pt x="90831" y="28517"/>
                  <a:pt x="89818" y="28824"/>
                  <a:pt x="89327" y="29008"/>
                </a:cubicBezTo>
                <a:cubicBezTo>
                  <a:pt x="93625" y="33429"/>
                  <a:pt x="96848" y="38156"/>
                  <a:pt x="98997" y="43190"/>
                </a:cubicBezTo>
                <a:cubicBezTo>
                  <a:pt x="101145" y="48224"/>
                  <a:pt x="102220" y="53596"/>
                  <a:pt x="102220" y="59306"/>
                </a:cubicBezTo>
                <a:cubicBezTo>
                  <a:pt x="102220" y="69374"/>
                  <a:pt x="99499" y="77310"/>
                  <a:pt x="94058" y="83111"/>
                </a:cubicBezTo>
                <a:cubicBezTo>
                  <a:pt x="88617" y="88913"/>
                  <a:pt x="81739" y="91814"/>
                  <a:pt x="73424" y="91814"/>
                </a:cubicBezTo>
                <a:cubicBezTo>
                  <a:pt x="67922" y="91814"/>
                  <a:pt x="63016" y="90494"/>
                  <a:pt x="58707" y="87854"/>
                </a:cubicBezTo>
                <a:cubicBezTo>
                  <a:pt x="54396" y="85214"/>
                  <a:pt x="51095" y="81515"/>
                  <a:pt x="48802" y="76757"/>
                </a:cubicBezTo>
                <a:cubicBezTo>
                  <a:pt x="46509" y="71999"/>
                  <a:pt x="44507" y="65138"/>
                  <a:pt x="42796" y="56175"/>
                </a:cubicBezTo>
                <a:cubicBezTo>
                  <a:pt x="40534" y="44080"/>
                  <a:pt x="38425" y="35700"/>
                  <a:pt x="36468" y="31034"/>
                </a:cubicBezTo>
                <a:lnTo>
                  <a:pt x="33860" y="31034"/>
                </a:lnTo>
                <a:cubicBezTo>
                  <a:pt x="28832" y="31034"/>
                  <a:pt x="25247" y="32262"/>
                  <a:pt x="23106" y="34718"/>
                </a:cubicBezTo>
                <a:cubicBezTo>
                  <a:pt x="20963" y="37174"/>
                  <a:pt x="19891" y="41809"/>
                  <a:pt x="19891" y="48624"/>
                </a:cubicBezTo>
                <a:cubicBezTo>
                  <a:pt x="19891" y="53228"/>
                  <a:pt x="20818" y="56820"/>
                  <a:pt x="22671" y="59398"/>
                </a:cubicBezTo>
                <a:cubicBezTo>
                  <a:pt x="24523" y="61977"/>
                  <a:pt x="27771" y="64064"/>
                  <a:pt x="32416" y="65660"/>
                </a:cubicBezTo>
                <a:moveTo>
                  <a:pt x="53412" y="31034"/>
                </a:moveTo>
                <a:cubicBezTo>
                  <a:pt x="54504" y="34350"/>
                  <a:pt x="55808" y="39599"/>
                  <a:pt x="57326" y="46782"/>
                </a:cubicBezTo>
                <a:cubicBezTo>
                  <a:pt x="58842" y="53965"/>
                  <a:pt x="60328" y="58661"/>
                  <a:pt x="61784" y="60871"/>
                </a:cubicBezTo>
                <a:cubicBezTo>
                  <a:pt x="64149" y="64248"/>
                  <a:pt x="67152" y="65936"/>
                  <a:pt x="70791" y="65936"/>
                </a:cubicBezTo>
                <a:cubicBezTo>
                  <a:pt x="74371" y="65936"/>
                  <a:pt x="77466" y="64586"/>
                  <a:pt x="80075" y="61884"/>
                </a:cubicBezTo>
                <a:cubicBezTo>
                  <a:pt x="82682" y="59183"/>
                  <a:pt x="83986" y="55745"/>
                  <a:pt x="83986" y="51570"/>
                </a:cubicBezTo>
                <a:cubicBezTo>
                  <a:pt x="83986" y="46904"/>
                  <a:pt x="82469" y="42453"/>
                  <a:pt x="79436" y="38217"/>
                </a:cubicBezTo>
                <a:cubicBezTo>
                  <a:pt x="77132" y="35086"/>
                  <a:pt x="74311" y="33030"/>
                  <a:pt x="70973" y="32047"/>
                </a:cubicBezTo>
                <a:cubicBezTo>
                  <a:pt x="68789" y="31372"/>
                  <a:pt x="64635" y="31034"/>
                  <a:pt x="58509" y="31034"/>
                </a:cubicBezTo>
                <a:lnTo>
                  <a:pt x="53412" y="3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s">
            <a:extLst xmlns:a="http://schemas.openxmlformats.org/drawingml/2006/main">
              <a:ext uri="{FF2B5EF4-FFF2-40B4-BE49-F238E27FC236}">
                <a16:creationId xmlns:a16="http://schemas.microsoft.com/office/drawing/2014/main" id="{C2E0438C-5733-4866-A350-C3BED51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4941414"/>
            <a:ext cx="102220" cy="91353"/>
          </a:xfrm>
          <a:custGeom xmlns:a="http://schemas.openxmlformats.org/drawingml/2006/main">
            <a:pathLst>
              <a:path w="102220" h="91353">
                <a:moveTo>
                  <a:pt x="72199" y="91353"/>
                </a:moveTo>
                <a:lnTo>
                  <a:pt x="68147" y="65384"/>
                </a:lnTo>
                <a:cubicBezTo>
                  <a:pt x="73150" y="64279"/>
                  <a:pt x="76949" y="62038"/>
                  <a:pt x="79543" y="58661"/>
                </a:cubicBezTo>
                <a:cubicBezTo>
                  <a:pt x="82137" y="55285"/>
                  <a:pt x="83434" y="50557"/>
                  <a:pt x="83434" y="44479"/>
                </a:cubicBezTo>
                <a:cubicBezTo>
                  <a:pt x="83434" y="37788"/>
                  <a:pt x="82208" y="32753"/>
                  <a:pt x="79756" y="29377"/>
                </a:cubicBezTo>
                <a:cubicBezTo>
                  <a:pt x="78039" y="27105"/>
                  <a:pt x="75739" y="25969"/>
                  <a:pt x="72858" y="25969"/>
                </a:cubicBezTo>
                <a:cubicBezTo>
                  <a:pt x="70895" y="25969"/>
                  <a:pt x="69270" y="26583"/>
                  <a:pt x="67983" y="27811"/>
                </a:cubicBezTo>
                <a:cubicBezTo>
                  <a:pt x="66757" y="29100"/>
                  <a:pt x="65623" y="31986"/>
                  <a:pt x="64581" y="36468"/>
                </a:cubicBezTo>
                <a:cubicBezTo>
                  <a:pt x="59984" y="57341"/>
                  <a:pt x="55784" y="70572"/>
                  <a:pt x="51982" y="76158"/>
                </a:cubicBezTo>
                <a:cubicBezTo>
                  <a:pt x="46706" y="83894"/>
                  <a:pt x="39376" y="87762"/>
                  <a:pt x="29993" y="87762"/>
                </a:cubicBezTo>
                <a:cubicBezTo>
                  <a:pt x="21528" y="87762"/>
                  <a:pt x="14413" y="84416"/>
                  <a:pt x="8648" y="77724"/>
                </a:cubicBezTo>
                <a:cubicBezTo>
                  <a:pt x="2883" y="71032"/>
                  <a:pt x="0" y="60657"/>
                  <a:pt x="0" y="46598"/>
                </a:cubicBezTo>
                <a:cubicBezTo>
                  <a:pt x="0" y="33214"/>
                  <a:pt x="2172" y="23268"/>
                  <a:pt x="6515" y="16760"/>
                </a:cubicBezTo>
                <a:cubicBezTo>
                  <a:pt x="10859" y="10253"/>
                  <a:pt x="17282" y="5771"/>
                  <a:pt x="25785" y="3315"/>
                </a:cubicBezTo>
                <a:lnTo>
                  <a:pt x="30390" y="27719"/>
                </a:lnTo>
                <a:cubicBezTo>
                  <a:pt x="26583" y="28763"/>
                  <a:pt x="23667" y="30743"/>
                  <a:pt x="21641" y="33659"/>
                </a:cubicBezTo>
                <a:cubicBezTo>
                  <a:pt x="19615" y="36575"/>
                  <a:pt x="18602" y="40734"/>
                  <a:pt x="18602" y="46137"/>
                </a:cubicBezTo>
                <a:cubicBezTo>
                  <a:pt x="18602" y="52952"/>
                  <a:pt x="19553" y="57832"/>
                  <a:pt x="21454" y="60779"/>
                </a:cubicBezTo>
                <a:cubicBezTo>
                  <a:pt x="22801" y="62744"/>
                  <a:pt x="24548" y="63726"/>
                  <a:pt x="26695" y="63726"/>
                </a:cubicBezTo>
                <a:cubicBezTo>
                  <a:pt x="28533" y="63726"/>
                  <a:pt x="30095" y="62867"/>
                  <a:pt x="31383" y="61148"/>
                </a:cubicBezTo>
                <a:cubicBezTo>
                  <a:pt x="33100" y="58815"/>
                  <a:pt x="35522" y="50757"/>
                  <a:pt x="38649" y="36974"/>
                </a:cubicBezTo>
                <a:cubicBezTo>
                  <a:pt x="41776" y="23191"/>
                  <a:pt x="45612" y="13568"/>
                  <a:pt x="50157" y="8104"/>
                </a:cubicBezTo>
                <a:cubicBezTo>
                  <a:pt x="54766" y="2701"/>
                  <a:pt x="61185" y="0"/>
                  <a:pt x="69416" y="0"/>
                </a:cubicBezTo>
                <a:cubicBezTo>
                  <a:pt x="78385" y="0"/>
                  <a:pt x="86095" y="3745"/>
                  <a:pt x="92545" y="11235"/>
                </a:cubicBezTo>
                <a:cubicBezTo>
                  <a:pt x="98995" y="18725"/>
                  <a:pt x="102220" y="29806"/>
                  <a:pt x="102220" y="44479"/>
                </a:cubicBezTo>
                <a:cubicBezTo>
                  <a:pt x="102220" y="57802"/>
                  <a:pt x="99527" y="68346"/>
                  <a:pt x="94142" y="76112"/>
                </a:cubicBezTo>
                <a:cubicBezTo>
                  <a:pt x="88755" y="83879"/>
                  <a:pt x="81440" y="88959"/>
                  <a:pt x="72199" y="913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k">
            <a:extLst xmlns:a="http://schemas.openxmlformats.org/drawingml/2006/main">
              <a:ext uri="{FF2B5EF4-FFF2-40B4-BE49-F238E27FC236}">
                <a16:creationId xmlns:a16="http://schemas.microsoft.com/office/drawing/2014/main" id="{3DC2043E-63A5-4D8E-B95E-87148096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0" y="4829278"/>
            <a:ext cx="135004" cy="90432"/>
          </a:xfrm>
          <a:custGeom xmlns:a="http://schemas.openxmlformats.org/drawingml/2006/main">
            <a:pathLst>
              <a:path w="135004" h="90432">
                <a:moveTo>
                  <a:pt x="135004" y="90432"/>
                </a:moveTo>
                <a:lnTo>
                  <a:pt x="0" y="90432"/>
                </a:lnTo>
                <a:lnTo>
                  <a:pt x="0" y="64555"/>
                </a:lnTo>
                <a:lnTo>
                  <a:pt x="71646" y="64555"/>
                </a:lnTo>
                <a:lnTo>
                  <a:pt x="37204" y="34257"/>
                </a:lnTo>
                <a:lnTo>
                  <a:pt x="37204" y="2394"/>
                </a:lnTo>
                <a:lnTo>
                  <a:pt x="72950" y="35823"/>
                </a:lnTo>
                <a:lnTo>
                  <a:pt x="135004" y="0"/>
                </a:lnTo>
                <a:lnTo>
                  <a:pt x="135004" y="27903"/>
                </a:lnTo>
                <a:lnTo>
                  <a:pt x="91065" y="52491"/>
                </a:lnTo>
                <a:lnTo>
                  <a:pt x="103693" y="64555"/>
                </a:lnTo>
                <a:lnTo>
                  <a:pt x="135004" y="64555"/>
                </a:lnTo>
                <a:lnTo>
                  <a:pt x="135004" y="90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s">
            <a:extLst xmlns:a="http://schemas.openxmlformats.org/drawingml/2006/main">
              <a:ext uri="{FF2B5EF4-FFF2-40B4-BE49-F238E27FC236}">
                <a16:creationId xmlns:a16="http://schemas.microsoft.com/office/drawing/2014/main" id="{9DBD3B94-CA36-49DC-A5D2-F4D3E616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4731691"/>
            <a:ext cx="102220" cy="91353"/>
          </a:xfrm>
          <a:custGeom xmlns:a="http://schemas.openxmlformats.org/drawingml/2006/main">
            <a:pathLst>
              <a:path w="102220" h="91353">
                <a:moveTo>
                  <a:pt x="72199" y="91353"/>
                </a:moveTo>
                <a:lnTo>
                  <a:pt x="68147" y="65384"/>
                </a:lnTo>
                <a:cubicBezTo>
                  <a:pt x="73150" y="64279"/>
                  <a:pt x="76949" y="62038"/>
                  <a:pt x="79543" y="58661"/>
                </a:cubicBezTo>
                <a:cubicBezTo>
                  <a:pt x="82137" y="55285"/>
                  <a:pt x="83434" y="50557"/>
                  <a:pt x="83434" y="44479"/>
                </a:cubicBezTo>
                <a:cubicBezTo>
                  <a:pt x="83434" y="37788"/>
                  <a:pt x="82208" y="32753"/>
                  <a:pt x="79756" y="29377"/>
                </a:cubicBezTo>
                <a:cubicBezTo>
                  <a:pt x="78039" y="27105"/>
                  <a:pt x="75739" y="25969"/>
                  <a:pt x="72858" y="25969"/>
                </a:cubicBezTo>
                <a:cubicBezTo>
                  <a:pt x="70895" y="25969"/>
                  <a:pt x="69270" y="26583"/>
                  <a:pt x="67983" y="27811"/>
                </a:cubicBezTo>
                <a:cubicBezTo>
                  <a:pt x="66757" y="29100"/>
                  <a:pt x="65623" y="31986"/>
                  <a:pt x="64581" y="36468"/>
                </a:cubicBezTo>
                <a:cubicBezTo>
                  <a:pt x="59984" y="57341"/>
                  <a:pt x="55784" y="70572"/>
                  <a:pt x="51982" y="76158"/>
                </a:cubicBezTo>
                <a:cubicBezTo>
                  <a:pt x="46706" y="83894"/>
                  <a:pt x="39376" y="87762"/>
                  <a:pt x="29993" y="87762"/>
                </a:cubicBezTo>
                <a:cubicBezTo>
                  <a:pt x="21528" y="87762"/>
                  <a:pt x="14413" y="84416"/>
                  <a:pt x="8648" y="77724"/>
                </a:cubicBezTo>
                <a:cubicBezTo>
                  <a:pt x="2883" y="71032"/>
                  <a:pt x="0" y="60657"/>
                  <a:pt x="0" y="46598"/>
                </a:cubicBezTo>
                <a:cubicBezTo>
                  <a:pt x="0" y="33214"/>
                  <a:pt x="2172" y="23268"/>
                  <a:pt x="6515" y="16760"/>
                </a:cubicBezTo>
                <a:cubicBezTo>
                  <a:pt x="10859" y="10253"/>
                  <a:pt x="17282" y="5771"/>
                  <a:pt x="25785" y="3315"/>
                </a:cubicBezTo>
                <a:lnTo>
                  <a:pt x="30390" y="27719"/>
                </a:lnTo>
                <a:cubicBezTo>
                  <a:pt x="26583" y="28763"/>
                  <a:pt x="23667" y="30743"/>
                  <a:pt x="21641" y="33659"/>
                </a:cubicBezTo>
                <a:cubicBezTo>
                  <a:pt x="19615" y="36575"/>
                  <a:pt x="18602" y="40734"/>
                  <a:pt x="18602" y="46137"/>
                </a:cubicBezTo>
                <a:cubicBezTo>
                  <a:pt x="18602" y="52952"/>
                  <a:pt x="19553" y="57832"/>
                  <a:pt x="21454" y="60779"/>
                </a:cubicBezTo>
                <a:cubicBezTo>
                  <a:pt x="22801" y="62744"/>
                  <a:pt x="24548" y="63726"/>
                  <a:pt x="26695" y="63726"/>
                </a:cubicBezTo>
                <a:cubicBezTo>
                  <a:pt x="28533" y="63726"/>
                  <a:pt x="30095" y="62867"/>
                  <a:pt x="31383" y="61148"/>
                </a:cubicBezTo>
                <a:cubicBezTo>
                  <a:pt x="33100" y="58815"/>
                  <a:pt x="35522" y="50757"/>
                  <a:pt x="38649" y="36974"/>
                </a:cubicBezTo>
                <a:cubicBezTo>
                  <a:pt x="41776" y="23191"/>
                  <a:pt x="45612" y="13568"/>
                  <a:pt x="50157" y="8104"/>
                </a:cubicBezTo>
                <a:cubicBezTo>
                  <a:pt x="54766" y="2701"/>
                  <a:pt x="61185" y="0"/>
                  <a:pt x="69416" y="0"/>
                </a:cubicBezTo>
                <a:cubicBezTo>
                  <a:pt x="78385" y="0"/>
                  <a:pt x="86095" y="3745"/>
                  <a:pt x="92545" y="11235"/>
                </a:cubicBezTo>
                <a:cubicBezTo>
                  <a:pt x="98995" y="18725"/>
                  <a:pt x="102220" y="29806"/>
                  <a:pt x="102220" y="44479"/>
                </a:cubicBezTo>
                <a:cubicBezTo>
                  <a:pt x="102220" y="57802"/>
                  <a:pt x="99527" y="68346"/>
                  <a:pt x="94142" y="76112"/>
                </a:cubicBezTo>
                <a:cubicBezTo>
                  <a:pt x="88755" y="83879"/>
                  <a:pt x="81440" y="88959"/>
                  <a:pt x="72199" y="913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(">
            <a:extLst xmlns:a="http://schemas.openxmlformats.org/drawingml/2006/main">
              <a:ext uri="{FF2B5EF4-FFF2-40B4-BE49-F238E27FC236}">
                <a16:creationId xmlns:a16="http://schemas.microsoft.com/office/drawing/2014/main" id="{031D6EAF-BD14-4A53-B823-30AA42E1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5" y="4561013"/>
            <a:ext cx="177181" cy="46874"/>
          </a:xfrm>
          <a:custGeom xmlns:a="http://schemas.openxmlformats.org/drawingml/2006/main">
            <a:pathLst>
              <a:path w="177181" h="46874">
                <a:moveTo>
                  <a:pt x="177181" y="276"/>
                </a:moveTo>
                <a:lnTo>
                  <a:pt x="177181" y="18050"/>
                </a:lnTo>
                <a:cubicBezTo>
                  <a:pt x="162984" y="27443"/>
                  <a:pt x="148234" y="34595"/>
                  <a:pt x="132932" y="39507"/>
                </a:cubicBezTo>
                <a:cubicBezTo>
                  <a:pt x="117630" y="44418"/>
                  <a:pt x="102818" y="46874"/>
                  <a:pt x="88498" y="46874"/>
                </a:cubicBezTo>
                <a:cubicBezTo>
                  <a:pt x="70737" y="46874"/>
                  <a:pt x="53928" y="43835"/>
                  <a:pt x="38073" y="37757"/>
                </a:cubicBezTo>
                <a:cubicBezTo>
                  <a:pt x="24306" y="32477"/>
                  <a:pt x="11615" y="25785"/>
                  <a:pt x="0" y="17681"/>
                </a:cubicBezTo>
                <a:lnTo>
                  <a:pt x="0" y="0"/>
                </a:lnTo>
                <a:cubicBezTo>
                  <a:pt x="18621" y="8411"/>
                  <a:pt x="34462" y="14197"/>
                  <a:pt x="47521" y="17359"/>
                </a:cubicBezTo>
                <a:cubicBezTo>
                  <a:pt x="60581" y="20521"/>
                  <a:pt x="74424" y="22102"/>
                  <a:pt x="89051" y="22102"/>
                </a:cubicBezTo>
                <a:cubicBezTo>
                  <a:pt x="99131" y="22102"/>
                  <a:pt x="109457" y="21165"/>
                  <a:pt x="120028" y="19293"/>
                </a:cubicBezTo>
                <a:cubicBezTo>
                  <a:pt x="130597" y="17420"/>
                  <a:pt x="140644" y="14857"/>
                  <a:pt x="150170" y="11603"/>
                </a:cubicBezTo>
                <a:cubicBezTo>
                  <a:pt x="156440" y="9455"/>
                  <a:pt x="165443" y="5679"/>
                  <a:pt x="177181" y="2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C">
            <a:extLst xmlns:a="http://schemas.openxmlformats.org/drawingml/2006/main">
              <a:ext uri="{FF2B5EF4-FFF2-40B4-BE49-F238E27FC236}">
                <a16:creationId xmlns:a16="http://schemas.microsoft.com/office/drawing/2014/main" id="{5485F15C-9E6B-4FF5-BBF1-03A93849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5" y="4375974"/>
            <a:ext cx="139793" cy="117599"/>
          </a:xfrm>
          <a:custGeom xmlns:a="http://schemas.openxmlformats.org/drawingml/2006/main">
            <a:pathLst>
              <a:path w="139793" h="117599">
                <a:moveTo>
                  <a:pt x="87670" y="26430"/>
                </a:moveTo>
                <a:lnTo>
                  <a:pt x="95958" y="0"/>
                </a:lnTo>
                <a:cubicBezTo>
                  <a:pt x="110786" y="4052"/>
                  <a:pt x="121800" y="10790"/>
                  <a:pt x="128998" y="20214"/>
                </a:cubicBezTo>
                <a:cubicBezTo>
                  <a:pt x="136194" y="29638"/>
                  <a:pt x="139793" y="41594"/>
                  <a:pt x="139793" y="56083"/>
                </a:cubicBezTo>
                <a:cubicBezTo>
                  <a:pt x="139793" y="74010"/>
                  <a:pt x="133661" y="88744"/>
                  <a:pt x="121398" y="100286"/>
                </a:cubicBezTo>
                <a:cubicBezTo>
                  <a:pt x="109132" y="111828"/>
                  <a:pt x="92365" y="117599"/>
                  <a:pt x="71096" y="117599"/>
                </a:cubicBezTo>
                <a:cubicBezTo>
                  <a:pt x="48596" y="117599"/>
                  <a:pt x="31122" y="111797"/>
                  <a:pt x="18674" y="100194"/>
                </a:cubicBezTo>
                <a:cubicBezTo>
                  <a:pt x="6225" y="88591"/>
                  <a:pt x="0" y="73334"/>
                  <a:pt x="0" y="54425"/>
                </a:cubicBezTo>
                <a:cubicBezTo>
                  <a:pt x="0" y="37910"/>
                  <a:pt x="4892" y="24496"/>
                  <a:pt x="14677" y="14182"/>
                </a:cubicBezTo>
                <a:cubicBezTo>
                  <a:pt x="20461" y="8043"/>
                  <a:pt x="28769" y="3438"/>
                  <a:pt x="39599" y="368"/>
                </a:cubicBezTo>
                <a:lnTo>
                  <a:pt x="46045" y="27351"/>
                </a:lnTo>
                <a:cubicBezTo>
                  <a:pt x="39046" y="28947"/>
                  <a:pt x="33521" y="32278"/>
                  <a:pt x="29469" y="37342"/>
                </a:cubicBezTo>
                <a:cubicBezTo>
                  <a:pt x="25417" y="42407"/>
                  <a:pt x="23391" y="48562"/>
                  <a:pt x="23391" y="55807"/>
                </a:cubicBezTo>
                <a:cubicBezTo>
                  <a:pt x="23391" y="65814"/>
                  <a:pt x="26982" y="73933"/>
                  <a:pt x="34165" y="80164"/>
                </a:cubicBezTo>
                <a:cubicBezTo>
                  <a:pt x="41348" y="86396"/>
                  <a:pt x="52982" y="89511"/>
                  <a:pt x="69067" y="89511"/>
                </a:cubicBezTo>
                <a:cubicBezTo>
                  <a:pt x="86135" y="89511"/>
                  <a:pt x="98291" y="86442"/>
                  <a:pt x="105535" y="80302"/>
                </a:cubicBezTo>
                <a:cubicBezTo>
                  <a:pt x="112780" y="74163"/>
                  <a:pt x="116402" y="66182"/>
                  <a:pt x="116402" y="56359"/>
                </a:cubicBezTo>
                <a:cubicBezTo>
                  <a:pt x="116402" y="49115"/>
                  <a:pt x="114093" y="42883"/>
                  <a:pt x="109475" y="37665"/>
                </a:cubicBezTo>
                <a:cubicBezTo>
                  <a:pt x="104855" y="32446"/>
                  <a:pt x="97587" y="28701"/>
                  <a:pt x="87670" y="2643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o">
            <a:extLst xmlns:a="http://schemas.openxmlformats.org/drawingml/2006/main">
              <a:ext uri="{FF2B5EF4-FFF2-40B4-BE49-F238E27FC236}">
                <a16:creationId xmlns:a16="http://schemas.microsoft.com/office/drawing/2014/main" id="{A5D8EFE2-F244-43CE-BC70-5BB390AD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4257855"/>
            <a:ext cx="102220" cy="100931"/>
          </a:xfrm>
          <a:custGeom xmlns:a="http://schemas.openxmlformats.org/drawingml/2006/main">
            <a:pathLst>
              <a:path w="102220" h="100931">
                <a:moveTo>
                  <a:pt x="49729" y="100931"/>
                </a:moveTo>
                <a:cubicBezTo>
                  <a:pt x="41134" y="100931"/>
                  <a:pt x="32815" y="98813"/>
                  <a:pt x="24772" y="94576"/>
                </a:cubicBezTo>
                <a:cubicBezTo>
                  <a:pt x="16730" y="90340"/>
                  <a:pt x="10590" y="84339"/>
                  <a:pt x="6354" y="76573"/>
                </a:cubicBezTo>
                <a:cubicBezTo>
                  <a:pt x="2118" y="68807"/>
                  <a:pt x="0" y="60135"/>
                  <a:pt x="0" y="50557"/>
                </a:cubicBezTo>
                <a:cubicBezTo>
                  <a:pt x="0" y="35762"/>
                  <a:pt x="4804" y="23636"/>
                  <a:pt x="14412" y="14182"/>
                </a:cubicBezTo>
                <a:cubicBezTo>
                  <a:pt x="24020" y="4727"/>
                  <a:pt x="36161" y="0"/>
                  <a:pt x="50834" y="0"/>
                </a:cubicBezTo>
                <a:cubicBezTo>
                  <a:pt x="65629" y="0"/>
                  <a:pt x="77893" y="4773"/>
                  <a:pt x="87624" y="14320"/>
                </a:cubicBezTo>
                <a:cubicBezTo>
                  <a:pt x="97354" y="23867"/>
                  <a:pt x="102220" y="35884"/>
                  <a:pt x="102220" y="50373"/>
                </a:cubicBezTo>
                <a:cubicBezTo>
                  <a:pt x="102220" y="59337"/>
                  <a:pt x="100194" y="67886"/>
                  <a:pt x="96142" y="76020"/>
                </a:cubicBezTo>
                <a:cubicBezTo>
                  <a:pt x="92090" y="84155"/>
                  <a:pt x="86150" y="90340"/>
                  <a:pt x="78323" y="94576"/>
                </a:cubicBezTo>
                <a:cubicBezTo>
                  <a:pt x="70495" y="98813"/>
                  <a:pt x="60964" y="100931"/>
                  <a:pt x="49729" y="100931"/>
                </a:cubicBezTo>
                <a:moveTo>
                  <a:pt x="51110" y="74409"/>
                </a:moveTo>
                <a:cubicBezTo>
                  <a:pt x="60779" y="74409"/>
                  <a:pt x="68185" y="72106"/>
                  <a:pt x="73327" y="67502"/>
                </a:cubicBezTo>
                <a:cubicBezTo>
                  <a:pt x="78468" y="62897"/>
                  <a:pt x="81039" y="57219"/>
                  <a:pt x="81039" y="50465"/>
                </a:cubicBezTo>
                <a:cubicBezTo>
                  <a:pt x="81039" y="43712"/>
                  <a:pt x="78468" y="38049"/>
                  <a:pt x="73327" y="33475"/>
                </a:cubicBezTo>
                <a:cubicBezTo>
                  <a:pt x="68185" y="28901"/>
                  <a:pt x="60718" y="26614"/>
                  <a:pt x="50926" y="26614"/>
                </a:cubicBezTo>
                <a:cubicBezTo>
                  <a:pt x="41379" y="26614"/>
                  <a:pt x="34035" y="28901"/>
                  <a:pt x="28893" y="33475"/>
                </a:cubicBezTo>
                <a:cubicBezTo>
                  <a:pt x="23752" y="38049"/>
                  <a:pt x="21181" y="43712"/>
                  <a:pt x="21181" y="50465"/>
                </a:cubicBezTo>
                <a:cubicBezTo>
                  <a:pt x="21181" y="57219"/>
                  <a:pt x="23752" y="62897"/>
                  <a:pt x="28893" y="67502"/>
                </a:cubicBezTo>
                <a:cubicBezTo>
                  <a:pt x="34035" y="72106"/>
                  <a:pt x="41440" y="74409"/>
                  <a:pt x="51110" y="744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n">
            <a:extLst xmlns:a="http://schemas.openxmlformats.org/drawingml/2006/main">
              <a:ext uri="{FF2B5EF4-FFF2-40B4-BE49-F238E27FC236}">
                <a16:creationId xmlns:a16="http://schemas.microsoft.com/office/drawing/2014/main" id="{22FFC079-5F28-4B57-B09B-6A06F31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4148605"/>
            <a:ext cx="100010" cy="89143"/>
          </a:xfrm>
          <a:custGeom xmlns:a="http://schemas.openxmlformats.org/drawingml/2006/main">
            <a:pathLst>
              <a:path w="100010" h="89143">
                <a:moveTo>
                  <a:pt x="100010" y="0"/>
                </a:moveTo>
                <a:lnTo>
                  <a:pt x="100010" y="25877"/>
                </a:lnTo>
                <a:lnTo>
                  <a:pt x="50155" y="25877"/>
                </a:lnTo>
                <a:cubicBezTo>
                  <a:pt x="39606" y="25877"/>
                  <a:pt x="32784" y="26430"/>
                  <a:pt x="29688" y="27535"/>
                </a:cubicBezTo>
                <a:cubicBezTo>
                  <a:pt x="26591" y="28640"/>
                  <a:pt x="24184" y="30436"/>
                  <a:pt x="22467" y="32922"/>
                </a:cubicBezTo>
                <a:cubicBezTo>
                  <a:pt x="20750" y="35409"/>
                  <a:pt x="19891" y="38402"/>
                  <a:pt x="19891" y="41901"/>
                </a:cubicBezTo>
                <a:cubicBezTo>
                  <a:pt x="19891" y="46383"/>
                  <a:pt x="21118" y="50404"/>
                  <a:pt x="23572" y="53965"/>
                </a:cubicBezTo>
                <a:cubicBezTo>
                  <a:pt x="26024" y="57526"/>
                  <a:pt x="29274" y="59966"/>
                  <a:pt x="33322" y="61286"/>
                </a:cubicBezTo>
                <a:cubicBezTo>
                  <a:pt x="37368" y="62606"/>
                  <a:pt x="44850" y="63266"/>
                  <a:pt x="55766" y="63266"/>
                </a:cubicBezTo>
                <a:lnTo>
                  <a:pt x="100010" y="63266"/>
                </a:lnTo>
                <a:lnTo>
                  <a:pt x="100010" y="89143"/>
                </a:lnTo>
                <a:lnTo>
                  <a:pt x="2210" y="89143"/>
                </a:lnTo>
                <a:lnTo>
                  <a:pt x="2210" y="65108"/>
                </a:lnTo>
                <a:lnTo>
                  <a:pt x="16576" y="65108"/>
                </a:lnTo>
                <a:cubicBezTo>
                  <a:pt x="5525" y="56574"/>
                  <a:pt x="0" y="45830"/>
                  <a:pt x="0" y="32876"/>
                </a:cubicBezTo>
                <a:cubicBezTo>
                  <a:pt x="0" y="27167"/>
                  <a:pt x="1028" y="21948"/>
                  <a:pt x="3085" y="17221"/>
                </a:cubicBezTo>
                <a:cubicBezTo>
                  <a:pt x="5142" y="12494"/>
                  <a:pt x="7766" y="8917"/>
                  <a:pt x="10959" y="6492"/>
                </a:cubicBezTo>
                <a:cubicBezTo>
                  <a:pt x="14151" y="4067"/>
                  <a:pt x="17773" y="2379"/>
                  <a:pt x="21825" y="1427"/>
                </a:cubicBezTo>
                <a:cubicBezTo>
                  <a:pt x="25877" y="476"/>
                  <a:pt x="31679" y="0"/>
                  <a:pt x="39230" y="0"/>
                </a:cubicBezTo>
                <a:lnTo>
                  <a:pt x="10001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t">
            <a:extLst xmlns:a="http://schemas.openxmlformats.org/drawingml/2006/main">
              <a:ext uri="{FF2B5EF4-FFF2-40B4-BE49-F238E27FC236}">
                <a16:creationId xmlns:a16="http://schemas.microsoft.com/office/drawing/2014/main" id="{01E44219-A00B-4234-B247-44F56EA1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4" y="4075364"/>
            <a:ext cx="134820" cy="57648"/>
          </a:xfrm>
          <a:custGeom xmlns:a="http://schemas.openxmlformats.org/drawingml/2006/main">
            <a:pathLst>
              <a:path w="134820" h="57648">
                <a:moveTo>
                  <a:pt x="34810" y="2118"/>
                </a:moveTo>
                <a:lnTo>
                  <a:pt x="55438" y="2118"/>
                </a:lnTo>
                <a:lnTo>
                  <a:pt x="55438" y="19799"/>
                </a:lnTo>
                <a:lnTo>
                  <a:pt x="94789" y="19799"/>
                </a:lnTo>
                <a:cubicBezTo>
                  <a:pt x="102759" y="19799"/>
                  <a:pt x="107403" y="19631"/>
                  <a:pt x="108721" y="19293"/>
                </a:cubicBezTo>
                <a:cubicBezTo>
                  <a:pt x="110037" y="18955"/>
                  <a:pt x="111125" y="18188"/>
                  <a:pt x="111984" y="16991"/>
                </a:cubicBezTo>
                <a:cubicBezTo>
                  <a:pt x="112842" y="15793"/>
                  <a:pt x="113271" y="14335"/>
                  <a:pt x="113271" y="12616"/>
                </a:cubicBezTo>
                <a:cubicBezTo>
                  <a:pt x="113271" y="10222"/>
                  <a:pt x="112442" y="6753"/>
                  <a:pt x="110784" y="2210"/>
                </a:cubicBezTo>
                <a:lnTo>
                  <a:pt x="130935" y="0"/>
                </a:lnTo>
                <a:cubicBezTo>
                  <a:pt x="133525" y="6017"/>
                  <a:pt x="134820" y="12831"/>
                  <a:pt x="134820" y="20444"/>
                </a:cubicBezTo>
                <a:cubicBezTo>
                  <a:pt x="134820" y="25110"/>
                  <a:pt x="134037" y="29315"/>
                  <a:pt x="132471" y="33060"/>
                </a:cubicBezTo>
                <a:cubicBezTo>
                  <a:pt x="130906" y="36805"/>
                  <a:pt x="128880" y="39553"/>
                  <a:pt x="126393" y="41302"/>
                </a:cubicBezTo>
                <a:cubicBezTo>
                  <a:pt x="123907" y="43052"/>
                  <a:pt x="120546" y="44265"/>
                  <a:pt x="116310" y="44940"/>
                </a:cubicBezTo>
                <a:cubicBezTo>
                  <a:pt x="113301" y="45492"/>
                  <a:pt x="107223" y="45769"/>
                  <a:pt x="98076" y="45769"/>
                </a:cubicBezTo>
                <a:lnTo>
                  <a:pt x="55438" y="45769"/>
                </a:lnTo>
                <a:lnTo>
                  <a:pt x="55438" y="57648"/>
                </a:lnTo>
                <a:lnTo>
                  <a:pt x="34810" y="57648"/>
                </a:lnTo>
                <a:lnTo>
                  <a:pt x="34810" y="45769"/>
                </a:lnTo>
                <a:lnTo>
                  <a:pt x="15287" y="45769"/>
                </a:lnTo>
                <a:lnTo>
                  <a:pt x="0" y="19799"/>
                </a:lnTo>
                <a:lnTo>
                  <a:pt x="34810" y="19799"/>
                </a:lnTo>
                <a:lnTo>
                  <a:pt x="34810" y="2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r">
            <a:extLst xmlns:a="http://schemas.openxmlformats.org/drawingml/2006/main">
              <a:ext uri="{FF2B5EF4-FFF2-40B4-BE49-F238E27FC236}">
                <a16:creationId xmlns:a16="http://schemas.microsoft.com/office/drawing/2014/main" id="{B044BA67-2F3A-4D77-98EB-34AB00B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3997272"/>
            <a:ext cx="100010" cy="63358"/>
          </a:xfrm>
          <a:custGeom xmlns:a="http://schemas.openxmlformats.org/drawingml/2006/main">
            <a:pathLst>
              <a:path w="100010" h="63358">
                <a:moveTo>
                  <a:pt x="100010" y="37481"/>
                </a:moveTo>
                <a:lnTo>
                  <a:pt x="100010" y="63358"/>
                </a:lnTo>
                <a:lnTo>
                  <a:pt x="2210" y="63358"/>
                </a:lnTo>
                <a:lnTo>
                  <a:pt x="2210" y="39322"/>
                </a:lnTo>
                <a:lnTo>
                  <a:pt x="16116" y="39322"/>
                </a:lnTo>
                <a:cubicBezTo>
                  <a:pt x="9547" y="35209"/>
                  <a:pt x="5218" y="31510"/>
                  <a:pt x="3131" y="28226"/>
                </a:cubicBezTo>
                <a:cubicBezTo>
                  <a:pt x="1044" y="24941"/>
                  <a:pt x="0" y="21211"/>
                  <a:pt x="0" y="17037"/>
                </a:cubicBezTo>
                <a:cubicBezTo>
                  <a:pt x="0" y="11143"/>
                  <a:pt x="1627" y="5464"/>
                  <a:pt x="4881" y="0"/>
                </a:cubicBezTo>
                <a:lnTo>
                  <a:pt x="27443" y="8012"/>
                </a:lnTo>
                <a:cubicBezTo>
                  <a:pt x="24619" y="12371"/>
                  <a:pt x="23207" y="16423"/>
                  <a:pt x="23207" y="20168"/>
                </a:cubicBezTo>
                <a:cubicBezTo>
                  <a:pt x="23207" y="23790"/>
                  <a:pt x="24204" y="26860"/>
                  <a:pt x="26200" y="29377"/>
                </a:cubicBezTo>
                <a:cubicBezTo>
                  <a:pt x="28195" y="31894"/>
                  <a:pt x="31802" y="33874"/>
                  <a:pt x="37020" y="35317"/>
                </a:cubicBezTo>
                <a:cubicBezTo>
                  <a:pt x="42239" y="36759"/>
                  <a:pt x="53167" y="37481"/>
                  <a:pt x="69804" y="37481"/>
                </a:cubicBezTo>
                <a:lnTo>
                  <a:pt x="100010" y="374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a">
            <a:extLst xmlns:a="http://schemas.openxmlformats.org/drawingml/2006/main">
              <a:ext uri="{FF2B5EF4-FFF2-40B4-BE49-F238E27FC236}">
                <a16:creationId xmlns:a16="http://schemas.microsoft.com/office/drawing/2014/main" id="{84E37BCF-D011-406A-84A7-8E02699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3901161"/>
            <a:ext cx="102220" cy="91814"/>
          </a:xfrm>
          <a:custGeom xmlns:a="http://schemas.openxmlformats.org/drawingml/2006/main">
            <a:pathLst>
              <a:path w="102220" h="91814">
                <a:moveTo>
                  <a:pt x="32416" y="65660"/>
                </a:moveTo>
                <a:lnTo>
                  <a:pt x="28180" y="89143"/>
                </a:lnTo>
                <a:cubicBezTo>
                  <a:pt x="18600" y="86503"/>
                  <a:pt x="11509" y="81960"/>
                  <a:pt x="6907" y="75514"/>
                </a:cubicBezTo>
                <a:cubicBezTo>
                  <a:pt x="2302" y="69067"/>
                  <a:pt x="0" y="59490"/>
                  <a:pt x="0" y="46782"/>
                </a:cubicBezTo>
                <a:cubicBezTo>
                  <a:pt x="0" y="35240"/>
                  <a:pt x="1366" y="26645"/>
                  <a:pt x="4098" y="20997"/>
                </a:cubicBezTo>
                <a:cubicBezTo>
                  <a:pt x="6830" y="15348"/>
                  <a:pt x="10299" y="11373"/>
                  <a:pt x="14504" y="9071"/>
                </a:cubicBezTo>
                <a:cubicBezTo>
                  <a:pt x="18710" y="6769"/>
                  <a:pt x="26430" y="5617"/>
                  <a:pt x="37665" y="5617"/>
                </a:cubicBezTo>
                <a:lnTo>
                  <a:pt x="67870" y="5894"/>
                </a:lnTo>
                <a:cubicBezTo>
                  <a:pt x="76465" y="5894"/>
                  <a:pt x="82804" y="5479"/>
                  <a:pt x="86887" y="4651"/>
                </a:cubicBezTo>
                <a:cubicBezTo>
                  <a:pt x="90970" y="3822"/>
                  <a:pt x="95344" y="2272"/>
                  <a:pt x="100010" y="0"/>
                </a:cubicBezTo>
                <a:lnTo>
                  <a:pt x="100010" y="25601"/>
                </a:lnTo>
                <a:cubicBezTo>
                  <a:pt x="98291" y="26276"/>
                  <a:pt x="95743" y="27105"/>
                  <a:pt x="92366" y="28087"/>
                </a:cubicBezTo>
                <a:cubicBezTo>
                  <a:pt x="90831" y="28517"/>
                  <a:pt x="89818" y="28824"/>
                  <a:pt x="89327" y="29008"/>
                </a:cubicBezTo>
                <a:cubicBezTo>
                  <a:pt x="93625" y="33429"/>
                  <a:pt x="96848" y="38156"/>
                  <a:pt x="98997" y="43190"/>
                </a:cubicBezTo>
                <a:cubicBezTo>
                  <a:pt x="101145" y="48224"/>
                  <a:pt x="102220" y="53596"/>
                  <a:pt x="102220" y="59306"/>
                </a:cubicBezTo>
                <a:cubicBezTo>
                  <a:pt x="102220" y="69374"/>
                  <a:pt x="99499" y="77310"/>
                  <a:pt x="94058" y="83111"/>
                </a:cubicBezTo>
                <a:cubicBezTo>
                  <a:pt x="88617" y="88913"/>
                  <a:pt x="81739" y="91814"/>
                  <a:pt x="73424" y="91814"/>
                </a:cubicBezTo>
                <a:cubicBezTo>
                  <a:pt x="67922" y="91814"/>
                  <a:pt x="63016" y="90494"/>
                  <a:pt x="58707" y="87854"/>
                </a:cubicBezTo>
                <a:cubicBezTo>
                  <a:pt x="54396" y="85214"/>
                  <a:pt x="51095" y="81515"/>
                  <a:pt x="48802" y="76757"/>
                </a:cubicBezTo>
                <a:cubicBezTo>
                  <a:pt x="46509" y="71999"/>
                  <a:pt x="44507" y="65138"/>
                  <a:pt x="42796" y="56175"/>
                </a:cubicBezTo>
                <a:cubicBezTo>
                  <a:pt x="40534" y="44080"/>
                  <a:pt x="38425" y="35700"/>
                  <a:pt x="36468" y="31034"/>
                </a:cubicBezTo>
                <a:lnTo>
                  <a:pt x="33860" y="31034"/>
                </a:lnTo>
                <a:cubicBezTo>
                  <a:pt x="28832" y="31034"/>
                  <a:pt x="25247" y="32262"/>
                  <a:pt x="23106" y="34718"/>
                </a:cubicBezTo>
                <a:cubicBezTo>
                  <a:pt x="20963" y="37174"/>
                  <a:pt x="19891" y="41809"/>
                  <a:pt x="19891" y="48624"/>
                </a:cubicBezTo>
                <a:cubicBezTo>
                  <a:pt x="19891" y="53228"/>
                  <a:pt x="20818" y="56820"/>
                  <a:pt x="22671" y="59398"/>
                </a:cubicBezTo>
                <a:cubicBezTo>
                  <a:pt x="24523" y="61977"/>
                  <a:pt x="27771" y="64064"/>
                  <a:pt x="32416" y="65660"/>
                </a:cubicBezTo>
                <a:moveTo>
                  <a:pt x="53412" y="31034"/>
                </a:moveTo>
                <a:cubicBezTo>
                  <a:pt x="54504" y="34350"/>
                  <a:pt x="55808" y="39599"/>
                  <a:pt x="57326" y="46782"/>
                </a:cubicBezTo>
                <a:cubicBezTo>
                  <a:pt x="58842" y="53965"/>
                  <a:pt x="60328" y="58661"/>
                  <a:pt x="61784" y="60871"/>
                </a:cubicBezTo>
                <a:cubicBezTo>
                  <a:pt x="64149" y="64248"/>
                  <a:pt x="67152" y="65936"/>
                  <a:pt x="70791" y="65936"/>
                </a:cubicBezTo>
                <a:cubicBezTo>
                  <a:pt x="74371" y="65936"/>
                  <a:pt x="77466" y="64586"/>
                  <a:pt x="80075" y="61884"/>
                </a:cubicBezTo>
                <a:cubicBezTo>
                  <a:pt x="82682" y="59183"/>
                  <a:pt x="83986" y="55745"/>
                  <a:pt x="83986" y="51570"/>
                </a:cubicBezTo>
                <a:cubicBezTo>
                  <a:pt x="83986" y="46904"/>
                  <a:pt x="82469" y="42453"/>
                  <a:pt x="79436" y="38217"/>
                </a:cubicBezTo>
                <a:cubicBezTo>
                  <a:pt x="77132" y="35086"/>
                  <a:pt x="74311" y="33030"/>
                  <a:pt x="70973" y="32047"/>
                </a:cubicBezTo>
                <a:cubicBezTo>
                  <a:pt x="68789" y="31372"/>
                  <a:pt x="64635" y="31034"/>
                  <a:pt x="58509" y="31034"/>
                </a:cubicBezTo>
                <a:lnTo>
                  <a:pt x="53412" y="3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s">
            <a:extLst xmlns:a="http://schemas.openxmlformats.org/drawingml/2006/main">
              <a:ext uri="{FF2B5EF4-FFF2-40B4-BE49-F238E27FC236}">
                <a16:creationId xmlns:a16="http://schemas.microsoft.com/office/drawing/2014/main" id="{10885FA0-96A1-4BD7-80F6-F2A15935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3799062"/>
            <a:ext cx="102220" cy="91353"/>
          </a:xfrm>
          <a:custGeom xmlns:a="http://schemas.openxmlformats.org/drawingml/2006/main">
            <a:pathLst>
              <a:path w="102220" h="91353">
                <a:moveTo>
                  <a:pt x="72199" y="91353"/>
                </a:moveTo>
                <a:lnTo>
                  <a:pt x="68147" y="65384"/>
                </a:lnTo>
                <a:cubicBezTo>
                  <a:pt x="73150" y="64279"/>
                  <a:pt x="76949" y="62038"/>
                  <a:pt x="79543" y="58661"/>
                </a:cubicBezTo>
                <a:cubicBezTo>
                  <a:pt x="82137" y="55285"/>
                  <a:pt x="83434" y="50557"/>
                  <a:pt x="83434" y="44479"/>
                </a:cubicBezTo>
                <a:cubicBezTo>
                  <a:pt x="83434" y="37788"/>
                  <a:pt x="82208" y="32753"/>
                  <a:pt x="79756" y="29377"/>
                </a:cubicBezTo>
                <a:cubicBezTo>
                  <a:pt x="78039" y="27105"/>
                  <a:pt x="75739" y="25969"/>
                  <a:pt x="72858" y="25969"/>
                </a:cubicBezTo>
                <a:cubicBezTo>
                  <a:pt x="70895" y="25969"/>
                  <a:pt x="69270" y="26583"/>
                  <a:pt x="67983" y="27811"/>
                </a:cubicBezTo>
                <a:cubicBezTo>
                  <a:pt x="66757" y="29100"/>
                  <a:pt x="65623" y="31986"/>
                  <a:pt x="64581" y="36468"/>
                </a:cubicBezTo>
                <a:cubicBezTo>
                  <a:pt x="59984" y="57341"/>
                  <a:pt x="55784" y="70572"/>
                  <a:pt x="51982" y="76158"/>
                </a:cubicBezTo>
                <a:cubicBezTo>
                  <a:pt x="46706" y="83894"/>
                  <a:pt x="39376" y="87762"/>
                  <a:pt x="29993" y="87762"/>
                </a:cubicBezTo>
                <a:cubicBezTo>
                  <a:pt x="21528" y="87762"/>
                  <a:pt x="14413" y="84416"/>
                  <a:pt x="8648" y="77724"/>
                </a:cubicBezTo>
                <a:cubicBezTo>
                  <a:pt x="2883" y="71032"/>
                  <a:pt x="0" y="60657"/>
                  <a:pt x="0" y="46598"/>
                </a:cubicBezTo>
                <a:cubicBezTo>
                  <a:pt x="0" y="33214"/>
                  <a:pt x="2172" y="23268"/>
                  <a:pt x="6515" y="16760"/>
                </a:cubicBezTo>
                <a:cubicBezTo>
                  <a:pt x="10859" y="10253"/>
                  <a:pt x="17282" y="5771"/>
                  <a:pt x="25785" y="3315"/>
                </a:cubicBezTo>
                <a:lnTo>
                  <a:pt x="30390" y="27719"/>
                </a:lnTo>
                <a:cubicBezTo>
                  <a:pt x="26583" y="28763"/>
                  <a:pt x="23667" y="30743"/>
                  <a:pt x="21641" y="33659"/>
                </a:cubicBezTo>
                <a:cubicBezTo>
                  <a:pt x="19615" y="36575"/>
                  <a:pt x="18602" y="40734"/>
                  <a:pt x="18602" y="46137"/>
                </a:cubicBezTo>
                <a:cubicBezTo>
                  <a:pt x="18602" y="52952"/>
                  <a:pt x="19553" y="57832"/>
                  <a:pt x="21454" y="60779"/>
                </a:cubicBezTo>
                <a:cubicBezTo>
                  <a:pt x="22801" y="62744"/>
                  <a:pt x="24548" y="63726"/>
                  <a:pt x="26695" y="63726"/>
                </a:cubicBezTo>
                <a:cubicBezTo>
                  <a:pt x="28533" y="63726"/>
                  <a:pt x="30095" y="62867"/>
                  <a:pt x="31383" y="61148"/>
                </a:cubicBezTo>
                <a:cubicBezTo>
                  <a:pt x="33100" y="58815"/>
                  <a:pt x="35522" y="50757"/>
                  <a:pt x="38649" y="36974"/>
                </a:cubicBezTo>
                <a:cubicBezTo>
                  <a:pt x="41776" y="23191"/>
                  <a:pt x="45612" y="13568"/>
                  <a:pt x="50157" y="8104"/>
                </a:cubicBezTo>
                <a:cubicBezTo>
                  <a:pt x="54766" y="2701"/>
                  <a:pt x="61185" y="0"/>
                  <a:pt x="69416" y="0"/>
                </a:cubicBezTo>
                <a:cubicBezTo>
                  <a:pt x="78385" y="0"/>
                  <a:pt x="86095" y="3745"/>
                  <a:pt x="92545" y="11235"/>
                </a:cubicBezTo>
                <a:cubicBezTo>
                  <a:pt x="98995" y="18725"/>
                  <a:pt x="102220" y="29806"/>
                  <a:pt x="102220" y="44479"/>
                </a:cubicBezTo>
                <a:cubicBezTo>
                  <a:pt x="102220" y="57802"/>
                  <a:pt x="99527" y="68346"/>
                  <a:pt x="94142" y="76112"/>
                </a:cubicBezTo>
                <a:cubicBezTo>
                  <a:pt x="88755" y="83879"/>
                  <a:pt x="81440" y="88959"/>
                  <a:pt x="72199" y="913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t">
            <a:extLst xmlns:a="http://schemas.openxmlformats.org/drawingml/2006/main">
              <a:ext uri="{FF2B5EF4-FFF2-40B4-BE49-F238E27FC236}">
                <a16:creationId xmlns:a16="http://schemas.microsoft.com/office/drawing/2014/main" id="{276C10CA-B33B-4E7E-95DD-FBC93936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4" y="3729471"/>
            <a:ext cx="134820" cy="57648"/>
          </a:xfrm>
          <a:custGeom xmlns:a="http://schemas.openxmlformats.org/drawingml/2006/main">
            <a:pathLst>
              <a:path w="134820" h="57648">
                <a:moveTo>
                  <a:pt x="34810" y="2118"/>
                </a:moveTo>
                <a:lnTo>
                  <a:pt x="55438" y="2118"/>
                </a:lnTo>
                <a:lnTo>
                  <a:pt x="55438" y="19799"/>
                </a:lnTo>
                <a:lnTo>
                  <a:pt x="94789" y="19799"/>
                </a:lnTo>
                <a:cubicBezTo>
                  <a:pt x="102759" y="19799"/>
                  <a:pt x="107403" y="19631"/>
                  <a:pt x="108721" y="19293"/>
                </a:cubicBezTo>
                <a:cubicBezTo>
                  <a:pt x="110037" y="18955"/>
                  <a:pt x="111125" y="18188"/>
                  <a:pt x="111984" y="16991"/>
                </a:cubicBezTo>
                <a:cubicBezTo>
                  <a:pt x="112842" y="15793"/>
                  <a:pt x="113271" y="14335"/>
                  <a:pt x="113271" y="12616"/>
                </a:cubicBezTo>
                <a:cubicBezTo>
                  <a:pt x="113271" y="10222"/>
                  <a:pt x="112442" y="6753"/>
                  <a:pt x="110784" y="2210"/>
                </a:cubicBezTo>
                <a:lnTo>
                  <a:pt x="130935" y="0"/>
                </a:lnTo>
                <a:cubicBezTo>
                  <a:pt x="133525" y="6017"/>
                  <a:pt x="134820" y="12831"/>
                  <a:pt x="134820" y="20444"/>
                </a:cubicBezTo>
                <a:cubicBezTo>
                  <a:pt x="134820" y="25110"/>
                  <a:pt x="134037" y="29315"/>
                  <a:pt x="132471" y="33060"/>
                </a:cubicBezTo>
                <a:cubicBezTo>
                  <a:pt x="130906" y="36805"/>
                  <a:pt x="128880" y="39553"/>
                  <a:pt x="126393" y="41302"/>
                </a:cubicBezTo>
                <a:cubicBezTo>
                  <a:pt x="123907" y="43052"/>
                  <a:pt x="120546" y="44265"/>
                  <a:pt x="116310" y="44940"/>
                </a:cubicBezTo>
                <a:cubicBezTo>
                  <a:pt x="113301" y="45492"/>
                  <a:pt x="107223" y="45769"/>
                  <a:pt x="98076" y="45769"/>
                </a:cubicBezTo>
                <a:lnTo>
                  <a:pt x="55438" y="45769"/>
                </a:lnTo>
                <a:lnTo>
                  <a:pt x="55438" y="57648"/>
                </a:lnTo>
                <a:lnTo>
                  <a:pt x="34810" y="57648"/>
                </a:lnTo>
                <a:lnTo>
                  <a:pt x="34810" y="45769"/>
                </a:lnTo>
                <a:lnTo>
                  <a:pt x="15287" y="45769"/>
                </a:lnTo>
                <a:lnTo>
                  <a:pt x="0" y="19799"/>
                </a:lnTo>
                <a:lnTo>
                  <a:pt x="34810" y="19799"/>
                </a:lnTo>
                <a:lnTo>
                  <a:pt x="34810" y="2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S">
            <a:extLst xmlns:a="http://schemas.openxmlformats.org/drawingml/2006/main">
              <a:ext uri="{FF2B5EF4-FFF2-40B4-BE49-F238E27FC236}">
                <a16:creationId xmlns:a16="http://schemas.microsoft.com/office/drawing/2014/main" id="{64BD1496-306B-4C26-807F-36769EA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5" y="3558153"/>
            <a:ext cx="139977" cy="109771"/>
          </a:xfrm>
          <a:custGeom xmlns:a="http://schemas.openxmlformats.org/drawingml/2006/main">
            <a:pathLst>
              <a:path w="139977" h="109771">
                <a:moveTo>
                  <a:pt x="93563" y="109771"/>
                </a:moveTo>
                <a:lnTo>
                  <a:pt x="90985" y="83249"/>
                </a:lnTo>
                <a:cubicBezTo>
                  <a:pt x="99920" y="81653"/>
                  <a:pt x="106482" y="78415"/>
                  <a:pt x="110672" y="73534"/>
                </a:cubicBezTo>
                <a:cubicBezTo>
                  <a:pt x="114860" y="68653"/>
                  <a:pt x="116954" y="62069"/>
                  <a:pt x="116954" y="53781"/>
                </a:cubicBezTo>
                <a:cubicBezTo>
                  <a:pt x="116954" y="45001"/>
                  <a:pt x="115091" y="38386"/>
                  <a:pt x="111366" y="33935"/>
                </a:cubicBezTo>
                <a:cubicBezTo>
                  <a:pt x="107640" y="29484"/>
                  <a:pt x="103282" y="27259"/>
                  <a:pt x="98292" y="27259"/>
                </a:cubicBezTo>
                <a:cubicBezTo>
                  <a:pt x="95090" y="27259"/>
                  <a:pt x="92365" y="28195"/>
                  <a:pt x="90119" y="30067"/>
                </a:cubicBezTo>
                <a:cubicBezTo>
                  <a:pt x="87870" y="31940"/>
                  <a:pt x="85914" y="35209"/>
                  <a:pt x="84251" y="39875"/>
                </a:cubicBezTo>
                <a:cubicBezTo>
                  <a:pt x="83144" y="43067"/>
                  <a:pt x="81175" y="50343"/>
                  <a:pt x="78346" y="61700"/>
                </a:cubicBezTo>
                <a:cubicBezTo>
                  <a:pt x="74716" y="76312"/>
                  <a:pt x="70255" y="86565"/>
                  <a:pt x="64964" y="92458"/>
                </a:cubicBezTo>
                <a:cubicBezTo>
                  <a:pt x="57520" y="100746"/>
                  <a:pt x="48446" y="104890"/>
                  <a:pt x="37742" y="104890"/>
                </a:cubicBezTo>
                <a:cubicBezTo>
                  <a:pt x="30853" y="104890"/>
                  <a:pt x="24410" y="102941"/>
                  <a:pt x="18412" y="99043"/>
                </a:cubicBezTo>
                <a:cubicBezTo>
                  <a:pt x="12413" y="95144"/>
                  <a:pt x="7845" y="89527"/>
                  <a:pt x="4708" y="82190"/>
                </a:cubicBezTo>
                <a:cubicBezTo>
                  <a:pt x="1569" y="74854"/>
                  <a:pt x="0" y="65998"/>
                  <a:pt x="0" y="55622"/>
                </a:cubicBezTo>
                <a:cubicBezTo>
                  <a:pt x="0" y="38678"/>
                  <a:pt x="3732" y="25923"/>
                  <a:pt x="11195" y="17359"/>
                </a:cubicBezTo>
                <a:cubicBezTo>
                  <a:pt x="18656" y="8795"/>
                  <a:pt x="28615" y="4298"/>
                  <a:pt x="41072" y="3868"/>
                </a:cubicBezTo>
                <a:lnTo>
                  <a:pt x="42177" y="31126"/>
                </a:lnTo>
                <a:cubicBezTo>
                  <a:pt x="35240" y="32293"/>
                  <a:pt x="30252" y="34795"/>
                  <a:pt x="27213" y="38632"/>
                </a:cubicBezTo>
                <a:cubicBezTo>
                  <a:pt x="24174" y="42469"/>
                  <a:pt x="22654" y="48224"/>
                  <a:pt x="22654" y="55899"/>
                </a:cubicBezTo>
                <a:cubicBezTo>
                  <a:pt x="22654" y="63818"/>
                  <a:pt x="24282" y="70019"/>
                  <a:pt x="27538" y="74501"/>
                </a:cubicBezTo>
                <a:cubicBezTo>
                  <a:pt x="29625" y="77386"/>
                  <a:pt x="32419" y="78829"/>
                  <a:pt x="35921" y="78829"/>
                </a:cubicBezTo>
                <a:cubicBezTo>
                  <a:pt x="39115" y="78829"/>
                  <a:pt x="41848" y="77478"/>
                  <a:pt x="44120" y="74777"/>
                </a:cubicBezTo>
                <a:cubicBezTo>
                  <a:pt x="47007" y="71339"/>
                  <a:pt x="50019" y="62990"/>
                  <a:pt x="53156" y="49729"/>
                </a:cubicBezTo>
                <a:cubicBezTo>
                  <a:pt x="56293" y="36468"/>
                  <a:pt x="59538" y="26660"/>
                  <a:pt x="62892" y="20306"/>
                </a:cubicBezTo>
                <a:cubicBezTo>
                  <a:pt x="66243" y="13952"/>
                  <a:pt x="70826" y="8979"/>
                  <a:pt x="76639" y="5387"/>
                </a:cubicBezTo>
                <a:cubicBezTo>
                  <a:pt x="82450" y="1796"/>
                  <a:pt x="89631" y="0"/>
                  <a:pt x="98182" y="0"/>
                </a:cubicBezTo>
                <a:cubicBezTo>
                  <a:pt x="105931" y="0"/>
                  <a:pt x="113189" y="2149"/>
                  <a:pt x="119956" y="6446"/>
                </a:cubicBezTo>
                <a:cubicBezTo>
                  <a:pt x="126723" y="10744"/>
                  <a:pt x="131751" y="16822"/>
                  <a:pt x="135041" y="24680"/>
                </a:cubicBezTo>
                <a:cubicBezTo>
                  <a:pt x="138332" y="32538"/>
                  <a:pt x="139977" y="42331"/>
                  <a:pt x="139977" y="54057"/>
                </a:cubicBezTo>
                <a:cubicBezTo>
                  <a:pt x="139977" y="71124"/>
                  <a:pt x="136025" y="84232"/>
                  <a:pt x="128120" y="93379"/>
                </a:cubicBezTo>
                <a:cubicBezTo>
                  <a:pt x="120216" y="102527"/>
                  <a:pt x="108697" y="107991"/>
                  <a:pt x="93563" y="1097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e">
            <a:extLst xmlns:a="http://schemas.openxmlformats.org/drawingml/2006/main">
              <a:ext uri="{FF2B5EF4-FFF2-40B4-BE49-F238E27FC236}">
                <a16:creationId xmlns:a16="http://schemas.microsoft.com/office/drawing/2014/main" id="{7223E532-75CA-4372-AA05-E5C0E986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4" y="3451235"/>
            <a:ext cx="102220" cy="91722"/>
          </a:xfrm>
          <a:custGeom xmlns:a="http://schemas.openxmlformats.org/drawingml/2006/main">
            <a:pathLst>
              <a:path w="102220" h="91722">
                <a:moveTo>
                  <a:pt x="68883" y="27535"/>
                </a:moveTo>
                <a:lnTo>
                  <a:pt x="73304" y="1750"/>
                </a:lnTo>
                <a:cubicBezTo>
                  <a:pt x="82727" y="5065"/>
                  <a:pt x="89903" y="10299"/>
                  <a:pt x="94830" y="17451"/>
                </a:cubicBezTo>
                <a:cubicBezTo>
                  <a:pt x="99756" y="24603"/>
                  <a:pt x="102220" y="33551"/>
                  <a:pt x="102220" y="44295"/>
                </a:cubicBezTo>
                <a:cubicBezTo>
                  <a:pt x="102220" y="61301"/>
                  <a:pt x="96664" y="73887"/>
                  <a:pt x="85552" y="82052"/>
                </a:cubicBezTo>
                <a:cubicBezTo>
                  <a:pt x="76650" y="88498"/>
                  <a:pt x="65415" y="91722"/>
                  <a:pt x="51847" y="91722"/>
                </a:cubicBezTo>
                <a:cubicBezTo>
                  <a:pt x="35639" y="91722"/>
                  <a:pt x="22946" y="87485"/>
                  <a:pt x="13767" y="79013"/>
                </a:cubicBezTo>
                <a:cubicBezTo>
                  <a:pt x="4589" y="70541"/>
                  <a:pt x="0" y="59828"/>
                  <a:pt x="0" y="46874"/>
                </a:cubicBezTo>
                <a:cubicBezTo>
                  <a:pt x="0" y="32324"/>
                  <a:pt x="4804" y="20843"/>
                  <a:pt x="14412" y="12432"/>
                </a:cubicBezTo>
                <a:cubicBezTo>
                  <a:pt x="24020" y="4021"/>
                  <a:pt x="38739" y="0"/>
                  <a:pt x="58569" y="368"/>
                </a:cubicBezTo>
                <a:lnTo>
                  <a:pt x="58569" y="65200"/>
                </a:lnTo>
                <a:cubicBezTo>
                  <a:pt x="66243" y="65016"/>
                  <a:pt x="72214" y="62928"/>
                  <a:pt x="76481" y="58938"/>
                </a:cubicBezTo>
                <a:cubicBezTo>
                  <a:pt x="80748" y="54947"/>
                  <a:pt x="82881" y="49974"/>
                  <a:pt x="82881" y="44019"/>
                </a:cubicBezTo>
                <a:cubicBezTo>
                  <a:pt x="82881" y="39967"/>
                  <a:pt x="81776" y="36560"/>
                  <a:pt x="79566" y="33797"/>
                </a:cubicBezTo>
                <a:cubicBezTo>
                  <a:pt x="77356" y="31034"/>
                  <a:pt x="73795" y="28947"/>
                  <a:pt x="68883" y="27535"/>
                </a:cubicBezTo>
                <a:moveTo>
                  <a:pt x="42730" y="26061"/>
                </a:moveTo>
                <a:cubicBezTo>
                  <a:pt x="35270" y="26246"/>
                  <a:pt x="29599" y="28180"/>
                  <a:pt x="25716" y="31863"/>
                </a:cubicBezTo>
                <a:cubicBezTo>
                  <a:pt x="21833" y="35547"/>
                  <a:pt x="19891" y="40028"/>
                  <a:pt x="19891" y="45308"/>
                </a:cubicBezTo>
                <a:cubicBezTo>
                  <a:pt x="19891" y="50956"/>
                  <a:pt x="21939" y="55622"/>
                  <a:pt x="26036" y="59306"/>
                </a:cubicBezTo>
                <a:cubicBezTo>
                  <a:pt x="30134" y="62990"/>
                  <a:pt x="35698" y="64801"/>
                  <a:pt x="42730" y="64739"/>
                </a:cubicBezTo>
                <a:lnTo>
                  <a:pt x="42730" y="260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t">
            <a:extLst xmlns:a="http://schemas.openxmlformats.org/drawingml/2006/main">
              <a:ext uri="{FF2B5EF4-FFF2-40B4-BE49-F238E27FC236}">
                <a16:creationId xmlns:a16="http://schemas.microsoft.com/office/drawing/2014/main" id="{78F7B8B6-DED2-4D47-BE0D-648E353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4" y="3383578"/>
            <a:ext cx="134820" cy="57648"/>
          </a:xfrm>
          <a:custGeom xmlns:a="http://schemas.openxmlformats.org/drawingml/2006/main">
            <a:pathLst>
              <a:path w="134820" h="57648">
                <a:moveTo>
                  <a:pt x="34810" y="2118"/>
                </a:moveTo>
                <a:lnTo>
                  <a:pt x="55438" y="2118"/>
                </a:lnTo>
                <a:lnTo>
                  <a:pt x="55438" y="19799"/>
                </a:lnTo>
                <a:lnTo>
                  <a:pt x="94789" y="19799"/>
                </a:lnTo>
                <a:cubicBezTo>
                  <a:pt x="102759" y="19799"/>
                  <a:pt x="107403" y="19631"/>
                  <a:pt x="108721" y="19293"/>
                </a:cubicBezTo>
                <a:cubicBezTo>
                  <a:pt x="110037" y="18955"/>
                  <a:pt x="111125" y="18188"/>
                  <a:pt x="111984" y="16991"/>
                </a:cubicBezTo>
                <a:cubicBezTo>
                  <a:pt x="112842" y="15793"/>
                  <a:pt x="113271" y="14335"/>
                  <a:pt x="113271" y="12616"/>
                </a:cubicBezTo>
                <a:cubicBezTo>
                  <a:pt x="113271" y="10222"/>
                  <a:pt x="112442" y="6753"/>
                  <a:pt x="110784" y="2210"/>
                </a:cubicBezTo>
                <a:lnTo>
                  <a:pt x="130935" y="0"/>
                </a:lnTo>
                <a:cubicBezTo>
                  <a:pt x="133525" y="6017"/>
                  <a:pt x="134820" y="12831"/>
                  <a:pt x="134820" y="20444"/>
                </a:cubicBezTo>
                <a:cubicBezTo>
                  <a:pt x="134820" y="25110"/>
                  <a:pt x="134037" y="29315"/>
                  <a:pt x="132471" y="33060"/>
                </a:cubicBezTo>
                <a:cubicBezTo>
                  <a:pt x="130906" y="36805"/>
                  <a:pt x="128880" y="39553"/>
                  <a:pt x="126393" y="41302"/>
                </a:cubicBezTo>
                <a:cubicBezTo>
                  <a:pt x="123907" y="43052"/>
                  <a:pt x="120546" y="44265"/>
                  <a:pt x="116310" y="44940"/>
                </a:cubicBezTo>
                <a:cubicBezTo>
                  <a:pt x="113301" y="45492"/>
                  <a:pt x="107223" y="45769"/>
                  <a:pt x="98076" y="45769"/>
                </a:cubicBezTo>
                <a:lnTo>
                  <a:pt x="55438" y="45769"/>
                </a:lnTo>
                <a:lnTo>
                  <a:pt x="55438" y="57648"/>
                </a:lnTo>
                <a:lnTo>
                  <a:pt x="34810" y="57648"/>
                </a:lnTo>
                <a:lnTo>
                  <a:pt x="34810" y="45769"/>
                </a:lnTo>
                <a:lnTo>
                  <a:pt x="15287" y="45769"/>
                </a:lnTo>
                <a:lnTo>
                  <a:pt x="0" y="19799"/>
                </a:lnTo>
                <a:lnTo>
                  <a:pt x="34810" y="19799"/>
                </a:lnTo>
                <a:lnTo>
                  <a:pt x="34810" y="21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)">
            <a:extLst xmlns:a="http://schemas.openxmlformats.org/drawingml/2006/main">
              <a:ext uri="{FF2B5EF4-FFF2-40B4-BE49-F238E27FC236}">
                <a16:creationId xmlns:a16="http://schemas.microsoft.com/office/drawing/2014/main" id="{8215EE8C-C317-475B-8CE0-436AFD3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5" y="3275802"/>
            <a:ext cx="177181" cy="46874"/>
          </a:xfrm>
          <a:custGeom xmlns:a="http://schemas.openxmlformats.org/drawingml/2006/main">
            <a:pathLst>
              <a:path w="177181" h="46874">
                <a:moveTo>
                  <a:pt x="177181" y="46690"/>
                </a:moveTo>
                <a:cubicBezTo>
                  <a:pt x="166242" y="41594"/>
                  <a:pt x="157853" y="38002"/>
                  <a:pt x="152015" y="35915"/>
                </a:cubicBezTo>
                <a:cubicBezTo>
                  <a:pt x="146177" y="33828"/>
                  <a:pt x="139447" y="31894"/>
                  <a:pt x="131827" y="30113"/>
                </a:cubicBezTo>
                <a:cubicBezTo>
                  <a:pt x="124204" y="28333"/>
                  <a:pt x="116968" y="27013"/>
                  <a:pt x="110117" y="26154"/>
                </a:cubicBezTo>
                <a:cubicBezTo>
                  <a:pt x="103264" y="25294"/>
                  <a:pt x="96242" y="24864"/>
                  <a:pt x="89051" y="24864"/>
                </a:cubicBezTo>
                <a:cubicBezTo>
                  <a:pt x="74424" y="24864"/>
                  <a:pt x="60581" y="26430"/>
                  <a:pt x="47521" y="29561"/>
                </a:cubicBezTo>
                <a:cubicBezTo>
                  <a:pt x="34462" y="32692"/>
                  <a:pt x="18621" y="38463"/>
                  <a:pt x="0" y="46874"/>
                </a:cubicBezTo>
                <a:lnTo>
                  <a:pt x="0" y="29285"/>
                </a:lnTo>
                <a:cubicBezTo>
                  <a:pt x="13213" y="20014"/>
                  <a:pt x="27225" y="12816"/>
                  <a:pt x="42036" y="7690"/>
                </a:cubicBezTo>
                <a:cubicBezTo>
                  <a:pt x="56847" y="2563"/>
                  <a:pt x="71873" y="0"/>
                  <a:pt x="87114" y="0"/>
                </a:cubicBezTo>
                <a:cubicBezTo>
                  <a:pt x="99959" y="0"/>
                  <a:pt x="113725" y="2026"/>
                  <a:pt x="128414" y="6078"/>
                </a:cubicBezTo>
                <a:cubicBezTo>
                  <a:pt x="144884" y="10682"/>
                  <a:pt x="161140" y="18265"/>
                  <a:pt x="177181" y="28824"/>
                </a:cubicBezTo>
                <a:lnTo>
                  <a:pt x="177181" y="466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7DF9C5-EFCB-44AD-AC05-A1BDD874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39" y="1054209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5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4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1" y="229473"/>
                </a:cubicBezTo>
                <a:cubicBezTo>
                  <a:pt x="264395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40"/>
                  <a:pt x="21494" y="229473"/>
                </a:cubicBezTo>
                <a:cubicBezTo>
                  <a:pt x="17229" y="227706"/>
                  <a:pt x="13463" y="225190"/>
                  <a:pt x="10198" y="221925"/>
                </a:cubicBezTo>
                <a:cubicBezTo>
                  <a:pt x="6934" y="218660"/>
                  <a:pt x="4418" y="214895"/>
                  <a:pt x="2651" y="210629"/>
                </a:cubicBezTo>
                <a:cubicBezTo>
                  <a:pt x="884" y="206364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1" y="21494"/>
                </a:cubicBezTo>
                <a:cubicBezTo>
                  <a:pt x="4418" y="17228"/>
                  <a:pt x="6934" y="13463"/>
                  <a:pt x="10198" y="10198"/>
                </a:cubicBezTo>
                <a:cubicBezTo>
                  <a:pt x="13463" y="6933"/>
                  <a:pt x="17229" y="4417"/>
                  <a:pt x="21494" y="2650"/>
                </a:cubicBezTo>
                <a:cubicBezTo>
                  <a:pt x="25760" y="884"/>
                  <a:pt x="30201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63E275-1D52-41B3-9D41-11DD5871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639" y="1054209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5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4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1" y="229473"/>
                </a:cubicBezTo>
                <a:cubicBezTo>
                  <a:pt x="264395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40"/>
                  <a:pt x="21494" y="229473"/>
                </a:cubicBezTo>
                <a:cubicBezTo>
                  <a:pt x="17229" y="227706"/>
                  <a:pt x="13463" y="225190"/>
                  <a:pt x="10198" y="221925"/>
                </a:cubicBezTo>
                <a:cubicBezTo>
                  <a:pt x="6934" y="218660"/>
                  <a:pt x="4418" y="214895"/>
                  <a:pt x="2651" y="210629"/>
                </a:cubicBezTo>
                <a:cubicBezTo>
                  <a:pt x="884" y="206364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1" y="21494"/>
                </a:cubicBezTo>
                <a:cubicBezTo>
                  <a:pt x="4418" y="17228"/>
                  <a:pt x="6934" y="13463"/>
                  <a:pt x="10198" y="10198"/>
                </a:cubicBezTo>
                <a:cubicBezTo>
                  <a:pt x="13463" y="6933"/>
                  <a:pt x="17229" y="4417"/>
                  <a:pt x="21494" y="2650"/>
                </a:cubicBezTo>
                <a:cubicBezTo>
                  <a:pt x="25760" y="884"/>
                  <a:pt x="30201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34" name="Text b">
            <a:extLst xmlns:a="http://schemas.openxmlformats.org/drawingml/2006/main">
              <a:ext uri="{FF2B5EF4-FFF2-40B4-BE49-F238E27FC236}">
                <a16:creationId xmlns:a16="http://schemas.microsoft.com/office/drawing/2014/main" id="{EB8D9398-D064-40CE-BD17-43EA1198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343" y="1096429"/>
            <a:ext cx="78291" cy="126659"/>
          </a:xfrm>
          <a:custGeom xmlns:a="http://schemas.openxmlformats.org/drawingml/2006/main">
            <a:pathLst>
              <a:path w="78291" h="126659">
                <a:moveTo>
                  <a:pt x="14196" y="124619"/>
                </a:moveTo>
                <a:lnTo>
                  <a:pt x="0" y="124619"/>
                </a:lnTo>
                <a:lnTo>
                  <a:pt x="0" y="0"/>
                </a:lnTo>
                <a:lnTo>
                  <a:pt x="15301" y="0"/>
                </a:lnTo>
                <a:lnTo>
                  <a:pt x="15301" y="44623"/>
                </a:lnTo>
                <a:cubicBezTo>
                  <a:pt x="21762" y="36409"/>
                  <a:pt x="30007" y="32302"/>
                  <a:pt x="40038" y="32302"/>
                </a:cubicBezTo>
                <a:cubicBezTo>
                  <a:pt x="45592" y="32302"/>
                  <a:pt x="50848" y="33422"/>
                  <a:pt x="55807" y="35660"/>
                </a:cubicBezTo>
                <a:cubicBezTo>
                  <a:pt x="60765" y="37899"/>
                  <a:pt x="64845" y="41044"/>
                  <a:pt x="68047" y="45096"/>
                </a:cubicBezTo>
                <a:cubicBezTo>
                  <a:pt x="71249" y="49148"/>
                  <a:pt x="73757" y="54036"/>
                  <a:pt x="75570" y="59759"/>
                </a:cubicBezTo>
                <a:cubicBezTo>
                  <a:pt x="77384" y="65483"/>
                  <a:pt x="78291" y="71603"/>
                  <a:pt x="78291" y="78121"/>
                </a:cubicBezTo>
                <a:cubicBezTo>
                  <a:pt x="78291" y="93592"/>
                  <a:pt x="74465" y="105549"/>
                  <a:pt x="66815" y="113993"/>
                </a:cubicBezTo>
                <a:cubicBezTo>
                  <a:pt x="59164" y="122437"/>
                  <a:pt x="49984" y="126659"/>
                  <a:pt x="39273" y="126659"/>
                </a:cubicBezTo>
                <a:cubicBezTo>
                  <a:pt x="28619" y="126659"/>
                  <a:pt x="20260" y="122154"/>
                  <a:pt x="14196" y="113143"/>
                </a:cubicBezTo>
                <a:lnTo>
                  <a:pt x="14196" y="124619"/>
                </a:lnTo>
                <a:moveTo>
                  <a:pt x="14026" y="78803"/>
                </a:moveTo>
                <a:cubicBezTo>
                  <a:pt x="14026" y="89574"/>
                  <a:pt x="15499" y="97357"/>
                  <a:pt x="18446" y="102151"/>
                </a:cubicBezTo>
                <a:cubicBezTo>
                  <a:pt x="23263" y="109989"/>
                  <a:pt x="29780" y="113908"/>
                  <a:pt x="37998" y="113908"/>
                </a:cubicBezTo>
                <a:cubicBezTo>
                  <a:pt x="44685" y="113908"/>
                  <a:pt x="50465" y="111018"/>
                  <a:pt x="55339" y="105238"/>
                </a:cubicBezTo>
                <a:cubicBezTo>
                  <a:pt x="60213" y="99457"/>
                  <a:pt x="62650" y="90843"/>
                  <a:pt x="62650" y="79396"/>
                </a:cubicBezTo>
                <a:cubicBezTo>
                  <a:pt x="62650" y="67667"/>
                  <a:pt x="60312" y="59011"/>
                  <a:pt x="55637" y="53429"/>
                </a:cubicBezTo>
                <a:cubicBezTo>
                  <a:pt x="50961" y="47845"/>
                  <a:pt x="45308" y="45053"/>
                  <a:pt x="38678" y="45053"/>
                </a:cubicBezTo>
                <a:cubicBezTo>
                  <a:pt x="31991" y="45053"/>
                  <a:pt x="26210" y="47943"/>
                  <a:pt x="21337" y="53724"/>
                </a:cubicBezTo>
                <a:cubicBezTo>
                  <a:pt x="16463" y="59504"/>
                  <a:pt x="14026" y="67864"/>
                  <a:pt x="14026" y="7880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A1906-94B0-4AC9-8578-F23ABC31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49" y="1032447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5"/>
                  <a:pt x="268660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40"/>
                  <a:pt x="21494" y="229473"/>
                </a:cubicBezTo>
                <a:cubicBezTo>
                  <a:pt x="17229" y="227705"/>
                  <a:pt x="13463" y="225190"/>
                  <a:pt x="10198" y="221925"/>
                </a:cubicBezTo>
                <a:cubicBezTo>
                  <a:pt x="6934" y="218660"/>
                  <a:pt x="4418" y="214895"/>
                  <a:pt x="2651" y="210629"/>
                </a:cubicBezTo>
                <a:cubicBezTo>
                  <a:pt x="884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1" y="21494"/>
                </a:cubicBezTo>
                <a:cubicBezTo>
                  <a:pt x="4418" y="17228"/>
                  <a:pt x="6934" y="13463"/>
                  <a:pt x="10198" y="10198"/>
                </a:cubicBezTo>
                <a:cubicBezTo>
                  <a:pt x="13463" y="6933"/>
                  <a:pt x="17229" y="4417"/>
                  <a:pt x="21494" y="2650"/>
                </a:cubicBezTo>
                <a:cubicBezTo>
                  <a:pt x="25760" y="883"/>
                  <a:pt x="30201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AEE4B-A607-429A-BD52-02AF531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49" y="1032447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5"/>
                  <a:pt x="268660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40"/>
                  <a:pt x="21494" y="229473"/>
                </a:cubicBezTo>
                <a:cubicBezTo>
                  <a:pt x="17229" y="227705"/>
                  <a:pt x="13463" y="225190"/>
                  <a:pt x="10198" y="221925"/>
                </a:cubicBezTo>
                <a:cubicBezTo>
                  <a:pt x="6934" y="218660"/>
                  <a:pt x="4418" y="214895"/>
                  <a:pt x="2651" y="210629"/>
                </a:cubicBezTo>
                <a:cubicBezTo>
                  <a:pt x="884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1" y="21494"/>
                </a:cubicBezTo>
                <a:cubicBezTo>
                  <a:pt x="4418" y="17228"/>
                  <a:pt x="6934" y="13463"/>
                  <a:pt x="10198" y="10198"/>
                </a:cubicBezTo>
                <a:cubicBezTo>
                  <a:pt x="13463" y="6933"/>
                  <a:pt x="17229" y="4417"/>
                  <a:pt x="21494" y="2650"/>
                </a:cubicBezTo>
                <a:cubicBezTo>
                  <a:pt x="25760" y="883"/>
                  <a:pt x="30201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37" name="Text b">
            <a:extLst xmlns:a="http://schemas.openxmlformats.org/drawingml/2006/main">
              <a:ext uri="{FF2B5EF4-FFF2-40B4-BE49-F238E27FC236}">
                <a16:creationId xmlns:a16="http://schemas.microsoft.com/office/drawing/2014/main" id="{B1CCEC1E-165E-474E-BF26-9B021DB6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453" y="1081921"/>
            <a:ext cx="78291" cy="126659"/>
          </a:xfrm>
          <a:custGeom xmlns:a="http://schemas.openxmlformats.org/drawingml/2006/main">
            <a:pathLst>
              <a:path w="78291" h="126659">
                <a:moveTo>
                  <a:pt x="14196" y="124619"/>
                </a:moveTo>
                <a:lnTo>
                  <a:pt x="0" y="124619"/>
                </a:lnTo>
                <a:lnTo>
                  <a:pt x="0" y="0"/>
                </a:lnTo>
                <a:lnTo>
                  <a:pt x="15301" y="0"/>
                </a:lnTo>
                <a:lnTo>
                  <a:pt x="15301" y="44623"/>
                </a:lnTo>
                <a:cubicBezTo>
                  <a:pt x="21762" y="36409"/>
                  <a:pt x="30007" y="32302"/>
                  <a:pt x="40038" y="32302"/>
                </a:cubicBezTo>
                <a:cubicBezTo>
                  <a:pt x="45592" y="32302"/>
                  <a:pt x="50848" y="33422"/>
                  <a:pt x="55807" y="35660"/>
                </a:cubicBezTo>
                <a:cubicBezTo>
                  <a:pt x="60765" y="37899"/>
                  <a:pt x="64845" y="41044"/>
                  <a:pt x="68047" y="45096"/>
                </a:cubicBezTo>
                <a:cubicBezTo>
                  <a:pt x="71249" y="49148"/>
                  <a:pt x="73757" y="54036"/>
                  <a:pt x="75570" y="59759"/>
                </a:cubicBezTo>
                <a:cubicBezTo>
                  <a:pt x="77384" y="65483"/>
                  <a:pt x="78291" y="71603"/>
                  <a:pt x="78291" y="78121"/>
                </a:cubicBezTo>
                <a:cubicBezTo>
                  <a:pt x="78291" y="93592"/>
                  <a:pt x="74465" y="105549"/>
                  <a:pt x="66815" y="113993"/>
                </a:cubicBezTo>
                <a:cubicBezTo>
                  <a:pt x="59164" y="122437"/>
                  <a:pt x="49984" y="126659"/>
                  <a:pt x="39273" y="126659"/>
                </a:cubicBezTo>
                <a:cubicBezTo>
                  <a:pt x="28619" y="126659"/>
                  <a:pt x="20260" y="122154"/>
                  <a:pt x="14196" y="113143"/>
                </a:cubicBezTo>
                <a:lnTo>
                  <a:pt x="14196" y="124619"/>
                </a:lnTo>
                <a:moveTo>
                  <a:pt x="14026" y="78803"/>
                </a:moveTo>
                <a:cubicBezTo>
                  <a:pt x="14026" y="89574"/>
                  <a:pt x="15499" y="97357"/>
                  <a:pt x="18446" y="102151"/>
                </a:cubicBezTo>
                <a:cubicBezTo>
                  <a:pt x="23263" y="109989"/>
                  <a:pt x="29780" y="113908"/>
                  <a:pt x="37998" y="113908"/>
                </a:cubicBezTo>
                <a:cubicBezTo>
                  <a:pt x="44685" y="113908"/>
                  <a:pt x="50465" y="111018"/>
                  <a:pt x="55339" y="105238"/>
                </a:cubicBezTo>
                <a:cubicBezTo>
                  <a:pt x="60213" y="99457"/>
                  <a:pt x="62650" y="90843"/>
                  <a:pt x="62650" y="79396"/>
                </a:cubicBezTo>
                <a:cubicBezTo>
                  <a:pt x="62650" y="67667"/>
                  <a:pt x="60312" y="59011"/>
                  <a:pt x="55637" y="53429"/>
                </a:cubicBezTo>
                <a:cubicBezTo>
                  <a:pt x="50961" y="47845"/>
                  <a:pt x="45308" y="45053"/>
                  <a:pt x="38678" y="45053"/>
                </a:cubicBezTo>
                <a:cubicBezTo>
                  <a:pt x="31991" y="45053"/>
                  <a:pt x="26210" y="47943"/>
                  <a:pt x="21337" y="53724"/>
                </a:cubicBezTo>
                <a:cubicBezTo>
                  <a:pt x="16463" y="59504"/>
                  <a:pt x="14026" y="67864"/>
                  <a:pt x="14026" y="78803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41524-EB4A-4F45-AE4B-5D072A41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720532"/>
            <a:ext cx="4062159" cy="2002064"/>
          </a:xfrm>
          <a:custGeom xmlns:a="http://schemas.openxmlformats.org/drawingml/2006/main">
            <a:pathLst>
              <a:path w="4062159" h="2002064">
                <a:moveTo>
                  <a:pt x="40041" y="0"/>
                </a:moveTo>
                <a:lnTo>
                  <a:pt x="4022118" y="0"/>
                </a:lnTo>
                <a:cubicBezTo>
                  <a:pt x="4027427" y="0"/>
                  <a:pt x="4032534" y="1016"/>
                  <a:pt x="4037441" y="3048"/>
                </a:cubicBezTo>
                <a:cubicBezTo>
                  <a:pt x="4042346" y="5080"/>
                  <a:pt x="4046676" y="7973"/>
                  <a:pt x="4050431" y="11728"/>
                </a:cubicBezTo>
                <a:cubicBezTo>
                  <a:pt x="4054185" y="15482"/>
                  <a:pt x="4057078" y="19812"/>
                  <a:pt x="4059111" y="24718"/>
                </a:cubicBezTo>
                <a:cubicBezTo>
                  <a:pt x="4061143" y="29624"/>
                  <a:pt x="4062159" y="34731"/>
                  <a:pt x="4062159" y="40041"/>
                </a:cubicBezTo>
                <a:lnTo>
                  <a:pt x="4062159" y="1962023"/>
                </a:lnTo>
                <a:cubicBezTo>
                  <a:pt x="4062159" y="1967332"/>
                  <a:pt x="4061143" y="1972440"/>
                  <a:pt x="4059111" y="1977346"/>
                </a:cubicBezTo>
                <a:cubicBezTo>
                  <a:pt x="4057078" y="1982251"/>
                  <a:pt x="4054185" y="1986581"/>
                  <a:pt x="4050431" y="1990336"/>
                </a:cubicBezTo>
                <a:cubicBezTo>
                  <a:pt x="4046676" y="1994091"/>
                  <a:pt x="4042346" y="1996984"/>
                  <a:pt x="4037441" y="1999016"/>
                </a:cubicBezTo>
                <a:cubicBezTo>
                  <a:pt x="4032534" y="2001048"/>
                  <a:pt x="4027427" y="2002064"/>
                  <a:pt x="4022118" y="2002064"/>
                </a:cubicBezTo>
                <a:lnTo>
                  <a:pt x="40041" y="2002064"/>
                </a:lnTo>
                <a:cubicBezTo>
                  <a:pt x="34731" y="2002064"/>
                  <a:pt x="29624" y="2001047"/>
                  <a:pt x="24718" y="1999016"/>
                </a:cubicBezTo>
                <a:cubicBezTo>
                  <a:pt x="19812" y="1996984"/>
                  <a:pt x="15482" y="1994090"/>
                  <a:pt x="11728" y="1990336"/>
                </a:cubicBezTo>
                <a:cubicBezTo>
                  <a:pt x="7973" y="1986581"/>
                  <a:pt x="5080" y="1982251"/>
                  <a:pt x="3048" y="1977346"/>
                </a:cubicBezTo>
                <a:cubicBezTo>
                  <a:pt x="1016" y="1972440"/>
                  <a:pt x="0" y="1967332"/>
                  <a:pt x="0" y="1962023"/>
                </a:cubicBezTo>
                <a:lnTo>
                  <a:pt x="0" y="40041"/>
                </a:lnTo>
                <a:cubicBezTo>
                  <a:pt x="0" y="34731"/>
                  <a:pt x="1016" y="29624"/>
                  <a:pt x="3048" y="24718"/>
                </a:cubicBezTo>
                <a:cubicBezTo>
                  <a:pt x="5080" y="19812"/>
                  <a:pt x="7973" y="15482"/>
                  <a:pt x="11728" y="11728"/>
                </a:cubicBezTo>
                <a:cubicBezTo>
                  <a:pt x="15482" y="7973"/>
                  <a:pt x="19812" y="5080"/>
                  <a:pt x="24718" y="3048"/>
                </a:cubicBezTo>
                <a:cubicBezTo>
                  <a:pt x="29624" y="1016"/>
                  <a:pt x="34731" y="0"/>
                  <a:pt x="40041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71D38-A557-49D5-B74B-E5300442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720532"/>
            <a:ext cx="4062159" cy="2002064"/>
          </a:xfrm>
          <a:custGeom xmlns:a="http://schemas.openxmlformats.org/drawingml/2006/main">
            <a:pathLst>
              <a:path w="4062159" h="2002064" fill="none">
                <a:moveTo>
                  <a:pt x="40041" y="0"/>
                </a:moveTo>
                <a:lnTo>
                  <a:pt x="4022118" y="0"/>
                </a:lnTo>
                <a:cubicBezTo>
                  <a:pt x="4027427" y="0"/>
                  <a:pt x="4032534" y="1016"/>
                  <a:pt x="4037441" y="3048"/>
                </a:cubicBezTo>
                <a:cubicBezTo>
                  <a:pt x="4042346" y="5080"/>
                  <a:pt x="4046676" y="7973"/>
                  <a:pt x="4050431" y="11728"/>
                </a:cubicBezTo>
                <a:cubicBezTo>
                  <a:pt x="4054185" y="15482"/>
                  <a:pt x="4057078" y="19812"/>
                  <a:pt x="4059111" y="24718"/>
                </a:cubicBezTo>
                <a:cubicBezTo>
                  <a:pt x="4061143" y="29624"/>
                  <a:pt x="4062159" y="34731"/>
                  <a:pt x="4062159" y="40041"/>
                </a:cubicBezTo>
                <a:lnTo>
                  <a:pt x="4062159" y="1962023"/>
                </a:lnTo>
                <a:cubicBezTo>
                  <a:pt x="4062159" y="1967332"/>
                  <a:pt x="4061143" y="1972440"/>
                  <a:pt x="4059111" y="1977346"/>
                </a:cubicBezTo>
                <a:cubicBezTo>
                  <a:pt x="4057078" y="1982251"/>
                  <a:pt x="4054185" y="1986581"/>
                  <a:pt x="4050431" y="1990336"/>
                </a:cubicBezTo>
                <a:cubicBezTo>
                  <a:pt x="4046676" y="1994091"/>
                  <a:pt x="4042346" y="1996984"/>
                  <a:pt x="4037441" y="1999016"/>
                </a:cubicBezTo>
                <a:cubicBezTo>
                  <a:pt x="4032534" y="2001048"/>
                  <a:pt x="4027427" y="2002064"/>
                  <a:pt x="4022118" y="2002064"/>
                </a:cubicBezTo>
                <a:lnTo>
                  <a:pt x="40041" y="2002064"/>
                </a:lnTo>
                <a:cubicBezTo>
                  <a:pt x="34731" y="2002064"/>
                  <a:pt x="29624" y="2001047"/>
                  <a:pt x="24718" y="1999016"/>
                </a:cubicBezTo>
                <a:cubicBezTo>
                  <a:pt x="19812" y="1996984"/>
                  <a:pt x="15482" y="1994090"/>
                  <a:pt x="11728" y="1990336"/>
                </a:cubicBezTo>
                <a:cubicBezTo>
                  <a:pt x="7973" y="1986581"/>
                  <a:pt x="5080" y="1982251"/>
                  <a:pt x="3048" y="1977346"/>
                </a:cubicBezTo>
                <a:cubicBezTo>
                  <a:pt x="1016" y="1972440"/>
                  <a:pt x="0" y="1967332"/>
                  <a:pt x="0" y="1962023"/>
                </a:cubicBezTo>
                <a:lnTo>
                  <a:pt x="0" y="40041"/>
                </a:lnTo>
                <a:cubicBezTo>
                  <a:pt x="0" y="34731"/>
                  <a:pt x="1016" y="29624"/>
                  <a:pt x="3048" y="24718"/>
                </a:cubicBezTo>
                <a:cubicBezTo>
                  <a:pt x="5080" y="19812"/>
                  <a:pt x="7973" y="15482"/>
                  <a:pt x="11728" y="11728"/>
                </a:cubicBezTo>
                <a:cubicBezTo>
                  <a:pt x="15482" y="7973"/>
                  <a:pt x="19812" y="5080"/>
                  <a:pt x="24718" y="3048"/>
                </a:cubicBezTo>
                <a:cubicBezTo>
                  <a:pt x="29624" y="1016"/>
                  <a:pt x="34731" y="0"/>
                  <a:pt x="40041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40" name="Text ValidationSolution(">
            <a:extLst xmlns:a="http://schemas.openxmlformats.org/drawingml/2006/main">
              <a:ext uri="{FF2B5EF4-FFF2-40B4-BE49-F238E27FC236}">
                <a16:creationId xmlns:a16="http://schemas.microsoft.com/office/drawing/2014/main" id="{8000077F-1B0E-437A-A192-4442C391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347" y="918681"/>
            <a:ext cx="2717100" cy="258957"/>
          </a:xfrm>
          <a:custGeom xmlns:a="http://schemas.openxmlformats.org/drawingml/2006/main">
            <a:pathLst>
              <a:path w="2717100" h="258957">
                <a:moveTo>
                  <a:pt x="70527" y="200813"/>
                </a:moveTo>
                <a:lnTo>
                  <a:pt x="0" y="3499"/>
                </a:lnTo>
                <a:lnTo>
                  <a:pt x="43204" y="3499"/>
                </a:lnTo>
                <a:lnTo>
                  <a:pt x="93138" y="149398"/>
                </a:lnTo>
                <a:lnTo>
                  <a:pt x="141457" y="3499"/>
                </a:lnTo>
                <a:lnTo>
                  <a:pt x="183719" y="3499"/>
                </a:lnTo>
                <a:lnTo>
                  <a:pt x="113058" y="200813"/>
                </a:lnTo>
                <a:lnTo>
                  <a:pt x="70527" y="200813"/>
                </a:lnTo>
                <a:close/>
                <a:moveTo>
                  <a:pt x="216829" y="102021"/>
                </a:moveTo>
                <a:lnTo>
                  <a:pt x="182508" y="95830"/>
                </a:lnTo>
                <a:cubicBezTo>
                  <a:pt x="186366" y="81830"/>
                  <a:pt x="193006" y="71466"/>
                  <a:pt x="202428" y="64739"/>
                </a:cubicBezTo>
                <a:cubicBezTo>
                  <a:pt x="211849" y="58010"/>
                  <a:pt x="225847" y="54645"/>
                  <a:pt x="244421" y="54645"/>
                </a:cubicBezTo>
                <a:cubicBezTo>
                  <a:pt x="261290" y="54645"/>
                  <a:pt x="273852" y="56641"/>
                  <a:pt x="282107" y="60634"/>
                </a:cubicBezTo>
                <a:cubicBezTo>
                  <a:pt x="290362" y="64627"/>
                  <a:pt x="296172" y="69697"/>
                  <a:pt x="299536" y="75843"/>
                </a:cubicBezTo>
                <a:cubicBezTo>
                  <a:pt x="302901" y="81990"/>
                  <a:pt x="304584" y="93273"/>
                  <a:pt x="304584" y="109693"/>
                </a:cubicBezTo>
                <a:lnTo>
                  <a:pt x="304180" y="153840"/>
                </a:lnTo>
                <a:cubicBezTo>
                  <a:pt x="304180" y="166402"/>
                  <a:pt x="304786" y="175666"/>
                  <a:pt x="305997" y="181633"/>
                </a:cubicBezTo>
                <a:cubicBezTo>
                  <a:pt x="307208" y="187600"/>
                  <a:pt x="309474" y="193993"/>
                  <a:pt x="312794" y="200813"/>
                </a:cubicBezTo>
                <a:lnTo>
                  <a:pt x="275377" y="200813"/>
                </a:lnTo>
                <a:cubicBezTo>
                  <a:pt x="274390" y="198300"/>
                  <a:pt x="273179" y="194577"/>
                  <a:pt x="271743" y="189642"/>
                </a:cubicBezTo>
                <a:cubicBezTo>
                  <a:pt x="271115" y="187398"/>
                  <a:pt x="270666" y="185918"/>
                  <a:pt x="270397" y="185200"/>
                </a:cubicBezTo>
                <a:cubicBezTo>
                  <a:pt x="263937" y="191481"/>
                  <a:pt x="257028" y="196192"/>
                  <a:pt x="249670" y="199332"/>
                </a:cubicBezTo>
                <a:cubicBezTo>
                  <a:pt x="242312" y="202473"/>
                  <a:pt x="234461" y="204043"/>
                  <a:pt x="226116" y="204043"/>
                </a:cubicBezTo>
                <a:cubicBezTo>
                  <a:pt x="211401" y="204043"/>
                  <a:pt x="199803" y="200067"/>
                  <a:pt x="191324" y="192115"/>
                </a:cubicBezTo>
                <a:cubicBezTo>
                  <a:pt x="182844" y="184162"/>
                  <a:pt x="178605" y="174110"/>
                  <a:pt x="178605" y="161957"/>
                </a:cubicBezTo>
                <a:cubicBezTo>
                  <a:pt x="178605" y="153916"/>
                  <a:pt x="180534" y="146746"/>
                  <a:pt x="184392" y="140448"/>
                </a:cubicBezTo>
                <a:cubicBezTo>
                  <a:pt x="188251" y="134147"/>
                  <a:pt x="193657" y="129321"/>
                  <a:pt x="200611" y="125971"/>
                </a:cubicBezTo>
                <a:cubicBezTo>
                  <a:pt x="207565" y="122620"/>
                  <a:pt x="217592" y="119694"/>
                  <a:pt x="230692" y="117193"/>
                </a:cubicBezTo>
                <a:cubicBezTo>
                  <a:pt x="248369" y="113887"/>
                  <a:pt x="260617" y="110804"/>
                  <a:pt x="267436" y="107944"/>
                </a:cubicBezTo>
                <a:lnTo>
                  <a:pt x="267436" y="104133"/>
                </a:lnTo>
                <a:cubicBezTo>
                  <a:pt x="267436" y="96784"/>
                  <a:pt x="265641" y="91544"/>
                  <a:pt x="262052" y="88415"/>
                </a:cubicBezTo>
                <a:cubicBezTo>
                  <a:pt x="258463" y="85283"/>
                  <a:pt x="251689" y="83717"/>
                  <a:pt x="241729" y="83717"/>
                </a:cubicBezTo>
                <a:cubicBezTo>
                  <a:pt x="234999" y="83717"/>
                  <a:pt x="229750" y="85071"/>
                  <a:pt x="225981" y="87780"/>
                </a:cubicBezTo>
                <a:cubicBezTo>
                  <a:pt x="222213" y="90486"/>
                  <a:pt x="219162" y="95233"/>
                  <a:pt x="216829" y="102021"/>
                </a:cubicBezTo>
                <a:moveTo>
                  <a:pt x="267436" y="132709"/>
                </a:moveTo>
                <a:cubicBezTo>
                  <a:pt x="262591" y="134304"/>
                  <a:pt x="254919" y="136211"/>
                  <a:pt x="244421" y="138429"/>
                </a:cubicBezTo>
                <a:cubicBezTo>
                  <a:pt x="233922" y="140644"/>
                  <a:pt x="227058" y="142816"/>
                  <a:pt x="223828" y="144944"/>
                </a:cubicBezTo>
                <a:cubicBezTo>
                  <a:pt x="218893" y="148401"/>
                  <a:pt x="216425" y="152790"/>
                  <a:pt x="216425" y="158109"/>
                </a:cubicBezTo>
                <a:cubicBezTo>
                  <a:pt x="216425" y="163341"/>
                  <a:pt x="218399" y="167864"/>
                  <a:pt x="222347" y="171678"/>
                </a:cubicBezTo>
                <a:cubicBezTo>
                  <a:pt x="226295" y="175488"/>
                  <a:pt x="231320" y="177394"/>
                  <a:pt x="237422" y="177394"/>
                </a:cubicBezTo>
                <a:cubicBezTo>
                  <a:pt x="244241" y="177394"/>
                  <a:pt x="250747" y="175177"/>
                  <a:pt x="256938" y="170744"/>
                </a:cubicBezTo>
                <a:cubicBezTo>
                  <a:pt x="261514" y="167376"/>
                  <a:pt x="264520" y="163253"/>
                  <a:pt x="265956" y="158374"/>
                </a:cubicBezTo>
                <a:cubicBezTo>
                  <a:pt x="266943" y="155183"/>
                  <a:pt x="267436" y="149111"/>
                  <a:pt x="267436" y="140158"/>
                </a:cubicBezTo>
                <a:lnTo>
                  <a:pt x="267436" y="132709"/>
                </a:lnTo>
                <a:close/>
                <a:moveTo>
                  <a:pt x="341824" y="200813"/>
                </a:moveTo>
                <a:lnTo>
                  <a:pt x="341824" y="3499"/>
                </a:lnTo>
                <a:lnTo>
                  <a:pt x="379645" y="3499"/>
                </a:lnTo>
                <a:lnTo>
                  <a:pt x="379645" y="200813"/>
                </a:lnTo>
                <a:lnTo>
                  <a:pt x="341824" y="200813"/>
                </a:lnTo>
                <a:close/>
                <a:moveTo>
                  <a:pt x="418454" y="38494"/>
                </a:moveTo>
                <a:lnTo>
                  <a:pt x="418454" y="3499"/>
                </a:lnTo>
                <a:lnTo>
                  <a:pt x="456275" y="3499"/>
                </a:lnTo>
                <a:lnTo>
                  <a:pt x="456275" y="38494"/>
                </a:lnTo>
                <a:lnTo>
                  <a:pt x="418454" y="38494"/>
                </a:lnTo>
                <a:moveTo>
                  <a:pt x="418454" y="200813"/>
                </a:moveTo>
                <a:lnTo>
                  <a:pt x="418454" y="57875"/>
                </a:lnTo>
                <a:lnTo>
                  <a:pt x="456275" y="57875"/>
                </a:lnTo>
                <a:lnTo>
                  <a:pt x="456275" y="200813"/>
                </a:lnTo>
                <a:lnTo>
                  <a:pt x="418454" y="200813"/>
                </a:lnTo>
                <a:close/>
                <a:moveTo>
                  <a:pt x="626178" y="200813"/>
                </a:moveTo>
                <a:lnTo>
                  <a:pt x="591049" y="200813"/>
                </a:lnTo>
                <a:lnTo>
                  <a:pt x="591049" y="179816"/>
                </a:lnTo>
                <a:cubicBezTo>
                  <a:pt x="585216" y="187982"/>
                  <a:pt x="578330" y="194061"/>
                  <a:pt x="570389" y="198054"/>
                </a:cubicBezTo>
                <a:cubicBezTo>
                  <a:pt x="562448" y="202047"/>
                  <a:pt x="554440" y="204043"/>
                  <a:pt x="546364" y="204043"/>
                </a:cubicBezTo>
                <a:cubicBezTo>
                  <a:pt x="529944" y="204043"/>
                  <a:pt x="515879" y="197426"/>
                  <a:pt x="504169" y="184191"/>
                </a:cubicBezTo>
                <a:cubicBezTo>
                  <a:pt x="492459" y="170956"/>
                  <a:pt x="486605" y="152494"/>
                  <a:pt x="486605" y="128805"/>
                </a:cubicBezTo>
                <a:cubicBezTo>
                  <a:pt x="486605" y="104579"/>
                  <a:pt x="492302" y="86162"/>
                  <a:pt x="503698" y="73555"/>
                </a:cubicBezTo>
                <a:cubicBezTo>
                  <a:pt x="515094" y="60948"/>
                  <a:pt x="529495" y="54645"/>
                  <a:pt x="546902" y="54645"/>
                </a:cubicBezTo>
                <a:cubicBezTo>
                  <a:pt x="562874" y="54645"/>
                  <a:pt x="576692" y="61285"/>
                  <a:pt x="588357" y="74565"/>
                </a:cubicBezTo>
                <a:lnTo>
                  <a:pt x="588357" y="3499"/>
                </a:lnTo>
                <a:lnTo>
                  <a:pt x="626178" y="3499"/>
                </a:lnTo>
                <a:lnTo>
                  <a:pt x="626178" y="200813"/>
                </a:lnTo>
                <a:moveTo>
                  <a:pt x="525233" y="126320"/>
                </a:moveTo>
                <a:cubicBezTo>
                  <a:pt x="525233" y="141551"/>
                  <a:pt x="527341" y="152571"/>
                  <a:pt x="531559" y="159379"/>
                </a:cubicBezTo>
                <a:cubicBezTo>
                  <a:pt x="537660" y="169235"/>
                  <a:pt x="546184" y="174163"/>
                  <a:pt x="557131" y="174163"/>
                </a:cubicBezTo>
                <a:cubicBezTo>
                  <a:pt x="565835" y="174163"/>
                  <a:pt x="573238" y="170468"/>
                  <a:pt x="579339" y="163076"/>
                </a:cubicBezTo>
                <a:cubicBezTo>
                  <a:pt x="585441" y="155685"/>
                  <a:pt x="588492" y="144643"/>
                  <a:pt x="588492" y="129950"/>
                </a:cubicBezTo>
                <a:cubicBezTo>
                  <a:pt x="588492" y="113552"/>
                  <a:pt x="585531" y="101747"/>
                  <a:pt x="579608" y="94535"/>
                </a:cubicBezTo>
                <a:cubicBezTo>
                  <a:pt x="573686" y="87323"/>
                  <a:pt x="566104" y="83717"/>
                  <a:pt x="556862" y="83717"/>
                </a:cubicBezTo>
                <a:cubicBezTo>
                  <a:pt x="547889" y="83717"/>
                  <a:pt x="540375" y="87278"/>
                  <a:pt x="534318" y="94400"/>
                </a:cubicBezTo>
                <a:cubicBezTo>
                  <a:pt x="528261" y="101522"/>
                  <a:pt x="525233" y="112162"/>
                  <a:pt x="525233" y="126320"/>
                </a:cubicBezTo>
                <a:close/>
                <a:moveTo>
                  <a:pt x="691768" y="102021"/>
                </a:moveTo>
                <a:lnTo>
                  <a:pt x="657446" y="95830"/>
                </a:lnTo>
                <a:cubicBezTo>
                  <a:pt x="661305" y="81830"/>
                  <a:pt x="667945" y="71466"/>
                  <a:pt x="677366" y="64739"/>
                </a:cubicBezTo>
                <a:cubicBezTo>
                  <a:pt x="686788" y="58010"/>
                  <a:pt x="700785" y="54645"/>
                  <a:pt x="719359" y="54645"/>
                </a:cubicBezTo>
                <a:cubicBezTo>
                  <a:pt x="736228" y="54645"/>
                  <a:pt x="748790" y="56641"/>
                  <a:pt x="757045" y="60634"/>
                </a:cubicBezTo>
                <a:cubicBezTo>
                  <a:pt x="765300" y="64627"/>
                  <a:pt x="771110" y="69697"/>
                  <a:pt x="774475" y="75843"/>
                </a:cubicBezTo>
                <a:cubicBezTo>
                  <a:pt x="777840" y="81990"/>
                  <a:pt x="779522" y="93273"/>
                  <a:pt x="779522" y="109693"/>
                </a:cubicBezTo>
                <a:lnTo>
                  <a:pt x="779118" y="153840"/>
                </a:lnTo>
                <a:cubicBezTo>
                  <a:pt x="779118" y="166402"/>
                  <a:pt x="779724" y="175666"/>
                  <a:pt x="780935" y="181633"/>
                </a:cubicBezTo>
                <a:cubicBezTo>
                  <a:pt x="782147" y="187600"/>
                  <a:pt x="784412" y="193993"/>
                  <a:pt x="787732" y="200813"/>
                </a:cubicBezTo>
                <a:lnTo>
                  <a:pt x="750316" y="200813"/>
                </a:lnTo>
                <a:cubicBezTo>
                  <a:pt x="749329" y="198300"/>
                  <a:pt x="748117" y="194577"/>
                  <a:pt x="746682" y="189642"/>
                </a:cubicBezTo>
                <a:cubicBezTo>
                  <a:pt x="746053" y="187398"/>
                  <a:pt x="745605" y="185918"/>
                  <a:pt x="745336" y="185200"/>
                </a:cubicBezTo>
                <a:cubicBezTo>
                  <a:pt x="738875" y="191481"/>
                  <a:pt x="731966" y="196192"/>
                  <a:pt x="724608" y="199332"/>
                </a:cubicBezTo>
                <a:cubicBezTo>
                  <a:pt x="717251" y="202473"/>
                  <a:pt x="709399" y="204043"/>
                  <a:pt x="701055" y="204043"/>
                </a:cubicBezTo>
                <a:cubicBezTo>
                  <a:pt x="686339" y="204043"/>
                  <a:pt x="674742" y="200067"/>
                  <a:pt x="666262" y="192115"/>
                </a:cubicBezTo>
                <a:cubicBezTo>
                  <a:pt x="657783" y="184162"/>
                  <a:pt x="653543" y="174110"/>
                  <a:pt x="653543" y="161957"/>
                </a:cubicBezTo>
                <a:cubicBezTo>
                  <a:pt x="653543" y="153916"/>
                  <a:pt x="655472" y="146746"/>
                  <a:pt x="659331" y="140448"/>
                </a:cubicBezTo>
                <a:cubicBezTo>
                  <a:pt x="663189" y="134147"/>
                  <a:pt x="668595" y="129321"/>
                  <a:pt x="675549" y="125971"/>
                </a:cubicBezTo>
                <a:cubicBezTo>
                  <a:pt x="682503" y="122620"/>
                  <a:pt x="692530" y="119694"/>
                  <a:pt x="705631" y="117193"/>
                </a:cubicBezTo>
                <a:cubicBezTo>
                  <a:pt x="723307" y="113887"/>
                  <a:pt x="735555" y="110804"/>
                  <a:pt x="742375" y="107944"/>
                </a:cubicBezTo>
                <a:lnTo>
                  <a:pt x="742375" y="104133"/>
                </a:lnTo>
                <a:cubicBezTo>
                  <a:pt x="742375" y="96784"/>
                  <a:pt x="740580" y="91544"/>
                  <a:pt x="736991" y="88415"/>
                </a:cubicBezTo>
                <a:cubicBezTo>
                  <a:pt x="733402" y="85283"/>
                  <a:pt x="726627" y="83717"/>
                  <a:pt x="716667" y="83717"/>
                </a:cubicBezTo>
                <a:cubicBezTo>
                  <a:pt x="709938" y="83717"/>
                  <a:pt x="704689" y="85071"/>
                  <a:pt x="700920" y="87780"/>
                </a:cubicBezTo>
                <a:cubicBezTo>
                  <a:pt x="697151" y="90486"/>
                  <a:pt x="694101" y="95233"/>
                  <a:pt x="691768" y="102021"/>
                </a:cubicBezTo>
                <a:moveTo>
                  <a:pt x="742375" y="132709"/>
                </a:moveTo>
                <a:cubicBezTo>
                  <a:pt x="737529" y="134304"/>
                  <a:pt x="729857" y="136211"/>
                  <a:pt x="719359" y="138429"/>
                </a:cubicBezTo>
                <a:cubicBezTo>
                  <a:pt x="708861" y="140644"/>
                  <a:pt x="701997" y="142816"/>
                  <a:pt x="698766" y="144944"/>
                </a:cubicBezTo>
                <a:cubicBezTo>
                  <a:pt x="693831" y="148401"/>
                  <a:pt x="691364" y="152790"/>
                  <a:pt x="691364" y="158109"/>
                </a:cubicBezTo>
                <a:cubicBezTo>
                  <a:pt x="691364" y="163341"/>
                  <a:pt x="693338" y="167864"/>
                  <a:pt x="697286" y="171678"/>
                </a:cubicBezTo>
                <a:cubicBezTo>
                  <a:pt x="701234" y="175488"/>
                  <a:pt x="706259" y="177394"/>
                  <a:pt x="712360" y="177394"/>
                </a:cubicBezTo>
                <a:cubicBezTo>
                  <a:pt x="719180" y="177394"/>
                  <a:pt x="725685" y="175177"/>
                  <a:pt x="731876" y="170744"/>
                </a:cubicBezTo>
                <a:cubicBezTo>
                  <a:pt x="736452" y="167376"/>
                  <a:pt x="739458" y="163253"/>
                  <a:pt x="740894" y="158374"/>
                </a:cubicBezTo>
                <a:cubicBezTo>
                  <a:pt x="741881" y="155183"/>
                  <a:pt x="742375" y="149111"/>
                  <a:pt x="742375" y="140158"/>
                </a:cubicBezTo>
                <a:lnTo>
                  <a:pt x="742375" y="132709"/>
                </a:lnTo>
                <a:close/>
                <a:moveTo>
                  <a:pt x="882310" y="57875"/>
                </a:moveTo>
                <a:lnTo>
                  <a:pt x="882310" y="88024"/>
                </a:lnTo>
                <a:lnTo>
                  <a:pt x="856468" y="88024"/>
                </a:lnTo>
                <a:lnTo>
                  <a:pt x="856468" y="145537"/>
                </a:lnTo>
                <a:cubicBezTo>
                  <a:pt x="856468" y="157185"/>
                  <a:pt x="856715" y="163972"/>
                  <a:pt x="857208" y="165898"/>
                </a:cubicBezTo>
                <a:cubicBezTo>
                  <a:pt x="857702" y="167822"/>
                  <a:pt x="858823" y="169412"/>
                  <a:pt x="860573" y="170668"/>
                </a:cubicBezTo>
                <a:cubicBezTo>
                  <a:pt x="862323" y="171922"/>
                  <a:pt x="864454" y="172548"/>
                  <a:pt x="866966" y="172548"/>
                </a:cubicBezTo>
                <a:cubicBezTo>
                  <a:pt x="870466" y="172548"/>
                  <a:pt x="875535" y="171337"/>
                  <a:pt x="882175" y="168914"/>
                </a:cubicBezTo>
                <a:lnTo>
                  <a:pt x="885406" y="198365"/>
                </a:lnTo>
                <a:cubicBezTo>
                  <a:pt x="876612" y="202150"/>
                  <a:pt x="866652" y="204043"/>
                  <a:pt x="855526" y="204043"/>
                </a:cubicBezTo>
                <a:cubicBezTo>
                  <a:pt x="848706" y="204043"/>
                  <a:pt x="842560" y="202899"/>
                  <a:pt x="837087" y="200611"/>
                </a:cubicBezTo>
                <a:cubicBezTo>
                  <a:pt x="831613" y="198323"/>
                  <a:pt x="827598" y="195362"/>
                  <a:pt x="825041" y="191728"/>
                </a:cubicBezTo>
                <a:cubicBezTo>
                  <a:pt x="822483" y="188094"/>
                  <a:pt x="820711" y="183181"/>
                  <a:pt x="819724" y="176990"/>
                </a:cubicBezTo>
                <a:cubicBezTo>
                  <a:pt x="818917" y="172593"/>
                  <a:pt x="818513" y="163710"/>
                  <a:pt x="818513" y="150340"/>
                </a:cubicBezTo>
                <a:lnTo>
                  <a:pt x="818513" y="88024"/>
                </a:lnTo>
                <a:lnTo>
                  <a:pt x="801150" y="88024"/>
                </a:lnTo>
                <a:lnTo>
                  <a:pt x="801150" y="57875"/>
                </a:lnTo>
                <a:lnTo>
                  <a:pt x="818513" y="57875"/>
                </a:lnTo>
                <a:lnTo>
                  <a:pt x="818513" y="29341"/>
                </a:lnTo>
                <a:lnTo>
                  <a:pt x="856468" y="6999"/>
                </a:lnTo>
                <a:lnTo>
                  <a:pt x="856468" y="57875"/>
                </a:lnTo>
                <a:lnTo>
                  <a:pt x="882310" y="57875"/>
                </a:lnTo>
                <a:close/>
                <a:moveTo>
                  <a:pt x="908553" y="38494"/>
                </a:moveTo>
                <a:lnTo>
                  <a:pt x="908553" y="3499"/>
                </a:lnTo>
                <a:lnTo>
                  <a:pt x="946374" y="3499"/>
                </a:lnTo>
                <a:lnTo>
                  <a:pt x="946374" y="38494"/>
                </a:lnTo>
                <a:lnTo>
                  <a:pt x="908553" y="38494"/>
                </a:lnTo>
                <a:moveTo>
                  <a:pt x="908553" y="200813"/>
                </a:moveTo>
                <a:lnTo>
                  <a:pt x="908553" y="57875"/>
                </a:lnTo>
                <a:lnTo>
                  <a:pt x="946374" y="57875"/>
                </a:lnTo>
                <a:lnTo>
                  <a:pt x="946374" y="200813"/>
                </a:lnTo>
                <a:lnTo>
                  <a:pt x="908553" y="200813"/>
                </a:lnTo>
                <a:close/>
                <a:moveTo>
                  <a:pt x="976434" y="127325"/>
                </a:moveTo>
                <a:cubicBezTo>
                  <a:pt x="976434" y="114763"/>
                  <a:pt x="979530" y="102605"/>
                  <a:pt x="985721" y="90850"/>
                </a:cubicBezTo>
                <a:cubicBezTo>
                  <a:pt x="991912" y="79096"/>
                  <a:pt x="1000683" y="70123"/>
                  <a:pt x="1012034" y="63932"/>
                </a:cubicBezTo>
                <a:cubicBezTo>
                  <a:pt x="1023385" y="57740"/>
                  <a:pt x="1036059" y="54645"/>
                  <a:pt x="1050057" y="54645"/>
                </a:cubicBezTo>
                <a:cubicBezTo>
                  <a:pt x="1071681" y="54645"/>
                  <a:pt x="1089403" y="61666"/>
                  <a:pt x="1103221" y="75709"/>
                </a:cubicBezTo>
                <a:cubicBezTo>
                  <a:pt x="1117039" y="89751"/>
                  <a:pt x="1123948" y="107495"/>
                  <a:pt x="1123948" y="128940"/>
                </a:cubicBezTo>
                <a:cubicBezTo>
                  <a:pt x="1123948" y="150565"/>
                  <a:pt x="1116972" y="168488"/>
                  <a:pt x="1103019" y="182710"/>
                </a:cubicBezTo>
                <a:cubicBezTo>
                  <a:pt x="1089066" y="196932"/>
                  <a:pt x="1071502" y="204043"/>
                  <a:pt x="1050326" y="204043"/>
                </a:cubicBezTo>
                <a:cubicBezTo>
                  <a:pt x="1037225" y="204043"/>
                  <a:pt x="1024731" y="201082"/>
                  <a:pt x="1012842" y="195160"/>
                </a:cubicBezTo>
                <a:cubicBezTo>
                  <a:pt x="1000953" y="189238"/>
                  <a:pt x="991912" y="180557"/>
                  <a:pt x="985721" y="169116"/>
                </a:cubicBezTo>
                <a:cubicBezTo>
                  <a:pt x="979530" y="157676"/>
                  <a:pt x="976434" y="143745"/>
                  <a:pt x="976434" y="127325"/>
                </a:cubicBezTo>
                <a:moveTo>
                  <a:pt x="1015197" y="129344"/>
                </a:moveTo>
                <a:cubicBezTo>
                  <a:pt x="1015197" y="143476"/>
                  <a:pt x="1018562" y="154300"/>
                  <a:pt x="1025291" y="161814"/>
                </a:cubicBezTo>
                <a:cubicBezTo>
                  <a:pt x="1032021" y="169329"/>
                  <a:pt x="1040321" y="173087"/>
                  <a:pt x="1050191" y="173087"/>
                </a:cubicBezTo>
                <a:cubicBezTo>
                  <a:pt x="1060061" y="173087"/>
                  <a:pt x="1068339" y="169329"/>
                  <a:pt x="1075024" y="161814"/>
                </a:cubicBezTo>
                <a:cubicBezTo>
                  <a:pt x="1081708" y="154300"/>
                  <a:pt x="1085051" y="143386"/>
                  <a:pt x="1085051" y="129075"/>
                </a:cubicBezTo>
                <a:cubicBezTo>
                  <a:pt x="1085051" y="115122"/>
                  <a:pt x="1081708" y="104388"/>
                  <a:pt x="1075024" y="96873"/>
                </a:cubicBezTo>
                <a:cubicBezTo>
                  <a:pt x="1068339" y="89359"/>
                  <a:pt x="1060061" y="85601"/>
                  <a:pt x="1050191" y="85601"/>
                </a:cubicBezTo>
                <a:cubicBezTo>
                  <a:pt x="1040321" y="85601"/>
                  <a:pt x="1032021" y="89359"/>
                  <a:pt x="1025291" y="96873"/>
                </a:cubicBezTo>
                <a:cubicBezTo>
                  <a:pt x="1018562" y="104388"/>
                  <a:pt x="1015197" y="115212"/>
                  <a:pt x="1015197" y="129344"/>
                </a:cubicBezTo>
                <a:close/>
                <a:moveTo>
                  <a:pt x="1283620" y="200813"/>
                </a:moveTo>
                <a:lnTo>
                  <a:pt x="1245799" y="200813"/>
                </a:lnTo>
                <a:lnTo>
                  <a:pt x="1245799" y="127947"/>
                </a:lnTo>
                <a:cubicBezTo>
                  <a:pt x="1245799" y="112531"/>
                  <a:pt x="1244992" y="102560"/>
                  <a:pt x="1243377" y="98034"/>
                </a:cubicBezTo>
                <a:cubicBezTo>
                  <a:pt x="1241762" y="93508"/>
                  <a:pt x="1239137" y="89991"/>
                  <a:pt x="1235503" y="87481"/>
                </a:cubicBezTo>
                <a:cubicBezTo>
                  <a:pt x="1231869" y="84972"/>
                  <a:pt x="1227495" y="83717"/>
                  <a:pt x="1222380" y="83717"/>
                </a:cubicBezTo>
                <a:cubicBezTo>
                  <a:pt x="1215830" y="83717"/>
                  <a:pt x="1209953" y="85510"/>
                  <a:pt x="1204749" y="89096"/>
                </a:cubicBezTo>
                <a:cubicBezTo>
                  <a:pt x="1199544" y="92680"/>
                  <a:pt x="1195978" y="97430"/>
                  <a:pt x="1194048" y="103346"/>
                </a:cubicBezTo>
                <a:cubicBezTo>
                  <a:pt x="1192119" y="109260"/>
                  <a:pt x="1191155" y="120194"/>
                  <a:pt x="1191155" y="136149"/>
                </a:cubicBezTo>
                <a:lnTo>
                  <a:pt x="1191155" y="200813"/>
                </a:lnTo>
                <a:lnTo>
                  <a:pt x="1153334" y="200813"/>
                </a:lnTo>
                <a:lnTo>
                  <a:pt x="1153334" y="57875"/>
                </a:lnTo>
                <a:lnTo>
                  <a:pt x="1188463" y="57875"/>
                </a:lnTo>
                <a:lnTo>
                  <a:pt x="1188463" y="78871"/>
                </a:lnTo>
                <a:cubicBezTo>
                  <a:pt x="1200935" y="62720"/>
                  <a:pt x="1216638" y="54645"/>
                  <a:pt x="1235570" y="54645"/>
                </a:cubicBezTo>
                <a:cubicBezTo>
                  <a:pt x="1243915" y="54645"/>
                  <a:pt x="1251542" y="56148"/>
                  <a:pt x="1258451" y="59154"/>
                </a:cubicBezTo>
                <a:cubicBezTo>
                  <a:pt x="1265360" y="62160"/>
                  <a:pt x="1270587" y="65995"/>
                  <a:pt x="1274131" y="70661"/>
                </a:cubicBezTo>
                <a:cubicBezTo>
                  <a:pt x="1277675" y="75327"/>
                  <a:pt x="1280143" y="80621"/>
                  <a:pt x="1281534" y="86543"/>
                </a:cubicBezTo>
                <a:cubicBezTo>
                  <a:pt x="1282925" y="92465"/>
                  <a:pt x="1283620" y="100945"/>
                  <a:pt x="1283620" y="111981"/>
                </a:cubicBezTo>
                <a:lnTo>
                  <a:pt x="1283620" y="200813"/>
                </a:lnTo>
                <a:close/>
                <a:moveTo>
                  <a:pt x="1388827" y="136746"/>
                </a:moveTo>
                <a:lnTo>
                  <a:pt x="1427590" y="132978"/>
                </a:lnTo>
                <a:cubicBezTo>
                  <a:pt x="1429923" y="146036"/>
                  <a:pt x="1434656" y="155627"/>
                  <a:pt x="1441789" y="161751"/>
                </a:cubicBezTo>
                <a:cubicBezTo>
                  <a:pt x="1448923" y="167873"/>
                  <a:pt x="1458546" y="170933"/>
                  <a:pt x="1470659" y="170933"/>
                </a:cubicBezTo>
                <a:cubicBezTo>
                  <a:pt x="1483491" y="170933"/>
                  <a:pt x="1493159" y="168210"/>
                  <a:pt x="1499664" y="162765"/>
                </a:cubicBezTo>
                <a:cubicBezTo>
                  <a:pt x="1506169" y="157320"/>
                  <a:pt x="1509422" y="150950"/>
                  <a:pt x="1509422" y="143657"/>
                </a:cubicBezTo>
                <a:cubicBezTo>
                  <a:pt x="1509422" y="138977"/>
                  <a:pt x="1508054" y="134995"/>
                  <a:pt x="1505317" y="131712"/>
                </a:cubicBezTo>
                <a:cubicBezTo>
                  <a:pt x="1502580" y="128426"/>
                  <a:pt x="1497802" y="125567"/>
                  <a:pt x="1490983" y="123136"/>
                </a:cubicBezTo>
                <a:cubicBezTo>
                  <a:pt x="1486317" y="121518"/>
                  <a:pt x="1475684" y="118641"/>
                  <a:pt x="1459084" y="114505"/>
                </a:cubicBezTo>
                <a:cubicBezTo>
                  <a:pt x="1437729" y="109200"/>
                  <a:pt x="1422744" y="102680"/>
                  <a:pt x="1414130" y="94947"/>
                </a:cubicBezTo>
                <a:cubicBezTo>
                  <a:pt x="1402017" y="84067"/>
                  <a:pt x="1395960" y="70806"/>
                  <a:pt x="1395960" y="55162"/>
                </a:cubicBezTo>
                <a:cubicBezTo>
                  <a:pt x="1395960" y="45093"/>
                  <a:pt x="1398809" y="35676"/>
                  <a:pt x="1404507" y="26910"/>
                </a:cubicBezTo>
                <a:cubicBezTo>
                  <a:pt x="1410205" y="18142"/>
                  <a:pt x="1418415" y="11466"/>
                  <a:pt x="1429137" y="6881"/>
                </a:cubicBezTo>
                <a:cubicBezTo>
                  <a:pt x="1439860" y="2294"/>
                  <a:pt x="1452803" y="0"/>
                  <a:pt x="1467967" y="0"/>
                </a:cubicBezTo>
                <a:cubicBezTo>
                  <a:pt x="1492733" y="0"/>
                  <a:pt x="1511374" y="5454"/>
                  <a:pt x="1523891" y="16361"/>
                </a:cubicBezTo>
                <a:cubicBezTo>
                  <a:pt x="1536408" y="27266"/>
                  <a:pt x="1542981" y="41822"/>
                  <a:pt x="1543609" y="60028"/>
                </a:cubicBezTo>
                <a:lnTo>
                  <a:pt x="1503769" y="61644"/>
                </a:lnTo>
                <a:cubicBezTo>
                  <a:pt x="1502064" y="51504"/>
                  <a:pt x="1498408" y="44214"/>
                  <a:pt x="1492800" y="39772"/>
                </a:cubicBezTo>
                <a:cubicBezTo>
                  <a:pt x="1487192" y="35331"/>
                  <a:pt x="1478780" y="33110"/>
                  <a:pt x="1467564" y="33110"/>
                </a:cubicBezTo>
                <a:cubicBezTo>
                  <a:pt x="1455989" y="33110"/>
                  <a:pt x="1446926" y="35489"/>
                  <a:pt x="1440376" y="40248"/>
                </a:cubicBezTo>
                <a:cubicBezTo>
                  <a:pt x="1436159" y="43298"/>
                  <a:pt x="1434050" y="47382"/>
                  <a:pt x="1434050" y="52500"/>
                </a:cubicBezTo>
                <a:cubicBezTo>
                  <a:pt x="1434050" y="57168"/>
                  <a:pt x="1436024" y="61163"/>
                  <a:pt x="1439972" y="64483"/>
                </a:cubicBezTo>
                <a:cubicBezTo>
                  <a:pt x="1444997" y="68703"/>
                  <a:pt x="1457200" y="73105"/>
                  <a:pt x="1476581" y="77690"/>
                </a:cubicBezTo>
                <a:cubicBezTo>
                  <a:pt x="1495963" y="82274"/>
                  <a:pt x="1510297" y="87017"/>
                  <a:pt x="1519584" y="91919"/>
                </a:cubicBezTo>
                <a:cubicBezTo>
                  <a:pt x="1528871" y="96817"/>
                  <a:pt x="1536139" y="103515"/>
                  <a:pt x="1541388" y="112011"/>
                </a:cubicBezTo>
                <a:cubicBezTo>
                  <a:pt x="1546637" y="120504"/>
                  <a:pt x="1549262" y="131000"/>
                  <a:pt x="1549262" y="143497"/>
                </a:cubicBezTo>
                <a:cubicBezTo>
                  <a:pt x="1549262" y="154823"/>
                  <a:pt x="1546121" y="165430"/>
                  <a:pt x="1539840" y="175320"/>
                </a:cubicBezTo>
                <a:cubicBezTo>
                  <a:pt x="1533559" y="185210"/>
                  <a:pt x="1524676" y="192559"/>
                  <a:pt x="1513191" y="197368"/>
                </a:cubicBezTo>
                <a:cubicBezTo>
                  <a:pt x="1501705" y="202177"/>
                  <a:pt x="1487394" y="204581"/>
                  <a:pt x="1470256" y="204581"/>
                </a:cubicBezTo>
                <a:cubicBezTo>
                  <a:pt x="1445311" y="204581"/>
                  <a:pt x="1426154" y="198805"/>
                  <a:pt x="1412784" y="187253"/>
                </a:cubicBezTo>
                <a:cubicBezTo>
                  <a:pt x="1399415" y="175700"/>
                  <a:pt x="1391429" y="158865"/>
                  <a:pt x="1388827" y="136746"/>
                </a:cubicBezTo>
                <a:close/>
                <a:moveTo>
                  <a:pt x="1573761" y="127325"/>
                </a:moveTo>
                <a:cubicBezTo>
                  <a:pt x="1573761" y="114763"/>
                  <a:pt x="1576856" y="102605"/>
                  <a:pt x="1583047" y="90850"/>
                </a:cubicBezTo>
                <a:cubicBezTo>
                  <a:pt x="1589239" y="79096"/>
                  <a:pt x="1598010" y="70123"/>
                  <a:pt x="1609360" y="63932"/>
                </a:cubicBezTo>
                <a:cubicBezTo>
                  <a:pt x="1620711" y="57740"/>
                  <a:pt x="1633385" y="54645"/>
                  <a:pt x="1647383" y="54645"/>
                </a:cubicBezTo>
                <a:cubicBezTo>
                  <a:pt x="1669008" y="54645"/>
                  <a:pt x="1686729" y="61666"/>
                  <a:pt x="1700547" y="75709"/>
                </a:cubicBezTo>
                <a:cubicBezTo>
                  <a:pt x="1714365" y="89751"/>
                  <a:pt x="1721274" y="107495"/>
                  <a:pt x="1721274" y="128940"/>
                </a:cubicBezTo>
                <a:cubicBezTo>
                  <a:pt x="1721274" y="150565"/>
                  <a:pt x="1714298" y="168488"/>
                  <a:pt x="1700345" y="182710"/>
                </a:cubicBezTo>
                <a:cubicBezTo>
                  <a:pt x="1686392" y="196932"/>
                  <a:pt x="1668828" y="204043"/>
                  <a:pt x="1647652" y="204043"/>
                </a:cubicBezTo>
                <a:cubicBezTo>
                  <a:pt x="1634552" y="204043"/>
                  <a:pt x="1622057" y="201082"/>
                  <a:pt x="1610168" y="195160"/>
                </a:cubicBezTo>
                <a:cubicBezTo>
                  <a:pt x="1598279" y="189238"/>
                  <a:pt x="1589239" y="180557"/>
                  <a:pt x="1583047" y="169116"/>
                </a:cubicBezTo>
                <a:cubicBezTo>
                  <a:pt x="1576856" y="157676"/>
                  <a:pt x="1573761" y="143745"/>
                  <a:pt x="1573761" y="127325"/>
                </a:cubicBezTo>
                <a:moveTo>
                  <a:pt x="1612523" y="129344"/>
                </a:moveTo>
                <a:cubicBezTo>
                  <a:pt x="1612523" y="143476"/>
                  <a:pt x="1615888" y="154300"/>
                  <a:pt x="1622618" y="161814"/>
                </a:cubicBezTo>
                <a:cubicBezTo>
                  <a:pt x="1629347" y="169329"/>
                  <a:pt x="1637647" y="173087"/>
                  <a:pt x="1647517" y="173087"/>
                </a:cubicBezTo>
                <a:cubicBezTo>
                  <a:pt x="1657388" y="173087"/>
                  <a:pt x="1665665" y="169329"/>
                  <a:pt x="1672350" y="161814"/>
                </a:cubicBezTo>
                <a:cubicBezTo>
                  <a:pt x="1679035" y="154300"/>
                  <a:pt x="1682377" y="143386"/>
                  <a:pt x="1682377" y="129075"/>
                </a:cubicBezTo>
                <a:cubicBezTo>
                  <a:pt x="1682377" y="115122"/>
                  <a:pt x="1679035" y="104388"/>
                  <a:pt x="1672350" y="96873"/>
                </a:cubicBezTo>
                <a:cubicBezTo>
                  <a:pt x="1665665" y="89359"/>
                  <a:pt x="1657388" y="85601"/>
                  <a:pt x="1647517" y="85601"/>
                </a:cubicBezTo>
                <a:cubicBezTo>
                  <a:pt x="1637647" y="85601"/>
                  <a:pt x="1629347" y="89359"/>
                  <a:pt x="1622618" y="96873"/>
                </a:cubicBezTo>
                <a:cubicBezTo>
                  <a:pt x="1615888" y="104388"/>
                  <a:pt x="1612523" y="115212"/>
                  <a:pt x="1612523" y="129344"/>
                </a:cubicBezTo>
                <a:close/>
                <a:moveTo>
                  <a:pt x="1750929" y="200813"/>
                </a:moveTo>
                <a:lnTo>
                  <a:pt x="1750929" y="3499"/>
                </a:lnTo>
                <a:lnTo>
                  <a:pt x="1788749" y="3499"/>
                </a:lnTo>
                <a:lnTo>
                  <a:pt x="1788749" y="200813"/>
                </a:lnTo>
                <a:lnTo>
                  <a:pt x="1750929" y="200813"/>
                </a:lnTo>
                <a:close/>
                <a:moveTo>
                  <a:pt x="1921640" y="200813"/>
                </a:moveTo>
                <a:lnTo>
                  <a:pt x="1921640" y="179412"/>
                </a:lnTo>
                <a:cubicBezTo>
                  <a:pt x="1916435" y="187039"/>
                  <a:pt x="1909594" y="193051"/>
                  <a:pt x="1901114" y="197448"/>
                </a:cubicBezTo>
                <a:cubicBezTo>
                  <a:pt x="1892635" y="201845"/>
                  <a:pt x="1883684" y="204043"/>
                  <a:pt x="1874263" y="204043"/>
                </a:cubicBezTo>
                <a:cubicBezTo>
                  <a:pt x="1864662" y="204043"/>
                  <a:pt x="1856048" y="201934"/>
                  <a:pt x="1848421" y="197717"/>
                </a:cubicBezTo>
                <a:cubicBezTo>
                  <a:pt x="1840794" y="193500"/>
                  <a:pt x="1835276" y="187578"/>
                  <a:pt x="1831866" y="179951"/>
                </a:cubicBezTo>
                <a:cubicBezTo>
                  <a:pt x="1828456" y="172324"/>
                  <a:pt x="1826752" y="161781"/>
                  <a:pt x="1826752" y="148321"/>
                </a:cubicBezTo>
                <a:lnTo>
                  <a:pt x="1826752" y="57875"/>
                </a:lnTo>
                <a:lnTo>
                  <a:pt x="1864572" y="57875"/>
                </a:lnTo>
                <a:lnTo>
                  <a:pt x="1864572" y="123405"/>
                </a:lnTo>
                <a:cubicBezTo>
                  <a:pt x="1864572" y="143459"/>
                  <a:pt x="1865268" y="155747"/>
                  <a:pt x="1866658" y="160267"/>
                </a:cubicBezTo>
                <a:cubicBezTo>
                  <a:pt x="1868049" y="164787"/>
                  <a:pt x="1870584" y="168367"/>
                  <a:pt x="1874263" y="171009"/>
                </a:cubicBezTo>
                <a:cubicBezTo>
                  <a:pt x="1877942" y="173650"/>
                  <a:pt x="1882608" y="174971"/>
                  <a:pt x="1888261" y="174971"/>
                </a:cubicBezTo>
                <a:cubicBezTo>
                  <a:pt x="1894721" y="174971"/>
                  <a:pt x="1900509" y="173203"/>
                  <a:pt x="1905623" y="169667"/>
                </a:cubicBezTo>
                <a:cubicBezTo>
                  <a:pt x="1910738" y="166131"/>
                  <a:pt x="1914237" y="161744"/>
                  <a:pt x="1916121" y="156506"/>
                </a:cubicBezTo>
                <a:cubicBezTo>
                  <a:pt x="1918006" y="151269"/>
                  <a:pt x="1918948" y="138444"/>
                  <a:pt x="1918948" y="118034"/>
                </a:cubicBezTo>
                <a:lnTo>
                  <a:pt x="1918948" y="57875"/>
                </a:lnTo>
                <a:lnTo>
                  <a:pt x="1956768" y="57875"/>
                </a:lnTo>
                <a:lnTo>
                  <a:pt x="1956768" y="200813"/>
                </a:lnTo>
                <a:lnTo>
                  <a:pt x="1921640" y="200813"/>
                </a:lnTo>
                <a:close/>
                <a:moveTo>
                  <a:pt x="2061525" y="57875"/>
                </a:moveTo>
                <a:lnTo>
                  <a:pt x="2061525" y="88024"/>
                </a:lnTo>
                <a:lnTo>
                  <a:pt x="2035683" y="88024"/>
                </a:lnTo>
                <a:lnTo>
                  <a:pt x="2035683" y="145537"/>
                </a:lnTo>
                <a:cubicBezTo>
                  <a:pt x="2035683" y="157185"/>
                  <a:pt x="2035930" y="163972"/>
                  <a:pt x="2036423" y="165898"/>
                </a:cubicBezTo>
                <a:cubicBezTo>
                  <a:pt x="2036917" y="167822"/>
                  <a:pt x="2038038" y="169412"/>
                  <a:pt x="2039788" y="170668"/>
                </a:cubicBezTo>
                <a:cubicBezTo>
                  <a:pt x="2041538" y="171922"/>
                  <a:pt x="2043669" y="172548"/>
                  <a:pt x="2046181" y="172548"/>
                </a:cubicBezTo>
                <a:cubicBezTo>
                  <a:pt x="2049681" y="172548"/>
                  <a:pt x="2054750" y="171337"/>
                  <a:pt x="2061390" y="168914"/>
                </a:cubicBezTo>
                <a:lnTo>
                  <a:pt x="2064621" y="198365"/>
                </a:lnTo>
                <a:cubicBezTo>
                  <a:pt x="2055827" y="202150"/>
                  <a:pt x="2045867" y="204043"/>
                  <a:pt x="2034741" y="204043"/>
                </a:cubicBezTo>
                <a:cubicBezTo>
                  <a:pt x="2027922" y="204043"/>
                  <a:pt x="2021775" y="202899"/>
                  <a:pt x="2016302" y="200611"/>
                </a:cubicBezTo>
                <a:cubicBezTo>
                  <a:pt x="2010828" y="198323"/>
                  <a:pt x="2006813" y="195362"/>
                  <a:pt x="2004256" y="191728"/>
                </a:cubicBezTo>
                <a:cubicBezTo>
                  <a:pt x="2001698" y="188094"/>
                  <a:pt x="1999926" y="183181"/>
                  <a:pt x="1998939" y="176990"/>
                </a:cubicBezTo>
                <a:cubicBezTo>
                  <a:pt x="1998132" y="172593"/>
                  <a:pt x="1997728" y="163710"/>
                  <a:pt x="1997728" y="150340"/>
                </a:cubicBezTo>
                <a:lnTo>
                  <a:pt x="1997728" y="88024"/>
                </a:lnTo>
                <a:lnTo>
                  <a:pt x="1980365" y="88024"/>
                </a:lnTo>
                <a:lnTo>
                  <a:pt x="1980365" y="57875"/>
                </a:lnTo>
                <a:lnTo>
                  <a:pt x="1997728" y="57875"/>
                </a:lnTo>
                <a:lnTo>
                  <a:pt x="1997728" y="29341"/>
                </a:lnTo>
                <a:lnTo>
                  <a:pt x="2035683" y="6999"/>
                </a:lnTo>
                <a:lnTo>
                  <a:pt x="2035683" y="57875"/>
                </a:lnTo>
                <a:lnTo>
                  <a:pt x="2061525" y="57875"/>
                </a:lnTo>
                <a:close/>
                <a:moveTo>
                  <a:pt x="2087769" y="38494"/>
                </a:moveTo>
                <a:lnTo>
                  <a:pt x="2087769" y="3499"/>
                </a:lnTo>
                <a:lnTo>
                  <a:pt x="2125589" y="3499"/>
                </a:lnTo>
                <a:lnTo>
                  <a:pt x="2125589" y="38494"/>
                </a:lnTo>
                <a:lnTo>
                  <a:pt x="2087769" y="38494"/>
                </a:lnTo>
                <a:moveTo>
                  <a:pt x="2087769" y="200813"/>
                </a:moveTo>
                <a:lnTo>
                  <a:pt x="2087769" y="57875"/>
                </a:lnTo>
                <a:lnTo>
                  <a:pt x="2125589" y="57875"/>
                </a:lnTo>
                <a:lnTo>
                  <a:pt x="2125589" y="200813"/>
                </a:lnTo>
                <a:lnTo>
                  <a:pt x="2087769" y="200813"/>
                </a:lnTo>
                <a:close/>
                <a:moveTo>
                  <a:pt x="2155650" y="127325"/>
                </a:moveTo>
                <a:cubicBezTo>
                  <a:pt x="2155650" y="114763"/>
                  <a:pt x="2158745" y="102605"/>
                  <a:pt x="2164937" y="90850"/>
                </a:cubicBezTo>
                <a:cubicBezTo>
                  <a:pt x="2171128" y="79096"/>
                  <a:pt x="2179899" y="70123"/>
                  <a:pt x="2191250" y="63932"/>
                </a:cubicBezTo>
                <a:cubicBezTo>
                  <a:pt x="2202600" y="57740"/>
                  <a:pt x="2215275" y="54645"/>
                  <a:pt x="2229272" y="54645"/>
                </a:cubicBezTo>
                <a:cubicBezTo>
                  <a:pt x="2250897" y="54645"/>
                  <a:pt x="2268618" y="61666"/>
                  <a:pt x="2282436" y="75709"/>
                </a:cubicBezTo>
                <a:cubicBezTo>
                  <a:pt x="2296255" y="89751"/>
                  <a:pt x="2303164" y="107495"/>
                  <a:pt x="2303164" y="128940"/>
                </a:cubicBezTo>
                <a:cubicBezTo>
                  <a:pt x="2303164" y="150565"/>
                  <a:pt x="2296187" y="168488"/>
                  <a:pt x="2282235" y="182710"/>
                </a:cubicBezTo>
                <a:cubicBezTo>
                  <a:pt x="2268282" y="196932"/>
                  <a:pt x="2250717" y="204043"/>
                  <a:pt x="2229541" y="204043"/>
                </a:cubicBezTo>
                <a:cubicBezTo>
                  <a:pt x="2216441" y="204043"/>
                  <a:pt x="2203946" y="201082"/>
                  <a:pt x="2192057" y="195160"/>
                </a:cubicBezTo>
                <a:cubicBezTo>
                  <a:pt x="2180168" y="189238"/>
                  <a:pt x="2171128" y="180557"/>
                  <a:pt x="2164937" y="169116"/>
                </a:cubicBezTo>
                <a:cubicBezTo>
                  <a:pt x="2158745" y="157676"/>
                  <a:pt x="2155650" y="143745"/>
                  <a:pt x="2155650" y="127325"/>
                </a:cubicBezTo>
                <a:moveTo>
                  <a:pt x="2194413" y="129344"/>
                </a:moveTo>
                <a:cubicBezTo>
                  <a:pt x="2194413" y="143476"/>
                  <a:pt x="2197777" y="154300"/>
                  <a:pt x="2204507" y="161814"/>
                </a:cubicBezTo>
                <a:cubicBezTo>
                  <a:pt x="2211237" y="169329"/>
                  <a:pt x="2219537" y="173087"/>
                  <a:pt x="2229407" y="173087"/>
                </a:cubicBezTo>
                <a:cubicBezTo>
                  <a:pt x="2239277" y="173087"/>
                  <a:pt x="2247554" y="169329"/>
                  <a:pt x="2254239" y="161814"/>
                </a:cubicBezTo>
                <a:cubicBezTo>
                  <a:pt x="2260924" y="154300"/>
                  <a:pt x="2264266" y="143386"/>
                  <a:pt x="2264266" y="129075"/>
                </a:cubicBezTo>
                <a:cubicBezTo>
                  <a:pt x="2264266" y="115122"/>
                  <a:pt x="2260924" y="104388"/>
                  <a:pt x="2254239" y="96873"/>
                </a:cubicBezTo>
                <a:cubicBezTo>
                  <a:pt x="2247554" y="89359"/>
                  <a:pt x="2239277" y="85601"/>
                  <a:pt x="2229407" y="85601"/>
                </a:cubicBezTo>
                <a:cubicBezTo>
                  <a:pt x="2219537" y="85601"/>
                  <a:pt x="2211237" y="89359"/>
                  <a:pt x="2204507" y="96873"/>
                </a:cubicBezTo>
                <a:cubicBezTo>
                  <a:pt x="2197777" y="104388"/>
                  <a:pt x="2194413" y="115212"/>
                  <a:pt x="2194413" y="129344"/>
                </a:cubicBezTo>
                <a:close/>
                <a:moveTo>
                  <a:pt x="2462836" y="200813"/>
                </a:moveTo>
                <a:lnTo>
                  <a:pt x="2425015" y="200813"/>
                </a:lnTo>
                <a:lnTo>
                  <a:pt x="2425015" y="127947"/>
                </a:lnTo>
                <a:cubicBezTo>
                  <a:pt x="2425015" y="112531"/>
                  <a:pt x="2424207" y="102560"/>
                  <a:pt x="2422592" y="98034"/>
                </a:cubicBezTo>
                <a:cubicBezTo>
                  <a:pt x="2420977" y="93508"/>
                  <a:pt x="2418353" y="89991"/>
                  <a:pt x="2414719" y="87481"/>
                </a:cubicBezTo>
                <a:cubicBezTo>
                  <a:pt x="2411085" y="84972"/>
                  <a:pt x="2406710" y="83717"/>
                  <a:pt x="2401596" y="83717"/>
                </a:cubicBezTo>
                <a:cubicBezTo>
                  <a:pt x="2395046" y="83717"/>
                  <a:pt x="2389168" y="85510"/>
                  <a:pt x="2383964" y="89096"/>
                </a:cubicBezTo>
                <a:cubicBezTo>
                  <a:pt x="2378760" y="92680"/>
                  <a:pt x="2375193" y="97430"/>
                  <a:pt x="2373264" y="103346"/>
                </a:cubicBezTo>
                <a:cubicBezTo>
                  <a:pt x="2371335" y="109260"/>
                  <a:pt x="2370370" y="120194"/>
                  <a:pt x="2370370" y="136149"/>
                </a:cubicBezTo>
                <a:lnTo>
                  <a:pt x="2370370" y="200813"/>
                </a:lnTo>
                <a:lnTo>
                  <a:pt x="2332550" y="200813"/>
                </a:lnTo>
                <a:lnTo>
                  <a:pt x="2332550" y="57875"/>
                </a:lnTo>
                <a:lnTo>
                  <a:pt x="2367678" y="57875"/>
                </a:lnTo>
                <a:lnTo>
                  <a:pt x="2367678" y="78871"/>
                </a:lnTo>
                <a:cubicBezTo>
                  <a:pt x="2380151" y="62720"/>
                  <a:pt x="2395853" y="54645"/>
                  <a:pt x="2414786" y="54645"/>
                </a:cubicBezTo>
                <a:cubicBezTo>
                  <a:pt x="2423131" y="54645"/>
                  <a:pt x="2430758" y="56148"/>
                  <a:pt x="2437667" y="59154"/>
                </a:cubicBezTo>
                <a:cubicBezTo>
                  <a:pt x="2444576" y="62160"/>
                  <a:pt x="2449803" y="65995"/>
                  <a:pt x="2453347" y="70661"/>
                </a:cubicBezTo>
                <a:cubicBezTo>
                  <a:pt x="2456891" y="75327"/>
                  <a:pt x="2459359" y="80621"/>
                  <a:pt x="2460750" y="86543"/>
                </a:cubicBezTo>
                <a:cubicBezTo>
                  <a:pt x="2462140" y="92465"/>
                  <a:pt x="2462836" y="100945"/>
                  <a:pt x="2462836" y="111981"/>
                </a:cubicBezTo>
                <a:lnTo>
                  <a:pt x="2462836" y="200813"/>
                </a:lnTo>
                <a:close/>
                <a:moveTo>
                  <a:pt x="2716696" y="258957"/>
                </a:moveTo>
                <a:lnTo>
                  <a:pt x="2690719" y="258957"/>
                </a:lnTo>
                <a:cubicBezTo>
                  <a:pt x="2676991" y="238207"/>
                  <a:pt x="2666538" y="216650"/>
                  <a:pt x="2659359" y="194285"/>
                </a:cubicBezTo>
                <a:cubicBezTo>
                  <a:pt x="2652181" y="171920"/>
                  <a:pt x="2648592" y="150273"/>
                  <a:pt x="2648592" y="129344"/>
                </a:cubicBezTo>
                <a:cubicBezTo>
                  <a:pt x="2648592" y="103384"/>
                  <a:pt x="2653033" y="78818"/>
                  <a:pt x="2661917" y="55646"/>
                </a:cubicBezTo>
                <a:cubicBezTo>
                  <a:pt x="2669633" y="35524"/>
                  <a:pt x="2679414" y="16976"/>
                  <a:pt x="2691258" y="0"/>
                </a:cubicBezTo>
                <a:lnTo>
                  <a:pt x="2717100" y="0"/>
                </a:lnTo>
                <a:cubicBezTo>
                  <a:pt x="2704807" y="27216"/>
                  <a:pt x="2696350" y="50367"/>
                  <a:pt x="2691729" y="69454"/>
                </a:cubicBezTo>
                <a:cubicBezTo>
                  <a:pt x="2687108" y="88541"/>
                  <a:pt x="2684797" y="108774"/>
                  <a:pt x="2684797" y="130151"/>
                </a:cubicBezTo>
                <a:cubicBezTo>
                  <a:pt x="2684797" y="144884"/>
                  <a:pt x="2686166" y="159975"/>
                  <a:pt x="2688902" y="175425"/>
                </a:cubicBezTo>
                <a:cubicBezTo>
                  <a:pt x="2691639" y="190873"/>
                  <a:pt x="2695385" y="205557"/>
                  <a:pt x="2700141" y="219479"/>
                </a:cubicBezTo>
                <a:cubicBezTo>
                  <a:pt x="2703281" y="228643"/>
                  <a:pt x="2708800" y="241802"/>
                  <a:pt x="2716696" y="2589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)">
            <a:extLst xmlns:a="http://schemas.openxmlformats.org/drawingml/2006/main">
              <a:ext uri="{FF2B5EF4-FFF2-40B4-BE49-F238E27FC236}">
                <a16:creationId xmlns:a16="http://schemas.microsoft.com/office/drawing/2014/main" id="{7C8932C5-0544-4A77-BD38-140C5D2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9324" y="918681"/>
            <a:ext cx="68508" cy="258957"/>
          </a:xfrm>
          <a:custGeom xmlns:a="http://schemas.openxmlformats.org/drawingml/2006/main">
            <a:pathLst>
              <a:path w="68508" h="258957">
                <a:moveTo>
                  <a:pt x="269" y="258957"/>
                </a:moveTo>
                <a:cubicBezTo>
                  <a:pt x="7717" y="242968"/>
                  <a:pt x="12966" y="230708"/>
                  <a:pt x="16017" y="222175"/>
                </a:cubicBezTo>
                <a:cubicBezTo>
                  <a:pt x="19067" y="213643"/>
                  <a:pt x="21894" y="203807"/>
                  <a:pt x="24496" y="192670"/>
                </a:cubicBezTo>
                <a:cubicBezTo>
                  <a:pt x="27098" y="181530"/>
                  <a:pt x="29027" y="170953"/>
                  <a:pt x="30283" y="160940"/>
                </a:cubicBezTo>
                <a:cubicBezTo>
                  <a:pt x="31540" y="150924"/>
                  <a:pt x="32168" y="140661"/>
                  <a:pt x="32168" y="130151"/>
                </a:cubicBezTo>
                <a:cubicBezTo>
                  <a:pt x="32168" y="108774"/>
                  <a:pt x="29880" y="88541"/>
                  <a:pt x="25303" y="69454"/>
                </a:cubicBezTo>
                <a:cubicBezTo>
                  <a:pt x="20727" y="50367"/>
                  <a:pt x="12293" y="27216"/>
                  <a:pt x="0" y="0"/>
                </a:cubicBezTo>
                <a:lnTo>
                  <a:pt x="25707" y="0"/>
                </a:lnTo>
                <a:cubicBezTo>
                  <a:pt x="39256" y="19311"/>
                  <a:pt x="49777" y="39790"/>
                  <a:pt x="57269" y="61437"/>
                </a:cubicBezTo>
                <a:cubicBezTo>
                  <a:pt x="64762" y="83085"/>
                  <a:pt x="68508" y="105046"/>
                  <a:pt x="68508" y="127321"/>
                </a:cubicBezTo>
                <a:cubicBezTo>
                  <a:pt x="68508" y="146094"/>
                  <a:pt x="65547" y="166214"/>
                  <a:pt x="59625" y="187682"/>
                </a:cubicBezTo>
                <a:cubicBezTo>
                  <a:pt x="52895" y="211754"/>
                  <a:pt x="41814" y="235513"/>
                  <a:pt x="26380" y="258957"/>
                </a:cubicBezTo>
                <a:lnTo>
                  <a:pt x="269" y="258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279FA-784F-4842-9B1D-6D6A1D36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62" y="1445917"/>
            <a:ext cx="1886002" cy="1175125"/>
          </a:xfrm>
          <a:custGeom xmlns:a="http://schemas.openxmlformats.org/drawingml/2006/main">
            <a:pathLst>
              <a:path w="1886002" h="1175125">
                <a:moveTo>
                  <a:pt x="82259" y="0"/>
                </a:moveTo>
                <a:lnTo>
                  <a:pt x="1803744" y="0"/>
                </a:lnTo>
                <a:cubicBezTo>
                  <a:pt x="1809145" y="0"/>
                  <a:pt x="1814494" y="527"/>
                  <a:pt x="1819791" y="1581"/>
                </a:cubicBezTo>
                <a:cubicBezTo>
                  <a:pt x="1825089" y="2634"/>
                  <a:pt x="1830232" y="4194"/>
                  <a:pt x="1835222" y="6261"/>
                </a:cubicBezTo>
                <a:cubicBezTo>
                  <a:pt x="1840212" y="8328"/>
                  <a:pt x="1844953" y="10862"/>
                  <a:pt x="1849443" y="13863"/>
                </a:cubicBezTo>
                <a:cubicBezTo>
                  <a:pt x="1853935" y="16864"/>
                  <a:pt x="1858090" y="20274"/>
                  <a:pt x="1861909" y="24093"/>
                </a:cubicBezTo>
                <a:cubicBezTo>
                  <a:pt x="1865728" y="27912"/>
                  <a:pt x="1869138" y="32067"/>
                  <a:pt x="1872139" y="36558"/>
                </a:cubicBezTo>
                <a:cubicBezTo>
                  <a:pt x="1875140" y="41049"/>
                  <a:pt x="1877673" y="45789"/>
                  <a:pt x="1879741" y="50779"/>
                </a:cubicBezTo>
                <a:cubicBezTo>
                  <a:pt x="1881808" y="55769"/>
                  <a:pt x="1883368" y="60913"/>
                  <a:pt x="1884422" y="66210"/>
                </a:cubicBezTo>
                <a:cubicBezTo>
                  <a:pt x="1885475" y="71508"/>
                  <a:pt x="1886002" y="76857"/>
                  <a:pt x="1886002" y="82259"/>
                </a:cubicBezTo>
                <a:lnTo>
                  <a:pt x="1886002" y="1092866"/>
                </a:lnTo>
                <a:cubicBezTo>
                  <a:pt x="1886002" y="1098267"/>
                  <a:pt x="1885475" y="1103616"/>
                  <a:pt x="1884422" y="1108914"/>
                </a:cubicBezTo>
                <a:cubicBezTo>
                  <a:pt x="1883368" y="1114211"/>
                  <a:pt x="1881808" y="1119354"/>
                  <a:pt x="1879741" y="1124345"/>
                </a:cubicBezTo>
                <a:cubicBezTo>
                  <a:pt x="1877673" y="1129334"/>
                  <a:pt x="1875140" y="1134075"/>
                  <a:pt x="1872139" y="1138566"/>
                </a:cubicBezTo>
                <a:cubicBezTo>
                  <a:pt x="1869138" y="1143057"/>
                  <a:pt x="1865728" y="1147212"/>
                  <a:pt x="1861909" y="1151031"/>
                </a:cubicBezTo>
                <a:cubicBezTo>
                  <a:pt x="1858090" y="1154851"/>
                  <a:pt x="1853935" y="1158260"/>
                  <a:pt x="1849443" y="1161261"/>
                </a:cubicBezTo>
                <a:cubicBezTo>
                  <a:pt x="1844953" y="1164262"/>
                  <a:pt x="1840212" y="1166796"/>
                  <a:pt x="1835222" y="1168862"/>
                </a:cubicBezTo>
                <a:cubicBezTo>
                  <a:pt x="1830232" y="1170929"/>
                  <a:pt x="1825089" y="1172490"/>
                  <a:pt x="1819791" y="1173544"/>
                </a:cubicBezTo>
                <a:cubicBezTo>
                  <a:pt x="1814494" y="1174597"/>
                  <a:pt x="1809145" y="1175124"/>
                  <a:pt x="1803744" y="1175125"/>
                </a:cubicBezTo>
                <a:lnTo>
                  <a:pt x="82259" y="1175125"/>
                </a:lnTo>
                <a:cubicBezTo>
                  <a:pt x="76858" y="1175124"/>
                  <a:pt x="71508" y="1174597"/>
                  <a:pt x="66211" y="1173544"/>
                </a:cubicBezTo>
                <a:cubicBezTo>
                  <a:pt x="60913" y="1172490"/>
                  <a:pt x="55770" y="1170929"/>
                  <a:pt x="50780" y="1168862"/>
                </a:cubicBezTo>
                <a:cubicBezTo>
                  <a:pt x="45789" y="1166796"/>
                  <a:pt x="41049" y="1164262"/>
                  <a:pt x="36558" y="1161261"/>
                </a:cubicBezTo>
                <a:cubicBezTo>
                  <a:pt x="32067" y="1158260"/>
                  <a:pt x="27912" y="1154851"/>
                  <a:pt x="24093" y="1151031"/>
                </a:cubicBezTo>
                <a:cubicBezTo>
                  <a:pt x="20274" y="1147212"/>
                  <a:pt x="16864" y="1143057"/>
                  <a:pt x="13863" y="1138566"/>
                </a:cubicBezTo>
                <a:cubicBezTo>
                  <a:pt x="10862" y="1134075"/>
                  <a:pt x="8328" y="1129334"/>
                  <a:pt x="6261" y="1124345"/>
                </a:cubicBezTo>
                <a:cubicBezTo>
                  <a:pt x="4194" y="1119354"/>
                  <a:pt x="2634" y="1114211"/>
                  <a:pt x="1581" y="1108913"/>
                </a:cubicBezTo>
                <a:cubicBezTo>
                  <a:pt x="527" y="1103616"/>
                  <a:pt x="0" y="1098267"/>
                  <a:pt x="0" y="1092866"/>
                </a:cubicBezTo>
                <a:lnTo>
                  <a:pt x="0" y="82259"/>
                </a:lnTo>
                <a:cubicBezTo>
                  <a:pt x="0" y="76857"/>
                  <a:pt x="527" y="71508"/>
                  <a:pt x="1581" y="66211"/>
                </a:cubicBezTo>
                <a:cubicBezTo>
                  <a:pt x="2634" y="60913"/>
                  <a:pt x="4195" y="55769"/>
                  <a:pt x="6262" y="50779"/>
                </a:cubicBezTo>
                <a:cubicBezTo>
                  <a:pt x="8329" y="45789"/>
                  <a:pt x="10863" y="41049"/>
                  <a:pt x="13863" y="36558"/>
                </a:cubicBezTo>
                <a:cubicBezTo>
                  <a:pt x="16864" y="32067"/>
                  <a:pt x="20274" y="27912"/>
                  <a:pt x="24093" y="24093"/>
                </a:cubicBezTo>
                <a:cubicBezTo>
                  <a:pt x="27912" y="20274"/>
                  <a:pt x="32067" y="16864"/>
                  <a:pt x="36558" y="13863"/>
                </a:cubicBezTo>
                <a:cubicBezTo>
                  <a:pt x="41049" y="10862"/>
                  <a:pt x="45789" y="8328"/>
                  <a:pt x="50780" y="6261"/>
                </a:cubicBezTo>
                <a:cubicBezTo>
                  <a:pt x="55770" y="4194"/>
                  <a:pt x="60913" y="2634"/>
                  <a:pt x="66211" y="1581"/>
                </a:cubicBezTo>
                <a:cubicBezTo>
                  <a:pt x="71508" y="527"/>
                  <a:pt x="76858" y="0"/>
                  <a:pt x="82259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056B5-8EDD-452C-B92B-BD6B8701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662" y="1445917"/>
            <a:ext cx="1886002" cy="1175125"/>
          </a:xfrm>
          <a:custGeom xmlns:a="http://schemas.openxmlformats.org/drawingml/2006/main">
            <a:pathLst>
              <a:path w="1886002" h="1175125" fill="none">
                <a:moveTo>
                  <a:pt x="82259" y="0"/>
                </a:moveTo>
                <a:lnTo>
                  <a:pt x="1803744" y="0"/>
                </a:lnTo>
                <a:cubicBezTo>
                  <a:pt x="1809145" y="0"/>
                  <a:pt x="1814494" y="527"/>
                  <a:pt x="1819791" y="1581"/>
                </a:cubicBezTo>
                <a:cubicBezTo>
                  <a:pt x="1825089" y="2634"/>
                  <a:pt x="1830232" y="4194"/>
                  <a:pt x="1835222" y="6261"/>
                </a:cubicBezTo>
                <a:cubicBezTo>
                  <a:pt x="1840212" y="8328"/>
                  <a:pt x="1844953" y="10862"/>
                  <a:pt x="1849443" y="13863"/>
                </a:cubicBezTo>
                <a:cubicBezTo>
                  <a:pt x="1853935" y="16864"/>
                  <a:pt x="1858090" y="20274"/>
                  <a:pt x="1861909" y="24093"/>
                </a:cubicBezTo>
                <a:cubicBezTo>
                  <a:pt x="1865728" y="27912"/>
                  <a:pt x="1869138" y="32067"/>
                  <a:pt x="1872139" y="36558"/>
                </a:cubicBezTo>
                <a:cubicBezTo>
                  <a:pt x="1875140" y="41049"/>
                  <a:pt x="1877673" y="45789"/>
                  <a:pt x="1879741" y="50779"/>
                </a:cubicBezTo>
                <a:cubicBezTo>
                  <a:pt x="1881808" y="55769"/>
                  <a:pt x="1883368" y="60913"/>
                  <a:pt x="1884422" y="66210"/>
                </a:cubicBezTo>
                <a:cubicBezTo>
                  <a:pt x="1885475" y="71508"/>
                  <a:pt x="1886002" y="76857"/>
                  <a:pt x="1886002" y="82259"/>
                </a:cubicBezTo>
                <a:lnTo>
                  <a:pt x="1886002" y="1092866"/>
                </a:lnTo>
                <a:cubicBezTo>
                  <a:pt x="1886002" y="1098267"/>
                  <a:pt x="1885475" y="1103616"/>
                  <a:pt x="1884422" y="1108914"/>
                </a:cubicBezTo>
                <a:cubicBezTo>
                  <a:pt x="1883368" y="1114211"/>
                  <a:pt x="1881808" y="1119354"/>
                  <a:pt x="1879741" y="1124345"/>
                </a:cubicBezTo>
                <a:cubicBezTo>
                  <a:pt x="1877673" y="1129334"/>
                  <a:pt x="1875140" y="1134075"/>
                  <a:pt x="1872139" y="1138566"/>
                </a:cubicBezTo>
                <a:cubicBezTo>
                  <a:pt x="1869138" y="1143057"/>
                  <a:pt x="1865728" y="1147212"/>
                  <a:pt x="1861909" y="1151031"/>
                </a:cubicBezTo>
                <a:cubicBezTo>
                  <a:pt x="1858090" y="1154851"/>
                  <a:pt x="1853935" y="1158260"/>
                  <a:pt x="1849443" y="1161261"/>
                </a:cubicBezTo>
                <a:cubicBezTo>
                  <a:pt x="1844953" y="1164262"/>
                  <a:pt x="1840212" y="1166796"/>
                  <a:pt x="1835222" y="1168862"/>
                </a:cubicBezTo>
                <a:cubicBezTo>
                  <a:pt x="1830232" y="1170929"/>
                  <a:pt x="1825089" y="1172490"/>
                  <a:pt x="1819791" y="1173544"/>
                </a:cubicBezTo>
                <a:cubicBezTo>
                  <a:pt x="1814494" y="1174597"/>
                  <a:pt x="1809145" y="1175124"/>
                  <a:pt x="1803744" y="1175125"/>
                </a:cubicBezTo>
                <a:lnTo>
                  <a:pt x="82259" y="1175125"/>
                </a:lnTo>
                <a:cubicBezTo>
                  <a:pt x="76858" y="1175124"/>
                  <a:pt x="71508" y="1174597"/>
                  <a:pt x="66211" y="1173544"/>
                </a:cubicBezTo>
                <a:cubicBezTo>
                  <a:pt x="60913" y="1172490"/>
                  <a:pt x="55770" y="1170929"/>
                  <a:pt x="50780" y="1168862"/>
                </a:cubicBezTo>
                <a:cubicBezTo>
                  <a:pt x="45789" y="1166796"/>
                  <a:pt x="41049" y="1164262"/>
                  <a:pt x="36558" y="1161261"/>
                </a:cubicBezTo>
                <a:cubicBezTo>
                  <a:pt x="32067" y="1158260"/>
                  <a:pt x="27912" y="1154851"/>
                  <a:pt x="24093" y="1151031"/>
                </a:cubicBezTo>
                <a:cubicBezTo>
                  <a:pt x="20274" y="1147212"/>
                  <a:pt x="16864" y="1143057"/>
                  <a:pt x="13863" y="1138566"/>
                </a:cubicBezTo>
                <a:cubicBezTo>
                  <a:pt x="10862" y="1134075"/>
                  <a:pt x="8328" y="1129334"/>
                  <a:pt x="6261" y="1124345"/>
                </a:cubicBezTo>
                <a:cubicBezTo>
                  <a:pt x="4194" y="1119354"/>
                  <a:pt x="2634" y="1114211"/>
                  <a:pt x="1581" y="1108913"/>
                </a:cubicBezTo>
                <a:cubicBezTo>
                  <a:pt x="527" y="1103616"/>
                  <a:pt x="0" y="1098267"/>
                  <a:pt x="0" y="1092866"/>
                </a:cubicBezTo>
                <a:lnTo>
                  <a:pt x="0" y="82259"/>
                </a:lnTo>
                <a:cubicBezTo>
                  <a:pt x="0" y="76857"/>
                  <a:pt x="527" y="71508"/>
                  <a:pt x="1581" y="66211"/>
                </a:cubicBezTo>
                <a:cubicBezTo>
                  <a:pt x="2634" y="60913"/>
                  <a:pt x="4195" y="55769"/>
                  <a:pt x="6262" y="50779"/>
                </a:cubicBezTo>
                <a:cubicBezTo>
                  <a:pt x="8329" y="45789"/>
                  <a:pt x="10863" y="41049"/>
                  <a:pt x="13863" y="36558"/>
                </a:cubicBezTo>
                <a:cubicBezTo>
                  <a:pt x="16864" y="32067"/>
                  <a:pt x="20274" y="27912"/>
                  <a:pt x="24093" y="24093"/>
                </a:cubicBezTo>
                <a:cubicBezTo>
                  <a:pt x="27912" y="20274"/>
                  <a:pt x="32067" y="16864"/>
                  <a:pt x="36558" y="13863"/>
                </a:cubicBezTo>
                <a:cubicBezTo>
                  <a:pt x="41049" y="10862"/>
                  <a:pt x="45789" y="8328"/>
                  <a:pt x="50780" y="6261"/>
                </a:cubicBezTo>
                <a:cubicBezTo>
                  <a:pt x="55770" y="4194"/>
                  <a:pt x="60913" y="2634"/>
                  <a:pt x="66211" y="1581"/>
                </a:cubicBezTo>
                <a:cubicBezTo>
                  <a:pt x="71508" y="527"/>
                  <a:pt x="76858" y="0"/>
                  <a:pt x="8225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F5F5F5"/>
            </a:solidFill>
            <a:miter/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04618ff69479b"/>
          <a:stretch xmlns:a="http://schemas.openxmlformats.org/drawingml/2006/main"/>
        </p:blipFill>
        <p:spPr>
          <a:xfrm xmlns:a="http://schemas.openxmlformats.org/drawingml/2006/main">
            <a:off x="9726579" y="1525710"/>
            <a:ext cx="580308" cy="580308"/>
          </a:xfrm>
          <a:prstGeom xmlns:a="http://schemas.openxmlformats.org/drawingml/2006/main" prst="rect">
            <a:avLst/>
          </a:prstGeom>
        </p:spPr>
      </p:pic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b2e108dc44c69"/>
          <a:stretch xmlns:a="http://schemas.openxmlformats.org/drawingml/2006/main"/>
        </p:blipFill>
        <p:spPr>
          <a:xfrm xmlns:a="http://schemas.openxmlformats.org/drawingml/2006/main">
            <a:off x="10451976" y="1585336"/>
            <a:ext cx="501509" cy="549697"/>
          </a:xfrm>
          <a:prstGeom xmlns:a="http://schemas.openxmlformats.org/drawingml/2006/main" prst="rect">
            <a:avLst/>
          </a:prstGeom>
        </p:spPr>
      </p:pic>
      <p:sp>
        <p:nvSpPr>
          <p:cNvPr id="46" name="Text &quot;Gold&quot;SolutionCode">
            <a:extLst xmlns:a="http://schemas.openxmlformats.org/drawingml/2006/main">
              <a:ext uri="{FF2B5EF4-FFF2-40B4-BE49-F238E27FC236}">
                <a16:creationId xmlns:a16="http://schemas.microsoft.com/office/drawing/2014/main" id="{8FA73D6C-6533-4244-A9F5-5895F3B1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7155" y="2254835"/>
            <a:ext cx="1617971" cy="128869"/>
          </a:xfrm>
          <a:custGeom xmlns:a="http://schemas.openxmlformats.org/drawingml/2006/main">
            <a:pathLst>
              <a:path w="1617971" h="128869">
                <a:moveTo>
                  <a:pt x="4250" y="46413"/>
                </a:moveTo>
                <a:lnTo>
                  <a:pt x="0" y="22651"/>
                </a:lnTo>
                <a:lnTo>
                  <a:pt x="0" y="2210"/>
                </a:lnTo>
                <a:lnTo>
                  <a:pt x="17426" y="2210"/>
                </a:lnTo>
                <a:lnTo>
                  <a:pt x="17426" y="22651"/>
                </a:lnTo>
                <a:lnTo>
                  <a:pt x="13601" y="46413"/>
                </a:lnTo>
                <a:lnTo>
                  <a:pt x="4250" y="46413"/>
                </a:lnTo>
                <a:moveTo>
                  <a:pt x="32387" y="46413"/>
                </a:moveTo>
                <a:lnTo>
                  <a:pt x="28222" y="22651"/>
                </a:lnTo>
                <a:lnTo>
                  <a:pt x="28222" y="2210"/>
                </a:lnTo>
                <a:lnTo>
                  <a:pt x="45648" y="2210"/>
                </a:lnTo>
                <a:lnTo>
                  <a:pt x="45648" y="22651"/>
                </a:lnTo>
                <a:lnTo>
                  <a:pt x="41568" y="46413"/>
                </a:lnTo>
                <a:lnTo>
                  <a:pt x="32387" y="46413"/>
                </a:lnTo>
                <a:close/>
                <a:moveTo>
                  <a:pt x="125557" y="77696"/>
                </a:moveTo>
                <a:lnTo>
                  <a:pt x="125557" y="63245"/>
                </a:lnTo>
                <a:lnTo>
                  <a:pt x="178345" y="63160"/>
                </a:lnTo>
                <a:lnTo>
                  <a:pt x="178345" y="109318"/>
                </a:lnTo>
                <a:cubicBezTo>
                  <a:pt x="170241" y="115807"/>
                  <a:pt x="161883" y="120687"/>
                  <a:pt x="153269" y="123960"/>
                </a:cubicBezTo>
                <a:cubicBezTo>
                  <a:pt x="144655" y="127233"/>
                  <a:pt x="135814" y="128869"/>
                  <a:pt x="126747" y="128869"/>
                </a:cubicBezTo>
                <a:cubicBezTo>
                  <a:pt x="114506" y="128869"/>
                  <a:pt x="103384" y="126248"/>
                  <a:pt x="93382" y="121006"/>
                </a:cubicBezTo>
                <a:cubicBezTo>
                  <a:pt x="83379" y="115764"/>
                  <a:pt x="75828" y="108184"/>
                  <a:pt x="70728" y="98267"/>
                </a:cubicBezTo>
                <a:cubicBezTo>
                  <a:pt x="65627" y="88350"/>
                  <a:pt x="63077" y="77271"/>
                  <a:pt x="63077" y="65030"/>
                </a:cubicBezTo>
                <a:cubicBezTo>
                  <a:pt x="63077" y="52902"/>
                  <a:pt x="65613" y="41582"/>
                  <a:pt x="70685" y="31070"/>
                </a:cubicBezTo>
                <a:cubicBezTo>
                  <a:pt x="75757" y="20557"/>
                  <a:pt x="83054" y="12751"/>
                  <a:pt x="92574" y="7651"/>
                </a:cubicBezTo>
                <a:cubicBezTo>
                  <a:pt x="102095" y="2550"/>
                  <a:pt x="113061" y="0"/>
                  <a:pt x="125472" y="0"/>
                </a:cubicBezTo>
                <a:cubicBezTo>
                  <a:pt x="134482" y="0"/>
                  <a:pt x="142629" y="1456"/>
                  <a:pt x="149911" y="4367"/>
                </a:cubicBezTo>
                <a:cubicBezTo>
                  <a:pt x="157193" y="7279"/>
                  <a:pt x="162903" y="11336"/>
                  <a:pt x="167040" y="16539"/>
                </a:cubicBezTo>
                <a:cubicBezTo>
                  <a:pt x="171177" y="21740"/>
                  <a:pt x="174322" y="28525"/>
                  <a:pt x="176475" y="36893"/>
                </a:cubicBezTo>
                <a:lnTo>
                  <a:pt x="161599" y="40973"/>
                </a:lnTo>
                <a:cubicBezTo>
                  <a:pt x="159729" y="34626"/>
                  <a:pt x="157406" y="29639"/>
                  <a:pt x="154629" y="26012"/>
                </a:cubicBezTo>
                <a:cubicBezTo>
                  <a:pt x="151852" y="22385"/>
                  <a:pt x="147885" y="19481"/>
                  <a:pt x="142728" y="17299"/>
                </a:cubicBezTo>
                <a:cubicBezTo>
                  <a:pt x="137571" y="15117"/>
                  <a:pt x="131847" y="14026"/>
                  <a:pt x="125557" y="14026"/>
                </a:cubicBezTo>
                <a:cubicBezTo>
                  <a:pt x="118019" y="14026"/>
                  <a:pt x="111502" y="15174"/>
                  <a:pt x="106005" y="17471"/>
                </a:cubicBezTo>
                <a:cubicBezTo>
                  <a:pt x="100508" y="19768"/>
                  <a:pt x="96074" y="22789"/>
                  <a:pt x="92702" y="26533"/>
                </a:cubicBezTo>
                <a:cubicBezTo>
                  <a:pt x="89330" y="30276"/>
                  <a:pt x="86709" y="34389"/>
                  <a:pt x="84839" y="38869"/>
                </a:cubicBezTo>
                <a:cubicBezTo>
                  <a:pt x="81665" y="46583"/>
                  <a:pt x="80078" y="54949"/>
                  <a:pt x="80078" y="63967"/>
                </a:cubicBezTo>
                <a:cubicBezTo>
                  <a:pt x="80078" y="75083"/>
                  <a:pt x="81991" y="84385"/>
                  <a:pt x="85816" y="91873"/>
                </a:cubicBezTo>
                <a:cubicBezTo>
                  <a:pt x="89642" y="99361"/>
                  <a:pt x="95209" y="104920"/>
                  <a:pt x="102520" y="108550"/>
                </a:cubicBezTo>
                <a:cubicBezTo>
                  <a:pt x="109830" y="112179"/>
                  <a:pt x="117594" y="113993"/>
                  <a:pt x="125812" y="113993"/>
                </a:cubicBezTo>
                <a:cubicBezTo>
                  <a:pt x="132952" y="113993"/>
                  <a:pt x="139923" y="112610"/>
                  <a:pt x="146723" y="109844"/>
                </a:cubicBezTo>
                <a:cubicBezTo>
                  <a:pt x="153524" y="107078"/>
                  <a:pt x="158681" y="104125"/>
                  <a:pt x="162194" y="100987"/>
                </a:cubicBezTo>
                <a:lnTo>
                  <a:pt x="162194" y="77696"/>
                </a:lnTo>
                <a:lnTo>
                  <a:pt x="125557" y="77696"/>
                </a:lnTo>
                <a:close/>
                <a:moveTo>
                  <a:pt x="195036" y="81691"/>
                </a:moveTo>
                <a:cubicBezTo>
                  <a:pt x="195036" y="64973"/>
                  <a:pt x="199683" y="52590"/>
                  <a:pt x="208977" y="44543"/>
                </a:cubicBezTo>
                <a:cubicBezTo>
                  <a:pt x="216741" y="37856"/>
                  <a:pt x="226205" y="34512"/>
                  <a:pt x="237370" y="34512"/>
                </a:cubicBezTo>
                <a:cubicBezTo>
                  <a:pt x="249780" y="34512"/>
                  <a:pt x="259924" y="38579"/>
                  <a:pt x="267802" y="46711"/>
                </a:cubicBezTo>
                <a:cubicBezTo>
                  <a:pt x="275679" y="54843"/>
                  <a:pt x="279618" y="66078"/>
                  <a:pt x="279618" y="80416"/>
                </a:cubicBezTo>
                <a:cubicBezTo>
                  <a:pt x="279618" y="92033"/>
                  <a:pt x="277875" y="101171"/>
                  <a:pt x="274390" y="107830"/>
                </a:cubicBezTo>
                <a:cubicBezTo>
                  <a:pt x="270904" y="114489"/>
                  <a:pt x="265832" y="119660"/>
                  <a:pt x="259174" y="123344"/>
                </a:cubicBezTo>
                <a:cubicBezTo>
                  <a:pt x="252515" y="127027"/>
                  <a:pt x="245247" y="128869"/>
                  <a:pt x="237370" y="128869"/>
                </a:cubicBezTo>
                <a:cubicBezTo>
                  <a:pt x="224732" y="128869"/>
                  <a:pt x="214517" y="124817"/>
                  <a:pt x="206725" y="116713"/>
                </a:cubicBezTo>
                <a:cubicBezTo>
                  <a:pt x="198933" y="108609"/>
                  <a:pt x="195036" y="96935"/>
                  <a:pt x="195036" y="81691"/>
                </a:cubicBezTo>
                <a:moveTo>
                  <a:pt x="210763" y="81648"/>
                </a:moveTo>
                <a:cubicBezTo>
                  <a:pt x="210763" y="93167"/>
                  <a:pt x="213284" y="101791"/>
                  <a:pt x="218328" y="107522"/>
                </a:cubicBezTo>
                <a:cubicBezTo>
                  <a:pt x="223372" y="113253"/>
                  <a:pt x="229719" y="116118"/>
                  <a:pt x="237370" y="116118"/>
                </a:cubicBezTo>
                <a:cubicBezTo>
                  <a:pt x="244963" y="116118"/>
                  <a:pt x="251282" y="113239"/>
                  <a:pt x="256326" y="107480"/>
                </a:cubicBezTo>
                <a:cubicBezTo>
                  <a:pt x="261370" y="101720"/>
                  <a:pt x="263891" y="92941"/>
                  <a:pt x="263891" y="81141"/>
                </a:cubicBezTo>
                <a:cubicBezTo>
                  <a:pt x="263891" y="70018"/>
                  <a:pt x="261355" y="61590"/>
                  <a:pt x="256283" y="55860"/>
                </a:cubicBezTo>
                <a:cubicBezTo>
                  <a:pt x="251211" y="50129"/>
                  <a:pt x="244907" y="47263"/>
                  <a:pt x="237370" y="47263"/>
                </a:cubicBezTo>
                <a:cubicBezTo>
                  <a:pt x="229719" y="47263"/>
                  <a:pt x="223372" y="50115"/>
                  <a:pt x="218328" y="55817"/>
                </a:cubicBezTo>
                <a:cubicBezTo>
                  <a:pt x="213284" y="61520"/>
                  <a:pt x="210763" y="70130"/>
                  <a:pt x="210763" y="81648"/>
                </a:cubicBezTo>
                <a:close/>
                <a:moveTo>
                  <a:pt x="297187" y="126829"/>
                </a:moveTo>
                <a:lnTo>
                  <a:pt x="297187" y="2210"/>
                </a:lnTo>
                <a:lnTo>
                  <a:pt x="312488" y="2210"/>
                </a:lnTo>
                <a:lnTo>
                  <a:pt x="312488" y="126829"/>
                </a:lnTo>
                <a:lnTo>
                  <a:pt x="297187" y="126829"/>
                </a:lnTo>
                <a:close/>
                <a:moveTo>
                  <a:pt x="394745" y="126829"/>
                </a:moveTo>
                <a:lnTo>
                  <a:pt x="394745" y="115438"/>
                </a:lnTo>
                <a:cubicBezTo>
                  <a:pt x="389021" y="124392"/>
                  <a:pt x="380605" y="128869"/>
                  <a:pt x="369498" y="128869"/>
                </a:cubicBezTo>
                <a:cubicBezTo>
                  <a:pt x="362301" y="128869"/>
                  <a:pt x="355684" y="126886"/>
                  <a:pt x="349649" y="122919"/>
                </a:cubicBezTo>
                <a:cubicBezTo>
                  <a:pt x="343613" y="118952"/>
                  <a:pt x="338938" y="113412"/>
                  <a:pt x="335623" y="106300"/>
                </a:cubicBezTo>
                <a:cubicBezTo>
                  <a:pt x="332308" y="99188"/>
                  <a:pt x="330650" y="91013"/>
                  <a:pt x="330650" y="81776"/>
                </a:cubicBezTo>
                <a:cubicBezTo>
                  <a:pt x="330650" y="72765"/>
                  <a:pt x="332152" y="64590"/>
                  <a:pt x="335155" y="57252"/>
                </a:cubicBezTo>
                <a:cubicBezTo>
                  <a:pt x="338159" y="49913"/>
                  <a:pt x="342664" y="44288"/>
                  <a:pt x="348671" y="40378"/>
                </a:cubicBezTo>
                <a:cubicBezTo>
                  <a:pt x="354678" y="36468"/>
                  <a:pt x="361394" y="34512"/>
                  <a:pt x="368818" y="34512"/>
                </a:cubicBezTo>
                <a:cubicBezTo>
                  <a:pt x="374258" y="34512"/>
                  <a:pt x="379103" y="35660"/>
                  <a:pt x="383354" y="37955"/>
                </a:cubicBezTo>
                <a:cubicBezTo>
                  <a:pt x="387604" y="40250"/>
                  <a:pt x="391061" y="43240"/>
                  <a:pt x="393725" y="46923"/>
                </a:cubicBezTo>
                <a:lnTo>
                  <a:pt x="393725" y="2210"/>
                </a:lnTo>
                <a:lnTo>
                  <a:pt x="408941" y="2210"/>
                </a:lnTo>
                <a:lnTo>
                  <a:pt x="408941" y="126829"/>
                </a:lnTo>
                <a:lnTo>
                  <a:pt x="394745" y="126829"/>
                </a:lnTo>
                <a:moveTo>
                  <a:pt x="346376" y="81733"/>
                </a:moveTo>
                <a:cubicBezTo>
                  <a:pt x="346376" y="93252"/>
                  <a:pt x="348813" y="101862"/>
                  <a:pt x="353687" y="107565"/>
                </a:cubicBezTo>
                <a:cubicBezTo>
                  <a:pt x="358560" y="113267"/>
                  <a:pt x="364312" y="116118"/>
                  <a:pt x="370943" y="116118"/>
                </a:cubicBezTo>
                <a:cubicBezTo>
                  <a:pt x="377630" y="116118"/>
                  <a:pt x="383311" y="113395"/>
                  <a:pt x="387987" y="107947"/>
                </a:cubicBezTo>
                <a:cubicBezTo>
                  <a:pt x="392662" y="102498"/>
                  <a:pt x="395000" y="94183"/>
                  <a:pt x="395000" y="83003"/>
                </a:cubicBezTo>
                <a:cubicBezTo>
                  <a:pt x="395000" y="70695"/>
                  <a:pt x="392619" y="61661"/>
                  <a:pt x="387859" y="55902"/>
                </a:cubicBezTo>
                <a:cubicBezTo>
                  <a:pt x="383099" y="50143"/>
                  <a:pt x="377233" y="47263"/>
                  <a:pt x="370263" y="47263"/>
                </a:cubicBezTo>
                <a:cubicBezTo>
                  <a:pt x="363462" y="47263"/>
                  <a:pt x="357781" y="50031"/>
                  <a:pt x="353219" y="55565"/>
                </a:cubicBezTo>
                <a:cubicBezTo>
                  <a:pt x="348657" y="61097"/>
                  <a:pt x="346376" y="69820"/>
                  <a:pt x="346376" y="81733"/>
                </a:cubicBezTo>
                <a:close/>
                <a:moveTo>
                  <a:pt x="433735" y="46413"/>
                </a:moveTo>
                <a:lnTo>
                  <a:pt x="429485" y="22651"/>
                </a:lnTo>
                <a:lnTo>
                  <a:pt x="429485" y="2210"/>
                </a:lnTo>
                <a:lnTo>
                  <a:pt x="446911" y="2210"/>
                </a:lnTo>
                <a:lnTo>
                  <a:pt x="446911" y="22651"/>
                </a:lnTo>
                <a:lnTo>
                  <a:pt x="443086" y="46413"/>
                </a:lnTo>
                <a:lnTo>
                  <a:pt x="433735" y="46413"/>
                </a:lnTo>
                <a:moveTo>
                  <a:pt x="461872" y="46413"/>
                </a:moveTo>
                <a:lnTo>
                  <a:pt x="457707" y="22651"/>
                </a:lnTo>
                <a:lnTo>
                  <a:pt x="457707" y="2210"/>
                </a:lnTo>
                <a:lnTo>
                  <a:pt x="475133" y="2210"/>
                </a:lnTo>
                <a:lnTo>
                  <a:pt x="475133" y="22651"/>
                </a:lnTo>
                <a:lnTo>
                  <a:pt x="471053" y="46413"/>
                </a:lnTo>
                <a:lnTo>
                  <a:pt x="461872" y="46413"/>
                </a:lnTo>
                <a:close/>
                <a:moveTo>
                  <a:pt x="539516" y="86706"/>
                </a:moveTo>
                <a:lnTo>
                  <a:pt x="555072" y="85346"/>
                </a:lnTo>
                <a:cubicBezTo>
                  <a:pt x="555809" y="91580"/>
                  <a:pt x="557523" y="96694"/>
                  <a:pt x="560215" y="100690"/>
                </a:cubicBezTo>
                <a:cubicBezTo>
                  <a:pt x="562907" y="104685"/>
                  <a:pt x="567087" y="107915"/>
                  <a:pt x="572754" y="110380"/>
                </a:cubicBezTo>
                <a:cubicBezTo>
                  <a:pt x="578421" y="112846"/>
                  <a:pt x="584796" y="114078"/>
                  <a:pt x="591880" y="114078"/>
                </a:cubicBezTo>
                <a:cubicBezTo>
                  <a:pt x="598171" y="114078"/>
                  <a:pt x="603724" y="113143"/>
                  <a:pt x="608541" y="111273"/>
                </a:cubicBezTo>
                <a:cubicBezTo>
                  <a:pt x="613358" y="109403"/>
                  <a:pt x="616943" y="106839"/>
                  <a:pt x="619295" y="103580"/>
                </a:cubicBezTo>
                <a:cubicBezTo>
                  <a:pt x="621646" y="100321"/>
                  <a:pt x="622822" y="96765"/>
                  <a:pt x="622822" y="92912"/>
                </a:cubicBezTo>
                <a:cubicBezTo>
                  <a:pt x="622822" y="89001"/>
                  <a:pt x="621689" y="85587"/>
                  <a:pt x="619422" y="82668"/>
                </a:cubicBezTo>
                <a:cubicBezTo>
                  <a:pt x="617155" y="79750"/>
                  <a:pt x="613415" y="77299"/>
                  <a:pt x="608201" y="75315"/>
                </a:cubicBezTo>
                <a:cubicBezTo>
                  <a:pt x="604858" y="74012"/>
                  <a:pt x="597462" y="71986"/>
                  <a:pt x="586015" y="69237"/>
                </a:cubicBezTo>
                <a:cubicBezTo>
                  <a:pt x="574567" y="66489"/>
                  <a:pt x="566548" y="63896"/>
                  <a:pt x="561958" y="61459"/>
                </a:cubicBezTo>
                <a:cubicBezTo>
                  <a:pt x="556007" y="58343"/>
                  <a:pt x="551573" y="54475"/>
                  <a:pt x="548654" y="49856"/>
                </a:cubicBezTo>
                <a:cubicBezTo>
                  <a:pt x="545736" y="45237"/>
                  <a:pt x="544277" y="40066"/>
                  <a:pt x="544277" y="34342"/>
                </a:cubicBezTo>
                <a:cubicBezTo>
                  <a:pt x="544277" y="28052"/>
                  <a:pt x="546062" y="22172"/>
                  <a:pt x="549632" y="16704"/>
                </a:cubicBezTo>
                <a:cubicBezTo>
                  <a:pt x="553202" y="11235"/>
                  <a:pt x="558416" y="7084"/>
                  <a:pt x="565273" y="4250"/>
                </a:cubicBezTo>
                <a:cubicBezTo>
                  <a:pt x="572130" y="1417"/>
                  <a:pt x="579753" y="0"/>
                  <a:pt x="588140" y="0"/>
                </a:cubicBezTo>
                <a:cubicBezTo>
                  <a:pt x="597377" y="0"/>
                  <a:pt x="605524" y="1488"/>
                  <a:pt x="612579" y="4463"/>
                </a:cubicBezTo>
                <a:cubicBezTo>
                  <a:pt x="619635" y="7438"/>
                  <a:pt x="625061" y="11816"/>
                  <a:pt x="628858" y="17596"/>
                </a:cubicBezTo>
                <a:cubicBezTo>
                  <a:pt x="632655" y="23377"/>
                  <a:pt x="634695" y="29922"/>
                  <a:pt x="634978" y="37233"/>
                </a:cubicBezTo>
                <a:lnTo>
                  <a:pt x="619167" y="38423"/>
                </a:lnTo>
                <a:cubicBezTo>
                  <a:pt x="618317" y="30517"/>
                  <a:pt x="615441" y="24546"/>
                  <a:pt x="610539" y="20508"/>
                </a:cubicBezTo>
                <a:cubicBezTo>
                  <a:pt x="605637" y="16470"/>
                  <a:pt x="598397" y="14451"/>
                  <a:pt x="588820" y="14451"/>
                </a:cubicBezTo>
                <a:cubicBezTo>
                  <a:pt x="578846" y="14451"/>
                  <a:pt x="571578" y="16280"/>
                  <a:pt x="567016" y="19939"/>
                </a:cubicBezTo>
                <a:cubicBezTo>
                  <a:pt x="562454" y="23596"/>
                  <a:pt x="560173" y="28005"/>
                  <a:pt x="560173" y="33166"/>
                </a:cubicBezTo>
                <a:cubicBezTo>
                  <a:pt x="560173" y="37646"/>
                  <a:pt x="561788" y="41332"/>
                  <a:pt x="565018" y="44224"/>
                </a:cubicBezTo>
                <a:cubicBezTo>
                  <a:pt x="568192" y="47118"/>
                  <a:pt x="576480" y="50082"/>
                  <a:pt x="589882" y="53116"/>
                </a:cubicBezTo>
                <a:cubicBezTo>
                  <a:pt x="603285" y="56149"/>
                  <a:pt x="612480" y="58800"/>
                  <a:pt x="617467" y="61069"/>
                </a:cubicBezTo>
                <a:cubicBezTo>
                  <a:pt x="624721" y="64414"/>
                  <a:pt x="630076" y="68654"/>
                  <a:pt x="633533" y="73788"/>
                </a:cubicBezTo>
                <a:cubicBezTo>
                  <a:pt x="636990" y="78920"/>
                  <a:pt x="638718" y="84833"/>
                  <a:pt x="638718" y="91525"/>
                </a:cubicBezTo>
                <a:cubicBezTo>
                  <a:pt x="638718" y="98159"/>
                  <a:pt x="636820" y="104411"/>
                  <a:pt x="633023" y="110282"/>
                </a:cubicBezTo>
                <a:cubicBezTo>
                  <a:pt x="629226" y="116151"/>
                  <a:pt x="623772" y="120717"/>
                  <a:pt x="616659" y="123979"/>
                </a:cubicBezTo>
                <a:cubicBezTo>
                  <a:pt x="609547" y="127239"/>
                  <a:pt x="601542" y="128869"/>
                  <a:pt x="592645" y="128869"/>
                </a:cubicBezTo>
                <a:cubicBezTo>
                  <a:pt x="581368" y="128869"/>
                  <a:pt x="571918" y="127226"/>
                  <a:pt x="564296" y="123939"/>
                </a:cubicBezTo>
                <a:cubicBezTo>
                  <a:pt x="556673" y="120652"/>
                  <a:pt x="550695" y="115707"/>
                  <a:pt x="546359" y="109105"/>
                </a:cubicBezTo>
                <a:cubicBezTo>
                  <a:pt x="542024" y="102503"/>
                  <a:pt x="539743" y="95037"/>
                  <a:pt x="539516" y="86706"/>
                </a:cubicBezTo>
                <a:close/>
                <a:moveTo>
                  <a:pt x="653595" y="81691"/>
                </a:moveTo>
                <a:cubicBezTo>
                  <a:pt x="653595" y="64973"/>
                  <a:pt x="658242" y="52590"/>
                  <a:pt x="667536" y="44543"/>
                </a:cubicBezTo>
                <a:cubicBezTo>
                  <a:pt x="675300" y="37856"/>
                  <a:pt x="684764" y="34512"/>
                  <a:pt x="695928" y="34512"/>
                </a:cubicBezTo>
                <a:cubicBezTo>
                  <a:pt x="708339" y="34512"/>
                  <a:pt x="718483" y="38579"/>
                  <a:pt x="726360" y="46711"/>
                </a:cubicBezTo>
                <a:cubicBezTo>
                  <a:pt x="734237" y="54843"/>
                  <a:pt x="738176" y="66078"/>
                  <a:pt x="738176" y="80416"/>
                </a:cubicBezTo>
                <a:cubicBezTo>
                  <a:pt x="738176" y="92033"/>
                  <a:pt x="736433" y="101171"/>
                  <a:pt x="732948" y="107830"/>
                </a:cubicBezTo>
                <a:cubicBezTo>
                  <a:pt x="729463" y="114489"/>
                  <a:pt x="724391" y="119660"/>
                  <a:pt x="717732" y="123344"/>
                </a:cubicBezTo>
                <a:cubicBezTo>
                  <a:pt x="711073" y="127027"/>
                  <a:pt x="703805" y="128869"/>
                  <a:pt x="695928" y="128869"/>
                </a:cubicBezTo>
                <a:cubicBezTo>
                  <a:pt x="683290" y="128869"/>
                  <a:pt x="673075" y="124817"/>
                  <a:pt x="665283" y="116713"/>
                </a:cubicBezTo>
                <a:cubicBezTo>
                  <a:pt x="657491" y="108609"/>
                  <a:pt x="653595" y="96935"/>
                  <a:pt x="653595" y="81691"/>
                </a:cubicBezTo>
                <a:moveTo>
                  <a:pt x="669321" y="81648"/>
                </a:moveTo>
                <a:cubicBezTo>
                  <a:pt x="669321" y="93167"/>
                  <a:pt x="671843" y="101791"/>
                  <a:pt x="676886" y="107522"/>
                </a:cubicBezTo>
                <a:cubicBezTo>
                  <a:pt x="681930" y="113253"/>
                  <a:pt x="688277" y="116118"/>
                  <a:pt x="695928" y="116118"/>
                </a:cubicBezTo>
                <a:cubicBezTo>
                  <a:pt x="703522" y="116118"/>
                  <a:pt x="709840" y="113239"/>
                  <a:pt x="714884" y="107480"/>
                </a:cubicBezTo>
                <a:cubicBezTo>
                  <a:pt x="719928" y="101720"/>
                  <a:pt x="722450" y="92941"/>
                  <a:pt x="722450" y="81141"/>
                </a:cubicBezTo>
                <a:cubicBezTo>
                  <a:pt x="722450" y="70018"/>
                  <a:pt x="719914" y="61590"/>
                  <a:pt x="714842" y="55860"/>
                </a:cubicBezTo>
                <a:cubicBezTo>
                  <a:pt x="709770" y="50129"/>
                  <a:pt x="703465" y="47263"/>
                  <a:pt x="695928" y="47263"/>
                </a:cubicBezTo>
                <a:cubicBezTo>
                  <a:pt x="688277" y="47263"/>
                  <a:pt x="681930" y="50115"/>
                  <a:pt x="676886" y="55817"/>
                </a:cubicBezTo>
                <a:cubicBezTo>
                  <a:pt x="671843" y="61520"/>
                  <a:pt x="669321" y="70130"/>
                  <a:pt x="669321" y="81648"/>
                </a:cubicBezTo>
                <a:close/>
                <a:moveTo>
                  <a:pt x="755747" y="126829"/>
                </a:moveTo>
                <a:lnTo>
                  <a:pt x="755747" y="2210"/>
                </a:lnTo>
                <a:lnTo>
                  <a:pt x="771048" y="2210"/>
                </a:lnTo>
                <a:lnTo>
                  <a:pt x="771048" y="126829"/>
                </a:lnTo>
                <a:lnTo>
                  <a:pt x="755747" y="126829"/>
                </a:lnTo>
                <a:close/>
                <a:moveTo>
                  <a:pt x="853899" y="126829"/>
                </a:moveTo>
                <a:lnTo>
                  <a:pt x="853899" y="113568"/>
                </a:lnTo>
                <a:cubicBezTo>
                  <a:pt x="846872" y="123769"/>
                  <a:pt x="837323" y="128869"/>
                  <a:pt x="825252" y="128869"/>
                </a:cubicBezTo>
                <a:cubicBezTo>
                  <a:pt x="819925" y="128869"/>
                  <a:pt x="814952" y="127849"/>
                  <a:pt x="810334" y="125809"/>
                </a:cubicBezTo>
                <a:cubicBezTo>
                  <a:pt x="805715" y="123769"/>
                  <a:pt x="802286" y="121205"/>
                  <a:pt x="800048" y="118116"/>
                </a:cubicBezTo>
                <a:cubicBezTo>
                  <a:pt x="797809" y="115027"/>
                  <a:pt x="796237" y="111245"/>
                  <a:pt x="795330" y="106768"/>
                </a:cubicBezTo>
                <a:cubicBezTo>
                  <a:pt x="794707" y="103764"/>
                  <a:pt x="794395" y="99004"/>
                  <a:pt x="794395" y="92487"/>
                </a:cubicBezTo>
                <a:lnTo>
                  <a:pt x="794395" y="36553"/>
                </a:lnTo>
                <a:lnTo>
                  <a:pt x="809696" y="36553"/>
                </a:lnTo>
                <a:lnTo>
                  <a:pt x="809696" y="86621"/>
                </a:lnTo>
                <a:cubicBezTo>
                  <a:pt x="809696" y="94612"/>
                  <a:pt x="810008" y="99996"/>
                  <a:pt x="810631" y="102772"/>
                </a:cubicBezTo>
                <a:cubicBezTo>
                  <a:pt x="811595" y="106796"/>
                  <a:pt x="813635" y="109955"/>
                  <a:pt x="816752" y="112251"/>
                </a:cubicBezTo>
                <a:cubicBezTo>
                  <a:pt x="819868" y="114546"/>
                  <a:pt x="823722" y="115693"/>
                  <a:pt x="828312" y="115693"/>
                </a:cubicBezTo>
                <a:cubicBezTo>
                  <a:pt x="832903" y="115693"/>
                  <a:pt x="837210" y="114517"/>
                  <a:pt x="841233" y="112166"/>
                </a:cubicBezTo>
                <a:cubicBezTo>
                  <a:pt x="845257" y="109814"/>
                  <a:pt x="848105" y="106612"/>
                  <a:pt x="849776" y="102560"/>
                </a:cubicBezTo>
                <a:cubicBezTo>
                  <a:pt x="851448" y="98508"/>
                  <a:pt x="852284" y="92628"/>
                  <a:pt x="852284" y="84921"/>
                </a:cubicBezTo>
                <a:lnTo>
                  <a:pt x="852284" y="36553"/>
                </a:lnTo>
                <a:lnTo>
                  <a:pt x="867585" y="36553"/>
                </a:lnTo>
                <a:lnTo>
                  <a:pt x="867585" y="126829"/>
                </a:lnTo>
                <a:lnTo>
                  <a:pt x="853899" y="126829"/>
                </a:lnTo>
                <a:close/>
                <a:moveTo>
                  <a:pt x="924938" y="113313"/>
                </a:moveTo>
                <a:lnTo>
                  <a:pt x="927148" y="126829"/>
                </a:lnTo>
                <a:cubicBezTo>
                  <a:pt x="922841" y="127623"/>
                  <a:pt x="918988" y="128019"/>
                  <a:pt x="915587" y="128019"/>
                </a:cubicBezTo>
                <a:cubicBezTo>
                  <a:pt x="910034" y="128019"/>
                  <a:pt x="905727" y="127141"/>
                  <a:pt x="902666" y="125384"/>
                </a:cubicBezTo>
                <a:cubicBezTo>
                  <a:pt x="899606" y="123627"/>
                  <a:pt x="897453" y="121318"/>
                  <a:pt x="896206" y="118456"/>
                </a:cubicBezTo>
                <a:cubicBezTo>
                  <a:pt x="894959" y="115594"/>
                  <a:pt x="894336" y="109573"/>
                  <a:pt x="894336" y="100392"/>
                </a:cubicBezTo>
                <a:lnTo>
                  <a:pt x="894336" y="48453"/>
                </a:lnTo>
                <a:lnTo>
                  <a:pt x="883115" y="48453"/>
                </a:lnTo>
                <a:lnTo>
                  <a:pt x="883115" y="36553"/>
                </a:lnTo>
                <a:lnTo>
                  <a:pt x="894336" y="36553"/>
                </a:lnTo>
                <a:lnTo>
                  <a:pt x="894336" y="14135"/>
                </a:lnTo>
                <a:lnTo>
                  <a:pt x="909552" y="4930"/>
                </a:lnTo>
                <a:lnTo>
                  <a:pt x="909552" y="36553"/>
                </a:lnTo>
                <a:lnTo>
                  <a:pt x="924938" y="36553"/>
                </a:lnTo>
                <a:lnTo>
                  <a:pt x="924938" y="48453"/>
                </a:lnTo>
                <a:lnTo>
                  <a:pt x="909552" y="48453"/>
                </a:lnTo>
                <a:lnTo>
                  <a:pt x="909552" y="101242"/>
                </a:lnTo>
                <a:cubicBezTo>
                  <a:pt x="909552" y="105606"/>
                  <a:pt x="909821" y="108411"/>
                  <a:pt x="910359" y="109658"/>
                </a:cubicBezTo>
                <a:cubicBezTo>
                  <a:pt x="910898" y="110905"/>
                  <a:pt x="911776" y="111896"/>
                  <a:pt x="912995" y="112633"/>
                </a:cubicBezTo>
                <a:cubicBezTo>
                  <a:pt x="914213" y="113370"/>
                  <a:pt x="915956" y="113738"/>
                  <a:pt x="918222" y="113738"/>
                </a:cubicBezTo>
                <a:cubicBezTo>
                  <a:pt x="919923" y="113738"/>
                  <a:pt x="922161" y="113597"/>
                  <a:pt x="924938" y="113313"/>
                </a:cubicBezTo>
                <a:close/>
                <a:moveTo>
                  <a:pt x="940013" y="19891"/>
                </a:moveTo>
                <a:lnTo>
                  <a:pt x="940013" y="2210"/>
                </a:lnTo>
                <a:lnTo>
                  <a:pt x="955314" y="2210"/>
                </a:lnTo>
                <a:lnTo>
                  <a:pt x="955314" y="19891"/>
                </a:lnTo>
                <a:lnTo>
                  <a:pt x="940013" y="19891"/>
                </a:lnTo>
                <a:moveTo>
                  <a:pt x="940013" y="126829"/>
                </a:moveTo>
                <a:lnTo>
                  <a:pt x="940013" y="36553"/>
                </a:lnTo>
                <a:lnTo>
                  <a:pt x="955314" y="36553"/>
                </a:lnTo>
                <a:lnTo>
                  <a:pt x="955314" y="126829"/>
                </a:lnTo>
                <a:lnTo>
                  <a:pt x="940013" y="126829"/>
                </a:lnTo>
                <a:close/>
                <a:moveTo>
                  <a:pt x="972881" y="81691"/>
                </a:moveTo>
                <a:cubicBezTo>
                  <a:pt x="972881" y="64973"/>
                  <a:pt x="977528" y="52590"/>
                  <a:pt x="986822" y="44543"/>
                </a:cubicBezTo>
                <a:cubicBezTo>
                  <a:pt x="994586" y="37856"/>
                  <a:pt x="1004050" y="34512"/>
                  <a:pt x="1015214" y="34512"/>
                </a:cubicBezTo>
                <a:cubicBezTo>
                  <a:pt x="1027625" y="34512"/>
                  <a:pt x="1037769" y="38579"/>
                  <a:pt x="1045646" y="46711"/>
                </a:cubicBezTo>
                <a:cubicBezTo>
                  <a:pt x="1053524" y="54843"/>
                  <a:pt x="1057462" y="66078"/>
                  <a:pt x="1057462" y="80416"/>
                </a:cubicBezTo>
                <a:cubicBezTo>
                  <a:pt x="1057462" y="92033"/>
                  <a:pt x="1055720" y="101171"/>
                  <a:pt x="1052234" y="107830"/>
                </a:cubicBezTo>
                <a:cubicBezTo>
                  <a:pt x="1048749" y="114489"/>
                  <a:pt x="1043677" y="119660"/>
                  <a:pt x="1037018" y="123344"/>
                </a:cubicBezTo>
                <a:cubicBezTo>
                  <a:pt x="1030359" y="127027"/>
                  <a:pt x="1023091" y="128869"/>
                  <a:pt x="1015214" y="128869"/>
                </a:cubicBezTo>
                <a:cubicBezTo>
                  <a:pt x="1002577" y="128869"/>
                  <a:pt x="992362" y="124817"/>
                  <a:pt x="984569" y="116713"/>
                </a:cubicBezTo>
                <a:cubicBezTo>
                  <a:pt x="976777" y="108609"/>
                  <a:pt x="972881" y="96935"/>
                  <a:pt x="972881" y="81691"/>
                </a:cubicBezTo>
                <a:moveTo>
                  <a:pt x="988607" y="81648"/>
                </a:moveTo>
                <a:cubicBezTo>
                  <a:pt x="988607" y="93167"/>
                  <a:pt x="991129" y="101791"/>
                  <a:pt x="996173" y="107522"/>
                </a:cubicBezTo>
                <a:cubicBezTo>
                  <a:pt x="1001217" y="113253"/>
                  <a:pt x="1007564" y="116118"/>
                  <a:pt x="1015214" y="116118"/>
                </a:cubicBezTo>
                <a:cubicBezTo>
                  <a:pt x="1022808" y="116118"/>
                  <a:pt x="1029127" y="113239"/>
                  <a:pt x="1034171" y="107480"/>
                </a:cubicBezTo>
                <a:cubicBezTo>
                  <a:pt x="1039214" y="101720"/>
                  <a:pt x="1041736" y="92941"/>
                  <a:pt x="1041736" y="81141"/>
                </a:cubicBezTo>
                <a:cubicBezTo>
                  <a:pt x="1041736" y="70018"/>
                  <a:pt x="1039200" y="61590"/>
                  <a:pt x="1034128" y="55860"/>
                </a:cubicBezTo>
                <a:cubicBezTo>
                  <a:pt x="1029056" y="50129"/>
                  <a:pt x="1022751" y="47263"/>
                  <a:pt x="1015214" y="47263"/>
                </a:cubicBezTo>
                <a:cubicBezTo>
                  <a:pt x="1007564" y="47263"/>
                  <a:pt x="1001217" y="50115"/>
                  <a:pt x="996173" y="55817"/>
                </a:cubicBezTo>
                <a:cubicBezTo>
                  <a:pt x="991129" y="61520"/>
                  <a:pt x="988607" y="70130"/>
                  <a:pt x="988607" y="81648"/>
                </a:cubicBezTo>
                <a:close/>
                <a:moveTo>
                  <a:pt x="1075372" y="126829"/>
                </a:moveTo>
                <a:lnTo>
                  <a:pt x="1075372" y="36553"/>
                </a:lnTo>
                <a:lnTo>
                  <a:pt x="1089143" y="36553"/>
                </a:lnTo>
                <a:lnTo>
                  <a:pt x="1089143" y="49304"/>
                </a:lnTo>
                <a:cubicBezTo>
                  <a:pt x="1095774" y="39443"/>
                  <a:pt x="1105351" y="34512"/>
                  <a:pt x="1117875" y="34512"/>
                </a:cubicBezTo>
                <a:cubicBezTo>
                  <a:pt x="1123316" y="34512"/>
                  <a:pt x="1128317" y="35490"/>
                  <a:pt x="1132879" y="37445"/>
                </a:cubicBezTo>
                <a:cubicBezTo>
                  <a:pt x="1137441" y="39400"/>
                  <a:pt x="1140855" y="41965"/>
                  <a:pt x="1143122" y="45138"/>
                </a:cubicBezTo>
                <a:cubicBezTo>
                  <a:pt x="1145389" y="48312"/>
                  <a:pt x="1146976" y="52080"/>
                  <a:pt x="1147882" y="56444"/>
                </a:cubicBezTo>
                <a:cubicBezTo>
                  <a:pt x="1148449" y="59278"/>
                  <a:pt x="1148732" y="64236"/>
                  <a:pt x="1148732" y="71320"/>
                </a:cubicBezTo>
                <a:lnTo>
                  <a:pt x="1148732" y="126829"/>
                </a:lnTo>
                <a:lnTo>
                  <a:pt x="1133431" y="126829"/>
                </a:lnTo>
                <a:lnTo>
                  <a:pt x="1133431" y="71857"/>
                </a:lnTo>
                <a:cubicBezTo>
                  <a:pt x="1133431" y="65616"/>
                  <a:pt x="1132836" y="60949"/>
                  <a:pt x="1131646" y="57857"/>
                </a:cubicBezTo>
                <a:cubicBezTo>
                  <a:pt x="1130456" y="54765"/>
                  <a:pt x="1128345" y="52297"/>
                  <a:pt x="1125313" y="50454"/>
                </a:cubicBezTo>
                <a:cubicBezTo>
                  <a:pt x="1122281" y="48610"/>
                  <a:pt x="1118725" y="47688"/>
                  <a:pt x="1114645" y="47688"/>
                </a:cubicBezTo>
                <a:cubicBezTo>
                  <a:pt x="1108128" y="47688"/>
                  <a:pt x="1102503" y="49760"/>
                  <a:pt x="1097771" y="53902"/>
                </a:cubicBezTo>
                <a:cubicBezTo>
                  <a:pt x="1093039" y="58042"/>
                  <a:pt x="1090673" y="65899"/>
                  <a:pt x="1090673" y="77472"/>
                </a:cubicBezTo>
                <a:lnTo>
                  <a:pt x="1090673" y="126829"/>
                </a:lnTo>
                <a:lnTo>
                  <a:pt x="1075372" y="126829"/>
                </a:lnTo>
                <a:close/>
                <a:moveTo>
                  <a:pt x="1311437" y="82966"/>
                </a:moveTo>
                <a:lnTo>
                  <a:pt x="1327928" y="87131"/>
                </a:lnTo>
                <a:cubicBezTo>
                  <a:pt x="1324471" y="100704"/>
                  <a:pt x="1318251" y="111053"/>
                  <a:pt x="1309269" y="118180"/>
                </a:cubicBezTo>
                <a:cubicBezTo>
                  <a:pt x="1300287" y="125306"/>
                  <a:pt x="1289307" y="128869"/>
                  <a:pt x="1276329" y="128869"/>
                </a:cubicBezTo>
                <a:cubicBezTo>
                  <a:pt x="1262898" y="128869"/>
                  <a:pt x="1251975" y="126135"/>
                  <a:pt x="1243559" y="120666"/>
                </a:cubicBezTo>
                <a:cubicBezTo>
                  <a:pt x="1235144" y="115197"/>
                  <a:pt x="1228740" y="107278"/>
                  <a:pt x="1224348" y="96907"/>
                </a:cubicBezTo>
                <a:cubicBezTo>
                  <a:pt x="1219956" y="86536"/>
                  <a:pt x="1217760" y="75400"/>
                  <a:pt x="1217760" y="63500"/>
                </a:cubicBezTo>
                <a:cubicBezTo>
                  <a:pt x="1217760" y="50522"/>
                  <a:pt x="1220239" y="39202"/>
                  <a:pt x="1225198" y="29540"/>
                </a:cubicBezTo>
                <a:cubicBezTo>
                  <a:pt x="1230157" y="19877"/>
                  <a:pt x="1237212" y="12538"/>
                  <a:pt x="1246364" y="7523"/>
                </a:cubicBezTo>
                <a:cubicBezTo>
                  <a:pt x="1255517" y="2508"/>
                  <a:pt x="1265590" y="0"/>
                  <a:pt x="1276584" y="0"/>
                </a:cubicBezTo>
                <a:cubicBezTo>
                  <a:pt x="1289052" y="0"/>
                  <a:pt x="1299536" y="3174"/>
                  <a:pt x="1308036" y="9521"/>
                </a:cubicBezTo>
                <a:cubicBezTo>
                  <a:pt x="1316537" y="15868"/>
                  <a:pt x="1322459" y="24793"/>
                  <a:pt x="1325803" y="36298"/>
                </a:cubicBezTo>
                <a:lnTo>
                  <a:pt x="1309566" y="40123"/>
                </a:lnTo>
                <a:cubicBezTo>
                  <a:pt x="1306676" y="31025"/>
                  <a:pt x="1302483" y="24402"/>
                  <a:pt x="1296986" y="20253"/>
                </a:cubicBezTo>
                <a:cubicBezTo>
                  <a:pt x="1291489" y="16102"/>
                  <a:pt x="1284575" y="14026"/>
                  <a:pt x="1276244" y="14026"/>
                </a:cubicBezTo>
                <a:cubicBezTo>
                  <a:pt x="1266667" y="14026"/>
                  <a:pt x="1258662" y="16326"/>
                  <a:pt x="1252230" y="20925"/>
                </a:cubicBezTo>
                <a:cubicBezTo>
                  <a:pt x="1245798" y="25522"/>
                  <a:pt x="1241278" y="31696"/>
                  <a:pt x="1238671" y="39445"/>
                </a:cubicBezTo>
                <a:cubicBezTo>
                  <a:pt x="1236065" y="47193"/>
                  <a:pt x="1234761" y="55182"/>
                  <a:pt x="1234761" y="63412"/>
                </a:cubicBezTo>
                <a:cubicBezTo>
                  <a:pt x="1234761" y="74027"/>
                  <a:pt x="1236305" y="83294"/>
                  <a:pt x="1239394" y="91214"/>
                </a:cubicBezTo>
                <a:cubicBezTo>
                  <a:pt x="1242482" y="99134"/>
                  <a:pt x="1247285" y="105053"/>
                  <a:pt x="1253802" y="108970"/>
                </a:cubicBezTo>
                <a:cubicBezTo>
                  <a:pt x="1260320" y="112885"/>
                  <a:pt x="1267375" y="114843"/>
                  <a:pt x="1274969" y="114843"/>
                </a:cubicBezTo>
                <a:cubicBezTo>
                  <a:pt x="1284206" y="114843"/>
                  <a:pt x="1292027" y="112166"/>
                  <a:pt x="1298431" y="106810"/>
                </a:cubicBezTo>
                <a:cubicBezTo>
                  <a:pt x="1304834" y="101455"/>
                  <a:pt x="1309170" y="93507"/>
                  <a:pt x="1311437" y="82966"/>
                </a:cubicBezTo>
                <a:close/>
                <a:moveTo>
                  <a:pt x="1340565" y="81691"/>
                </a:moveTo>
                <a:cubicBezTo>
                  <a:pt x="1340565" y="64973"/>
                  <a:pt x="1345212" y="52590"/>
                  <a:pt x="1354506" y="44543"/>
                </a:cubicBezTo>
                <a:cubicBezTo>
                  <a:pt x="1362269" y="37856"/>
                  <a:pt x="1371733" y="34512"/>
                  <a:pt x="1382898" y="34512"/>
                </a:cubicBezTo>
                <a:cubicBezTo>
                  <a:pt x="1395308" y="34512"/>
                  <a:pt x="1405453" y="38579"/>
                  <a:pt x="1413330" y="46711"/>
                </a:cubicBezTo>
                <a:cubicBezTo>
                  <a:pt x="1421207" y="54843"/>
                  <a:pt x="1425146" y="66078"/>
                  <a:pt x="1425146" y="80416"/>
                </a:cubicBezTo>
                <a:cubicBezTo>
                  <a:pt x="1425146" y="92033"/>
                  <a:pt x="1423403" y="101171"/>
                  <a:pt x="1419918" y="107830"/>
                </a:cubicBezTo>
                <a:cubicBezTo>
                  <a:pt x="1416432" y="114489"/>
                  <a:pt x="1411360" y="119660"/>
                  <a:pt x="1404702" y="123344"/>
                </a:cubicBezTo>
                <a:cubicBezTo>
                  <a:pt x="1398043" y="127027"/>
                  <a:pt x="1390775" y="128869"/>
                  <a:pt x="1382898" y="128869"/>
                </a:cubicBezTo>
                <a:cubicBezTo>
                  <a:pt x="1370260" y="128869"/>
                  <a:pt x="1360045" y="124817"/>
                  <a:pt x="1352253" y="116713"/>
                </a:cubicBezTo>
                <a:cubicBezTo>
                  <a:pt x="1344461" y="108609"/>
                  <a:pt x="1340565" y="96935"/>
                  <a:pt x="1340565" y="81691"/>
                </a:cubicBezTo>
                <a:moveTo>
                  <a:pt x="1356291" y="81648"/>
                </a:moveTo>
                <a:cubicBezTo>
                  <a:pt x="1356291" y="93167"/>
                  <a:pt x="1358813" y="101791"/>
                  <a:pt x="1363856" y="107522"/>
                </a:cubicBezTo>
                <a:cubicBezTo>
                  <a:pt x="1368900" y="113253"/>
                  <a:pt x="1375247" y="116118"/>
                  <a:pt x="1382898" y="116118"/>
                </a:cubicBezTo>
                <a:cubicBezTo>
                  <a:pt x="1390491" y="116118"/>
                  <a:pt x="1396810" y="113239"/>
                  <a:pt x="1401854" y="107480"/>
                </a:cubicBezTo>
                <a:cubicBezTo>
                  <a:pt x="1406898" y="101720"/>
                  <a:pt x="1409419" y="92941"/>
                  <a:pt x="1409419" y="81141"/>
                </a:cubicBezTo>
                <a:cubicBezTo>
                  <a:pt x="1409419" y="70018"/>
                  <a:pt x="1406883" y="61590"/>
                  <a:pt x="1401811" y="55860"/>
                </a:cubicBezTo>
                <a:cubicBezTo>
                  <a:pt x="1396739" y="50129"/>
                  <a:pt x="1390435" y="47263"/>
                  <a:pt x="1382898" y="47263"/>
                </a:cubicBezTo>
                <a:cubicBezTo>
                  <a:pt x="1375247" y="47263"/>
                  <a:pt x="1368900" y="50115"/>
                  <a:pt x="1363856" y="55817"/>
                </a:cubicBezTo>
                <a:cubicBezTo>
                  <a:pt x="1358813" y="61520"/>
                  <a:pt x="1356291" y="70130"/>
                  <a:pt x="1356291" y="81648"/>
                </a:cubicBezTo>
                <a:close/>
                <a:moveTo>
                  <a:pt x="1501625" y="126829"/>
                </a:moveTo>
                <a:lnTo>
                  <a:pt x="1501625" y="115438"/>
                </a:lnTo>
                <a:cubicBezTo>
                  <a:pt x="1495901" y="124392"/>
                  <a:pt x="1487485" y="128869"/>
                  <a:pt x="1476378" y="128869"/>
                </a:cubicBezTo>
                <a:cubicBezTo>
                  <a:pt x="1469181" y="128869"/>
                  <a:pt x="1462564" y="126886"/>
                  <a:pt x="1456529" y="122919"/>
                </a:cubicBezTo>
                <a:cubicBezTo>
                  <a:pt x="1450493" y="118952"/>
                  <a:pt x="1445818" y="113412"/>
                  <a:pt x="1442503" y="106300"/>
                </a:cubicBezTo>
                <a:cubicBezTo>
                  <a:pt x="1439188" y="99188"/>
                  <a:pt x="1437530" y="91013"/>
                  <a:pt x="1437530" y="81776"/>
                </a:cubicBezTo>
                <a:cubicBezTo>
                  <a:pt x="1437530" y="72765"/>
                  <a:pt x="1439032" y="64590"/>
                  <a:pt x="1442035" y="57252"/>
                </a:cubicBezTo>
                <a:cubicBezTo>
                  <a:pt x="1445039" y="49913"/>
                  <a:pt x="1449544" y="44288"/>
                  <a:pt x="1455551" y="40378"/>
                </a:cubicBezTo>
                <a:cubicBezTo>
                  <a:pt x="1461558" y="36468"/>
                  <a:pt x="1468274" y="34512"/>
                  <a:pt x="1475698" y="34512"/>
                </a:cubicBezTo>
                <a:cubicBezTo>
                  <a:pt x="1481138" y="34512"/>
                  <a:pt x="1485984" y="35660"/>
                  <a:pt x="1490234" y="37955"/>
                </a:cubicBezTo>
                <a:cubicBezTo>
                  <a:pt x="1494484" y="40250"/>
                  <a:pt x="1497941" y="43240"/>
                  <a:pt x="1500605" y="46923"/>
                </a:cubicBezTo>
                <a:lnTo>
                  <a:pt x="1500605" y="2210"/>
                </a:lnTo>
                <a:lnTo>
                  <a:pt x="1515821" y="2210"/>
                </a:lnTo>
                <a:lnTo>
                  <a:pt x="1515821" y="126829"/>
                </a:lnTo>
                <a:lnTo>
                  <a:pt x="1501625" y="126829"/>
                </a:lnTo>
                <a:moveTo>
                  <a:pt x="1453256" y="81733"/>
                </a:moveTo>
                <a:cubicBezTo>
                  <a:pt x="1453256" y="93252"/>
                  <a:pt x="1455693" y="101862"/>
                  <a:pt x="1460567" y="107565"/>
                </a:cubicBezTo>
                <a:cubicBezTo>
                  <a:pt x="1465440" y="113267"/>
                  <a:pt x="1471192" y="116118"/>
                  <a:pt x="1477823" y="116118"/>
                </a:cubicBezTo>
                <a:cubicBezTo>
                  <a:pt x="1484510" y="116118"/>
                  <a:pt x="1490191" y="113395"/>
                  <a:pt x="1494867" y="107947"/>
                </a:cubicBezTo>
                <a:cubicBezTo>
                  <a:pt x="1499542" y="102498"/>
                  <a:pt x="1501880" y="94183"/>
                  <a:pt x="1501880" y="83003"/>
                </a:cubicBezTo>
                <a:cubicBezTo>
                  <a:pt x="1501880" y="70695"/>
                  <a:pt x="1499500" y="61661"/>
                  <a:pt x="1494739" y="55902"/>
                </a:cubicBezTo>
                <a:cubicBezTo>
                  <a:pt x="1489979" y="50143"/>
                  <a:pt x="1484113" y="47263"/>
                  <a:pt x="1477143" y="47263"/>
                </a:cubicBezTo>
                <a:cubicBezTo>
                  <a:pt x="1470342" y="47263"/>
                  <a:pt x="1464661" y="50031"/>
                  <a:pt x="1460099" y="55565"/>
                </a:cubicBezTo>
                <a:cubicBezTo>
                  <a:pt x="1455537" y="61097"/>
                  <a:pt x="1453256" y="69820"/>
                  <a:pt x="1453256" y="81733"/>
                </a:cubicBezTo>
                <a:close/>
                <a:moveTo>
                  <a:pt x="1601650" y="97757"/>
                </a:moveTo>
                <a:lnTo>
                  <a:pt x="1617461" y="99712"/>
                </a:lnTo>
                <a:cubicBezTo>
                  <a:pt x="1614967" y="108950"/>
                  <a:pt x="1610349" y="116118"/>
                  <a:pt x="1603605" y="121219"/>
                </a:cubicBezTo>
                <a:cubicBezTo>
                  <a:pt x="1596861" y="126319"/>
                  <a:pt x="1588247" y="128869"/>
                  <a:pt x="1577763" y="128869"/>
                </a:cubicBezTo>
                <a:cubicBezTo>
                  <a:pt x="1564559" y="128869"/>
                  <a:pt x="1554089" y="124803"/>
                  <a:pt x="1546353" y="116671"/>
                </a:cubicBezTo>
                <a:cubicBezTo>
                  <a:pt x="1538618" y="108539"/>
                  <a:pt x="1534750" y="97134"/>
                  <a:pt x="1534750" y="82456"/>
                </a:cubicBezTo>
                <a:cubicBezTo>
                  <a:pt x="1534750" y="67268"/>
                  <a:pt x="1538660" y="55481"/>
                  <a:pt x="1546481" y="47093"/>
                </a:cubicBezTo>
                <a:cubicBezTo>
                  <a:pt x="1554301" y="38706"/>
                  <a:pt x="1564445" y="34512"/>
                  <a:pt x="1576913" y="34512"/>
                </a:cubicBezTo>
                <a:cubicBezTo>
                  <a:pt x="1588984" y="34512"/>
                  <a:pt x="1598844" y="38615"/>
                  <a:pt x="1606495" y="46820"/>
                </a:cubicBezTo>
                <a:cubicBezTo>
                  <a:pt x="1614145" y="55023"/>
                  <a:pt x="1617971" y="66564"/>
                  <a:pt x="1617971" y="81444"/>
                </a:cubicBezTo>
                <a:cubicBezTo>
                  <a:pt x="1617971" y="82349"/>
                  <a:pt x="1617942" y="83706"/>
                  <a:pt x="1617886" y="85516"/>
                </a:cubicBezTo>
                <a:lnTo>
                  <a:pt x="1550561" y="85516"/>
                </a:lnTo>
                <a:cubicBezTo>
                  <a:pt x="1551128" y="95405"/>
                  <a:pt x="1553933" y="102978"/>
                  <a:pt x="1558977" y="108234"/>
                </a:cubicBezTo>
                <a:cubicBezTo>
                  <a:pt x="1564020" y="113490"/>
                  <a:pt x="1570311" y="116118"/>
                  <a:pt x="1577848" y="116118"/>
                </a:cubicBezTo>
                <a:cubicBezTo>
                  <a:pt x="1583458" y="116118"/>
                  <a:pt x="1588247" y="114659"/>
                  <a:pt x="1592214" y="111741"/>
                </a:cubicBezTo>
                <a:cubicBezTo>
                  <a:pt x="1596181" y="108820"/>
                  <a:pt x="1599326" y="104159"/>
                  <a:pt x="1601650" y="97757"/>
                </a:cubicBezTo>
                <a:moveTo>
                  <a:pt x="1551411" y="72765"/>
                </a:moveTo>
                <a:lnTo>
                  <a:pt x="1601820" y="72765"/>
                </a:lnTo>
                <a:cubicBezTo>
                  <a:pt x="1601140" y="65295"/>
                  <a:pt x="1599213" y="59693"/>
                  <a:pt x="1596039" y="55958"/>
                </a:cubicBezTo>
                <a:cubicBezTo>
                  <a:pt x="1591165" y="50162"/>
                  <a:pt x="1584847" y="47263"/>
                  <a:pt x="1577083" y="47263"/>
                </a:cubicBezTo>
                <a:cubicBezTo>
                  <a:pt x="1570056" y="47263"/>
                  <a:pt x="1564148" y="49577"/>
                  <a:pt x="1559359" y="54205"/>
                </a:cubicBezTo>
                <a:cubicBezTo>
                  <a:pt x="1554570" y="58830"/>
                  <a:pt x="1551921" y="65017"/>
                  <a:pt x="1551411" y="72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eddb5d2c24285"/>
          <a:stretch xmlns:a="http://schemas.openxmlformats.org/drawingml/2006/main"/>
        </p:blipFill>
        <p:spPr>
          <a:xfrm xmlns:a="http://schemas.openxmlformats.org/drawingml/2006/main">
            <a:off x="8653009" y="1569233"/>
            <a:ext cx="435231" cy="435231"/>
          </a:xfrm>
          <a:prstGeom xmlns:a="http://schemas.openxmlformats.org/drawingml/2006/main" prst="rect">
            <a:avLst/>
          </a:prstGeom>
        </p:spPr>
      </p:pic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D38A2-7F47-4272-AD25-1D466D64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354" y="1837625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2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39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39"/>
                  <a:pt x="21494" y="229473"/>
                </a:cubicBezTo>
                <a:cubicBezTo>
                  <a:pt x="17228" y="227706"/>
                  <a:pt x="13463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4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0" y="21493"/>
                </a:cubicBezTo>
                <a:cubicBezTo>
                  <a:pt x="4417" y="17228"/>
                  <a:pt x="6933" y="13462"/>
                  <a:pt x="10198" y="10198"/>
                </a:cubicBezTo>
                <a:cubicBezTo>
                  <a:pt x="13463" y="6933"/>
                  <a:pt x="17228" y="4417"/>
                  <a:pt x="21494" y="2650"/>
                </a:cubicBezTo>
                <a:cubicBezTo>
                  <a:pt x="25760" y="884"/>
                  <a:pt x="30201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4912C8-FFE9-424C-AE3D-D832B43C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4354" y="1837625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2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39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60" y="231239"/>
                  <a:pt x="21494" y="229473"/>
                </a:cubicBezTo>
                <a:cubicBezTo>
                  <a:pt x="17228" y="227706"/>
                  <a:pt x="13463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4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4" y="25760"/>
                  <a:pt x="2650" y="21493"/>
                </a:cubicBezTo>
                <a:cubicBezTo>
                  <a:pt x="4417" y="17228"/>
                  <a:pt x="6933" y="13462"/>
                  <a:pt x="10198" y="10198"/>
                </a:cubicBezTo>
                <a:cubicBezTo>
                  <a:pt x="13463" y="6933"/>
                  <a:pt x="17228" y="4417"/>
                  <a:pt x="21494" y="2650"/>
                </a:cubicBezTo>
                <a:cubicBezTo>
                  <a:pt x="25760" y="884"/>
                  <a:pt x="30201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50" name="Text s">
            <a:extLst xmlns:a="http://schemas.openxmlformats.org/drawingml/2006/main">
              <a:ext uri="{FF2B5EF4-FFF2-40B4-BE49-F238E27FC236}">
                <a16:creationId xmlns:a16="http://schemas.microsoft.com/office/drawing/2014/main" id="{FA22BDA0-F740-4C79-AD09-3E67AA1E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661" y="1897640"/>
            <a:ext cx="74975" cy="94357"/>
          </a:xfrm>
          <a:custGeom xmlns:a="http://schemas.openxmlformats.org/drawingml/2006/main">
            <a:pathLst>
              <a:path w="74975" h="94357">
                <a:moveTo>
                  <a:pt x="0" y="65285"/>
                </a:moveTo>
                <a:lnTo>
                  <a:pt x="15131" y="62905"/>
                </a:lnTo>
                <a:cubicBezTo>
                  <a:pt x="15981" y="68942"/>
                  <a:pt x="18347" y="73568"/>
                  <a:pt x="22229" y="76784"/>
                </a:cubicBezTo>
                <a:cubicBezTo>
                  <a:pt x="26111" y="79999"/>
                  <a:pt x="31537" y="81606"/>
                  <a:pt x="38508" y="81606"/>
                </a:cubicBezTo>
                <a:cubicBezTo>
                  <a:pt x="45535" y="81606"/>
                  <a:pt x="50749" y="80186"/>
                  <a:pt x="54149" y="77348"/>
                </a:cubicBezTo>
                <a:cubicBezTo>
                  <a:pt x="57549" y="74507"/>
                  <a:pt x="59249" y="71176"/>
                  <a:pt x="59249" y="67354"/>
                </a:cubicBezTo>
                <a:cubicBezTo>
                  <a:pt x="59249" y="63924"/>
                  <a:pt x="57747" y="61225"/>
                  <a:pt x="54744" y="59257"/>
                </a:cubicBezTo>
                <a:cubicBezTo>
                  <a:pt x="52647" y="57908"/>
                  <a:pt x="47433" y="56193"/>
                  <a:pt x="39103" y="54112"/>
                </a:cubicBezTo>
                <a:cubicBezTo>
                  <a:pt x="27882" y="51276"/>
                  <a:pt x="20104" y="48824"/>
                  <a:pt x="15769" y="46753"/>
                </a:cubicBezTo>
                <a:cubicBezTo>
                  <a:pt x="11433" y="44683"/>
                  <a:pt x="8146" y="41819"/>
                  <a:pt x="5908" y="38160"/>
                </a:cubicBezTo>
                <a:cubicBezTo>
                  <a:pt x="3669" y="34501"/>
                  <a:pt x="2550" y="30460"/>
                  <a:pt x="2550" y="26036"/>
                </a:cubicBezTo>
                <a:cubicBezTo>
                  <a:pt x="2550" y="22009"/>
                  <a:pt x="3471" y="18279"/>
                  <a:pt x="5313" y="14847"/>
                </a:cubicBezTo>
                <a:cubicBezTo>
                  <a:pt x="7155" y="11415"/>
                  <a:pt x="9662" y="8564"/>
                  <a:pt x="12836" y="6296"/>
                </a:cubicBezTo>
                <a:cubicBezTo>
                  <a:pt x="15216" y="4537"/>
                  <a:pt x="18460" y="3049"/>
                  <a:pt x="22569" y="1830"/>
                </a:cubicBezTo>
                <a:cubicBezTo>
                  <a:pt x="26678" y="610"/>
                  <a:pt x="31084" y="0"/>
                  <a:pt x="35788" y="0"/>
                </a:cubicBezTo>
                <a:cubicBezTo>
                  <a:pt x="42871" y="0"/>
                  <a:pt x="49091" y="1027"/>
                  <a:pt x="54446" y="3081"/>
                </a:cubicBezTo>
                <a:cubicBezTo>
                  <a:pt x="59802" y="5134"/>
                  <a:pt x="63755" y="7915"/>
                  <a:pt x="66305" y="11425"/>
                </a:cubicBezTo>
                <a:cubicBezTo>
                  <a:pt x="68855" y="14934"/>
                  <a:pt x="70612" y="19626"/>
                  <a:pt x="71575" y="25502"/>
                </a:cubicBezTo>
                <a:lnTo>
                  <a:pt x="56614" y="27542"/>
                </a:lnTo>
                <a:cubicBezTo>
                  <a:pt x="55934" y="22895"/>
                  <a:pt x="53965" y="19268"/>
                  <a:pt x="50706" y="16661"/>
                </a:cubicBezTo>
                <a:cubicBezTo>
                  <a:pt x="47448" y="14054"/>
                  <a:pt x="42843" y="12751"/>
                  <a:pt x="36893" y="12751"/>
                </a:cubicBezTo>
                <a:cubicBezTo>
                  <a:pt x="29865" y="12751"/>
                  <a:pt x="24850" y="13907"/>
                  <a:pt x="21847" y="16220"/>
                </a:cubicBezTo>
                <a:cubicBezTo>
                  <a:pt x="18843" y="18531"/>
                  <a:pt x="17341" y="21238"/>
                  <a:pt x="17341" y="24341"/>
                </a:cubicBezTo>
                <a:cubicBezTo>
                  <a:pt x="17341" y="26314"/>
                  <a:pt x="17965" y="28090"/>
                  <a:pt x="19211" y="29670"/>
                </a:cubicBezTo>
                <a:cubicBezTo>
                  <a:pt x="20458" y="31304"/>
                  <a:pt x="22413" y="32657"/>
                  <a:pt x="25077" y="33729"/>
                </a:cubicBezTo>
                <a:cubicBezTo>
                  <a:pt x="26607" y="34294"/>
                  <a:pt x="31112" y="35591"/>
                  <a:pt x="38593" y="37621"/>
                </a:cubicBezTo>
                <a:cubicBezTo>
                  <a:pt x="49417" y="40509"/>
                  <a:pt x="56968" y="42873"/>
                  <a:pt x="61247" y="44713"/>
                </a:cubicBezTo>
                <a:cubicBezTo>
                  <a:pt x="65526" y="46553"/>
                  <a:pt x="68883" y="49229"/>
                  <a:pt x="71320" y="52741"/>
                </a:cubicBezTo>
                <a:cubicBezTo>
                  <a:pt x="73757" y="56251"/>
                  <a:pt x="74975" y="60610"/>
                  <a:pt x="74975" y="65819"/>
                </a:cubicBezTo>
                <a:cubicBezTo>
                  <a:pt x="74975" y="70915"/>
                  <a:pt x="73488" y="75715"/>
                  <a:pt x="70513" y="80217"/>
                </a:cubicBezTo>
                <a:cubicBezTo>
                  <a:pt x="67537" y="84717"/>
                  <a:pt x="63245" y="88198"/>
                  <a:pt x="57634" y="90662"/>
                </a:cubicBezTo>
                <a:cubicBezTo>
                  <a:pt x="52024" y="93125"/>
                  <a:pt x="45677" y="94357"/>
                  <a:pt x="38593" y="94357"/>
                </a:cubicBezTo>
                <a:cubicBezTo>
                  <a:pt x="26862" y="94357"/>
                  <a:pt x="17922" y="91913"/>
                  <a:pt x="11773" y="87025"/>
                </a:cubicBezTo>
                <a:cubicBezTo>
                  <a:pt x="5625" y="82137"/>
                  <a:pt x="1700" y="74890"/>
                  <a:pt x="0" y="65285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1">
            <a:extLst xmlns:a="http://schemas.openxmlformats.org/drawingml/2006/main">
              <a:ext uri="{FF2B5EF4-FFF2-40B4-BE49-F238E27FC236}">
                <a16:creationId xmlns:a16="http://schemas.microsoft.com/office/drawing/2014/main" id="{80034276-77D6-4760-A51B-98953BD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148" y="1934872"/>
            <a:ext cx="38253" cy="104274"/>
          </a:xfrm>
          <a:custGeom xmlns:a="http://schemas.openxmlformats.org/drawingml/2006/main">
            <a:pathLst>
              <a:path w="38253" h="104274">
                <a:moveTo>
                  <a:pt x="38253" y="104274"/>
                </a:moveTo>
                <a:lnTo>
                  <a:pt x="25502" y="104274"/>
                </a:lnTo>
                <a:lnTo>
                  <a:pt x="25502" y="23022"/>
                </a:lnTo>
                <a:cubicBezTo>
                  <a:pt x="22432" y="25950"/>
                  <a:pt x="18406" y="28878"/>
                  <a:pt x="13424" y="31806"/>
                </a:cubicBezTo>
                <a:cubicBezTo>
                  <a:pt x="8442" y="34734"/>
                  <a:pt x="3967" y="36930"/>
                  <a:pt x="0" y="38394"/>
                </a:cubicBezTo>
                <a:lnTo>
                  <a:pt x="0" y="26069"/>
                </a:lnTo>
                <a:cubicBezTo>
                  <a:pt x="7131" y="22716"/>
                  <a:pt x="13365" y="18654"/>
                  <a:pt x="18701" y="13884"/>
                </a:cubicBezTo>
                <a:cubicBezTo>
                  <a:pt x="24038" y="9115"/>
                  <a:pt x="27816" y="4486"/>
                  <a:pt x="30035" y="0"/>
                </a:cubicBezTo>
                <a:lnTo>
                  <a:pt x="38253" y="0"/>
                </a:lnTo>
                <a:lnTo>
                  <a:pt x="38253" y="104274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827476c234888"/>
          <a:stretch xmlns:a="http://schemas.openxmlformats.org/drawingml/2006/main"/>
        </p:blipFill>
        <p:spPr>
          <a:xfrm xmlns:a="http://schemas.openxmlformats.org/drawingml/2006/main">
            <a:off x="11525535" y="1569233"/>
            <a:ext cx="435231" cy="435231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524C3-F6C5-4E40-AC11-5E223DC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880" y="1837625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2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0" y="206363"/>
                  <a:pt x="287503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39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59" y="231239"/>
                  <a:pt x="21493" y="229473"/>
                </a:cubicBezTo>
                <a:cubicBezTo>
                  <a:pt x="17227" y="227706"/>
                  <a:pt x="13462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60"/>
                  <a:pt x="2650" y="21493"/>
                </a:cubicBezTo>
                <a:cubicBezTo>
                  <a:pt x="4417" y="17228"/>
                  <a:pt x="6933" y="13462"/>
                  <a:pt x="10198" y="10198"/>
                </a:cubicBezTo>
                <a:cubicBezTo>
                  <a:pt x="13462" y="6933"/>
                  <a:pt x="17228" y="4417"/>
                  <a:pt x="21493" y="2650"/>
                </a:cubicBezTo>
                <a:cubicBezTo>
                  <a:pt x="25759" y="884"/>
                  <a:pt x="30201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38B3C-F7AB-45CB-8D51-03AA77D6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880" y="1837625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4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2"/>
                  <a:pt x="285737" y="17228"/>
                  <a:pt x="287504" y="21494"/>
                </a:cubicBezTo>
                <a:cubicBezTo>
                  <a:pt x="289271" y="25760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0" y="206363"/>
                  <a:pt x="287503" y="210629"/>
                </a:cubicBezTo>
                <a:cubicBezTo>
                  <a:pt x="285737" y="214895"/>
                  <a:pt x="283221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39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59" y="231239"/>
                  <a:pt x="21493" y="229473"/>
                </a:cubicBezTo>
                <a:cubicBezTo>
                  <a:pt x="17227" y="227706"/>
                  <a:pt x="13462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60"/>
                  <a:pt x="2650" y="21493"/>
                </a:cubicBezTo>
                <a:cubicBezTo>
                  <a:pt x="4417" y="17228"/>
                  <a:pt x="6933" y="13462"/>
                  <a:pt x="10198" y="10198"/>
                </a:cubicBezTo>
                <a:cubicBezTo>
                  <a:pt x="13462" y="6933"/>
                  <a:pt x="17228" y="4417"/>
                  <a:pt x="21493" y="2650"/>
                </a:cubicBezTo>
                <a:cubicBezTo>
                  <a:pt x="25759" y="884"/>
                  <a:pt x="30201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55" name="Text s">
            <a:extLst xmlns:a="http://schemas.openxmlformats.org/drawingml/2006/main">
              <a:ext uri="{FF2B5EF4-FFF2-40B4-BE49-F238E27FC236}">
                <a16:creationId xmlns:a16="http://schemas.microsoft.com/office/drawing/2014/main" id="{80CDC0A3-DAF1-46A9-8467-F66BD99C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6187" y="1897640"/>
            <a:ext cx="74975" cy="94357"/>
          </a:xfrm>
          <a:custGeom xmlns:a="http://schemas.openxmlformats.org/drawingml/2006/main">
            <a:pathLst>
              <a:path w="74975" h="94357">
                <a:moveTo>
                  <a:pt x="0" y="65285"/>
                </a:moveTo>
                <a:lnTo>
                  <a:pt x="15131" y="62905"/>
                </a:lnTo>
                <a:cubicBezTo>
                  <a:pt x="15981" y="68942"/>
                  <a:pt x="18347" y="73568"/>
                  <a:pt x="22229" y="76784"/>
                </a:cubicBezTo>
                <a:cubicBezTo>
                  <a:pt x="26111" y="79999"/>
                  <a:pt x="31537" y="81606"/>
                  <a:pt x="38508" y="81606"/>
                </a:cubicBezTo>
                <a:cubicBezTo>
                  <a:pt x="45535" y="81606"/>
                  <a:pt x="50749" y="80186"/>
                  <a:pt x="54149" y="77348"/>
                </a:cubicBezTo>
                <a:cubicBezTo>
                  <a:pt x="57549" y="74507"/>
                  <a:pt x="59249" y="71176"/>
                  <a:pt x="59249" y="67354"/>
                </a:cubicBezTo>
                <a:cubicBezTo>
                  <a:pt x="59249" y="63924"/>
                  <a:pt x="57747" y="61225"/>
                  <a:pt x="54744" y="59257"/>
                </a:cubicBezTo>
                <a:cubicBezTo>
                  <a:pt x="52647" y="57908"/>
                  <a:pt x="47433" y="56193"/>
                  <a:pt x="39103" y="54112"/>
                </a:cubicBezTo>
                <a:cubicBezTo>
                  <a:pt x="27882" y="51276"/>
                  <a:pt x="20104" y="48824"/>
                  <a:pt x="15769" y="46753"/>
                </a:cubicBezTo>
                <a:cubicBezTo>
                  <a:pt x="11433" y="44683"/>
                  <a:pt x="8146" y="41819"/>
                  <a:pt x="5908" y="38160"/>
                </a:cubicBezTo>
                <a:cubicBezTo>
                  <a:pt x="3669" y="34501"/>
                  <a:pt x="2550" y="30460"/>
                  <a:pt x="2550" y="26036"/>
                </a:cubicBezTo>
                <a:cubicBezTo>
                  <a:pt x="2550" y="22009"/>
                  <a:pt x="3471" y="18279"/>
                  <a:pt x="5313" y="14847"/>
                </a:cubicBezTo>
                <a:cubicBezTo>
                  <a:pt x="7155" y="11415"/>
                  <a:pt x="9662" y="8564"/>
                  <a:pt x="12836" y="6296"/>
                </a:cubicBezTo>
                <a:cubicBezTo>
                  <a:pt x="15216" y="4537"/>
                  <a:pt x="18460" y="3049"/>
                  <a:pt x="22569" y="1830"/>
                </a:cubicBezTo>
                <a:cubicBezTo>
                  <a:pt x="26678" y="610"/>
                  <a:pt x="31084" y="0"/>
                  <a:pt x="35788" y="0"/>
                </a:cubicBezTo>
                <a:cubicBezTo>
                  <a:pt x="42871" y="0"/>
                  <a:pt x="49091" y="1027"/>
                  <a:pt x="54446" y="3081"/>
                </a:cubicBezTo>
                <a:cubicBezTo>
                  <a:pt x="59802" y="5134"/>
                  <a:pt x="63755" y="7915"/>
                  <a:pt x="66305" y="11425"/>
                </a:cubicBezTo>
                <a:cubicBezTo>
                  <a:pt x="68855" y="14934"/>
                  <a:pt x="70612" y="19626"/>
                  <a:pt x="71575" y="25502"/>
                </a:cubicBezTo>
                <a:lnTo>
                  <a:pt x="56614" y="27542"/>
                </a:lnTo>
                <a:cubicBezTo>
                  <a:pt x="55934" y="22895"/>
                  <a:pt x="53965" y="19268"/>
                  <a:pt x="50706" y="16661"/>
                </a:cubicBezTo>
                <a:cubicBezTo>
                  <a:pt x="47448" y="14054"/>
                  <a:pt x="42843" y="12751"/>
                  <a:pt x="36893" y="12751"/>
                </a:cubicBezTo>
                <a:cubicBezTo>
                  <a:pt x="29865" y="12751"/>
                  <a:pt x="24850" y="13907"/>
                  <a:pt x="21847" y="16220"/>
                </a:cubicBezTo>
                <a:cubicBezTo>
                  <a:pt x="18843" y="18531"/>
                  <a:pt x="17341" y="21238"/>
                  <a:pt x="17341" y="24341"/>
                </a:cubicBezTo>
                <a:cubicBezTo>
                  <a:pt x="17341" y="26314"/>
                  <a:pt x="17965" y="28090"/>
                  <a:pt x="19211" y="29670"/>
                </a:cubicBezTo>
                <a:cubicBezTo>
                  <a:pt x="20458" y="31304"/>
                  <a:pt x="22413" y="32657"/>
                  <a:pt x="25077" y="33729"/>
                </a:cubicBezTo>
                <a:cubicBezTo>
                  <a:pt x="26607" y="34294"/>
                  <a:pt x="31112" y="35591"/>
                  <a:pt x="38593" y="37621"/>
                </a:cubicBezTo>
                <a:cubicBezTo>
                  <a:pt x="49417" y="40509"/>
                  <a:pt x="56968" y="42873"/>
                  <a:pt x="61247" y="44713"/>
                </a:cubicBezTo>
                <a:cubicBezTo>
                  <a:pt x="65526" y="46553"/>
                  <a:pt x="68883" y="49229"/>
                  <a:pt x="71320" y="52741"/>
                </a:cubicBezTo>
                <a:cubicBezTo>
                  <a:pt x="73757" y="56251"/>
                  <a:pt x="74975" y="60610"/>
                  <a:pt x="74975" y="65819"/>
                </a:cubicBezTo>
                <a:cubicBezTo>
                  <a:pt x="74975" y="70915"/>
                  <a:pt x="73488" y="75715"/>
                  <a:pt x="70513" y="80217"/>
                </a:cubicBezTo>
                <a:cubicBezTo>
                  <a:pt x="67537" y="84717"/>
                  <a:pt x="63245" y="88198"/>
                  <a:pt x="57634" y="90662"/>
                </a:cubicBezTo>
                <a:cubicBezTo>
                  <a:pt x="52024" y="93125"/>
                  <a:pt x="45677" y="94357"/>
                  <a:pt x="38593" y="94357"/>
                </a:cubicBezTo>
                <a:cubicBezTo>
                  <a:pt x="26862" y="94357"/>
                  <a:pt x="17922" y="91913"/>
                  <a:pt x="11773" y="87025"/>
                </a:cubicBezTo>
                <a:cubicBezTo>
                  <a:pt x="5625" y="82137"/>
                  <a:pt x="1700" y="74890"/>
                  <a:pt x="0" y="65285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n">
            <a:extLst xmlns:a="http://schemas.openxmlformats.org/drawingml/2006/main">
              <a:ext uri="{FF2B5EF4-FFF2-40B4-BE49-F238E27FC236}">
                <a16:creationId xmlns:a16="http://schemas.microsoft.com/office/drawing/2014/main" id="{68C6763F-FAEA-4A34-B0BF-52346EB5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441" y="1962216"/>
            <a:ext cx="61134" cy="76931"/>
          </a:xfrm>
          <a:custGeom xmlns:a="http://schemas.openxmlformats.org/drawingml/2006/main">
            <a:pathLst>
              <a:path w="61134" h="76931">
                <a:moveTo>
                  <a:pt x="0" y="76931"/>
                </a:moveTo>
                <a:lnTo>
                  <a:pt x="0" y="1700"/>
                </a:lnTo>
                <a:lnTo>
                  <a:pt x="11476" y="1700"/>
                </a:lnTo>
                <a:lnTo>
                  <a:pt x="11476" y="12326"/>
                </a:lnTo>
                <a:cubicBezTo>
                  <a:pt x="17001" y="4109"/>
                  <a:pt x="24982" y="0"/>
                  <a:pt x="35419" y="0"/>
                </a:cubicBezTo>
                <a:cubicBezTo>
                  <a:pt x="39953" y="0"/>
                  <a:pt x="44121" y="815"/>
                  <a:pt x="47922" y="2444"/>
                </a:cubicBezTo>
                <a:cubicBezTo>
                  <a:pt x="51724" y="4073"/>
                  <a:pt x="54569" y="6210"/>
                  <a:pt x="56458" y="8855"/>
                </a:cubicBezTo>
                <a:cubicBezTo>
                  <a:pt x="58347" y="11499"/>
                  <a:pt x="59670" y="14640"/>
                  <a:pt x="60425" y="18276"/>
                </a:cubicBezTo>
                <a:cubicBezTo>
                  <a:pt x="60897" y="20638"/>
                  <a:pt x="61134" y="24770"/>
                  <a:pt x="61134" y="30673"/>
                </a:cubicBezTo>
                <a:lnTo>
                  <a:pt x="61134" y="76931"/>
                </a:lnTo>
                <a:lnTo>
                  <a:pt x="48383" y="76931"/>
                </a:lnTo>
                <a:lnTo>
                  <a:pt x="48383" y="31120"/>
                </a:lnTo>
                <a:cubicBezTo>
                  <a:pt x="48383" y="25919"/>
                  <a:pt x="47887" y="22031"/>
                  <a:pt x="46895" y="19454"/>
                </a:cubicBezTo>
                <a:cubicBezTo>
                  <a:pt x="45903" y="16877"/>
                  <a:pt x="44144" y="14821"/>
                  <a:pt x="41618" y="13284"/>
                </a:cubicBezTo>
                <a:cubicBezTo>
                  <a:pt x="39091" y="11748"/>
                  <a:pt x="36128" y="10980"/>
                  <a:pt x="32727" y="10980"/>
                </a:cubicBezTo>
                <a:cubicBezTo>
                  <a:pt x="27296" y="10980"/>
                  <a:pt x="22609" y="12706"/>
                  <a:pt x="18666" y="16158"/>
                </a:cubicBezTo>
                <a:cubicBezTo>
                  <a:pt x="14723" y="19608"/>
                  <a:pt x="12751" y="26156"/>
                  <a:pt x="12751" y="35800"/>
                </a:cubicBezTo>
                <a:lnTo>
                  <a:pt x="12751" y="76931"/>
                </a:lnTo>
                <a:lnTo>
                  <a:pt x="0" y="76931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Start">
            <a:extLst xmlns:a="http://schemas.openxmlformats.org/drawingml/2006/main">
              <a:ext uri="{FF2B5EF4-FFF2-40B4-BE49-F238E27FC236}">
                <a16:creationId xmlns:a16="http://schemas.microsoft.com/office/drawing/2014/main" id="{B7683F80-BD09-401B-B049-C27F4154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1858" y="2211312"/>
            <a:ext cx="358559" cy="128869"/>
          </a:xfrm>
          <a:custGeom xmlns:a="http://schemas.openxmlformats.org/drawingml/2006/main">
            <a:pathLst>
              <a:path w="358559" h="128869">
                <a:moveTo>
                  <a:pt x="0" y="86706"/>
                </a:moveTo>
                <a:lnTo>
                  <a:pt x="15556" y="85346"/>
                </a:lnTo>
                <a:cubicBezTo>
                  <a:pt x="16293" y="91580"/>
                  <a:pt x="18007" y="96694"/>
                  <a:pt x="20699" y="100690"/>
                </a:cubicBezTo>
                <a:cubicBezTo>
                  <a:pt x="23391" y="104685"/>
                  <a:pt x="27570" y="107915"/>
                  <a:pt x="33237" y="110380"/>
                </a:cubicBezTo>
                <a:cubicBezTo>
                  <a:pt x="38904" y="112846"/>
                  <a:pt x="45280" y="114078"/>
                  <a:pt x="52364" y="114078"/>
                </a:cubicBezTo>
                <a:cubicBezTo>
                  <a:pt x="58654" y="114078"/>
                  <a:pt x="64208" y="113143"/>
                  <a:pt x="69025" y="111273"/>
                </a:cubicBezTo>
                <a:cubicBezTo>
                  <a:pt x="73842" y="109403"/>
                  <a:pt x="77426" y="106839"/>
                  <a:pt x="79778" y="103580"/>
                </a:cubicBezTo>
                <a:cubicBezTo>
                  <a:pt x="82130" y="100321"/>
                  <a:pt x="83306" y="96765"/>
                  <a:pt x="83306" y="92912"/>
                </a:cubicBezTo>
                <a:cubicBezTo>
                  <a:pt x="83306" y="89001"/>
                  <a:pt x="82173" y="85587"/>
                  <a:pt x="79906" y="82668"/>
                </a:cubicBezTo>
                <a:cubicBezTo>
                  <a:pt x="77639" y="79750"/>
                  <a:pt x="73899" y="77299"/>
                  <a:pt x="68685" y="75315"/>
                </a:cubicBezTo>
                <a:cubicBezTo>
                  <a:pt x="65341" y="74012"/>
                  <a:pt x="57946" y="71986"/>
                  <a:pt x="46498" y="69237"/>
                </a:cubicBezTo>
                <a:cubicBezTo>
                  <a:pt x="35051" y="66489"/>
                  <a:pt x="27032" y="63896"/>
                  <a:pt x="22442" y="61459"/>
                </a:cubicBezTo>
                <a:cubicBezTo>
                  <a:pt x="16491" y="58343"/>
                  <a:pt x="12057" y="54475"/>
                  <a:pt x="9138" y="49856"/>
                </a:cubicBezTo>
                <a:cubicBezTo>
                  <a:pt x="6220" y="45237"/>
                  <a:pt x="4760" y="40066"/>
                  <a:pt x="4760" y="34342"/>
                </a:cubicBezTo>
                <a:cubicBezTo>
                  <a:pt x="4760" y="28052"/>
                  <a:pt x="6545" y="22172"/>
                  <a:pt x="10116" y="16704"/>
                </a:cubicBezTo>
                <a:cubicBezTo>
                  <a:pt x="13686" y="11235"/>
                  <a:pt x="18900" y="7084"/>
                  <a:pt x="25757" y="4250"/>
                </a:cubicBezTo>
                <a:cubicBezTo>
                  <a:pt x="32614" y="1417"/>
                  <a:pt x="40236" y="0"/>
                  <a:pt x="48624" y="0"/>
                </a:cubicBezTo>
                <a:cubicBezTo>
                  <a:pt x="57861" y="0"/>
                  <a:pt x="66007" y="1488"/>
                  <a:pt x="73063" y="4463"/>
                </a:cubicBezTo>
                <a:cubicBezTo>
                  <a:pt x="80118" y="7438"/>
                  <a:pt x="85544" y="11816"/>
                  <a:pt x="89341" y="17596"/>
                </a:cubicBezTo>
                <a:cubicBezTo>
                  <a:pt x="93138" y="23377"/>
                  <a:pt x="95179" y="29922"/>
                  <a:pt x="95462" y="37233"/>
                </a:cubicBezTo>
                <a:lnTo>
                  <a:pt x="79651" y="38423"/>
                </a:lnTo>
                <a:cubicBezTo>
                  <a:pt x="78801" y="30517"/>
                  <a:pt x="75925" y="24546"/>
                  <a:pt x="71023" y="20508"/>
                </a:cubicBezTo>
                <a:cubicBezTo>
                  <a:pt x="66121" y="16470"/>
                  <a:pt x="58881" y="14451"/>
                  <a:pt x="49304" y="14451"/>
                </a:cubicBezTo>
                <a:cubicBezTo>
                  <a:pt x="39330" y="14451"/>
                  <a:pt x="32061" y="16280"/>
                  <a:pt x="27499" y="19939"/>
                </a:cubicBezTo>
                <a:cubicBezTo>
                  <a:pt x="22937" y="23596"/>
                  <a:pt x="20656" y="28005"/>
                  <a:pt x="20656" y="33166"/>
                </a:cubicBezTo>
                <a:cubicBezTo>
                  <a:pt x="20656" y="37646"/>
                  <a:pt x="22272" y="41332"/>
                  <a:pt x="25502" y="44224"/>
                </a:cubicBezTo>
                <a:cubicBezTo>
                  <a:pt x="28675" y="47118"/>
                  <a:pt x="36963" y="50082"/>
                  <a:pt x="50366" y="53116"/>
                </a:cubicBezTo>
                <a:cubicBezTo>
                  <a:pt x="63769" y="56149"/>
                  <a:pt x="72964" y="58800"/>
                  <a:pt x="77951" y="61069"/>
                </a:cubicBezTo>
                <a:cubicBezTo>
                  <a:pt x="85204" y="64414"/>
                  <a:pt x="90560" y="68654"/>
                  <a:pt x="94017" y="73788"/>
                </a:cubicBezTo>
                <a:cubicBezTo>
                  <a:pt x="97474" y="78920"/>
                  <a:pt x="99202" y="84833"/>
                  <a:pt x="99202" y="91525"/>
                </a:cubicBezTo>
                <a:cubicBezTo>
                  <a:pt x="99202" y="98159"/>
                  <a:pt x="97304" y="104411"/>
                  <a:pt x="93507" y="110282"/>
                </a:cubicBezTo>
                <a:cubicBezTo>
                  <a:pt x="89710" y="116151"/>
                  <a:pt x="84255" y="120717"/>
                  <a:pt x="77143" y="123979"/>
                </a:cubicBezTo>
                <a:cubicBezTo>
                  <a:pt x="70031" y="127239"/>
                  <a:pt x="62026" y="128869"/>
                  <a:pt x="53129" y="128869"/>
                </a:cubicBezTo>
                <a:cubicBezTo>
                  <a:pt x="41851" y="128869"/>
                  <a:pt x="32401" y="127226"/>
                  <a:pt x="24779" y="123939"/>
                </a:cubicBezTo>
                <a:cubicBezTo>
                  <a:pt x="17157" y="120652"/>
                  <a:pt x="11178" y="115707"/>
                  <a:pt x="6843" y="109105"/>
                </a:cubicBezTo>
                <a:cubicBezTo>
                  <a:pt x="2508" y="102503"/>
                  <a:pt x="227" y="95037"/>
                  <a:pt x="0" y="86706"/>
                </a:cubicBezTo>
                <a:close/>
                <a:moveTo>
                  <a:pt x="153183" y="113313"/>
                </a:moveTo>
                <a:lnTo>
                  <a:pt x="155393" y="126829"/>
                </a:lnTo>
                <a:cubicBezTo>
                  <a:pt x="151086" y="127623"/>
                  <a:pt x="147232" y="128019"/>
                  <a:pt x="143832" y="128019"/>
                </a:cubicBezTo>
                <a:cubicBezTo>
                  <a:pt x="138278" y="128019"/>
                  <a:pt x="133971" y="127141"/>
                  <a:pt x="130911" y="125384"/>
                </a:cubicBezTo>
                <a:cubicBezTo>
                  <a:pt x="127851" y="123627"/>
                  <a:pt x="125697" y="121318"/>
                  <a:pt x="124451" y="118456"/>
                </a:cubicBezTo>
                <a:cubicBezTo>
                  <a:pt x="123204" y="115594"/>
                  <a:pt x="122580" y="109573"/>
                  <a:pt x="122580" y="100392"/>
                </a:cubicBezTo>
                <a:lnTo>
                  <a:pt x="122580" y="48453"/>
                </a:lnTo>
                <a:lnTo>
                  <a:pt x="111360" y="48453"/>
                </a:lnTo>
                <a:lnTo>
                  <a:pt x="111360" y="36553"/>
                </a:lnTo>
                <a:lnTo>
                  <a:pt x="122580" y="36553"/>
                </a:lnTo>
                <a:lnTo>
                  <a:pt x="122580" y="14135"/>
                </a:lnTo>
                <a:lnTo>
                  <a:pt x="137797" y="4930"/>
                </a:lnTo>
                <a:lnTo>
                  <a:pt x="137797" y="36553"/>
                </a:lnTo>
                <a:lnTo>
                  <a:pt x="153183" y="36553"/>
                </a:lnTo>
                <a:lnTo>
                  <a:pt x="153183" y="48453"/>
                </a:lnTo>
                <a:lnTo>
                  <a:pt x="137797" y="48453"/>
                </a:lnTo>
                <a:lnTo>
                  <a:pt x="137797" y="101242"/>
                </a:lnTo>
                <a:cubicBezTo>
                  <a:pt x="137797" y="105606"/>
                  <a:pt x="138066" y="108411"/>
                  <a:pt x="138604" y="109658"/>
                </a:cubicBezTo>
                <a:cubicBezTo>
                  <a:pt x="139142" y="110905"/>
                  <a:pt x="140021" y="111896"/>
                  <a:pt x="141239" y="112633"/>
                </a:cubicBezTo>
                <a:cubicBezTo>
                  <a:pt x="142458" y="113370"/>
                  <a:pt x="144200" y="113738"/>
                  <a:pt x="146467" y="113738"/>
                </a:cubicBezTo>
                <a:cubicBezTo>
                  <a:pt x="148167" y="113738"/>
                  <a:pt x="150406" y="113597"/>
                  <a:pt x="153183" y="113313"/>
                </a:cubicBezTo>
                <a:close/>
                <a:moveTo>
                  <a:pt x="227082" y="115683"/>
                </a:moveTo>
                <a:cubicBezTo>
                  <a:pt x="221415" y="120503"/>
                  <a:pt x="215960" y="123906"/>
                  <a:pt x="210718" y="125891"/>
                </a:cubicBezTo>
                <a:cubicBezTo>
                  <a:pt x="205476" y="127877"/>
                  <a:pt x="199851" y="128869"/>
                  <a:pt x="193844" y="128869"/>
                </a:cubicBezTo>
                <a:cubicBezTo>
                  <a:pt x="183927" y="128869"/>
                  <a:pt x="176305" y="126445"/>
                  <a:pt x="170978" y="121596"/>
                </a:cubicBezTo>
                <a:cubicBezTo>
                  <a:pt x="165651" y="116747"/>
                  <a:pt x="162987" y="110551"/>
                  <a:pt x="162987" y="103009"/>
                </a:cubicBezTo>
                <a:cubicBezTo>
                  <a:pt x="162987" y="98587"/>
                  <a:pt x="163993" y="94547"/>
                  <a:pt x="166005" y="90890"/>
                </a:cubicBezTo>
                <a:cubicBezTo>
                  <a:pt x="168017" y="87231"/>
                  <a:pt x="170652" y="84296"/>
                  <a:pt x="173910" y="82084"/>
                </a:cubicBezTo>
                <a:cubicBezTo>
                  <a:pt x="177169" y="79872"/>
                  <a:pt x="180838" y="78199"/>
                  <a:pt x="184919" y="77066"/>
                </a:cubicBezTo>
                <a:cubicBezTo>
                  <a:pt x="187922" y="76271"/>
                  <a:pt x="192456" y="75505"/>
                  <a:pt x="198520" y="74768"/>
                </a:cubicBezTo>
                <a:cubicBezTo>
                  <a:pt x="210874" y="73305"/>
                  <a:pt x="219969" y="71561"/>
                  <a:pt x="225807" y="69535"/>
                </a:cubicBezTo>
                <a:cubicBezTo>
                  <a:pt x="225863" y="67447"/>
                  <a:pt x="225892" y="66121"/>
                  <a:pt x="225892" y="65556"/>
                </a:cubicBezTo>
                <a:cubicBezTo>
                  <a:pt x="225892" y="59345"/>
                  <a:pt x="224446" y="54970"/>
                  <a:pt x="221556" y="52430"/>
                </a:cubicBezTo>
                <a:cubicBezTo>
                  <a:pt x="217646" y="48986"/>
                  <a:pt x="211837" y="47263"/>
                  <a:pt x="204130" y="47263"/>
                </a:cubicBezTo>
                <a:cubicBezTo>
                  <a:pt x="196933" y="47263"/>
                  <a:pt x="191620" y="48524"/>
                  <a:pt x="188191" y="51046"/>
                </a:cubicBezTo>
                <a:cubicBezTo>
                  <a:pt x="184763" y="53568"/>
                  <a:pt x="182227" y="58031"/>
                  <a:pt x="180583" y="64435"/>
                </a:cubicBezTo>
                <a:lnTo>
                  <a:pt x="165622" y="62394"/>
                </a:lnTo>
                <a:cubicBezTo>
                  <a:pt x="166982" y="55971"/>
                  <a:pt x="169221" y="50784"/>
                  <a:pt x="172338" y="46833"/>
                </a:cubicBezTo>
                <a:cubicBezTo>
                  <a:pt x="175455" y="42882"/>
                  <a:pt x="179960" y="39841"/>
                  <a:pt x="185854" y="37711"/>
                </a:cubicBezTo>
                <a:cubicBezTo>
                  <a:pt x="191747" y="35579"/>
                  <a:pt x="198576" y="34512"/>
                  <a:pt x="206340" y="34512"/>
                </a:cubicBezTo>
                <a:cubicBezTo>
                  <a:pt x="214047" y="34512"/>
                  <a:pt x="220309" y="35419"/>
                  <a:pt x="225126" y="37233"/>
                </a:cubicBezTo>
                <a:cubicBezTo>
                  <a:pt x="229944" y="39046"/>
                  <a:pt x="233485" y="41327"/>
                  <a:pt x="235752" y="44076"/>
                </a:cubicBezTo>
                <a:cubicBezTo>
                  <a:pt x="238019" y="46824"/>
                  <a:pt x="239606" y="50295"/>
                  <a:pt x="240513" y="54489"/>
                </a:cubicBezTo>
                <a:cubicBezTo>
                  <a:pt x="241023" y="57096"/>
                  <a:pt x="241278" y="61799"/>
                  <a:pt x="241278" y="68600"/>
                </a:cubicBezTo>
                <a:lnTo>
                  <a:pt x="241278" y="89001"/>
                </a:lnTo>
                <a:cubicBezTo>
                  <a:pt x="241278" y="103226"/>
                  <a:pt x="241604" y="112222"/>
                  <a:pt x="242255" y="115991"/>
                </a:cubicBezTo>
                <a:cubicBezTo>
                  <a:pt x="242907" y="119759"/>
                  <a:pt x="244196" y="123372"/>
                  <a:pt x="246123" y="126829"/>
                </a:cubicBezTo>
                <a:lnTo>
                  <a:pt x="230142" y="126829"/>
                </a:lnTo>
                <a:cubicBezTo>
                  <a:pt x="228555" y="123652"/>
                  <a:pt x="227535" y="119937"/>
                  <a:pt x="227082" y="115683"/>
                </a:cubicBezTo>
                <a:moveTo>
                  <a:pt x="225807" y="81436"/>
                </a:moveTo>
                <a:cubicBezTo>
                  <a:pt x="220253" y="83722"/>
                  <a:pt x="211922" y="85665"/>
                  <a:pt x="200815" y="87264"/>
                </a:cubicBezTo>
                <a:cubicBezTo>
                  <a:pt x="194524" y="88174"/>
                  <a:pt x="190076" y="89199"/>
                  <a:pt x="187469" y="90338"/>
                </a:cubicBezTo>
                <a:cubicBezTo>
                  <a:pt x="184862" y="91475"/>
                  <a:pt x="182850" y="93139"/>
                  <a:pt x="181433" y="95332"/>
                </a:cubicBezTo>
                <a:cubicBezTo>
                  <a:pt x="180017" y="97522"/>
                  <a:pt x="179308" y="99955"/>
                  <a:pt x="179308" y="102629"/>
                </a:cubicBezTo>
                <a:cubicBezTo>
                  <a:pt x="179308" y="106725"/>
                  <a:pt x="180852" y="110140"/>
                  <a:pt x="183941" y="112872"/>
                </a:cubicBezTo>
                <a:cubicBezTo>
                  <a:pt x="187030" y="115603"/>
                  <a:pt x="191549" y="116968"/>
                  <a:pt x="197500" y="116968"/>
                </a:cubicBezTo>
                <a:cubicBezTo>
                  <a:pt x="203393" y="116968"/>
                  <a:pt x="208635" y="115673"/>
                  <a:pt x="213226" y="113082"/>
                </a:cubicBezTo>
                <a:cubicBezTo>
                  <a:pt x="217816" y="110491"/>
                  <a:pt x="221188" y="106947"/>
                  <a:pt x="223341" y="102448"/>
                </a:cubicBezTo>
                <a:cubicBezTo>
                  <a:pt x="224985" y="98974"/>
                  <a:pt x="225807" y="93849"/>
                  <a:pt x="225807" y="87073"/>
                </a:cubicBezTo>
                <a:lnTo>
                  <a:pt x="225807" y="81436"/>
                </a:lnTo>
                <a:close/>
                <a:moveTo>
                  <a:pt x="264798" y="126829"/>
                </a:moveTo>
                <a:lnTo>
                  <a:pt x="264798" y="36553"/>
                </a:lnTo>
                <a:lnTo>
                  <a:pt x="278569" y="36553"/>
                </a:lnTo>
                <a:lnTo>
                  <a:pt x="278569" y="50154"/>
                </a:lnTo>
                <a:cubicBezTo>
                  <a:pt x="282082" y="43785"/>
                  <a:pt x="285327" y="39586"/>
                  <a:pt x="288302" y="37557"/>
                </a:cubicBezTo>
                <a:cubicBezTo>
                  <a:pt x="291277" y="35527"/>
                  <a:pt x="294550" y="34512"/>
                  <a:pt x="298120" y="34512"/>
                </a:cubicBezTo>
                <a:cubicBezTo>
                  <a:pt x="303277" y="34512"/>
                  <a:pt x="308519" y="36149"/>
                  <a:pt x="313846" y="39422"/>
                </a:cubicBezTo>
                <a:lnTo>
                  <a:pt x="308576" y="53554"/>
                </a:lnTo>
                <a:cubicBezTo>
                  <a:pt x="304836" y="51344"/>
                  <a:pt x="301096" y="50239"/>
                  <a:pt x="297355" y="50239"/>
                </a:cubicBezTo>
                <a:cubicBezTo>
                  <a:pt x="294012" y="50239"/>
                  <a:pt x="291008" y="51246"/>
                  <a:pt x="288345" y="53262"/>
                </a:cubicBezTo>
                <a:cubicBezTo>
                  <a:pt x="285681" y="55275"/>
                  <a:pt x="283783" y="58069"/>
                  <a:pt x="282649" y="61643"/>
                </a:cubicBezTo>
                <a:cubicBezTo>
                  <a:pt x="280949" y="67088"/>
                  <a:pt x="280099" y="73045"/>
                  <a:pt x="280099" y="79513"/>
                </a:cubicBezTo>
                <a:lnTo>
                  <a:pt x="280099" y="126829"/>
                </a:lnTo>
                <a:lnTo>
                  <a:pt x="264798" y="126829"/>
                </a:lnTo>
                <a:close/>
                <a:moveTo>
                  <a:pt x="356349" y="113313"/>
                </a:moveTo>
                <a:lnTo>
                  <a:pt x="358559" y="126829"/>
                </a:lnTo>
                <a:cubicBezTo>
                  <a:pt x="354252" y="127623"/>
                  <a:pt x="350398" y="128019"/>
                  <a:pt x="346998" y="128019"/>
                </a:cubicBezTo>
                <a:cubicBezTo>
                  <a:pt x="341444" y="128019"/>
                  <a:pt x="337137" y="127141"/>
                  <a:pt x="334077" y="125384"/>
                </a:cubicBezTo>
                <a:cubicBezTo>
                  <a:pt x="331017" y="123627"/>
                  <a:pt x="328863" y="121318"/>
                  <a:pt x="327617" y="118456"/>
                </a:cubicBezTo>
                <a:cubicBezTo>
                  <a:pt x="326370" y="115594"/>
                  <a:pt x="325746" y="109573"/>
                  <a:pt x="325746" y="100392"/>
                </a:cubicBezTo>
                <a:lnTo>
                  <a:pt x="325746" y="48453"/>
                </a:lnTo>
                <a:lnTo>
                  <a:pt x="314526" y="48453"/>
                </a:lnTo>
                <a:lnTo>
                  <a:pt x="314526" y="36553"/>
                </a:lnTo>
                <a:lnTo>
                  <a:pt x="325746" y="36553"/>
                </a:lnTo>
                <a:lnTo>
                  <a:pt x="325746" y="14135"/>
                </a:lnTo>
                <a:lnTo>
                  <a:pt x="340962" y="4930"/>
                </a:lnTo>
                <a:lnTo>
                  <a:pt x="340962" y="36553"/>
                </a:lnTo>
                <a:lnTo>
                  <a:pt x="356349" y="36553"/>
                </a:lnTo>
                <a:lnTo>
                  <a:pt x="356349" y="48453"/>
                </a:lnTo>
                <a:lnTo>
                  <a:pt x="340962" y="48453"/>
                </a:lnTo>
                <a:lnTo>
                  <a:pt x="340962" y="101242"/>
                </a:lnTo>
                <a:cubicBezTo>
                  <a:pt x="340962" y="105606"/>
                  <a:pt x="341232" y="108411"/>
                  <a:pt x="341770" y="109658"/>
                </a:cubicBezTo>
                <a:cubicBezTo>
                  <a:pt x="342308" y="110905"/>
                  <a:pt x="343187" y="111896"/>
                  <a:pt x="344405" y="112633"/>
                </a:cubicBezTo>
                <a:cubicBezTo>
                  <a:pt x="345624" y="113370"/>
                  <a:pt x="347366" y="113738"/>
                  <a:pt x="349633" y="113738"/>
                </a:cubicBezTo>
                <a:cubicBezTo>
                  <a:pt x="351333" y="113738"/>
                  <a:pt x="353572" y="113597"/>
                  <a:pt x="356349" y="113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T">
            <a:extLst xmlns:a="http://schemas.openxmlformats.org/drawingml/2006/main">
              <a:ext uri="{FF2B5EF4-FFF2-40B4-BE49-F238E27FC236}">
                <a16:creationId xmlns:a16="http://schemas.microsoft.com/office/drawing/2014/main" id="{B521D5B8-EAEF-421F-9A94-015740F7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801" y="2431138"/>
            <a:ext cx="98777" cy="124619"/>
          </a:xfrm>
          <a:custGeom xmlns:a="http://schemas.openxmlformats.org/drawingml/2006/main">
            <a:pathLst>
              <a:path w="98777" h="124619">
                <a:moveTo>
                  <a:pt x="41058" y="124619"/>
                </a:moveTo>
                <a:lnTo>
                  <a:pt x="41058" y="14706"/>
                </a:lnTo>
                <a:lnTo>
                  <a:pt x="0" y="14706"/>
                </a:lnTo>
                <a:lnTo>
                  <a:pt x="0" y="0"/>
                </a:lnTo>
                <a:lnTo>
                  <a:pt x="98777" y="0"/>
                </a:lnTo>
                <a:lnTo>
                  <a:pt x="98777" y="14706"/>
                </a:lnTo>
                <a:lnTo>
                  <a:pt x="57549" y="14706"/>
                </a:lnTo>
                <a:lnTo>
                  <a:pt x="57549" y="124619"/>
                </a:lnTo>
                <a:lnTo>
                  <a:pt x="41058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askDB">
            <a:extLst xmlns:a="http://schemas.openxmlformats.org/drawingml/2006/main">
              <a:ext uri="{FF2B5EF4-FFF2-40B4-BE49-F238E27FC236}">
                <a16:creationId xmlns:a16="http://schemas.microsoft.com/office/drawing/2014/main" id="{863FD139-E211-4B0A-91AA-2123C1E0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058" y="2431138"/>
            <a:ext cx="545543" cy="126659"/>
          </a:xfrm>
          <a:custGeom xmlns:a="http://schemas.openxmlformats.org/drawingml/2006/main">
            <a:pathLst>
              <a:path w="545543" h="126659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95860" y="97587"/>
                </a:moveTo>
                <a:lnTo>
                  <a:pt x="110992" y="95207"/>
                </a:lnTo>
                <a:cubicBezTo>
                  <a:pt x="111842" y="101244"/>
                  <a:pt x="114208" y="105871"/>
                  <a:pt x="118090" y="109087"/>
                </a:cubicBezTo>
                <a:cubicBezTo>
                  <a:pt x="121972" y="112301"/>
                  <a:pt x="127398" y="113908"/>
                  <a:pt x="134368" y="113908"/>
                </a:cubicBezTo>
                <a:cubicBezTo>
                  <a:pt x="141395" y="113908"/>
                  <a:pt x="146609" y="112489"/>
                  <a:pt x="150009" y="109650"/>
                </a:cubicBezTo>
                <a:cubicBezTo>
                  <a:pt x="153410" y="106809"/>
                  <a:pt x="155110" y="103478"/>
                  <a:pt x="155110" y="99656"/>
                </a:cubicBezTo>
                <a:cubicBezTo>
                  <a:pt x="155110" y="96226"/>
                  <a:pt x="153608" y="93527"/>
                  <a:pt x="150604" y="91560"/>
                </a:cubicBezTo>
                <a:cubicBezTo>
                  <a:pt x="148508" y="90210"/>
                  <a:pt x="143294" y="88495"/>
                  <a:pt x="134963" y="86414"/>
                </a:cubicBezTo>
                <a:cubicBezTo>
                  <a:pt x="123742" y="83579"/>
                  <a:pt x="115964" y="81126"/>
                  <a:pt x="111629" y="79056"/>
                </a:cubicBezTo>
                <a:cubicBezTo>
                  <a:pt x="107294" y="76985"/>
                  <a:pt x="104007" y="74121"/>
                  <a:pt x="101768" y="70462"/>
                </a:cubicBezTo>
                <a:cubicBezTo>
                  <a:pt x="99530" y="66803"/>
                  <a:pt x="98411" y="62762"/>
                  <a:pt x="98411" y="58338"/>
                </a:cubicBezTo>
                <a:cubicBezTo>
                  <a:pt x="98411" y="54311"/>
                  <a:pt x="99332" y="50581"/>
                  <a:pt x="101173" y="47149"/>
                </a:cubicBezTo>
                <a:cubicBezTo>
                  <a:pt x="103015" y="43717"/>
                  <a:pt x="105523" y="40867"/>
                  <a:pt x="108696" y="38598"/>
                </a:cubicBezTo>
                <a:cubicBezTo>
                  <a:pt x="111077" y="36840"/>
                  <a:pt x="114321" y="35351"/>
                  <a:pt x="118430" y="34133"/>
                </a:cubicBezTo>
                <a:cubicBezTo>
                  <a:pt x="122538" y="32912"/>
                  <a:pt x="126944" y="32302"/>
                  <a:pt x="131648" y="32302"/>
                </a:cubicBezTo>
                <a:cubicBezTo>
                  <a:pt x="138732" y="32302"/>
                  <a:pt x="144951" y="33329"/>
                  <a:pt x="150307" y="35384"/>
                </a:cubicBezTo>
                <a:cubicBezTo>
                  <a:pt x="155662" y="37436"/>
                  <a:pt x="159615" y="40218"/>
                  <a:pt x="162165" y="43728"/>
                </a:cubicBezTo>
                <a:cubicBezTo>
                  <a:pt x="164715" y="47236"/>
                  <a:pt x="166472" y="51928"/>
                  <a:pt x="167436" y="57804"/>
                </a:cubicBezTo>
                <a:lnTo>
                  <a:pt x="152475" y="59844"/>
                </a:lnTo>
                <a:cubicBezTo>
                  <a:pt x="151794" y="55197"/>
                  <a:pt x="149825" y="51570"/>
                  <a:pt x="146567" y="48964"/>
                </a:cubicBezTo>
                <a:cubicBezTo>
                  <a:pt x="143308" y="46357"/>
                  <a:pt x="138704" y="45053"/>
                  <a:pt x="132753" y="45053"/>
                </a:cubicBezTo>
                <a:cubicBezTo>
                  <a:pt x="125726" y="45053"/>
                  <a:pt x="120711" y="46210"/>
                  <a:pt x="117707" y="48523"/>
                </a:cubicBezTo>
                <a:cubicBezTo>
                  <a:pt x="114703" y="50834"/>
                  <a:pt x="113202" y="53541"/>
                  <a:pt x="113202" y="56643"/>
                </a:cubicBezTo>
                <a:cubicBezTo>
                  <a:pt x="113202" y="58616"/>
                  <a:pt x="113825" y="60392"/>
                  <a:pt x="115072" y="61972"/>
                </a:cubicBezTo>
                <a:cubicBezTo>
                  <a:pt x="116319" y="63607"/>
                  <a:pt x="118274" y="64960"/>
                  <a:pt x="120937" y="66031"/>
                </a:cubicBezTo>
                <a:cubicBezTo>
                  <a:pt x="122467" y="66596"/>
                  <a:pt x="126973" y="67893"/>
                  <a:pt x="134453" y="69923"/>
                </a:cubicBezTo>
                <a:cubicBezTo>
                  <a:pt x="145277" y="72811"/>
                  <a:pt x="152829" y="75176"/>
                  <a:pt x="157107" y="77016"/>
                </a:cubicBezTo>
                <a:cubicBezTo>
                  <a:pt x="161386" y="78856"/>
                  <a:pt x="164744" y="81531"/>
                  <a:pt x="167181" y="85043"/>
                </a:cubicBezTo>
                <a:cubicBezTo>
                  <a:pt x="169617" y="88553"/>
                  <a:pt x="170836" y="92913"/>
                  <a:pt x="170836" y="98121"/>
                </a:cubicBezTo>
                <a:cubicBezTo>
                  <a:pt x="170836" y="103218"/>
                  <a:pt x="169348" y="108017"/>
                  <a:pt x="166373" y="112519"/>
                </a:cubicBezTo>
                <a:cubicBezTo>
                  <a:pt x="163398" y="117019"/>
                  <a:pt x="159105" y="120501"/>
                  <a:pt x="153495" y="122964"/>
                </a:cubicBezTo>
                <a:cubicBezTo>
                  <a:pt x="147884" y="125427"/>
                  <a:pt x="141537" y="126659"/>
                  <a:pt x="134453" y="126659"/>
                </a:cubicBezTo>
                <a:cubicBezTo>
                  <a:pt x="122722" y="126659"/>
                  <a:pt x="113783" y="124215"/>
                  <a:pt x="107634" y="119327"/>
                </a:cubicBezTo>
                <a:cubicBezTo>
                  <a:pt x="101485" y="114439"/>
                  <a:pt x="97561" y="107193"/>
                  <a:pt x="95860" y="97587"/>
                </a:cubicBezTo>
                <a:close/>
                <a:moveTo>
                  <a:pt x="189112" y="124619"/>
                </a:moveTo>
                <a:lnTo>
                  <a:pt x="189112" y="0"/>
                </a:lnTo>
                <a:lnTo>
                  <a:pt x="204413" y="0"/>
                </a:lnTo>
                <a:lnTo>
                  <a:pt x="204413" y="71065"/>
                </a:lnTo>
                <a:lnTo>
                  <a:pt x="240626" y="34342"/>
                </a:lnTo>
                <a:lnTo>
                  <a:pt x="260432" y="34342"/>
                </a:lnTo>
                <a:lnTo>
                  <a:pt x="225920" y="67835"/>
                </a:lnTo>
                <a:lnTo>
                  <a:pt x="263917" y="124619"/>
                </a:lnTo>
                <a:lnTo>
                  <a:pt x="245046" y="124619"/>
                </a:lnTo>
                <a:lnTo>
                  <a:pt x="215209" y="78461"/>
                </a:lnTo>
                <a:lnTo>
                  <a:pt x="204413" y="88831"/>
                </a:lnTo>
                <a:lnTo>
                  <a:pt x="204413" y="124619"/>
                </a:lnTo>
                <a:lnTo>
                  <a:pt x="189112" y="124619"/>
                </a:lnTo>
                <a:close/>
                <a:moveTo>
                  <a:pt x="326426" y="124619"/>
                </a:moveTo>
                <a:lnTo>
                  <a:pt x="326426" y="0"/>
                </a:lnTo>
                <a:lnTo>
                  <a:pt x="369354" y="0"/>
                </a:lnTo>
                <a:cubicBezTo>
                  <a:pt x="379044" y="0"/>
                  <a:pt x="386440" y="595"/>
                  <a:pt x="391540" y="1785"/>
                </a:cubicBezTo>
                <a:cubicBezTo>
                  <a:pt x="398681" y="3429"/>
                  <a:pt x="404773" y="6404"/>
                  <a:pt x="409817" y="10711"/>
                </a:cubicBezTo>
                <a:cubicBezTo>
                  <a:pt x="416390" y="16265"/>
                  <a:pt x="421307" y="23363"/>
                  <a:pt x="424565" y="32005"/>
                </a:cubicBezTo>
                <a:cubicBezTo>
                  <a:pt x="427824" y="40647"/>
                  <a:pt x="429453" y="50522"/>
                  <a:pt x="429453" y="61629"/>
                </a:cubicBezTo>
                <a:cubicBezTo>
                  <a:pt x="429453" y="71093"/>
                  <a:pt x="428348" y="79481"/>
                  <a:pt x="426138" y="86791"/>
                </a:cubicBezTo>
                <a:cubicBezTo>
                  <a:pt x="423928" y="94102"/>
                  <a:pt x="421094" y="100151"/>
                  <a:pt x="417637" y="104940"/>
                </a:cubicBezTo>
                <a:cubicBezTo>
                  <a:pt x="414180" y="109729"/>
                  <a:pt x="410397" y="113497"/>
                  <a:pt x="406289" y="116246"/>
                </a:cubicBezTo>
                <a:cubicBezTo>
                  <a:pt x="402180" y="118994"/>
                  <a:pt x="397221" y="121077"/>
                  <a:pt x="391413" y="122494"/>
                </a:cubicBezTo>
                <a:cubicBezTo>
                  <a:pt x="385604" y="123911"/>
                  <a:pt x="378931" y="124619"/>
                  <a:pt x="371394" y="124619"/>
                </a:cubicBezTo>
                <a:lnTo>
                  <a:pt x="326426" y="124619"/>
                </a:lnTo>
                <a:moveTo>
                  <a:pt x="342917" y="109913"/>
                </a:moveTo>
                <a:lnTo>
                  <a:pt x="369524" y="109913"/>
                </a:lnTo>
                <a:cubicBezTo>
                  <a:pt x="377741" y="109913"/>
                  <a:pt x="384187" y="109148"/>
                  <a:pt x="388863" y="107618"/>
                </a:cubicBezTo>
                <a:cubicBezTo>
                  <a:pt x="393538" y="106088"/>
                  <a:pt x="397264" y="103934"/>
                  <a:pt x="400041" y="101157"/>
                </a:cubicBezTo>
                <a:cubicBezTo>
                  <a:pt x="403951" y="97247"/>
                  <a:pt x="406997" y="91991"/>
                  <a:pt x="409179" y="85389"/>
                </a:cubicBezTo>
                <a:cubicBezTo>
                  <a:pt x="411361" y="78786"/>
                  <a:pt x="412452" y="70782"/>
                  <a:pt x="412452" y="61374"/>
                </a:cubicBezTo>
                <a:cubicBezTo>
                  <a:pt x="412452" y="48340"/>
                  <a:pt x="410312" y="38324"/>
                  <a:pt x="406034" y="31325"/>
                </a:cubicBezTo>
                <a:cubicBezTo>
                  <a:pt x="401755" y="24326"/>
                  <a:pt x="396556" y="19636"/>
                  <a:pt x="390435" y="17256"/>
                </a:cubicBezTo>
                <a:cubicBezTo>
                  <a:pt x="386015" y="15556"/>
                  <a:pt x="378903" y="14706"/>
                  <a:pt x="369099" y="14706"/>
                </a:cubicBezTo>
                <a:lnTo>
                  <a:pt x="342917" y="14706"/>
                </a:lnTo>
                <a:lnTo>
                  <a:pt x="342917" y="109913"/>
                </a:lnTo>
                <a:close/>
                <a:moveTo>
                  <a:pt x="451442" y="124619"/>
                </a:moveTo>
                <a:lnTo>
                  <a:pt x="451442" y="0"/>
                </a:lnTo>
                <a:lnTo>
                  <a:pt x="498195" y="0"/>
                </a:lnTo>
                <a:cubicBezTo>
                  <a:pt x="507716" y="0"/>
                  <a:pt x="515352" y="1261"/>
                  <a:pt x="521104" y="3783"/>
                </a:cubicBezTo>
                <a:cubicBezTo>
                  <a:pt x="526856" y="6305"/>
                  <a:pt x="531361" y="10187"/>
                  <a:pt x="534620" y="15429"/>
                </a:cubicBezTo>
                <a:cubicBezTo>
                  <a:pt x="537879" y="20671"/>
                  <a:pt x="539508" y="26154"/>
                  <a:pt x="539508" y="31877"/>
                </a:cubicBezTo>
                <a:cubicBezTo>
                  <a:pt x="539508" y="37204"/>
                  <a:pt x="538063" y="42220"/>
                  <a:pt x="535173" y="46923"/>
                </a:cubicBezTo>
                <a:cubicBezTo>
                  <a:pt x="532282" y="51627"/>
                  <a:pt x="527919" y="55424"/>
                  <a:pt x="522082" y="58314"/>
                </a:cubicBezTo>
                <a:cubicBezTo>
                  <a:pt x="529619" y="60524"/>
                  <a:pt x="535413" y="64293"/>
                  <a:pt x="539465" y="69620"/>
                </a:cubicBezTo>
                <a:cubicBezTo>
                  <a:pt x="543517" y="74947"/>
                  <a:pt x="545543" y="81238"/>
                  <a:pt x="545543" y="88491"/>
                </a:cubicBezTo>
                <a:cubicBezTo>
                  <a:pt x="545543" y="94328"/>
                  <a:pt x="544311" y="99755"/>
                  <a:pt x="541846" y="104770"/>
                </a:cubicBezTo>
                <a:cubicBezTo>
                  <a:pt x="539380" y="109785"/>
                  <a:pt x="536334" y="113653"/>
                  <a:pt x="532707" y="116373"/>
                </a:cubicBezTo>
                <a:cubicBezTo>
                  <a:pt x="529080" y="119094"/>
                  <a:pt x="524533" y="121148"/>
                  <a:pt x="519064" y="122536"/>
                </a:cubicBezTo>
                <a:cubicBezTo>
                  <a:pt x="513595" y="123925"/>
                  <a:pt x="506894" y="124619"/>
                  <a:pt x="498960" y="124619"/>
                </a:cubicBezTo>
                <a:lnTo>
                  <a:pt x="451442" y="124619"/>
                </a:lnTo>
                <a:moveTo>
                  <a:pt x="467933" y="52364"/>
                </a:moveTo>
                <a:lnTo>
                  <a:pt x="494880" y="52364"/>
                </a:lnTo>
                <a:cubicBezTo>
                  <a:pt x="502190" y="52364"/>
                  <a:pt x="507432" y="51882"/>
                  <a:pt x="510606" y="50919"/>
                </a:cubicBezTo>
                <a:cubicBezTo>
                  <a:pt x="514799" y="49672"/>
                  <a:pt x="517959" y="47603"/>
                  <a:pt x="520084" y="44713"/>
                </a:cubicBezTo>
                <a:cubicBezTo>
                  <a:pt x="522209" y="41823"/>
                  <a:pt x="523272" y="38196"/>
                  <a:pt x="523272" y="33832"/>
                </a:cubicBezTo>
                <a:cubicBezTo>
                  <a:pt x="523272" y="29695"/>
                  <a:pt x="522280" y="26054"/>
                  <a:pt x="520296" y="22909"/>
                </a:cubicBezTo>
                <a:cubicBezTo>
                  <a:pt x="518313" y="19764"/>
                  <a:pt x="515479" y="17610"/>
                  <a:pt x="511796" y="16449"/>
                </a:cubicBezTo>
                <a:cubicBezTo>
                  <a:pt x="508112" y="15287"/>
                  <a:pt x="501793" y="14706"/>
                  <a:pt x="492839" y="14706"/>
                </a:cubicBezTo>
                <a:lnTo>
                  <a:pt x="467933" y="14706"/>
                </a:lnTo>
                <a:lnTo>
                  <a:pt x="467933" y="52364"/>
                </a:lnTo>
                <a:moveTo>
                  <a:pt x="467933" y="109913"/>
                </a:moveTo>
                <a:lnTo>
                  <a:pt x="498960" y="109913"/>
                </a:lnTo>
                <a:cubicBezTo>
                  <a:pt x="504287" y="109913"/>
                  <a:pt x="508027" y="109715"/>
                  <a:pt x="510181" y="109318"/>
                </a:cubicBezTo>
                <a:cubicBezTo>
                  <a:pt x="513978" y="108638"/>
                  <a:pt x="517151" y="107504"/>
                  <a:pt x="519701" y="105918"/>
                </a:cubicBezTo>
                <a:cubicBezTo>
                  <a:pt x="522252" y="104331"/>
                  <a:pt x="524348" y="102022"/>
                  <a:pt x="525992" y="98990"/>
                </a:cubicBezTo>
                <a:cubicBezTo>
                  <a:pt x="527635" y="95958"/>
                  <a:pt x="528457" y="92458"/>
                  <a:pt x="528457" y="88491"/>
                </a:cubicBezTo>
                <a:cubicBezTo>
                  <a:pt x="528457" y="83844"/>
                  <a:pt x="527267" y="79807"/>
                  <a:pt x="524887" y="76378"/>
                </a:cubicBezTo>
                <a:cubicBezTo>
                  <a:pt x="522507" y="72949"/>
                  <a:pt x="519206" y="70541"/>
                  <a:pt x="514984" y="69152"/>
                </a:cubicBezTo>
                <a:cubicBezTo>
                  <a:pt x="510762" y="67764"/>
                  <a:pt x="504684" y="67070"/>
                  <a:pt x="496750" y="67070"/>
                </a:cubicBezTo>
                <a:lnTo>
                  <a:pt x="467933" y="67070"/>
                </a:lnTo>
                <a:lnTo>
                  <a:pt x="467933" y="1099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End">
            <a:extLst xmlns:a="http://schemas.openxmlformats.org/drawingml/2006/main">
              <a:ext uri="{FF2B5EF4-FFF2-40B4-BE49-F238E27FC236}">
                <a16:creationId xmlns:a16="http://schemas.microsoft.com/office/drawing/2014/main" id="{A024428E-EC62-46B8-858C-2F79907C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647" y="2213522"/>
            <a:ext cx="283385" cy="126659"/>
          </a:xfrm>
          <a:custGeom xmlns:a="http://schemas.openxmlformats.org/drawingml/2006/main">
            <a:pathLst>
              <a:path w="283385" h="126659">
                <a:moveTo>
                  <a:pt x="0" y="124619"/>
                </a:moveTo>
                <a:lnTo>
                  <a:pt x="0" y="0"/>
                </a:lnTo>
                <a:lnTo>
                  <a:pt x="90106" y="0"/>
                </a:lnTo>
                <a:lnTo>
                  <a:pt x="90106" y="14706"/>
                </a:lnTo>
                <a:lnTo>
                  <a:pt x="16491" y="14706"/>
                </a:lnTo>
                <a:lnTo>
                  <a:pt x="16491" y="52874"/>
                </a:lnTo>
                <a:lnTo>
                  <a:pt x="85431" y="52874"/>
                </a:lnTo>
                <a:lnTo>
                  <a:pt x="85431" y="67325"/>
                </a:lnTo>
                <a:lnTo>
                  <a:pt x="16491" y="67325"/>
                </a:lnTo>
                <a:lnTo>
                  <a:pt x="16491" y="109913"/>
                </a:lnTo>
                <a:lnTo>
                  <a:pt x="92997" y="109913"/>
                </a:lnTo>
                <a:lnTo>
                  <a:pt x="92997" y="124619"/>
                </a:lnTo>
                <a:lnTo>
                  <a:pt x="0" y="124619"/>
                </a:lnTo>
                <a:close/>
                <a:moveTo>
                  <a:pt x="113823" y="124619"/>
                </a:moveTo>
                <a:lnTo>
                  <a:pt x="113823" y="34342"/>
                </a:lnTo>
                <a:lnTo>
                  <a:pt x="127594" y="34342"/>
                </a:lnTo>
                <a:lnTo>
                  <a:pt x="127594" y="47093"/>
                </a:lnTo>
                <a:cubicBezTo>
                  <a:pt x="134225" y="37233"/>
                  <a:pt x="143802" y="32302"/>
                  <a:pt x="156326" y="32302"/>
                </a:cubicBezTo>
                <a:cubicBezTo>
                  <a:pt x="161767" y="32302"/>
                  <a:pt x="166768" y="33280"/>
                  <a:pt x="171330" y="35235"/>
                </a:cubicBezTo>
                <a:cubicBezTo>
                  <a:pt x="175892" y="37190"/>
                  <a:pt x="179306" y="39755"/>
                  <a:pt x="181573" y="42928"/>
                </a:cubicBezTo>
                <a:cubicBezTo>
                  <a:pt x="183840" y="46102"/>
                  <a:pt x="185427" y="49870"/>
                  <a:pt x="186334" y="54234"/>
                </a:cubicBezTo>
                <a:cubicBezTo>
                  <a:pt x="186900" y="57067"/>
                  <a:pt x="187184" y="62026"/>
                  <a:pt x="187184" y="69110"/>
                </a:cubicBezTo>
                <a:lnTo>
                  <a:pt x="187184" y="124619"/>
                </a:lnTo>
                <a:lnTo>
                  <a:pt x="171883" y="124619"/>
                </a:lnTo>
                <a:lnTo>
                  <a:pt x="171883" y="69647"/>
                </a:lnTo>
                <a:cubicBezTo>
                  <a:pt x="171883" y="63406"/>
                  <a:pt x="171287" y="58739"/>
                  <a:pt x="170097" y="55647"/>
                </a:cubicBezTo>
                <a:cubicBezTo>
                  <a:pt x="168907" y="52555"/>
                  <a:pt x="166796" y="50087"/>
                  <a:pt x="163764" y="48244"/>
                </a:cubicBezTo>
                <a:cubicBezTo>
                  <a:pt x="160733" y="46400"/>
                  <a:pt x="157176" y="45478"/>
                  <a:pt x="153096" y="45478"/>
                </a:cubicBezTo>
                <a:cubicBezTo>
                  <a:pt x="146579" y="45478"/>
                  <a:pt x="140954" y="47549"/>
                  <a:pt x="136222" y="51692"/>
                </a:cubicBezTo>
                <a:cubicBezTo>
                  <a:pt x="131490" y="55832"/>
                  <a:pt x="129124" y="63689"/>
                  <a:pt x="129124" y="75262"/>
                </a:cubicBezTo>
                <a:lnTo>
                  <a:pt x="129124" y="124619"/>
                </a:lnTo>
                <a:lnTo>
                  <a:pt x="113823" y="124619"/>
                </a:lnTo>
                <a:close/>
                <a:moveTo>
                  <a:pt x="269189" y="124619"/>
                </a:moveTo>
                <a:lnTo>
                  <a:pt x="269189" y="113228"/>
                </a:lnTo>
                <a:cubicBezTo>
                  <a:pt x="263465" y="122182"/>
                  <a:pt x="255049" y="126659"/>
                  <a:pt x="243942" y="126659"/>
                </a:cubicBezTo>
                <a:cubicBezTo>
                  <a:pt x="236745" y="126659"/>
                  <a:pt x="230128" y="124676"/>
                  <a:pt x="224093" y="120709"/>
                </a:cubicBezTo>
                <a:cubicBezTo>
                  <a:pt x="218057" y="116742"/>
                  <a:pt x="213382" y="111202"/>
                  <a:pt x="210067" y="104090"/>
                </a:cubicBezTo>
                <a:cubicBezTo>
                  <a:pt x="206752" y="96978"/>
                  <a:pt x="205094" y="88803"/>
                  <a:pt x="205094" y="79566"/>
                </a:cubicBezTo>
                <a:cubicBezTo>
                  <a:pt x="205094" y="70555"/>
                  <a:pt x="206596" y="62380"/>
                  <a:pt x="209599" y="55041"/>
                </a:cubicBezTo>
                <a:cubicBezTo>
                  <a:pt x="212603" y="47703"/>
                  <a:pt x="217108" y="42078"/>
                  <a:pt x="223115" y="38168"/>
                </a:cubicBezTo>
                <a:cubicBezTo>
                  <a:pt x="229122" y="34257"/>
                  <a:pt x="235838" y="32302"/>
                  <a:pt x="243262" y="32302"/>
                </a:cubicBezTo>
                <a:cubicBezTo>
                  <a:pt x="248702" y="32302"/>
                  <a:pt x="253548" y="33450"/>
                  <a:pt x="257798" y="35745"/>
                </a:cubicBezTo>
                <a:cubicBezTo>
                  <a:pt x="262048" y="38040"/>
                  <a:pt x="265505" y="41030"/>
                  <a:pt x="268169" y="44713"/>
                </a:cubicBezTo>
                <a:lnTo>
                  <a:pt x="268169" y="0"/>
                </a:lnTo>
                <a:lnTo>
                  <a:pt x="283385" y="0"/>
                </a:lnTo>
                <a:lnTo>
                  <a:pt x="283385" y="124619"/>
                </a:lnTo>
                <a:lnTo>
                  <a:pt x="269189" y="124619"/>
                </a:lnTo>
                <a:moveTo>
                  <a:pt x="220820" y="79523"/>
                </a:moveTo>
                <a:cubicBezTo>
                  <a:pt x="220820" y="91042"/>
                  <a:pt x="223257" y="99652"/>
                  <a:pt x="228131" y="105354"/>
                </a:cubicBezTo>
                <a:cubicBezTo>
                  <a:pt x="233004" y="111057"/>
                  <a:pt x="238756" y="113908"/>
                  <a:pt x="245387" y="113908"/>
                </a:cubicBezTo>
                <a:cubicBezTo>
                  <a:pt x="252074" y="113908"/>
                  <a:pt x="257755" y="111184"/>
                  <a:pt x="262431" y="105737"/>
                </a:cubicBezTo>
                <a:cubicBezTo>
                  <a:pt x="267106" y="100288"/>
                  <a:pt x="269444" y="91973"/>
                  <a:pt x="269444" y="80793"/>
                </a:cubicBezTo>
                <a:cubicBezTo>
                  <a:pt x="269444" y="68485"/>
                  <a:pt x="267064" y="59451"/>
                  <a:pt x="262303" y="53692"/>
                </a:cubicBezTo>
                <a:cubicBezTo>
                  <a:pt x="257543" y="47933"/>
                  <a:pt x="251677" y="45053"/>
                  <a:pt x="244707" y="45053"/>
                </a:cubicBezTo>
                <a:cubicBezTo>
                  <a:pt x="237906" y="45053"/>
                  <a:pt x="232225" y="47820"/>
                  <a:pt x="227663" y="53355"/>
                </a:cubicBezTo>
                <a:cubicBezTo>
                  <a:pt x="223101" y="58887"/>
                  <a:pt x="220820" y="67610"/>
                  <a:pt x="220820" y="795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T">
            <a:extLst xmlns:a="http://schemas.openxmlformats.org/drawingml/2006/main">
              <a:ext uri="{FF2B5EF4-FFF2-40B4-BE49-F238E27FC236}">
                <a16:creationId xmlns:a16="http://schemas.microsoft.com/office/drawing/2014/main" id="{05416AD5-B77C-42CE-9ADA-C7F7CE26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51" y="2431138"/>
            <a:ext cx="98777" cy="124619"/>
          </a:xfrm>
          <a:custGeom xmlns:a="http://schemas.openxmlformats.org/drawingml/2006/main">
            <a:pathLst>
              <a:path w="98777" h="124619">
                <a:moveTo>
                  <a:pt x="41058" y="124619"/>
                </a:moveTo>
                <a:lnTo>
                  <a:pt x="41058" y="14706"/>
                </a:lnTo>
                <a:lnTo>
                  <a:pt x="0" y="14706"/>
                </a:lnTo>
                <a:lnTo>
                  <a:pt x="0" y="0"/>
                </a:lnTo>
                <a:lnTo>
                  <a:pt x="98777" y="0"/>
                </a:lnTo>
                <a:lnTo>
                  <a:pt x="98777" y="14706"/>
                </a:lnTo>
                <a:lnTo>
                  <a:pt x="57549" y="14706"/>
                </a:lnTo>
                <a:lnTo>
                  <a:pt x="57549" y="124619"/>
                </a:lnTo>
                <a:lnTo>
                  <a:pt x="41058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askDB">
            <a:extLst xmlns:a="http://schemas.openxmlformats.org/drawingml/2006/main">
              <a:ext uri="{FF2B5EF4-FFF2-40B4-BE49-F238E27FC236}">
                <a16:creationId xmlns:a16="http://schemas.microsoft.com/office/drawing/2014/main" id="{B5F9AA55-7FCC-4A48-8FD7-65E8CCFB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107" y="2431138"/>
            <a:ext cx="545542" cy="126659"/>
          </a:xfrm>
          <a:custGeom xmlns:a="http://schemas.openxmlformats.org/drawingml/2006/main">
            <a:pathLst>
              <a:path w="545542" h="126659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95860" y="97587"/>
                </a:moveTo>
                <a:lnTo>
                  <a:pt x="110992" y="95207"/>
                </a:lnTo>
                <a:cubicBezTo>
                  <a:pt x="111842" y="101244"/>
                  <a:pt x="114208" y="105871"/>
                  <a:pt x="118090" y="109087"/>
                </a:cubicBezTo>
                <a:cubicBezTo>
                  <a:pt x="121972" y="112301"/>
                  <a:pt x="127398" y="113908"/>
                  <a:pt x="134368" y="113908"/>
                </a:cubicBezTo>
                <a:cubicBezTo>
                  <a:pt x="141395" y="113908"/>
                  <a:pt x="146609" y="112489"/>
                  <a:pt x="150009" y="109650"/>
                </a:cubicBezTo>
                <a:cubicBezTo>
                  <a:pt x="153410" y="106809"/>
                  <a:pt x="155110" y="103478"/>
                  <a:pt x="155110" y="99656"/>
                </a:cubicBezTo>
                <a:cubicBezTo>
                  <a:pt x="155110" y="96226"/>
                  <a:pt x="153608" y="93527"/>
                  <a:pt x="150604" y="91560"/>
                </a:cubicBezTo>
                <a:cubicBezTo>
                  <a:pt x="148508" y="90210"/>
                  <a:pt x="143294" y="88495"/>
                  <a:pt x="134963" y="86414"/>
                </a:cubicBezTo>
                <a:cubicBezTo>
                  <a:pt x="123742" y="83579"/>
                  <a:pt x="115964" y="81126"/>
                  <a:pt x="111629" y="79056"/>
                </a:cubicBezTo>
                <a:cubicBezTo>
                  <a:pt x="107294" y="76985"/>
                  <a:pt x="104007" y="74121"/>
                  <a:pt x="101768" y="70462"/>
                </a:cubicBezTo>
                <a:cubicBezTo>
                  <a:pt x="99530" y="66803"/>
                  <a:pt x="98411" y="62762"/>
                  <a:pt x="98411" y="58338"/>
                </a:cubicBezTo>
                <a:cubicBezTo>
                  <a:pt x="98411" y="54311"/>
                  <a:pt x="99332" y="50581"/>
                  <a:pt x="101173" y="47149"/>
                </a:cubicBezTo>
                <a:cubicBezTo>
                  <a:pt x="103015" y="43717"/>
                  <a:pt x="105523" y="40867"/>
                  <a:pt x="108696" y="38598"/>
                </a:cubicBezTo>
                <a:cubicBezTo>
                  <a:pt x="111077" y="36840"/>
                  <a:pt x="114321" y="35351"/>
                  <a:pt x="118430" y="34133"/>
                </a:cubicBezTo>
                <a:cubicBezTo>
                  <a:pt x="122538" y="32912"/>
                  <a:pt x="126944" y="32302"/>
                  <a:pt x="131648" y="32302"/>
                </a:cubicBezTo>
                <a:cubicBezTo>
                  <a:pt x="138732" y="32302"/>
                  <a:pt x="144951" y="33329"/>
                  <a:pt x="150307" y="35384"/>
                </a:cubicBezTo>
                <a:cubicBezTo>
                  <a:pt x="155662" y="37436"/>
                  <a:pt x="159615" y="40218"/>
                  <a:pt x="162165" y="43728"/>
                </a:cubicBezTo>
                <a:cubicBezTo>
                  <a:pt x="164715" y="47236"/>
                  <a:pt x="166472" y="51928"/>
                  <a:pt x="167436" y="57804"/>
                </a:cubicBezTo>
                <a:lnTo>
                  <a:pt x="152475" y="59844"/>
                </a:lnTo>
                <a:cubicBezTo>
                  <a:pt x="151794" y="55197"/>
                  <a:pt x="149825" y="51570"/>
                  <a:pt x="146567" y="48964"/>
                </a:cubicBezTo>
                <a:cubicBezTo>
                  <a:pt x="143308" y="46357"/>
                  <a:pt x="138704" y="45053"/>
                  <a:pt x="132753" y="45053"/>
                </a:cubicBezTo>
                <a:cubicBezTo>
                  <a:pt x="125726" y="45053"/>
                  <a:pt x="120711" y="46210"/>
                  <a:pt x="117707" y="48523"/>
                </a:cubicBezTo>
                <a:cubicBezTo>
                  <a:pt x="114703" y="50834"/>
                  <a:pt x="113202" y="53541"/>
                  <a:pt x="113202" y="56643"/>
                </a:cubicBezTo>
                <a:cubicBezTo>
                  <a:pt x="113202" y="58616"/>
                  <a:pt x="113825" y="60392"/>
                  <a:pt x="115072" y="61972"/>
                </a:cubicBezTo>
                <a:cubicBezTo>
                  <a:pt x="116319" y="63607"/>
                  <a:pt x="118274" y="64960"/>
                  <a:pt x="120937" y="66031"/>
                </a:cubicBezTo>
                <a:cubicBezTo>
                  <a:pt x="122467" y="66596"/>
                  <a:pt x="126973" y="67893"/>
                  <a:pt x="134453" y="69923"/>
                </a:cubicBezTo>
                <a:cubicBezTo>
                  <a:pt x="145277" y="72811"/>
                  <a:pt x="152829" y="75176"/>
                  <a:pt x="157107" y="77016"/>
                </a:cubicBezTo>
                <a:cubicBezTo>
                  <a:pt x="161386" y="78856"/>
                  <a:pt x="164744" y="81531"/>
                  <a:pt x="167181" y="85043"/>
                </a:cubicBezTo>
                <a:cubicBezTo>
                  <a:pt x="169617" y="88553"/>
                  <a:pt x="170836" y="92913"/>
                  <a:pt x="170836" y="98121"/>
                </a:cubicBezTo>
                <a:cubicBezTo>
                  <a:pt x="170836" y="103218"/>
                  <a:pt x="169348" y="108017"/>
                  <a:pt x="166373" y="112519"/>
                </a:cubicBezTo>
                <a:cubicBezTo>
                  <a:pt x="163398" y="117019"/>
                  <a:pt x="159105" y="120501"/>
                  <a:pt x="153495" y="122964"/>
                </a:cubicBezTo>
                <a:cubicBezTo>
                  <a:pt x="147884" y="125427"/>
                  <a:pt x="141537" y="126659"/>
                  <a:pt x="134453" y="126659"/>
                </a:cubicBezTo>
                <a:cubicBezTo>
                  <a:pt x="122722" y="126659"/>
                  <a:pt x="113783" y="124215"/>
                  <a:pt x="107634" y="119327"/>
                </a:cubicBezTo>
                <a:cubicBezTo>
                  <a:pt x="101485" y="114439"/>
                  <a:pt x="97561" y="107193"/>
                  <a:pt x="95860" y="97587"/>
                </a:cubicBezTo>
                <a:close/>
                <a:moveTo>
                  <a:pt x="189112" y="124619"/>
                </a:moveTo>
                <a:lnTo>
                  <a:pt x="189112" y="0"/>
                </a:lnTo>
                <a:lnTo>
                  <a:pt x="204413" y="0"/>
                </a:lnTo>
                <a:lnTo>
                  <a:pt x="204413" y="71065"/>
                </a:lnTo>
                <a:lnTo>
                  <a:pt x="240626" y="34342"/>
                </a:lnTo>
                <a:lnTo>
                  <a:pt x="260432" y="34342"/>
                </a:lnTo>
                <a:lnTo>
                  <a:pt x="225920" y="67835"/>
                </a:lnTo>
                <a:lnTo>
                  <a:pt x="263917" y="124619"/>
                </a:lnTo>
                <a:lnTo>
                  <a:pt x="245046" y="124619"/>
                </a:lnTo>
                <a:lnTo>
                  <a:pt x="215209" y="78461"/>
                </a:lnTo>
                <a:lnTo>
                  <a:pt x="204413" y="88831"/>
                </a:lnTo>
                <a:lnTo>
                  <a:pt x="204413" y="124619"/>
                </a:lnTo>
                <a:lnTo>
                  <a:pt x="189112" y="124619"/>
                </a:lnTo>
                <a:close/>
                <a:moveTo>
                  <a:pt x="326426" y="124619"/>
                </a:moveTo>
                <a:lnTo>
                  <a:pt x="326426" y="0"/>
                </a:lnTo>
                <a:lnTo>
                  <a:pt x="369355" y="0"/>
                </a:lnTo>
                <a:cubicBezTo>
                  <a:pt x="379045" y="0"/>
                  <a:pt x="386441" y="595"/>
                  <a:pt x="391541" y="1785"/>
                </a:cubicBezTo>
                <a:cubicBezTo>
                  <a:pt x="398682" y="3429"/>
                  <a:pt x="404774" y="6404"/>
                  <a:pt x="409817" y="10711"/>
                </a:cubicBezTo>
                <a:cubicBezTo>
                  <a:pt x="416391" y="16265"/>
                  <a:pt x="421307" y="23363"/>
                  <a:pt x="424566" y="32005"/>
                </a:cubicBezTo>
                <a:cubicBezTo>
                  <a:pt x="427825" y="40647"/>
                  <a:pt x="429454" y="50522"/>
                  <a:pt x="429454" y="61629"/>
                </a:cubicBezTo>
                <a:cubicBezTo>
                  <a:pt x="429454" y="71093"/>
                  <a:pt x="428349" y="79481"/>
                  <a:pt x="426139" y="86791"/>
                </a:cubicBezTo>
                <a:cubicBezTo>
                  <a:pt x="423928" y="94102"/>
                  <a:pt x="421095" y="100151"/>
                  <a:pt x="417638" y="104940"/>
                </a:cubicBezTo>
                <a:cubicBezTo>
                  <a:pt x="414181" y="109729"/>
                  <a:pt x="410398" y="113497"/>
                  <a:pt x="406290" y="116246"/>
                </a:cubicBezTo>
                <a:cubicBezTo>
                  <a:pt x="402181" y="118994"/>
                  <a:pt x="397222" y="121077"/>
                  <a:pt x="391414" y="122494"/>
                </a:cubicBezTo>
                <a:cubicBezTo>
                  <a:pt x="385605" y="123911"/>
                  <a:pt x="378932" y="124619"/>
                  <a:pt x="371395" y="124619"/>
                </a:cubicBezTo>
                <a:lnTo>
                  <a:pt x="326426" y="124619"/>
                </a:lnTo>
                <a:moveTo>
                  <a:pt x="342918" y="109913"/>
                </a:moveTo>
                <a:lnTo>
                  <a:pt x="369525" y="109913"/>
                </a:lnTo>
                <a:cubicBezTo>
                  <a:pt x="377742" y="109913"/>
                  <a:pt x="384188" y="109148"/>
                  <a:pt x="388863" y="107618"/>
                </a:cubicBezTo>
                <a:cubicBezTo>
                  <a:pt x="393539" y="106088"/>
                  <a:pt x="397265" y="103934"/>
                  <a:pt x="400042" y="101157"/>
                </a:cubicBezTo>
                <a:cubicBezTo>
                  <a:pt x="403952" y="97247"/>
                  <a:pt x="406998" y="91991"/>
                  <a:pt x="409180" y="85389"/>
                </a:cubicBezTo>
                <a:cubicBezTo>
                  <a:pt x="411362" y="78786"/>
                  <a:pt x="412453" y="70782"/>
                  <a:pt x="412453" y="61374"/>
                </a:cubicBezTo>
                <a:cubicBezTo>
                  <a:pt x="412453" y="48340"/>
                  <a:pt x="410313" y="38324"/>
                  <a:pt x="406035" y="31325"/>
                </a:cubicBezTo>
                <a:cubicBezTo>
                  <a:pt x="401756" y="24326"/>
                  <a:pt x="396556" y="19636"/>
                  <a:pt x="390436" y="17256"/>
                </a:cubicBezTo>
                <a:cubicBezTo>
                  <a:pt x="386016" y="15556"/>
                  <a:pt x="378904" y="14706"/>
                  <a:pt x="369099" y="14706"/>
                </a:cubicBezTo>
                <a:lnTo>
                  <a:pt x="342918" y="14706"/>
                </a:lnTo>
                <a:lnTo>
                  <a:pt x="342918" y="109913"/>
                </a:lnTo>
                <a:close/>
                <a:moveTo>
                  <a:pt x="451441" y="124619"/>
                </a:moveTo>
                <a:lnTo>
                  <a:pt x="451441" y="0"/>
                </a:lnTo>
                <a:lnTo>
                  <a:pt x="498194" y="0"/>
                </a:lnTo>
                <a:cubicBezTo>
                  <a:pt x="507715" y="0"/>
                  <a:pt x="515351" y="1261"/>
                  <a:pt x="521103" y="3783"/>
                </a:cubicBezTo>
                <a:cubicBezTo>
                  <a:pt x="526855" y="6305"/>
                  <a:pt x="531361" y="10187"/>
                  <a:pt x="534619" y="15429"/>
                </a:cubicBezTo>
                <a:cubicBezTo>
                  <a:pt x="537878" y="20671"/>
                  <a:pt x="539507" y="26154"/>
                  <a:pt x="539507" y="31877"/>
                </a:cubicBezTo>
                <a:cubicBezTo>
                  <a:pt x="539507" y="37204"/>
                  <a:pt x="538062" y="42220"/>
                  <a:pt x="535172" y="46923"/>
                </a:cubicBezTo>
                <a:cubicBezTo>
                  <a:pt x="532281" y="51627"/>
                  <a:pt x="527918" y="55424"/>
                  <a:pt x="522081" y="58314"/>
                </a:cubicBezTo>
                <a:cubicBezTo>
                  <a:pt x="529618" y="60524"/>
                  <a:pt x="535413" y="64293"/>
                  <a:pt x="539464" y="69620"/>
                </a:cubicBezTo>
                <a:cubicBezTo>
                  <a:pt x="543516" y="74947"/>
                  <a:pt x="545542" y="81238"/>
                  <a:pt x="545542" y="88491"/>
                </a:cubicBezTo>
                <a:cubicBezTo>
                  <a:pt x="545542" y="94328"/>
                  <a:pt x="544310" y="99755"/>
                  <a:pt x="541845" y="104770"/>
                </a:cubicBezTo>
                <a:cubicBezTo>
                  <a:pt x="539379" y="109785"/>
                  <a:pt x="536333" y="113653"/>
                  <a:pt x="532707" y="116373"/>
                </a:cubicBezTo>
                <a:cubicBezTo>
                  <a:pt x="529080" y="119094"/>
                  <a:pt x="524532" y="121148"/>
                  <a:pt x="519063" y="122536"/>
                </a:cubicBezTo>
                <a:cubicBezTo>
                  <a:pt x="513594" y="123925"/>
                  <a:pt x="506893" y="124619"/>
                  <a:pt x="498959" y="124619"/>
                </a:cubicBezTo>
                <a:lnTo>
                  <a:pt x="451441" y="124619"/>
                </a:lnTo>
                <a:moveTo>
                  <a:pt x="467932" y="52364"/>
                </a:moveTo>
                <a:lnTo>
                  <a:pt x="494879" y="52364"/>
                </a:lnTo>
                <a:cubicBezTo>
                  <a:pt x="502189" y="52364"/>
                  <a:pt x="507431" y="51882"/>
                  <a:pt x="510605" y="50919"/>
                </a:cubicBezTo>
                <a:cubicBezTo>
                  <a:pt x="514799" y="49672"/>
                  <a:pt x="517958" y="47603"/>
                  <a:pt x="520083" y="44713"/>
                </a:cubicBezTo>
                <a:cubicBezTo>
                  <a:pt x="522208" y="41823"/>
                  <a:pt x="523271" y="38196"/>
                  <a:pt x="523271" y="33832"/>
                </a:cubicBezTo>
                <a:cubicBezTo>
                  <a:pt x="523271" y="29695"/>
                  <a:pt x="522279" y="26054"/>
                  <a:pt x="520296" y="22909"/>
                </a:cubicBezTo>
                <a:cubicBezTo>
                  <a:pt x="518312" y="19764"/>
                  <a:pt x="515479" y="17610"/>
                  <a:pt x="511795" y="16449"/>
                </a:cubicBezTo>
                <a:cubicBezTo>
                  <a:pt x="508111" y="15287"/>
                  <a:pt x="501793" y="14706"/>
                  <a:pt x="492839" y="14706"/>
                </a:cubicBezTo>
                <a:lnTo>
                  <a:pt x="467932" y="14706"/>
                </a:lnTo>
                <a:lnTo>
                  <a:pt x="467932" y="52364"/>
                </a:lnTo>
                <a:moveTo>
                  <a:pt x="467932" y="109913"/>
                </a:moveTo>
                <a:lnTo>
                  <a:pt x="498959" y="109913"/>
                </a:lnTo>
                <a:cubicBezTo>
                  <a:pt x="504286" y="109913"/>
                  <a:pt x="508026" y="109715"/>
                  <a:pt x="510180" y="109318"/>
                </a:cubicBezTo>
                <a:cubicBezTo>
                  <a:pt x="513977" y="108638"/>
                  <a:pt x="517150" y="107504"/>
                  <a:pt x="519701" y="105918"/>
                </a:cubicBezTo>
                <a:cubicBezTo>
                  <a:pt x="522251" y="104331"/>
                  <a:pt x="524348" y="102022"/>
                  <a:pt x="525991" y="98990"/>
                </a:cubicBezTo>
                <a:cubicBezTo>
                  <a:pt x="527634" y="95958"/>
                  <a:pt x="528456" y="92458"/>
                  <a:pt x="528456" y="88491"/>
                </a:cubicBezTo>
                <a:cubicBezTo>
                  <a:pt x="528456" y="83844"/>
                  <a:pt x="527266" y="79807"/>
                  <a:pt x="524886" y="76378"/>
                </a:cubicBezTo>
                <a:cubicBezTo>
                  <a:pt x="522506" y="72949"/>
                  <a:pt x="519205" y="70541"/>
                  <a:pt x="514983" y="69152"/>
                </a:cubicBezTo>
                <a:cubicBezTo>
                  <a:pt x="510761" y="67764"/>
                  <a:pt x="504683" y="67070"/>
                  <a:pt x="496749" y="67070"/>
                </a:cubicBezTo>
                <a:lnTo>
                  <a:pt x="467932" y="67070"/>
                </a:lnTo>
                <a:lnTo>
                  <a:pt x="467932" y="1099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4D02B-E801-4030-927E-E08372F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3" y="1881149"/>
            <a:ext cx="114321" cy="10"/>
          </a:xfrm>
          <a:custGeom xmlns:a="http://schemas.openxmlformats.org/drawingml/2006/main">
            <a:pathLst>
              <a:path w="114321" h="1" fill="none">
                <a:moveTo>
                  <a:pt x="0" y="0"/>
                </a:moveTo>
                <a:lnTo>
                  <a:pt x="114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F705E-7DA9-41CC-9F82-309B0DE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44" y="1830372"/>
            <a:ext cx="101554" cy="101554"/>
          </a:xfrm>
          <a:custGeom xmlns:a="http://schemas.openxmlformats.org/drawingml/2006/main">
            <a:pathLst>
              <a:path w="101554" h="101554">
                <a:moveTo>
                  <a:pt x="101554" y="50777"/>
                </a:moveTo>
                <a:lnTo>
                  <a:pt x="0" y="101554"/>
                </a:lnTo>
                <a:lnTo>
                  <a:pt x="0" y="0"/>
                </a:lnTo>
                <a:lnTo>
                  <a:pt x="101554" y="507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14CB4-51F2-412B-8E50-AA14DB66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44" y="1830372"/>
            <a:ext cx="101554" cy="101554"/>
          </a:xfrm>
          <a:custGeom xmlns:a="http://schemas.openxmlformats.org/drawingml/2006/main">
            <a:pathLst>
              <a:path w="101554" h="101554" fill="none">
                <a:moveTo>
                  <a:pt x="101554" y="50777"/>
                </a:moveTo>
                <a:lnTo>
                  <a:pt x="0" y="101554"/>
                </a:lnTo>
                <a:lnTo>
                  <a:pt x="0" y="0"/>
                </a:lnTo>
                <a:lnTo>
                  <a:pt x="101554" y="507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59C527-A396-4DB8-9E18-E5C7239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9680" y="1881149"/>
            <a:ext cx="114321" cy="10"/>
          </a:xfrm>
          <a:custGeom xmlns:a="http://schemas.openxmlformats.org/drawingml/2006/main">
            <a:pathLst>
              <a:path w="114321" h="1" fill="none">
                <a:moveTo>
                  <a:pt x="0" y="0"/>
                </a:moveTo>
                <a:lnTo>
                  <a:pt x="1143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855B1-2BF7-4E31-A4D5-834E45E0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001" y="1830372"/>
            <a:ext cx="101554" cy="101554"/>
          </a:xfrm>
          <a:custGeom xmlns:a="http://schemas.openxmlformats.org/drawingml/2006/main">
            <a:pathLst>
              <a:path w="101554" h="101554">
                <a:moveTo>
                  <a:pt x="101554" y="50777"/>
                </a:moveTo>
                <a:lnTo>
                  <a:pt x="0" y="101554"/>
                </a:lnTo>
                <a:lnTo>
                  <a:pt x="0" y="0"/>
                </a:lnTo>
                <a:lnTo>
                  <a:pt x="101554" y="507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F89F0-C85D-417B-85B1-3BAF267A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001" y="1830372"/>
            <a:ext cx="101554" cy="101554"/>
          </a:xfrm>
          <a:custGeom xmlns:a="http://schemas.openxmlformats.org/drawingml/2006/main">
            <a:pathLst>
              <a:path w="101554" h="101554" fill="none">
                <a:moveTo>
                  <a:pt x="101554" y="50777"/>
                </a:moveTo>
                <a:lnTo>
                  <a:pt x="0" y="101554"/>
                </a:lnTo>
                <a:lnTo>
                  <a:pt x="0" y="0"/>
                </a:lnTo>
                <a:lnTo>
                  <a:pt x="101554" y="507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5562F-D0E7-4C52-82E0-DC5EEEE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2795134"/>
            <a:ext cx="4062159" cy="2669419"/>
          </a:xfrm>
          <a:custGeom xmlns:a="http://schemas.openxmlformats.org/drawingml/2006/main">
            <a:pathLst>
              <a:path w="4062159" h="2669419">
                <a:moveTo>
                  <a:pt x="53389" y="0"/>
                </a:moveTo>
                <a:lnTo>
                  <a:pt x="4008771" y="0"/>
                </a:lnTo>
                <a:cubicBezTo>
                  <a:pt x="4015850" y="0"/>
                  <a:pt x="4022660" y="1355"/>
                  <a:pt x="4029200" y="4064"/>
                </a:cubicBezTo>
                <a:cubicBezTo>
                  <a:pt x="4035742" y="6773"/>
                  <a:pt x="4041516" y="10631"/>
                  <a:pt x="4046522" y="15637"/>
                </a:cubicBezTo>
                <a:cubicBezTo>
                  <a:pt x="4051528" y="20643"/>
                  <a:pt x="4055385" y="26416"/>
                  <a:pt x="4058095" y="32957"/>
                </a:cubicBezTo>
                <a:cubicBezTo>
                  <a:pt x="4060804" y="39498"/>
                  <a:pt x="4062159" y="46308"/>
                  <a:pt x="4062159" y="53388"/>
                </a:cubicBezTo>
                <a:lnTo>
                  <a:pt x="4062159" y="2616030"/>
                </a:lnTo>
                <a:cubicBezTo>
                  <a:pt x="4062159" y="2623110"/>
                  <a:pt x="4060804" y="2629920"/>
                  <a:pt x="4058095" y="2636460"/>
                </a:cubicBezTo>
                <a:cubicBezTo>
                  <a:pt x="4055385" y="2643001"/>
                  <a:pt x="4051528" y="2648775"/>
                  <a:pt x="4046522" y="2653781"/>
                </a:cubicBezTo>
                <a:cubicBezTo>
                  <a:pt x="4041516" y="2658787"/>
                  <a:pt x="4035742" y="2662645"/>
                  <a:pt x="4029200" y="2665355"/>
                </a:cubicBezTo>
                <a:cubicBezTo>
                  <a:pt x="4022660" y="2668064"/>
                  <a:pt x="4015850" y="2669418"/>
                  <a:pt x="4008771" y="2669419"/>
                </a:cubicBezTo>
                <a:lnTo>
                  <a:pt x="53389" y="2669419"/>
                </a:lnTo>
                <a:cubicBezTo>
                  <a:pt x="46309" y="2669418"/>
                  <a:pt x="39498" y="2668064"/>
                  <a:pt x="32958" y="2665355"/>
                </a:cubicBezTo>
                <a:cubicBezTo>
                  <a:pt x="26417" y="2662645"/>
                  <a:pt x="20643" y="2658787"/>
                  <a:pt x="15637" y="2653781"/>
                </a:cubicBezTo>
                <a:cubicBezTo>
                  <a:pt x="10631" y="2648775"/>
                  <a:pt x="6773" y="2643001"/>
                  <a:pt x="4064" y="2636460"/>
                </a:cubicBezTo>
                <a:cubicBezTo>
                  <a:pt x="1355" y="2629920"/>
                  <a:pt x="0" y="2623110"/>
                  <a:pt x="0" y="2616030"/>
                </a:cubicBezTo>
                <a:lnTo>
                  <a:pt x="0" y="53388"/>
                </a:lnTo>
                <a:cubicBezTo>
                  <a:pt x="0" y="46308"/>
                  <a:pt x="1355" y="39498"/>
                  <a:pt x="4064" y="32957"/>
                </a:cubicBezTo>
                <a:cubicBezTo>
                  <a:pt x="6773" y="26416"/>
                  <a:pt x="10631" y="20643"/>
                  <a:pt x="15637" y="15637"/>
                </a:cubicBezTo>
                <a:cubicBezTo>
                  <a:pt x="20643" y="10631"/>
                  <a:pt x="26417" y="6773"/>
                  <a:pt x="32958" y="4064"/>
                </a:cubicBezTo>
                <a:cubicBezTo>
                  <a:pt x="39498" y="1355"/>
                  <a:pt x="46309" y="0"/>
                  <a:pt x="53389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7FB5A-FDA9-4977-8EB5-7A2B0BF5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2795134"/>
            <a:ext cx="4062159" cy="2669419"/>
          </a:xfrm>
          <a:custGeom xmlns:a="http://schemas.openxmlformats.org/drawingml/2006/main">
            <a:pathLst>
              <a:path w="4062159" h="2669419" fill="none">
                <a:moveTo>
                  <a:pt x="53389" y="0"/>
                </a:moveTo>
                <a:lnTo>
                  <a:pt x="4008771" y="0"/>
                </a:lnTo>
                <a:cubicBezTo>
                  <a:pt x="4015850" y="0"/>
                  <a:pt x="4022660" y="1355"/>
                  <a:pt x="4029200" y="4064"/>
                </a:cubicBezTo>
                <a:cubicBezTo>
                  <a:pt x="4035742" y="6773"/>
                  <a:pt x="4041516" y="10631"/>
                  <a:pt x="4046522" y="15637"/>
                </a:cubicBezTo>
                <a:cubicBezTo>
                  <a:pt x="4051528" y="20643"/>
                  <a:pt x="4055385" y="26416"/>
                  <a:pt x="4058095" y="32957"/>
                </a:cubicBezTo>
                <a:cubicBezTo>
                  <a:pt x="4060804" y="39498"/>
                  <a:pt x="4062159" y="46308"/>
                  <a:pt x="4062159" y="53388"/>
                </a:cubicBezTo>
                <a:lnTo>
                  <a:pt x="4062159" y="2616030"/>
                </a:lnTo>
                <a:cubicBezTo>
                  <a:pt x="4062159" y="2623110"/>
                  <a:pt x="4060804" y="2629920"/>
                  <a:pt x="4058095" y="2636460"/>
                </a:cubicBezTo>
                <a:cubicBezTo>
                  <a:pt x="4055385" y="2643001"/>
                  <a:pt x="4051528" y="2648775"/>
                  <a:pt x="4046522" y="2653781"/>
                </a:cubicBezTo>
                <a:cubicBezTo>
                  <a:pt x="4041516" y="2658787"/>
                  <a:pt x="4035742" y="2662645"/>
                  <a:pt x="4029200" y="2665355"/>
                </a:cubicBezTo>
                <a:cubicBezTo>
                  <a:pt x="4022660" y="2668064"/>
                  <a:pt x="4015850" y="2669418"/>
                  <a:pt x="4008771" y="2669419"/>
                </a:cubicBezTo>
                <a:lnTo>
                  <a:pt x="53389" y="2669419"/>
                </a:lnTo>
                <a:cubicBezTo>
                  <a:pt x="46309" y="2669418"/>
                  <a:pt x="39498" y="2668064"/>
                  <a:pt x="32958" y="2665355"/>
                </a:cubicBezTo>
                <a:cubicBezTo>
                  <a:pt x="26417" y="2662645"/>
                  <a:pt x="20643" y="2658787"/>
                  <a:pt x="15637" y="2653781"/>
                </a:cubicBezTo>
                <a:cubicBezTo>
                  <a:pt x="10631" y="2648775"/>
                  <a:pt x="6773" y="2643001"/>
                  <a:pt x="4064" y="2636460"/>
                </a:cubicBezTo>
                <a:cubicBezTo>
                  <a:pt x="1355" y="2629920"/>
                  <a:pt x="0" y="2623110"/>
                  <a:pt x="0" y="2616030"/>
                </a:cubicBezTo>
                <a:lnTo>
                  <a:pt x="0" y="53388"/>
                </a:lnTo>
                <a:cubicBezTo>
                  <a:pt x="0" y="46308"/>
                  <a:pt x="1355" y="39498"/>
                  <a:pt x="4064" y="32957"/>
                </a:cubicBezTo>
                <a:cubicBezTo>
                  <a:pt x="6773" y="26416"/>
                  <a:pt x="10631" y="20643"/>
                  <a:pt x="15637" y="15637"/>
                </a:cubicBezTo>
                <a:cubicBezTo>
                  <a:pt x="20643" y="10631"/>
                  <a:pt x="26417" y="6773"/>
                  <a:pt x="32958" y="4064"/>
                </a:cubicBezTo>
                <a:cubicBezTo>
                  <a:pt x="39498" y="1355"/>
                  <a:pt x="46309" y="0"/>
                  <a:pt x="5338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71" name="Text Evaluation(">
            <a:extLst xmlns:a="http://schemas.openxmlformats.org/drawingml/2006/main">
              <a:ext uri="{FF2B5EF4-FFF2-40B4-BE49-F238E27FC236}">
                <a16:creationId xmlns:a16="http://schemas.microsoft.com/office/drawing/2014/main" id="{5D81FA69-09FE-460F-9460-F8C97C8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6580" y="2993284"/>
            <a:ext cx="1533347" cy="258957"/>
          </a:xfrm>
          <a:custGeom xmlns:a="http://schemas.openxmlformats.org/drawingml/2006/main">
            <a:pathLst>
              <a:path w="1533347" h="258957">
                <a:moveTo>
                  <a:pt x="0" y="200813"/>
                </a:moveTo>
                <a:lnTo>
                  <a:pt x="0" y="3499"/>
                </a:lnTo>
                <a:lnTo>
                  <a:pt x="146303" y="3499"/>
                </a:lnTo>
                <a:lnTo>
                  <a:pt x="146303" y="36878"/>
                </a:lnTo>
                <a:lnTo>
                  <a:pt x="39840" y="36878"/>
                </a:lnTo>
                <a:lnTo>
                  <a:pt x="39840" y="80487"/>
                </a:lnTo>
                <a:lnTo>
                  <a:pt x="138900" y="80487"/>
                </a:lnTo>
                <a:lnTo>
                  <a:pt x="138900" y="113866"/>
                </a:lnTo>
                <a:lnTo>
                  <a:pt x="39840" y="113866"/>
                </a:lnTo>
                <a:lnTo>
                  <a:pt x="39840" y="167434"/>
                </a:lnTo>
                <a:lnTo>
                  <a:pt x="150071" y="167434"/>
                </a:lnTo>
                <a:lnTo>
                  <a:pt x="150071" y="200813"/>
                </a:lnTo>
                <a:lnTo>
                  <a:pt x="0" y="200813"/>
                </a:lnTo>
                <a:close/>
                <a:moveTo>
                  <a:pt x="222888" y="200813"/>
                </a:moveTo>
                <a:lnTo>
                  <a:pt x="165283" y="57875"/>
                </a:lnTo>
                <a:lnTo>
                  <a:pt x="204988" y="57875"/>
                </a:lnTo>
                <a:lnTo>
                  <a:pt x="231906" y="130824"/>
                </a:lnTo>
                <a:lnTo>
                  <a:pt x="239713" y="155186"/>
                </a:lnTo>
                <a:cubicBezTo>
                  <a:pt x="241776" y="148994"/>
                  <a:pt x="243077" y="144912"/>
                  <a:pt x="243616" y="142938"/>
                </a:cubicBezTo>
                <a:cubicBezTo>
                  <a:pt x="244872" y="138900"/>
                  <a:pt x="246218" y="134862"/>
                  <a:pt x="247653" y="130824"/>
                </a:cubicBezTo>
                <a:lnTo>
                  <a:pt x="274841" y="57875"/>
                </a:lnTo>
                <a:lnTo>
                  <a:pt x="313739" y="57875"/>
                </a:lnTo>
                <a:lnTo>
                  <a:pt x="256940" y="200813"/>
                </a:lnTo>
                <a:lnTo>
                  <a:pt x="222888" y="200813"/>
                </a:lnTo>
                <a:close/>
                <a:moveTo>
                  <a:pt x="365111" y="102021"/>
                </a:moveTo>
                <a:lnTo>
                  <a:pt x="330790" y="95830"/>
                </a:lnTo>
                <a:cubicBezTo>
                  <a:pt x="334648" y="81830"/>
                  <a:pt x="341288" y="71466"/>
                  <a:pt x="350709" y="64739"/>
                </a:cubicBezTo>
                <a:cubicBezTo>
                  <a:pt x="360131" y="58010"/>
                  <a:pt x="374129" y="54645"/>
                  <a:pt x="392702" y="54645"/>
                </a:cubicBezTo>
                <a:cubicBezTo>
                  <a:pt x="409571" y="54645"/>
                  <a:pt x="422133" y="56641"/>
                  <a:pt x="430389" y="60634"/>
                </a:cubicBezTo>
                <a:cubicBezTo>
                  <a:pt x="438644" y="64627"/>
                  <a:pt x="444453" y="69697"/>
                  <a:pt x="447818" y="75843"/>
                </a:cubicBezTo>
                <a:cubicBezTo>
                  <a:pt x="451183" y="81990"/>
                  <a:pt x="452866" y="93273"/>
                  <a:pt x="452866" y="109693"/>
                </a:cubicBezTo>
                <a:lnTo>
                  <a:pt x="452462" y="153840"/>
                </a:lnTo>
                <a:cubicBezTo>
                  <a:pt x="452462" y="166402"/>
                  <a:pt x="453067" y="175666"/>
                  <a:pt x="454279" y="181633"/>
                </a:cubicBezTo>
                <a:cubicBezTo>
                  <a:pt x="455490" y="187600"/>
                  <a:pt x="457756" y="193993"/>
                  <a:pt x="461076" y="200813"/>
                </a:cubicBezTo>
                <a:lnTo>
                  <a:pt x="423659" y="200813"/>
                </a:lnTo>
                <a:cubicBezTo>
                  <a:pt x="422672" y="198300"/>
                  <a:pt x="421461" y="194577"/>
                  <a:pt x="420025" y="189642"/>
                </a:cubicBezTo>
                <a:cubicBezTo>
                  <a:pt x="419397" y="187398"/>
                  <a:pt x="418948" y="185918"/>
                  <a:pt x="418679" y="185200"/>
                </a:cubicBezTo>
                <a:cubicBezTo>
                  <a:pt x="412218" y="191481"/>
                  <a:pt x="405309" y="196192"/>
                  <a:pt x="397952" y="199332"/>
                </a:cubicBezTo>
                <a:cubicBezTo>
                  <a:pt x="390594" y="202473"/>
                  <a:pt x="382743" y="204043"/>
                  <a:pt x="374398" y="204043"/>
                </a:cubicBezTo>
                <a:cubicBezTo>
                  <a:pt x="359682" y="204043"/>
                  <a:pt x="348085" y="200067"/>
                  <a:pt x="339606" y="192115"/>
                </a:cubicBezTo>
                <a:cubicBezTo>
                  <a:pt x="331126" y="184162"/>
                  <a:pt x="326886" y="174110"/>
                  <a:pt x="326886" y="161957"/>
                </a:cubicBezTo>
                <a:cubicBezTo>
                  <a:pt x="326886" y="153916"/>
                  <a:pt x="328816" y="146746"/>
                  <a:pt x="332674" y="140448"/>
                </a:cubicBezTo>
                <a:cubicBezTo>
                  <a:pt x="336532" y="134147"/>
                  <a:pt x="341938" y="129321"/>
                  <a:pt x="348892" y="125971"/>
                </a:cubicBezTo>
                <a:cubicBezTo>
                  <a:pt x="355846" y="122620"/>
                  <a:pt x="365874" y="119694"/>
                  <a:pt x="378974" y="117193"/>
                </a:cubicBezTo>
                <a:cubicBezTo>
                  <a:pt x="396651" y="113887"/>
                  <a:pt x="408898" y="110804"/>
                  <a:pt x="415718" y="107944"/>
                </a:cubicBezTo>
                <a:lnTo>
                  <a:pt x="415718" y="104133"/>
                </a:lnTo>
                <a:cubicBezTo>
                  <a:pt x="415718" y="96784"/>
                  <a:pt x="413923" y="91544"/>
                  <a:pt x="410334" y="88415"/>
                </a:cubicBezTo>
                <a:cubicBezTo>
                  <a:pt x="406745" y="85283"/>
                  <a:pt x="399970" y="83717"/>
                  <a:pt x="390011" y="83717"/>
                </a:cubicBezTo>
                <a:cubicBezTo>
                  <a:pt x="383281" y="83717"/>
                  <a:pt x="378032" y="85071"/>
                  <a:pt x="374263" y="87780"/>
                </a:cubicBezTo>
                <a:cubicBezTo>
                  <a:pt x="370495" y="90486"/>
                  <a:pt x="367444" y="95233"/>
                  <a:pt x="365111" y="102021"/>
                </a:cubicBezTo>
                <a:moveTo>
                  <a:pt x="415718" y="132709"/>
                </a:moveTo>
                <a:cubicBezTo>
                  <a:pt x="410873" y="134304"/>
                  <a:pt x="403201" y="136211"/>
                  <a:pt x="392702" y="138429"/>
                </a:cubicBezTo>
                <a:cubicBezTo>
                  <a:pt x="382204" y="140644"/>
                  <a:pt x="375340" y="142816"/>
                  <a:pt x="372110" y="144944"/>
                </a:cubicBezTo>
                <a:cubicBezTo>
                  <a:pt x="367175" y="148401"/>
                  <a:pt x="364707" y="152790"/>
                  <a:pt x="364707" y="158109"/>
                </a:cubicBezTo>
                <a:cubicBezTo>
                  <a:pt x="364707" y="163341"/>
                  <a:pt x="366681" y="167864"/>
                  <a:pt x="370629" y="171678"/>
                </a:cubicBezTo>
                <a:cubicBezTo>
                  <a:pt x="374577" y="175488"/>
                  <a:pt x="379602" y="177394"/>
                  <a:pt x="385704" y="177394"/>
                </a:cubicBezTo>
                <a:cubicBezTo>
                  <a:pt x="392523" y="177394"/>
                  <a:pt x="399028" y="175177"/>
                  <a:pt x="405220" y="170744"/>
                </a:cubicBezTo>
                <a:cubicBezTo>
                  <a:pt x="409796" y="167376"/>
                  <a:pt x="412802" y="163253"/>
                  <a:pt x="414237" y="158374"/>
                </a:cubicBezTo>
                <a:cubicBezTo>
                  <a:pt x="415224" y="155183"/>
                  <a:pt x="415718" y="149111"/>
                  <a:pt x="415718" y="140158"/>
                </a:cubicBezTo>
                <a:lnTo>
                  <a:pt x="415718" y="132709"/>
                </a:lnTo>
                <a:close/>
                <a:moveTo>
                  <a:pt x="490106" y="200813"/>
                </a:moveTo>
                <a:lnTo>
                  <a:pt x="490106" y="3499"/>
                </a:lnTo>
                <a:lnTo>
                  <a:pt x="527926" y="3499"/>
                </a:lnTo>
                <a:lnTo>
                  <a:pt x="527926" y="200813"/>
                </a:lnTo>
                <a:lnTo>
                  <a:pt x="490106" y="200813"/>
                </a:lnTo>
                <a:close/>
                <a:moveTo>
                  <a:pt x="660816" y="200813"/>
                </a:moveTo>
                <a:lnTo>
                  <a:pt x="660816" y="179412"/>
                </a:lnTo>
                <a:cubicBezTo>
                  <a:pt x="655612" y="187039"/>
                  <a:pt x="648770" y="193051"/>
                  <a:pt x="640290" y="197448"/>
                </a:cubicBezTo>
                <a:cubicBezTo>
                  <a:pt x="631811" y="201845"/>
                  <a:pt x="622861" y="204043"/>
                  <a:pt x="613439" y="204043"/>
                </a:cubicBezTo>
                <a:cubicBezTo>
                  <a:pt x="603838" y="204043"/>
                  <a:pt x="595224" y="201934"/>
                  <a:pt x="587597" y="197717"/>
                </a:cubicBezTo>
                <a:cubicBezTo>
                  <a:pt x="579970" y="193500"/>
                  <a:pt x="574452" y="187578"/>
                  <a:pt x="571042" y="179951"/>
                </a:cubicBezTo>
                <a:cubicBezTo>
                  <a:pt x="567633" y="172324"/>
                  <a:pt x="565928" y="161781"/>
                  <a:pt x="565928" y="148321"/>
                </a:cubicBezTo>
                <a:lnTo>
                  <a:pt x="565928" y="57875"/>
                </a:lnTo>
                <a:lnTo>
                  <a:pt x="603748" y="57875"/>
                </a:lnTo>
                <a:lnTo>
                  <a:pt x="603748" y="123405"/>
                </a:lnTo>
                <a:cubicBezTo>
                  <a:pt x="603748" y="143459"/>
                  <a:pt x="604444" y="155747"/>
                  <a:pt x="605835" y="160267"/>
                </a:cubicBezTo>
                <a:cubicBezTo>
                  <a:pt x="607225" y="164787"/>
                  <a:pt x="609760" y="168367"/>
                  <a:pt x="613439" y="171009"/>
                </a:cubicBezTo>
                <a:cubicBezTo>
                  <a:pt x="617118" y="173650"/>
                  <a:pt x="621784" y="174971"/>
                  <a:pt x="627437" y="174971"/>
                </a:cubicBezTo>
                <a:cubicBezTo>
                  <a:pt x="633897" y="174971"/>
                  <a:pt x="639685" y="173203"/>
                  <a:pt x="644799" y="169667"/>
                </a:cubicBezTo>
                <a:cubicBezTo>
                  <a:pt x="649914" y="166131"/>
                  <a:pt x="653413" y="161744"/>
                  <a:pt x="655298" y="156506"/>
                </a:cubicBezTo>
                <a:cubicBezTo>
                  <a:pt x="657182" y="151269"/>
                  <a:pt x="658124" y="138444"/>
                  <a:pt x="658124" y="118034"/>
                </a:cubicBezTo>
                <a:lnTo>
                  <a:pt x="658124" y="57875"/>
                </a:lnTo>
                <a:lnTo>
                  <a:pt x="695945" y="57875"/>
                </a:lnTo>
                <a:lnTo>
                  <a:pt x="695945" y="200813"/>
                </a:lnTo>
                <a:lnTo>
                  <a:pt x="660816" y="200813"/>
                </a:lnTo>
                <a:close/>
                <a:moveTo>
                  <a:pt x="763420" y="102021"/>
                </a:moveTo>
                <a:lnTo>
                  <a:pt x="729099" y="95830"/>
                </a:lnTo>
                <a:cubicBezTo>
                  <a:pt x="732958" y="81830"/>
                  <a:pt x="739597" y="71466"/>
                  <a:pt x="749019" y="64739"/>
                </a:cubicBezTo>
                <a:cubicBezTo>
                  <a:pt x="758440" y="58010"/>
                  <a:pt x="772438" y="54645"/>
                  <a:pt x="791012" y="54645"/>
                </a:cubicBezTo>
                <a:cubicBezTo>
                  <a:pt x="807881" y="54645"/>
                  <a:pt x="820443" y="56641"/>
                  <a:pt x="828698" y="60634"/>
                </a:cubicBezTo>
                <a:cubicBezTo>
                  <a:pt x="836953" y="64627"/>
                  <a:pt x="842763" y="69697"/>
                  <a:pt x="846128" y="75843"/>
                </a:cubicBezTo>
                <a:cubicBezTo>
                  <a:pt x="849493" y="81990"/>
                  <a:pt x="851175" y="93273"/>
                  <a:pt x="851175" y="109693"/>
                </a:cubicBezTo>
                <a:lnTo>
                  <a:pt x="850771" y="153840"/>
                </a:lnTo>
                <a:cubicBezTo>
                  <a:pt x="850771" y="166402"/>
                  <a:pt x="851377" y="175666"/>
                  <a:pt x="852588" y="181633"/>
                </a:cubicBezTo>
                <a:cubicBezTo>
                  <a:pt x="853800" y="187600"/>
                  <a:pt x="856065" y="193993"/>
                  <a:pt x="859385" y="200813"/>
                </a:cubicBezTo>
                <a:lnTo>
                  <a:pt x="821968" y="200813"/>
                </a:lnTo>
                <a:cubicBezTo>
                  <a:pt x="820981" y="198300"/>
                  <a:pt x="819770" y="194577"/>
                  <a:pt x="818334" y="189642"/>
                </a:cubicBezTo>
                <a:cubicBezTo>
                  <a:pt x="817706" y="187398"/>
                  <a:pt x="817258" y="185918"/>
                  <a:pt x="816988" y="185200"/>
                </a:cubicBezTo>
                <a:cubicBezTo>
                  <a:pt x="810528" y="191481"/>
                  <a:pt x="803619" y="196192"/>
                  <a:pt x="796261" y="199332"/>
                </a:cubicBezTo>
                <a:cubicBezTo>
                  <a:pt x="788903" y="202473"/>
                  <a:pt x="781052" y="204043"/>
                  <a:pt x="772707" y="204043"/>
                </a:cubicBezTo>
                <a:cubicBezTo>
                  <a:pt x="757992" y="204043"/>
                  <a:pt x="746394" y="200067"/>
                  <a:pt x="737915" y="192115"/>
                </a:cubicBezTo>
                <a:cubicBezTo>
                  <a:pt x="729436" y="184162"/>
                  <a:pt x="725196" y="174110"/>
                  <a:pt x="725196" y="161957"/>
                </a:cubicBezTo>
                <a:cubicBezTo>
                  <a:pt x="725196" y="153916"/>
                  <a:pt x="727125" y="146746"/>
                  <a:pt x="730983" y="140448"/>
                </a:cubicBezTo>
                <a:cubicBezTo>
                  <a:pt x="734842" y="134147"/>
                  <a:pt x="740248" y="129321"/>
                  <a:pt x="747202" y="125971"/>
                </a:cubicBezTo>
                <a:cubicBezTo>
                  <a:pt x="754156" y="122620"/>
                  <a:pt x="764183" y="119694"/>
                  <a:pt x="777283" y="117193"/>
                </a:cubicBezTo>
                <a:cubicBezTo>
                  <a:pt x="794960" y="113887"/>
                  <a:pt x="807208" y="110804"/>
                  <a:pt x="814027" y="107944"/>
                </a:cubicBezTo>
                <a:lnTo>
                  <a:pt x="814027" y="104133"/>
                </a:lnTo>
                <a:cubicBezTo>
                  <a:pt x="814027" y="96784"/>
                  <a:pt x="812233" y="91544"/>
                  <a:pt x="808644" y="88415"/>
                </a:cubicBezTo>
                <a:cubicBezTo>
                  <a:pt x="805055" y="85283"/>
                  <a:pt x="798280" y="83717"/>
                  <a:pt x="788320" y="83717"/>
                </a:cubicBezTo>
                <a:cubicBezTo>
                  <a:pt x="781590" y="83717"/>
                  <a:pt x="776341" y="85071"/>
                  <a:pt x="772573" y="87780"/>
                </a:cubicBezTo>
                <a:cubicBezTo>
                  <a:pt x="768804" y="90486"/>
                  <a:pt x="765753" y="95233"/>
                  <a:pt x="763420" y="102021"/>
                </a:cubicBezTo>
                <a:moveTo>
                  <a:pt x="814027" y="132709"/>
                </a:moveTo>
                <a:cubicBezTo>
                  <a:pt x="809182" y="134304"/>
                  <a:pt x="801510" y="136211"/>
                  <a:pt x="791012" y="138429"/>
                </a:cubicBezTo>
                <a:cubicBezTo>
                  <a:pt x="780514" y="140644"/>
                  <a:pt x="773649" y="142816"/>
                  <a:pt x="770419" y="144944"/>
                </a:cubicBezTo>
                <a:cubicBezTo>
                  <a:pt x="765484" y="148401"/>
                  <a:pt x="763017" y="152790"/>
                  <a:pt x="763017" y="158109"/>
                </a:cubicBezTo>
                <a:cubicBezTo>
                  <a:pt x="763017" y="163341"/>
                  <a:pt x="764991" y="167864"/>
                  <a:pt x="768939" y="171678"/>
                </a:cubicBezTo>
                <a:cubicBezTo>
                  <a:pt x="772887" y="175488"/>
                  <a:pt x="777912" y="177394"/>
                  <a:pt x="784013" y="177394"/>
                </a:cubicBezTo>
                <a:cubicBezTo>
                  <a:pt x="790833" y="177394"/>
                  <a:pt x="797338" y="175177"/>
                  <a:pt x="803529" y="170744"/>
                </a:cubicBezTo>
                <a:cubicBezTo>
                  <a:pt x="808105" y="167376"/>
                  <a:pt x="811111" y="163253"/>
                  <a:pt x="812547" y="158374"/>
                </a:cubicBezTo>
                <a:cubicBezTo>
                  <a:pt x="813534" y="155183"/>
                  <a:pt x="814027" y="149111"/>
                  <a:pt x="814027" y="140158"/>
                </a:cubicBezTo>
                <a:lnTo>
                  <a:pt x="814027" y="132709"/>
                </a:lnTo>
                <a:close/>
                <a:moveTo>
                  <a:pt x="953962" y="57875"/>
                </a:moveTo>
                <a:lnTo>
                  <a:pt x="953962" y="88024"/>
                </a:lnTo>
                <a:lnTo>
                  <a:pt x="928120" y="88024"/>
                </a:lnTo>
                <a:lnTo>
                  <a:pt x="928120" y="145537"/>
                </a:lnTo>
                <a:cubicBezTo>
                  <a:pt x="928120" y="157185"/>
                  <a:pt x="928367" y="163972"/>
                  <a:pt x="928860" y="165898"/>
                </a:cubicBezTo>
                <a:cubicBezTo>
                  <a:pt x="929354" y="167822"/>
                  <a:pt x="930475" y="169412"/>
                  <a:pt x="932225" y="170668"/>
                </a:cubicBezTo>
                <a:cubicBezTo>
                  <a:pt x="933975" y="171922"/>
                  <a:pt x="936106" y="172548"/>
                  <a:pt x="938618" y="172548"/>
                </a:cubicBezTo>
                <a:cubicBezTo>
                  <a:pt x="942118" y="172548"/>
                  <a:pt x="947187" y="171337"/>
                  <a:pt x="953827" y="168914"/>
                </a:cubicBezTo>
                <a:lnTo>
                  <a:pt x="957057" y="198365"/>
                </a:lnTo>
                <a:cubicBezTo>
                  <a:pt x="948264" y="202150"/>
                  <a:pt x="938304" y="204043"/>
                  <a:pt x="927178" y="204043"/>
                </a:cubicBezTo>
                <a:cubicBezTo>
                  <a:pt x="920358" y="204043"/>
                  <a:pt x="914212" y="202899"/>
                  <a:pt x="908739" y="200611"/>
                </a:cubicBezTo>
                <a:cubicBezTo>
                  <a:pt x="903265" y="198323"/>
                  <a:pt x="899250" y="195362"/>
                  <a:pt x="896692" y="191728"/>
                </a:cubicBezTo>
                <a:cubicBezTo>
                  <a:pt x="894135" y="188094"/>
                  <a:pt x="892363" y="183181"/>
                  <a:pt x="891376" y="176990"/>
                </a:cubicBezTo>
                <a:cubicBezTo>
                  <a:pt x="890569" y="172593"/>
                  <a:pt x="890165" y="163710"/>
                  <a:pt x="890165" y="150340"/>
                </a:cubicBezTo>
                <a:lnTo>
                  <a:pt x="890165" y="88024"/>
                </a:lnTo>
                <a:lnTo>
                  <a:pt x="872802" y="88024"/>
                </a:lnTo>
                <a:lnTo>
                  <a:pt x="872802" y="57875"/>
                </a:lnTo>
                <a:lnTo>
                  <a:pt x="890165" y="57875"/>
                </a:lnTo>
                <a:lnTo>
                  <a:pt x="890165" y="29341"/>
                </a:lnTo>
                <a:lnTo>
                  <a:pt x="928120" y="6999"/>
                </a:lnTo>
                <a:lnTo>
                  <a:pt x="928120" y="57875"/>
                </a:lnTo>
                <a:lnTo>
                  <a:pt x="953962" y="57875"/>
                </a:lnTo>
                <a:close/>
                <a:moveTo>
                  <a:pt x="980205" y="38494"/>
                </a:moveTo>
                <a:lnTo>
                  <a:pt x="980205" y="3499"/>
                </a:lnTo>
                <a:lnTo>
                  <a:pt x="1018025" y="3499"/>
                </a:lnTo>
                <a:lnTo>
                  <a:pt x="1018025" y="38494"/>
                </a:lnTo>
                <a:lnTo>
                  <a:pt x="980205" y="38494"/>
                </a:lnTo>
                <a:moveTo>
                  <a:pt x="980205" y="200813"/>
                </a:moveTo>
                <a:lnTo>
                  <a:pt x="980205" y="57875"/>
                </a:lnTo>
                <a:lnTo>
                  <a:pt x="1018025" y="57875"/>
                </a:lnTo>
                <a:lnTo>
                  <a:pt x="1018025" y="200813"/>
                </a:lnTo>
                <a:lnTo>
                  <a:pt x="980205" y="200813"/>
                </a:lnTo>
                <a:close/>
                <a:moveTo>
                  <a:pt x="1048086" y="127325"/>
                </a:moveTo>
                <a:cubicBezTo>
                  <a:pt x="1048086" y="114763"/>
                  <a:pt x="1051181" y="102605"/>
                  <a:pt x="1057373" y="90850"/>
                </a:cubicBezTo>
                <a:cubicBezTo>
                  <a:pt x="1063564" y="79096"/>
                  <a:pt x="1072335" y="70123"/>
                  <a:pt x="1083686" y="63932"/>
                </a:cubicBezTo>
                <a:cubicBezTo>
                  <a:pt x="1095036" y="57740"/>
                  <a:pt x="1107711" y="54645"/>
                  <a:pt x="1121708" y="54645"/>
                </a:cubicBezTo>
                <a:cubicBezTo>
                  <a:pt x="1143333" y="54645"/>
                  <a:pt x="1161054" y="61666"/>
                  <a:pt x="1174872" y="75709"/>
                </a:cubicBezTo>
                <a:cubicBezTo>
                  <a:pt x="1188691" y="89751"/>
                  <a:pt x="1195600" y="107495"/>
                  <a:pt x="1195600" y="128940"/>
                </a:cubicBezTo>
                <a:cubicBezTo>
                  <a:pt x="1195600" y="150565"/>
                  <a:pt x="1188623" y="168488"/>
                  <a:pt x="1174671" y="182710"/>
                </a:cubicBezTo>
                <a:cubicBezTo>
                  <a:pt x="1160718" y="196932"/>
                  <a:pt x="1143153" y="204043"/>
                  <a:pt x="1121977" y="204043"/>
                </a:cubicBezTo>
                <a:cubicBezTo>
                  <a:pt x="1108877" y="204043"/>
                  <a:pt x="1096382" y="201082"/>
                  <a:pt x="1084493" y="195160"/>
                </a:cubicBezTo>
                <a:cubicBezTo>
                  <a:pt x="1072604" y="189238"/>
                  <a:pt x="1063564" y="180557"/>
                  <a:pt x="1057373" y="169116"/>
                </a:cubicBezTo>
                <a:cubicBezTo>
                  <a:pt x="1051181" y="157676"/>
                  <a:pt x="1048086" y="143745"/>
                  <a:pt x="1048086" y="127325"/>
                </a:cubicBezTo>
                <a:moveTo>
                  <a:pt x="1086849" y="129344"/>
                </a:moveTo>
                <a:cubicBezTo>
                  <a:pt x="1086849" y="143476"/>
                  <a:pt x="1090213" y="154300"/>
                  <a:pt x="1096943" y="161814"/>
                </a:cubicBezTo>
                <a:cubicBezTo>
                  <a:pt x="1103673" y="169329"/>
                  <a:pt x="1111973" y="173087"/>
                  <a:pt x="1121843" y="173087"/>
                </a:cubicBezTo>
                <a:cubicBezTo>
                  <a:pt x="1131713" y="173087"/>
                  <a:pt x="1139990" y="169329"/>
                  <a:pt x="1146675" y="161814"/>
                </a:cubicBezTo>
                <a:cubicBezTo>
                  <a:pt x="1153360" y="154300"/>
                  <a:pt x="1156702" y="143386"/>
                  <a:pt x="1156702" y="129075"/>
                </a:cubicBezTo>
                <a:cubicBezTo>
                  <a:pt x="1156702" y="115122"/>
                  <a:pt x="1153360" y="104388"/>
                  <a:pt x="1146675" y="96873"/>
                </a:cubicBezTo>
                <a:cubicBezTo>
                  <a:pt x="1139990" y="89359"/>
                  <a:pt x="1131713" y="85601"/>
                  <a:pt x="1121843" y="85601"/>
                </a:cubicBezTo>
                <a:cubicBezTo>
                  <a:pt x="1111973" y="85601"/>
                  <a:pt x="1103673" y="89359"/>
                  <a:pt x="1096943" y="96873"/>
                </a:cubicBezTo>
                <a:cubicBezTo>
                  <a:pt x="1090213" y="104388"/>
                  <a:pt x="1086849" y="115212"/>
                  <a:pt x="1086849" y="129344"/>
                </a:cubicBezTo>
                <a:close/>
                <a:moveTo>
                  <a:pt x="1355271" y="200813"/>
                </a:moveTo>
                <a:lnTo>
                  <a:pt x="1317451" y="200813"/>
                </a:lnTo>
                <a:lnTo>
                  <a:pt x="1317451" y="127947"/>
                </a:lnTo>
                <a:cubicBezTo>
                  <a:pt x="1317451" y="112531"/>
                  <a:pt x="1316643" y="102560"/>
                  <a:pt x="1315028" y="98034"/>
                </a:cubicBezTo>
                <a:cubicBezTo>
                  <a:pt x="1313413" y="93508"/>
                  <a:pt x="1310788" y="89991"/>
                  <a:pt x="1307154" y="87481"/>
                </a:cubicBezTo>
                <a:cubicBezTo>
                  <a:pt x="1303520" y="84972"/>
                  <a:pt x="1299146" y="83717"/>
                  <a:pt x="1294032" y="83717"/>
                </a:cubicBezTo>
                <a:cubicBezTo>
                  <a:pt x="1287481" y="83717"/>
                  <a:pt x="1281604" y="85510"/>
                  <a:pt x="1276400" y="89096"/>
                </a:cubicBezTo>
                <a:cubicBezTo>
                  <a:pt x="1271196" y="92680"/>
                  <a:pt x="1267629" y="97430"/>
                  <a:pt x="1265700" y="103346"/>
                </a:cubicBezTo>
                <a:cubicBezTo>
                  <a:pt x="1263771" y="109260"/>
                  <a:pt x="1262806" y="120194"/>
                  <a:pt x="1262806" y="136149"/>
                </a:cubicBezTo>
                <a:lnTo>
                  <a:pt x="1262806" y="200813"/>
                </a:lnTo>
                <a:lnTo>
                  <a:pt x="1224985" y="200813"/>
                </a:lnTo>
                <a:lnTo>
                  <a:pt x="1224985" y="57875"/>
                </a:lnTo>
                <a:lnTo>
                  <a:pt x="1260114" y="57875"/>
                </a:lnTo>
                <a:lnTo>
                  <a:pt x="1260114" y="78871"/>
                </a:lnTo>
                <a:cubicBezTo>
                  <a:pt x="1272586" y="62720"/>
                  <a:pt x="1288289" y="54645"/>
                  <a:pt x="1307222" y="54645"/>
                </a:cubicBezTo>
                <a:cubicBezTo>
                  <a:pt x="1315566" y="54645"/>
                  <a:pt x="1323193" y="56148"/>
                  <a:pt x="1330103" y="59154"/>
                </a:cubicBezTo>
                <a:cubicBezTo>
                  <a:pt x="1337012" y="62160"/>
                  <a:pt x="1342238" y="65995"/>
                  <a:pt x="1345783" y="70661"/>
                </a:cubicBezTo>
                <a:cubicBezTo>
                  <a:pt x="1349327" y="75327"/>
                  <a:pt x="1351794" y="80621"/>
                  <a:pt x="1353185" y="86543"/>
                </a:cubicBezTo>
                <a:cubicBezTo>
                  <a:pt x="1354576" y="92465"/>
                  <a:pt x="1355271" y="100945"/>
                  <a:pt x="1355271" y="111981"/>
                </a:cubicBezTo>
                <a:lnTo>
                  <a:pt x="1355271" y="200813"/>
                </a:lnTo>
                <a:close/>
                <a:moveTo>
                  <a:pt x="1532943" y="258957"/>
                </a:moveTo>
                <a:lnTo>
                  <a:pt x="1506966" y="258957"/>
                </a:lnTo>
                <a:cubicBezTo>
                  <a:pt x="1493238" y="238207"/>
                  <a:pt x="1482785" y="216650"/>
                  <a:pt x="1475606" y="194285"/>
                </a:cubicBezTo>
                <a:cubicBezTo>
                  <a:pt x="1468428" y="171920"/>
                  <a:pt x="1464839" y="150273"/>
                  <a:pt x="1464839" y="129344"/>
                </a:cubicBezTo>
                <a:cubicBezTo>
                  <a:pt x="1464839" y="103384"/>
                  <a:pt x="1469280" y="78818"/>
                  <a:pt x="1478164" y="55646"/>
                </a:cubicBezTo>
                <a:cubicBezTo>
                  <a:pt x="1485880" y="35524"/>
                  <a:pt x="1495661" y="16976"/>
                  <a:pt x="1507505" y="0"/>
                </a:cubicBezTo>
                <a:lnTo>
                  <a:pt x="1533347" y="0"/>
                </a:lnTo>
                <a:cubicBezTo>
                  <a:pt x="1521054" y="27216"/>
                  <a:pt x="1512597" y="50367"/>
                  <a:pt x="1507976" y="69454"/>
                </a:cubicBezTo>
                <a:cubicBezTo>
                  <a:pt x="1503355" y="88541"/>
                  <a:pt x="1501044" y="108774"/>
                  <a:pt x="1501044" y="130151"/>
                </a:cubicBezTo>
                <a:cubicBezTo>
                  <a:pt x="1501044" y="144884"/>
                  <a:pt x="1502413" y="159975"/>
                  <a:pt x="1505149" y="175425"/>
                </a:cubicBezTo>
                <a:cubicBezTo>
                  <a:pt x="1507886" y="190873"/>
                  <a:pt x="1511632" y="205557"/>
                  <a:pt x="1516388" y="219479"/>
                </a:cubicBezTo>
                <a:cubicBezTo>
                  <a:pt x="1519529" y="228643"/>
                  <a:pt x="1525047" y="241802"/>
                  <a:pt x="1532943" y="2589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,">
            <a:extLst xmlns:a="http://schemas.openxmlformats.org/drawingml/2006/main">
              <a:ext uri="{FF2B5EF4-FFF2-40B4-BE49-F238E27FC236}">
                <a16:creationId xmlns:a16="http://schemas.microsoft.com/office/drawing/2014/main" id="{58CCD334-227D-4533-A38F-15E7629E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0871" y="3156141"/>
            <a:ext cx="40916" cy="82102"/>
          </a:xfrm>
          <a:custGeom xmlns:a="http://schemas.openxmlformats.org/drawingml/2006/main">
            <a:pathLst>
              <a:path w="40916" h="82102">
                <a:moveTo>
                  <a:pt x="3096" y="0"/>
                </a:moveTo>
                <a:lnTo>
                  <a:pt x="40916" y="0"/>
                </a:lnTo>
                <a:lnTo>
                  <a:pt x="40916" y="27142"/>
                </a:lnTo>
                <a:cubicBezTo>
                  <a:pt x="40916" y="38125"/>
                  <a:pt x="39974" y="46789"/>
                  <a:pt x="38090" y="53135"/>
                </a:cubicBezTo>
                <a:cubicBezTo>
                  <a:pt x="36206" y="59483"/>
                  <a:pt x="32639" y="65178"/>
                  <a:pt x="27390" y="70220"/>
                </a:cubicBezTo>
                <a:cubicBezTo>
                  <a:pt x="22141" y="75261"/>
                  <a:pt x="15478" y="79222"/>
                  <a:pt x="7403" y="82102"/>
                </a:cubicBezTo>
                <a:lnTo>
                  <a:pt x="0" y="66489"/>
                </a:lnTo>
                <a:cubicBezTo>
                  <a:pt x="7627" y="63965"/>
                  <a:pt x="13056" y="60494"/>
                  <a:pt x="16286" y="56075"/>
                </a:cubicBezTo>
                <a:cubicBezTo>
                  <a:pt x="19516" y="51658"/>
                  <a:pt x="21221" y="45619"/>
                  <a:pt x="21400" y="37955"/>
                </a:cubicBezTo>
                <a:lnTo>
                  <a:pt x="3096" y="37955"/>
                </a:lnTo>
                <a:lnTo>
                  <a:pt x="30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,">
            <a:extLst xmlns:a="http://schemas.openxmlformats.org/drawingml/2006/main">
              <a:ext uri="{FF2B5EF4-FFF2-40B4-BE49-F238E27FC236}">
                <a16:creationId xmlns:a16="http://schemas.microsoft.com/office/drawing/2014/main" id="{89F7A600-CC43-4BD2-80A9-F74FDEDB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0539" y="3156141"/>
            <a:ext cx="40916" cy="82102"/>
          </a:xfrm>
          <a:custGeom xmlns:a="http://schemas.openxmlformats.org/drawingml/2006/main">
            <a:pathLst>
              <a:path w="40916" h="82102">
                <a:moveTo>
                  <a:pt x="3096" y="0"/>
                </a:moveTo>
                <a:lnTo>
                  <a:pt x="40916" y="0"/>
                </a:lnTo>
                <a:lnTo>
                  <a:pt x="40916" y="27142"/>
                </a:lnTo>
                <a:cubicBezTo>
                  <a:pt x="40916" y="38125"/>
                  <a:pt x="39974" y="46789"/>
                  <a:pt x="38090" y="53135"/>
                </a:cubicBezTo>
                <a:cubicBezTo>
                  <a:pt x="36206" y="59483"/>
                  <a:pt x="32639" y="65178"/>
                  <a:pt x="27390" y="70220"/>
                </a:cubicBezTo>
                <a:cubicBezTo>
                  <a:pt x="22141" y="75261"/>
                  <a:pt x="15478" y="79222"/>
                  <a:pt x="7403" y="82102"/>
                </a:cubicBezTo>
                <a:lnTo>
                  <a:pt x="0" y="66489"/>
                </a:lnTo>
                <a:cubicBezTo>
                  <a:pt x="7627" y="63965"/>
                  <a:pt x="13056" y="60494"/>
                  <a:pt x="16286" y="56075"/>
                </a:cubicBezTo>
                <a:cubicBezTo>
                  <a:pt x="19516" y="51658"/>
                  <a:pt x="21221" y="45619"/>
                  <a:pt x="21400" y="37955"/>
                </a:cubicBezTo>
                <a:lnTo>
                  <a:pt x="3096" y="37955"/>
                </a:lnTo>
                <a:lnTo>
                  <a:pt x="309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)">
            <a:extLst xmlns:a="http://schemas.openxmlformats.org/drawingml/2006/main">
              <a:ext uri="{FF2B5EF4-FFF2-40B4-BE49-F238E27FC236}">
                <a16:creationId xmlns:a16="http://schemas.microsoft.com/office/drawing/2014/main" id="{0681C206-8E3A-42BC-A929-84188E3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2263" y="2993284"/>
            <a:ext cx="68508" cy="258957"/>
          </a:xfrm>
          <a:custGeom xmlns:a="http://schemas.openxmlformats.org/drawingml/2006/main">
            <a:pathLst>
              <a:path w="68508" h="258957">
                <a:moveTo>
                  <a:pt x="269" y="258957"/>
                </a:moveTo>
                <a:cubicBezTo>
                  <a:pt x="7717" y="242968"/>
                  <a:pt x="12966" y="230708"/>
                  <a:pt x="16017" y="222175"/>
                </a:cubicBezTo>
                <a:cubicBezTo>
                  <a:pt x="19067" y="213643"/>
                  <a:pt x="21894" y="203807"/>
                  <a:pt x="24496" y="192670"/>
                </a:cubicBezTo>
                <a:cubicBezTo>
                  <a:pt x="27098" y="181530"/>
                  <a:pt x="29027" y="170953"/>
                  <a:pt x="30283" y="160940"/>
                </a:cubicBezTo>
                <a:cubicBezTo>
                  <a:pt x="31540" y="150924"/>
                  <a:pt x="32168" y="140661"/>
                  <a:pt x="32168" y="130151"/>
                </a:cubicBezTo>
                <a:cubicBezTo>
                  <a:pt x="32168" y="108774"/>
                  <a:pt x="29880" y="88541"/>
                  <a:pt x="25303" y="69454"/>
                </a:cubicBezTo>
                <a:cubicBezTo>
                  <a:pt x="20727" y="50367"/>
                  <a:pt x="12293" y="27216"/>
                  <a:pt x="0" y="0"/>
                </a:cubicBezTo>
                <a:lnTo>
                  <a:pt x="25707" y="0"/>
                </a:lnTo>
                <a:cubicBezTo>
                  <a:pt x="39256" y="19311"/>
                  <a:pt x="49777" y="39790"/>
                  <a:pt x="57269" y="61437"/>
                </a:cubicBezTo>
                <a:cubicBezTo>
                  <a:pt x="64762" y="83085"/>
                  <a:pt x="68508" y="105046"/>
                  <a:pt x="68508" y="127321"/>
                </a:cubicBezTo>
                <a:cubicBezTo>
                  <a:pt x="68508" y="146094"/>
                  <a:pt x="65547" y="166214"/>
                  <a:pt x="59625" y="187682"/>
                </a:cubicBezTo>
                <a:cubicBezTo>
                  <a:pt x="52895" y="211754"/>
                  <a:pt x="41814" y="235513"/>
                  <a:pt x="26380" y="258957"/>
                </a:cubicBezTo>
                <a:lnTo>
                  <a:pt x="269" y="2589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c5a11583e4417"/>
          <a:stretch xmlns:a="http://schemas.openxmlformats.org/drawingml/2006/main"/>
        </p:blipFill>
        <p:spPr>
          <a:xfrm xmlns:a="http://schemas.openxmlformats.org/drawingml/2006/main">
            <a:off x="11583565" y="2874927"/>
            <a:ext cx="435231" cy="435231"/>
          </a:xfrm>
          <a:prstGeom xmlns:a="http://schemas.openxmlformats.org/drawingml/2006/main" prst="rect">
            <a:avLst/>
          </a:prstGeom>
        </p:spPr>
      </p:pic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A0481A-0AF4-45AB-870C-AB56BD15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911" y="3143319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0" y="13463"/>
                  <a:pt x="285737" y="17228"/>
                  <a:pt x="287504" y="21493"/>
                </a:cubicBezTo>
                <a:cubicBezTo>
                  <a:pt x="289271" y="25759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0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2" y="232123"/>
                  <a:pt x="25760" y="231240"/>
                  <a:pt x="21494" y="229473"/>
                </a:cubicBezTo>
                <a:cubicBezTo>
                  <a:pt x="17228" y="227706"/>
                  <a:pt x="13462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59"/>
                  <a:pt x="2650" y="21493"/>
                </a:cubicBezTo>
                <a:cubicBezTo>
                  <a:pt x="4417" y="17228"/>
                  <a:pt x="6933" y="13463"/>
                  <a:pt x="10198" y="10198"/>
                </a:cubicBezTo>
                <a:cubicBezTo>
                  <a:pt x="13462" y="6933"/>
                  <a:pt x="17228" y="4417"/>
                  <a:pt x="21494" y="2650"/>
                </a:cubicBezTo>
                <a:cubicBezTo>
                  <a:pt x="25760" y="883"/>
                  <a:pt x="30202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9C10F-9851-488A-B1C0-52E95568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4911" y="3143319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0" y="13463"/>
                  <a:pt x="285737" y="17228"/>
                  <a:pt x="287504" y="21493"/>
                </a:cubicBezTo>
                <a:cubicBezTo>
                  <a:pt x="289271" y="25759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1" y="206363"/>
                  <a:pt x="287504" y="210629"/>
                </a:cubicBezTo>
                <a:cubicBezTo>
                  <a:pt x="285737" y="214895"/>
                  <a:pt x="283220" y="218660"/>
                  <a:pt x="279956" y="221925"/>
                </a:cubicBezTo>
                <a:cubicBezTo>
                  <a:pt x="276691" y="225190"/>
                  <a:pt x="272926" y="227706"/>
                  <a:pt x="268660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2" y="232123"/>
                  <a:pt x="25760" y="231240"/>
                  <a:pt x="21494" y="229473"/>
                </a:cubicBezTo>
                <a:cubicBezTo>
                  <a:pt x="17228" y="227706"/>
                  <a:pt x="13462" y="225190"/>
                  <a:pt x="10198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59"/>
                  <a:pt x="2650" y="21493"/>
                </a:cubicBezTo>
                <a:cubicBezTo>
                  <a:pt x="4417" y="17228"/>
                  <a:pt x="6933" y="13463"/>
                  <a:pt x="10198" y="10198"/>
                </a:cubicBezTo>
                <a:cubicBezTo>
                  <a:pt x="13462" y="6933"/>
                  <a:pt x="17228" y="4417"/>
                  <a:pt x="21494" y="2650"/>
                </a:cubicBezTo>
                <a:cubicBezTo>
                  <a:pt x="25760" y="883"/>
                  <a:pt x="30202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78" name="Text s">
            <a:extLst xmlns:a="http://schemas.openxmlformats.org/drawingml/2006/main">
              <a:ext uri="{FF2B5EF4-FFF2-40B4-BE49-F238E27FC236}">
                <a16:creationId xmlns:a16="http://schemas.microsoft.com/office/drawing/2014/main" id="{579E9FFE-CABA-441B-B1A1-3EA0D6CE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4217" y="3203334"/>
            <a:ext cx="74975" cy="94357"/>
          </a:xfrm>
          <a:custGeom xmlns:a="http://schemas.openxmlformats.org/drawingml/2006/main">
            <a:pathLst>
              <a:path w="74975" h="94357">
                <a:moveTo>
                  <a:pt x="0" y="65285"/>
                </a:moveTo>
                <a:lnTo>
                  <a:pt x="15131" y="62905"/>
                </a:lnTo>
                <a:cubicBezTo>
                  <a:pt x="15981" y="68942"/>
                  <a:pt x="18347" y="73568"/>
                  <a:pt x="22229" y="76784"/>
                </a:cubicBezTo>
                <a:cubicBezTo>
                  <a:pt x="26111" y="79999"/>
                  <a:pt x="31537" y="81606"/>
                  <a:pt x="38508" y="81606"/>
                </a:cubicBezTo>
                <a:cubicBezTo>
                  <a:pt x="45535" y="81606"/>
                  <a:pt x="50749" y="80186"/>
                  <a:pt x="54149" y="77348"/>
                </a:cubicBezTo>
                <a:cubicBezTo>
                  <a:pt x="57549" y="74507"/>
                  <a:pt x="59249" y="71176"/>
                  <a:pt x="59249" y="67354"/>
                </a:cubicBezTo>
                <a:cubicBezTo>
                  <a:pt x="59249" y="63924"/>
                  <a:pt x="57747" y="61225"/>
                  <a:pt x="54744" y="59257"/>
                </a:cubicBezTo>
                <a:cubicBezTo>
                  <a:pt x="52647" y="57908"/>
                  <a:pt x="47433" y="56193"/>
                  <a:pt x="39103" y="54112"/>
                </a:cubicBezTo>
                <a:cubicBezTo>
                  <a:pt x="27882" y="51276"/>
                  <a:pt x="20104" y="48824"/>
                  <a:pt x="15769" y="46753"/>
                </a:cubicBezTo>
                <a:cubicBezTo>
                  <a:pt x="11433" y="44683"/>
                  <a:pt x="8146" y="41819"/>
                  <a:pt x="5908" y="38160"/>
                </a:cubicBezTo>
                <a:cubicBezTo>
                  <a:pt x="3669" y="34501"/>
                  <a:pt x="2550" y="30460"/>
                  <a:pt x="2550" y="26036"/>
                </a:cubicBezTo>
                <a:cubicBezTo>
                  <a:pt x="2550" y="22009"/>
                  <a:pt x="3471" y="18279"/>
                  <a:pt x="5313" y="14847"/>
                </a:cubicBezTo>
                <a:cubicBezTo>
                  <a:pt x="7155" y="11415"/>
                  <a:pt x="9662" y="8564"/>
                  <a:pt x="12836" y="6296"/>
                </a:cubicBezTo>
                <a:cubicBezTo>
                  <a:pt x="15216" y="4537"/>
                  <a:pt x="18460" y="3049"/>
                  <a:pt x="22569" y="1830"/>
                </a:cubicBezTo>
                <a:cubicBezTo>
                  <a:pt x="26678" y="610"/>
                  <a:pt x="31084" y="0"/>
                  <a:pt x="35788" y="0"/>
                </a:cubicBezTo>
                <a:cubicBezTo>
                  <a:pt x="42871" y="0"/>
                  <a:pt x="49091" y="1027"/>
                  <a:pt x="54446" y="3081"/>
                </a:cubicBezTo>
                <a:cubicBezTo>
                  <a:pt x="59802" y="5134"/>
                  <a:pt x="63755" y="7915"/>
                  <a:pt x="66305" y="11425"/>
                </a:cubicBezTo>
                <a:cubicBezTo>
                  <a:pt x="68855" y="14934"/>
                  <a:pt x="70612" y="19626"/>
                  <a:pt x="71575" y="25502"/>
                </a:cubicBezTo>
                <a:lnTo>
                  <a:pt x="56614" y="27542"/>
                </a:lnTo>
                <a:cubicBezTo>
                  <a:pt x="55934" y="22895"/>
                  <a:pt x="53965" y="19268"/>
                  <a:pt x="50706" y="16661"/>
                </a:cubicBezTo>
                <a:cubicBezTo>
                  <a:pt x="47448" y="14054"/>
                  <a:pt x="42843" y="12751"/>
                  <a:pt x="36893" y="12751"/>
                </a:cubicBezTo>
                <a:cubicBezTo>
                  <a:pt x="29865" y="12751"/>
                  <a:pt x="24850" y="13907"/>
                  <a:pt x="21847" y="16220"/>
                </a:cubicBezTo>
                <a:cubicBezTo>
                  <a:pt x="18843" y="18531"/>
                  <a:pt x="17341" y="21238"/>
                  <a:pt x="17341" y="24341"/>
                </a:cubicBezTo>
                <a:cubicBezTo>
                  <a:pt x="17341" y="26314"/>
                  <a:pt x="17965" y="28090"/>
                  <a:pt x="19211" y="29670"/>
                </a:cubicBezTo>
                <a:cubicBezTo>
                  <a:pt x="20458" y="31304"/>
                  <a:pt x="22413" y="32657"/>
                  <a:pt x="25077" y="33729"/>
                </a:cubicBezTo>
                <a:cubicBezTo>
                  <a:pt x="26607" y="34294"/>
                  <a:pt x="31112" y="35591"/>
                  <a:pt x="38593" y="37621"/>
                </a:cubicBezTo>
                <a:cubicBezTo>
                  <a:pt x="49417" y="40509"/>
                  <a:pt x="56968" y="42873"/>
                  <a:pt x="61247" y="44713"/>
                </a:cubicBezTo>
                <a:cubicBezTo>
                  <a:pt x="65526" y="46553"/>
                  <a:pt x="68883" y="49229"/>
                  <a:pt x="71320" y="52741"/>
                </a:cubicBezTo>
                <a:cubicBezTo>
                  <a:pt x="73757" y="56251"/>
                  <a:pt x="74975" y="60610"/>
                  <a:pt x="74975" y="65819"/>
                </a:cubicBezTo>
                <a:cubicBezTo>
                  <a:pt x="74975" y="70915"/>
                  <a:pt x="73488" y="75715"/>
                  <a:pt x="70513" y="80217"/>
                </a:cubicBezTo>
                <a:cubicBezTo>
                  <a:pt x="67537" y="84717"/>
                  <a:pt x="63245" y="88198"/>
                  <a:pt x="57634" y="90662"/>
                </a:cubicBezTo>
                <a:cubicBezTo>
                  <a:pt x="52024" y="93125"/>
                  <a:pt x="45677" y="94357"/>
                  <a:pt x="38593" y="94357"/>
                </a:cubicBezTo>
                <a:cubicBezTo>
                  <a:pt x="26862" y="94357"/>
                  <a:pt x="17922" y="91913"/>
                  <a:pt x="11773" y="87025"/>
                </a:cubicBezTo>
                <a:cubicBezTo>
                  <a:pt x="5625" y="82137"/>
                  <a:pt x="1700" y="74890"/>
                  <a:pt x="0" y="65285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n">
            <a:extLst xmlns:a="http://schemas.openxmlformats.org/drawingml/2006/main">
              <a:ext uri="{FF2B5EF4-FFF2-40B4-BE49-F238E27FC236}">
                <a16:creationId xmlns:a16="http://schemas.microsoft.com/office/drawing/2014/main" id="{ED6F316A-1379-411B-B50C-1FA8550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472" y="3267910"/>
            <a:ext cx="61134" cy="76931"/>
          </a:xfrm>
          <a:custGeom xmlns:a="http://schemas.openxmlformats.org/drawingml/2006/main">
            <a:pathLst>
              <a:path w="61134" h="76931">
                <a:moveTo>
                  <a:pt x="0" y="76931"/>
                </a:moveTo>
                <a:lnTo>
                  <a:pt x="0" y="1700"/>
                </a:lnTo>
                <a:lnTo>
                  <a:pt x="11476" y="1700"/>
                </a:lnTo>
                <a:lnTo>
                  <a:pt x="11476" y="12326"/>
                </a:lnTo>
                <a:cubicBezTo>
                  <a:pt x="17001" y="4109"/>
                  <a:pt x="24982" y="0"/>
                  <a:pt x="35419" y="0"/>
                </a:cubicBezTo>
                <a:cubicBezTo>
                  <a:pt x="39953" y="0"/>
                  <a:pt x="44121" y="815"/>
                  <a:pt x="47922" y="2444"/>
                </a:cubicBezTo>
                <a:cubicBezTo>
                  <a:pt x="51724" y="4073"/>
                  <a:pt x="54569" y="6210"/>
                  <a:pt x="56458" y="8855"/>
                </a:cubicBezTo>
                <a:cubicBezTo>
                  <a:pt x="58347" y="11499"/>
                  <a:pt x="59670" y="14640"/>
                  <a:pt x="60425" y="18276"/>
                </a:cubicBezTo>
                <a:cubicBezTo>
                  <a:pt x="60897" y="20638"/>
                  <a:pt x="61134" y="24770"/>
                  <a:pt x="61134" y="30673"/>
                </a:cubicBezTo>
                <a:lnTo>
                  <a:pt x="61134" y="76931"/>
                </a:lnTo>
                <a:lnTo>
                  <a:pt x="48383" y="76931"/>
                </a:lnTo>
                <a:lnTo>
                  <a:pt x="48383" y="31120"/>
                </a:lnTo>
                <a:cubicBezTo>
                  <a:pt x="48383" y="25919"/>
                  <a:pt x="47887" y="22031"/>
                  <a:pt x="46895" y="19454"/>
                </a:cubicBezTo>
                <a:cubicBezTo>
                  <a:pt x="45903" y="16877"/>
                  <a:pt x="44144" y="14821"/>
                  <a:pt x="41618" y="13284"/>
                </a:cubicBezTo>
                <a:cubicBezTo>
                  <a:pt x="39091" y="11748"/>
                  <a:pt x="36128" y="10980"/>
                  <a:pt x="32727" y="10980"/>
                </a:cubicBezTo>
                <a:cubicBezTo>
                  <a:pt x="27296" y="10980"/>
                  <a:pt x="22609" y="12706"/>
                  <a:pt x="18666" y="16158"/>
                </a:cubicBezTo>
                <a:cubicBezTo>
                  <a:pt x="14723" y="19608"/>
                  <a:pt x="12751" y="26156"/>
                  <a:pt x="12751" y="35800"/>
                </a:cubicBezTo>
                <a:lnTo>
                  <a:pt x="12751" y="76931"/>
                </a:lnTo>
                <a:lnTo>
                  <a:pt x="0" y="76931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ProgrammaticState(DBTables)-based,">
            <a:extLst xmlns:a="http://schemas.openxmlformats.org/drawingml/2006/main">
              <a:ext uri="{FF2B5EF4-FFF2-40B4-BE49-F238E27FC236}">
                <a16:creationId xmlns:a16="http://schemas.microsoft.com/office/drawing/2014/main" id="{FA92DC9B-0A9B-490D-9CD2-D61F8D3A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403" y="4986224"/>
            <a:ext cx="3500991" cy="177181"/>
          </a:xfrm>
          <a:custGeom xmlns:a="http://schemas.openxmlformats.org/drawingml/2006/main">
            <a:pathLst>
              <a:path w="3500991" h="177181">
                <a:moveTo>
                  <a:pt x="0" y="137398"/>
                </a:moveTo>
                <a:lnTo>
                  <a:pt x="0" y="2394"/>
                </a:lnTo>
                <a:lnTo>
                  <a:pt x="43743" y="2394"/>
                </a:lnTo>
                <a:cubicBezTo>
                  <a:pt x="60319" y="2394"/>
                  <a:pt x="71124" y="3069"/>
                  <a:pt x="76158" y="4417"/>
                </a:cubicBezTo>
                <a:cubicBezTo>
                  <a:pt x="83894" y="6441"/>
                  <a:pt x="90371" y="10842"/>
                  <a:pt x="95589" y="17618"/>
                </a:cubicBezTo>
                <a:cubicBezTo>
                  <a:pt x="100808" y="24394"/>
                  <a:pt x="103417" y="33149"/>
                  <a:pt x="103417" y="43881"/>
                </a:cubicBezTo>
                <a:cubicBezTo>
                  <a:pt x="103417" y="52159"/>
                  <a:pt x="101913" y="59120"/>
                  <a:pt x="98905" y="64762"/>
                </a:cubicBezTo>
                <a:cubicBezTo>
                  <a:pt x="95896" y="70405"/>
                  <a:pt x="92075" y="74836"/>
                  <a:pt x="87439" y="78055"/>
                </a:cubicBezTo>
                <a:cubicBezTo>
                  <a:pt x="82804" y="81274"/>
                  <a:pt x="78092" y="83406"/>
                  <a:pt x="73304" y="84449"/>
                </a:cubicBezTo>
                <a:cubicBezTo>
                  <a:pt x="66796" y="85737"/>
                  <a:pt x="57372" y="86380"/>
                  <a:pt x="45032" y="86380"/>
                </a:cubicBezTo>
                <a:lnTo>
                  <a:pt x="27259" y="86380"/>
                </a:lnTo>
                <a:lnTo>
                  <a:pt x="27259" y="137398"/>
                </a:lnTo>
                <a:lnTo>
                  <a:pt x="0" y="137398"/>
                </a:lnTo>
                <a:moveTo>
                  <a:pt x="27259" y="25233"/>
                </a:moveTo>
                <a:lnTo>
                  <a:pt x="27259" y="63542"/>
                </a:lnTo>
                <a:lnTo>
                  <a:pt x="42177" y="63542"/>
                </a:lnTo>
                <a:cubicBezTo>
                  <a:pt x="52921" y="63542"/>
                  <a:pt x="60104" y="62836"/>
                  <a:pt x="63726" y="61424"/>
                </a:cubicBezTo>
                <a:cubicBezTo>
                  <a:pt x="67348" y="60012"/>
                  <a:pt x="70188" y="57802"/>
                  <a:pt x="72245" y="54794"/>
                </a:cubicBezTo>
                <a:cubicBezTo>
                  <a:pt x="74301" y="51785"/>
                  <a:pt x="75330" y="48286"/>
                  <a:pt x="75330" y="44295"/>
                </a:cubicBezTo>
                <a:cubicBezTo>
                  <a:pt x="75330" y="39384"/>
                  <a:pt x="73887" y="35332"/>
                  <a:pt x="71001" y="32139"/>
                </a:cubicBezTo>
                <a:cubicBezTo>
                  <a:pt x="68116" y="28947"/>
                  <a:pt x="64463" y="26952"/>
                  <a:pt x="60043" y="26154"/>
                </a:cubicBezTo>
                <a:cubicBezTo>
                  <a:pt x="56789" y="25540"/>
                  <a:pt x="50250" y="25233"/>
                  <a:pt x="40427" y="25233"/>
                </a:cubicBezTo>
                <a:lnTo>
                  <a:pt x="27259" y="25233"/>
                </a:lnTo>
                <a:close/>
                <a:moveTo>
                  <a:pt x="150385" y="137398"/>
                </a:moveTo>
                <a:lnTo>
                  <a:pt x="124508" y="137398"/>
                </a:lnTo>
                <a:lnTo>
                  <a:pt x="124508" y="39599"/>
                </a:lnTo>
                <a:lnTo>
                  <a:pt x="148543" y="39599"/>
                </a:lnTo>
                <a:lnTo>
                  <a:pt x="148543" y="53504"/>
                </a:lnTo>
                <a:cubicBezTo>
                  <a:pt x="152657" y="46935"/>
                  <a:pt x="156356" y="42607"/>
                  <a:pt x="159640" y="40520"/>
                </a:cubicBezTo>
                <a:cubicBezTo>
                  <a:pt x="162925" y="38432"/>
                  <a:pt x="166654" y="37389"/>
                  <a:pt x="170829" y="37389"/>
                </a:cubicBezTo>
                <a:cubicBezTo>
                  <a:pt x="176723" y="37389"/>
                  <a:pt x="182402" y="39015"/>
                  <a:pt x="187866" y="42269"/>
                </a:cubicBezTo>
                <a:lnTo>
                  <a:pt x="179854" y="64831"/>
                </a:lnTo>
                <a:cubicBezTo>
                  <a:pt x="175495" y="62007"/>
                  <a:pt x="171443" y="60595"/>
                  <a:pt x="167698" y="60595"/>
                </a:cubicBezTo>
                <a:cubicBezTo>
                  <a:pt x="164076" y="60595"/>
                  <a:pt x="161006" y="61593"/>
                  <a:pt x="158489" y="63588"/>
                </a:cubicBezTo>
                <a:cubicBezTo>
                  <a:pt x="155972" y="65583"/>
                  <a:pt x="153992" y="69190"/>
                  <a:pt x="152549" y="74409"/>
                </a:cubicBezTo>
                <a:cubicBezTo>
                  <a:pt x="151107" y="79627"/>
                  <a:pt x="150385" y="90555"/>
                  <a:pt x="150385" y="107193"/>
                </a:cubicBezTo>
                <a:lnTo>
                  <a:pt x="150385" y="137398"/>
                </a:lnTo>
                <a:close/>
                <a:moveTo>
                  <a:pt x="192992" y="87117"/>
                </a:moveTo>
                <a:cubicBezTo>
                  <a:pt x="192992" y="78522"/>
                  <a:pt x="195110" y="70203"/>
                  <a:pt x="199346" y="62161"/>
                </a:cubicBezTo>
                <a:cubicBezTo>
                  <a:pt x="203582" y="54118"/>
                  <a:pt x="209584" y="47979"/>
                  <a:pt x="217350" y="43743"/>
                </a:cubicBezTo>
                <a:cubicBezTo>
                  <a:pt x="225116" y="39507"/>
                  <a:pt x="233788" y="37389"/>
                  <a:pt x="243365" y="37389"/>
                </a:cubicBezTo>
                <a:cubicBezTo>
                  <a:pt x="258161" y="37389"/>
                  <a:pt x="270286" y="42193"/>
                  <a:pt x="279741" y="51801"/>
                </a:cubicBezTo>
                <a:cubicBezTo>
                  <a:pt x="289195" y="61409"/>
                  <a:pt x="293923" y="73549"/>
                  <a:pt x="293923" y="88222"/>
                </a:cubicBezTo>
                <a:cubicBezTo>
                  <a:pt x="293923" y="103018"/>
                  <a:pt x="289149" y="115281"/>
                  <a:pt x="279603" y="125012"/>
                </a:cubicBezTo>
                <a:cubicBezTo>
                  <a:pt x="270056" y="134743"/>
                  <a:pt x="258038" y="139608"/>
                  <a:pt x="243549" y="139608"/>
                </a:cubicBezTo>
                <a:cubicBezTo>
                  <a:pt x="234586" y="139608"/>
                  <a:pt x="226037" y="137582"/>
                  <a:pt x="217902" y="133530"/>
                </a:cubicBezTo>
                <a:cubicBezTo>
                  <a:pt x="209768" y="129478"/>
                  <a:pt x="203582" y="123539"/>
                  <a:pt x="199346" y="115711"/>
                </a:cubicBezTo>
                <a:cubicBezTo>
                  <a:pt x="195110" y="107883"/>
                  <a:pt x="192992" y="98352"/>
                  <a:pt x="192992" y="87117"/>
                </a:cubicBezTo>
                <a:moveTo>
                  <a:pt x="219514" y="88498"/>
                </a:moveTo>
                <a:cubicBezTo>
                  <a:pt x="219514" y="98168"/>
                  <a:pt x="221816" y="105573"/>
                  <a:pt x="226421" y="110715"/>
                </a:cubicBezTo>
                <a:cubicBezTo>
                  <a:pt x="231025" y="115857"/>
                  <a:pt x="236704" y="118428"/>
                  <a:pt x="243457" y="118428"/>
                </a:cubicBezTo>
                <a:cubicBezTo>
                  <a:pt x="250211" y="118428"/>
                  <a:pt x="255874" y="115857"/>
                  <a:pt x="260448" y="110715"/>
                </a:cubicBezTo>
                <a:cubicBezTo>
                  <a:pt x="265022" y="105573"/>
                  <a:pt x="267309" y="98107"/>
                  <a:pt x="267309" y="88314"/>
                </a:cubicBezTo>
                <a:cubicBezTo>
                  <a:pt x="267309" y="78768"/>
                  <a:pt x="265022" y="71423"/>
                  <a:pt x="260448" y="66282"/>
                </a:cubicBezTo>
                <a:cubicBezTo>
                  <a:pt x="255874" y="61140"/>
                  <a:pt x="250211" y="58569"/>
                  <a:pt x="243457" y="58569"/>
                </a:cubicBezTo>
                <a:cubicBezTo>
                  <a:pt x="236704" y="58569"/>
                  <a:pt x="231025" y="61140"/>
                  <a:pt x="226421" y="66282"/>
                </a:cubicBezTo>
                <a:cubicBezTo>
                  <a:pt x="221816" y="71423"/>
                  <a:pt x="219514" y="78829"/>
                  <a:pt x="219514" y="88498"/>
                </a:cubicBezTo>
                <a:close/>
                <a:moveTo>
                  <a:pt x="311818" y="143660"/>
                </a:moveTo>
                <a:lnTo>
                  <a:pt x="341379" y="147344"/>
                </a:lnTo>
                <a:cubicBezTo>
                  <a:pt x="341870" y="150815"/>
                  <a:pt x="343006" y="153200"/>
                  <a:pt x="344786" y="154501"/>
                </a:cubicBezTo>
                <a:cubicBezTo>
                  <a:pt x="347242" y="156360"/>
                  <a:pt x="351110" y="157290"/>
                  <a:pt x="356389" y="157290"/>
                </a:cubicBezTo>
                <a:cubicBezTo>
                  <a:pt x="363143" y="157290"/>
                  <a:pt x="368208" y="156269"/>
                  <a:pt x="371584" y="154228"/>
                </a:cubicBezTo>
                <a:cubicBezTo>
                  <a:pt x="373856" y="152867"/>
                  <a:pt x="375575" y="150673"/>
                  <a:pt x="376741" y="147643"/>
                </a:cubicBezTo>
                <a:cubicBezTo>
                  <a:pt x="377539" y="145479"/>
                  <a:pt x="377939" y="141491"/>
                  <a:pt x="377939" y="135680"/>
                </a:cubicBezTo>
                <a:lnTo>
                  <a:pt x="377939" y="121303"/>
                </a:lnTo>
                <a:cubicBezTo>
                  <a:pt x="370203" y="132033"/>
                  <a:pt x="360441" y="137398"/>
                  <a:pt x="348654" y="137398"/>
                </a:cubicBezTo>
                <a:cubicBezTo>
                  <a:pt x="335516" y="137398"/>
                  <a:pt x="325110" y="131842"/>
                  <a:pt x="317435" y="120730"/>
                </a:cubicBezTo>
                <a:cubicBezTo>
                  <a:pt x="311419" y="111951"/>
                  <a:pt x="308411" y="101023"/>
                  <a:pt x="308411" y="87946"/>
                </a:cubicBezTo>
                <a:cubicBezTo>
                  <a:pt x="308411" y="71554"/>
                  <a:pt x="312355" y="59030"/>
                  <a:pt x="320244" y="50373"/>
                </a:cubicBezTo>
                <a:cubicBezTo>
                  <a:pt x="328133" y="41717"/>
                  <a:pt x="337941" y="37389"/>
                  <a:pt x="349667" y="37389"/>
                </a:cubicBezTo>
                <a:cubicBezTo>
                  <a:pt x="361761" y="37389"/>
                  <a:pt x="371738" y="42724"/>
                  <a:pt x="379596" y="53395"/>
                </a:cubicBezTo>
                <a:lnTo>
                  <a:pt x="379596" y="39599"/>
                </a:lnTo>
                <a:lnTo>
                  <a:pt x="403816" y="39599"/>
                </a:lnTo>
                <a:lnTo>
                  <a:pt x="403816" y="127418"/>
                </a:lnTo>
                <a:cubicBezTo>
                  <a:pt x="403816" y="138968"/>
                  <a:pt x="402864" y="147599"/>
                  <a:pt x="400961" y="153313"/>
                </a:cubicBezTo>
                <a:cubicBezTo>
                  <a:pt x="399058" y="159026"/>
                  <a:pt x="396387" y="163511"/>
                  <a:pt x="392949" y="166766"/>
                </a:cubicBezTo>
                <a:cubicBezTo>
                  <a:pt x="389511" y="170024"/>
                  <a:pt x="384922" y="172574"/>
                  <a:pt x="379182" y="174416"/>
                </a:cubicBezTo>
                <a:cubicBezTo>
                  <a:pt x="373441" y="176259"/>
                  <a:pt x="366182" y="177181"/>
                  <a:pt x="357402" y="177181"/>
                </a:cubicBezTo>
                <a:cubicBezTo>
                  <a:pt x="340826" y="177181"/>
                  <a:pt x="329069" y="174318"/>
                  <a:pt x="322132" y="168591"/>
                </a:cubicBezTo>
                <a:cubicBezTo>
                  <a:pt x="315195" y="162866"/>
                  <a:pt x="311726" y="155608"/>
                  <a:pt x="311726" y="146817"/>
                </a:cubicBezTo>
                <a:cubicBezTo>
                  <a:pt x="311726" y="145950"/>
                  <a:pt x="311757" y="144898"/>
                  <a:pt x="311818" y="143660"/>
                </a:cubicBezTo>
                <a:moveTo>
                  <a:pt x="334933" y="86472"/>
                </a:moveTo>
                <a:cubicBezTo>
                  <a:pt x="334933" y="96817"/>
                  <a:pt x="336943" y="104392"/>
                  <a:pt x="340964" y="109196"/>
                </a:cubicBezTo>
                <a:cubicBezTo>
                  <a:pt x="344986" y="114000"/>
                  <a:pt x="349943" y="116402"/>
                  <a:pt x="355837" y="116402"/>
                </a:cubicBezTo>
                <a:cubicBezTo>
                  <a:pt x="362160" y="116402"/>
                  <a:pt x="367502" y="113938"/>
                  <a:pt x="371861" y="109011"/>
                </a:cubicBezTo>
                <a:cubicBezTo>
                  <a:pt x="376220" y="104085"/>
                  <a:pt x="378399" y="96787"/>
                  <a:pt x="378399" y="87117"/>
                </a:cubicBezTo>
                <a:cubicBezTo>
                  <a:pt x="378399" y="77018"/>
                  <a:pt x="376312" y="69520"/>
                  <a:pt x="372137" y="64624"/>
                </a:cubicBezTo>
                <a:cubicBezTo>
                  <a:pt x="367962" y="59728"/>
                  <a:pt x="362682" y="57280"/>
                  <a:pt x="356297" y="57280"/>
                </a:cubicBezTo>
                <a:cubicBezTo>
                  <a:pt x="350097" y="57280"/>
                  <a:pt x="344986" y="59682"/>
                  <a:pt x="340964" y="64486"/>
                </a:cubicBezTo>
                <a:cubicBezTo>
                  <a:pt x="336943" y="69290"/>
                  <a:pt x="334933" y="76619"/>
                  <a:pt x="334933" y="86472"/>
                </a:cubicBezTo>
                <a:close/>
                <a:moveTo>
                  <a:pt x="454219" y="137398"/>
                </a:moveTo>
                <a:lnTo>
                  <a:pt x="428342" y="137398"/>
                </a:lnTo>
                <a:lnTo>
                  <a:pt x="428342" y="39599"/>
                </a:lnTo>
                <a:lnTo>
                  <a:pt x="452377" y="39599"/>
                </a:lnTo>
                <a:lnTo>
                  <a:pt x="452377" y="53504"/>
                </a:lnTo>
                <a:cubicBezTo>
                  <a:pt x="456490" y="46935"/>
                  <a:pt x="460189" y="42607"/>
                  <a:pt x="463474" y="40520"/>
                </a:cubicBezTo>
                <a:cubicBezTo>
                  <a:pt x="466758" y="38432"/>
                  <a:pt x="470488" y="37389"/>
                  <a:pt x="474663" y="37389"/>
                </a:cubicBezTo>
                <a:cubicBezTo>
                  <a:pt x="480557" y="37389"/>
                  <a:pt x="486235" y="39015"/>
                  <a:pt x="491699" y="42269"/>
                </a:cubicBezTo>
                <a:lnTo>
                  <a:pt x="483688" y="64831"/>
                </a:lnTo>
                <a:cubicBezTo>
                  <a:pt x="479329" y="62007"/>
                  <a:pt x="475277" y="60595"/>
                  <a:pt x="471532" y="60595"/>
                </a:cubicBezTo>
                <a:cubicBezTo>
                  <a:pt x="467910" y="60595"/>
                  <a:pt x="464840" y="61593"/>
                  <a:pt x="462323" y="63588"/>
                </a:cubicBezTo>
                <a:cubicBezTo>
                  <a:pt x="459806" y="65583"/>
                  <a:pt x="457826" y="69190"/>
                  <a:pt x="456383" y="74409"/>
                </a:cubicBezTo>
                <a:cubicBezTo>
                  <a:pt x="454940" y="79627"/>
                  <a:pt x="454219" y="90555"/>
                  <a:pt x="454219" y="107193"/>
                </a:cubicBezTo>
                <a:lnTo>
                  <a:pt x="454219" y="137398"/>
                </a:lnTo>
                <a:close/>
                <a:moveTo>
                  <a:pt x="522152" y="69804"/>
                </a:moveTo>
                <a:lnTo>
                  <a:pt x="498669" y="65568"/>
                </a:lnTo>
                <a:cubicBezTo>
                  <a:pt x="501309" y="55989"/>
                  <a:pt x="505852" y="48898"/>
                  <a:pt x="512298" y="44295"/>
                </a:cubicBezTo>
                <a:cubicBezTo>
                  <a:pt x="518745" y="39691"/>
                  <a:pt x="528322" y="37389"/>
                  <a:pt x="541030" y="37389"/>
                </a:cubicBezTo>
                <a:cubicBezTo>
                  <a:pt x="552572" y="37389"/>
                  <a:pt x="561167" y="38755"/>
                  <a:pt x="566815" y="41487"/>
                </a:cubicBezTo>
                <a:cubicBezTo>
                  <a:pt x="572464" y="44219"/>
                  <a:pt x="576439" y="47687"/>
                  <a:pt x="578741" y="51893"/>
                </a:cubicBezTo>
                <a:cubicBezTo>
                  <a:pt x="581043" y="56098"/>
                  <a:pt x="582195" y="63818"/>
                  <a:pt x="582195" y="75053"/>
                </a:cubicBezTo>
                <a:lnTo>
                  <a:pt x="581918" y="105259"/>
                </a:lnTo>
                <a:cubicBezTo>
                  <a:pt x="581918" y="113854"/>
                  <a:pt x="582333" y="120193"/>
                  <a:pt x="583161" y="124275"/>
                </a:cubicBezTo>
                <a:cubicBezTo>
                  <a:pt x="583990" y="128358"/>
                  <a:pt x="585540" y="132732"/>
                  <a:pt x="587812" y="137398"/>
                </a:cubicBezTo>
                <a:lnTo>
                  <a:pt x="562211" y="137398"/>
                </a:lnTo>
                <a:cubicBezTo>
                  <a:pt x="561536" y="135679"/>
                  <a:pt x="560707" y="133131"/>
                  <a:pt x="559725" y="129755"/>
                </a:cubicBezTo>
                <a:cubicBezTo>
                  <a:pt x="559295" y="128220"/>
                  <a:pt x="558988" y="127207"/>
                  <a:pt x="558804" y="126716"/>
                </a:cubicBezTo>
                <a:cubicBezTo>
                  <a:pt x="554383" y="131013"/>
                  <a:pt x="549656" y="134236"/>
                  <a:pt x="544622" y="136385"/>
                </a:cubicBezTo>
                <a:cubicBezTo>
                  <a:pt x="539588" y="138534"/>
                  <a:pt x="534216" y="139608"/>
                  <a:pt x="528506" y="139608"/>
                </a:cubicBezTo>
                <a:cubicBezTo>
                  <a:pt x="518438" y="139608"/>
                  <a:pt x="510502" y="136888"/>
                  <a:pt x="504701" y="131447"/>
                </a:cubicBezTo>
                <a:cubicBezTo>
                  <a:pt x="498899" y="126006"/>
                  <a:pt x="495998" y="119128"/>
                  <a:pt x="495998" y="110813"/>
                </a:cubicBezTo>
                <a:cubicBezTo>
                  <a:pt x="495998" y="105311"/>
                  <a:pt x="497318" y="100405"/>
                  <a:pt x="499958" y="96096"/>
                </a:cubicBezTo>
                <a:cubicBezTo>
                  <a:pt x="502598" y="91785"/>
                  <a:pt x="506297" y="88483"/>
                  <a:pt x="511055" y="86190"/>
                </a:cubicBezTo>
                <a:cubicBezTo>
                  <a:pt x="515813" y="83898"/>
                  <a:pt x="522674" y="81896"/>
                  <a:pt x="531637" y="80184"/>
                </a:cubicBezTo>
                <a:cubicBezTo>
                  <a:pt x="543732" y="77922"/>
                  <a:pt x="552112" y="75813"/>
                  <a:pt x="556778" y="73856"/>
                </a:cubicBezTo>
                <a:lnTo>
                  <a:pt x="556778" y="71249"/>
                </a:lnTo>
                <a:cubicBezTo>
                  <a:pt x="556778" y="66220"/>
                  <a:pt x="555550" y="62636"/>
                  <a:pt x="553094" y="60494"/>
                </a:cubicBezTo>
                <a:cubicBezTo>
                  <a:pt x="550638" y="58351"/>
                  <a:pt x="546003" y="57280"/>
                  <a:pt x="539189" y="57280"/>
                </a:cubicBezTo>
                <a:cubicBezTo>
                  <a:pt x="534584" y="57280"/>
                  <a:pt x="530993" y="58207"/>
                  <a:pt x="528414" y="60060"/>
                </a:cubicBezTo>
                <a:cubicBezTo>
                  <a:pt x="525835" y="61911"/>
                  <a:pt x="523748" y="65159"/>
                  <a:pt x="522152" y="69804"/>
                </a:cubicBezTo>
                <a:moveTo>
                  <a:pt x="556778" y="90801"/>
                </a:moveTo>
                <a:cubicBezTo>
                  <a:pt x="553462" y="91892"/>
                  <a:pt x="548213" y="93197"/>
                  <a:pt x="541030" y="94715"/>
                </a:cubicBezTo>
                <a:cubicBezTo>
                  <a:pt x="533847" y="96230"/>
                  <a:pt x="529151" y="97716"/>
                  <a:pt x="526941" y="99172"/>
                </a:cubicBezTo>
                <a:cubicBezTo>
                  <a:pt x="523564" y="101538"/>
                  <a:pt x="521876" y="104540"/>
                  <a:pt x="521876" y="108180"/>
                </a:cubicBezTo>
                <a:cubicBezTo>
                  <a:pt x="521876" y="111760"/>
                  <a:pt x="523226" y="114854"/>
                  <a:pt x="525928" y="117464"/>
                </a:cubicBezTo>
                <a:cubicBezTo>
                  <a:pt x="528629" y="120071"/>
                  <a:pt x="532067" y="121375"/>
                  <a:pt x="536242" y="121375"/>
                </a:cubicBezTo>
                <a:cubicBezTo>
                  <a:pt x="540908" y="121375"/>
                  <a:pt x="545359" y="119858"/>
                  <a:pt x="549595" y="116825"/>
                </a:cubicBezTo>
                <a:cubicBezTo>
                  <a:pt x="552726" y="114521"/>
                  <a:pt x="554782" y="111699"/>
                  <a:pt x="555765" y="108361"/>
                </a:cubicBezTo>
                <a:cubicBezTo>
                  <a:pt x="556440" y="106178"/>
                  <a:pt x="556778" y="102023"/>
                  <a:pt x="556778" y="95897"/>
                </a:cubicBezTo>
                <a:lnTo>
                  <a:pt x="556778" y="90801"/>
                </a:lnTo>
                <a:close/>
                <a:moveTo>
                  <a:pt x="605741" y="39599"/>
                </a:moveTo>
                <a:lnTo>
                  <a:pt x="629592" y="39599"/>
                </a:lnTo>
                <a:lnTo>
                  <a:pt x="629592" y="52952"/>
                </a:lnTo>
                <a:cubicBezTo>
                  <a:pt x="638126" y="42576"/>
                  <a:pt x="648286" y="37389"/>
                  <a:pt x="660074" y="37389"/>
                </a:cubicBezTo>
                <a:cubicBezTo>
                  <a:pt x="666336" y="37389"/>
                  <a:pt x="671769" y="38684"/>
                  <a:pt x="676374" y="41274"/>
                </a:cubicBezTo>
                <a:cubicBezTo>
                  <a:pt x="680978" y="43864"/>
                  <a:pt x="684754" y="47780"/>
                  <a:pt x="687701" y="53024"/>
                </a:cubicBezTo>
                <a:cubicBezTo>
                  <a:pt x="691998" y="47780"/>
                  <a:pt x="696634" y="43864"/>
                  <a:pt x="701606" y="41274"/>
                </a:cubicBezTo>
                <a:cubicBezTo>
                  <a:pt x="706579" y="38684"/>
                  <a:pt x="711890" y="37389"/>
                  <a:pt x="717538" y="37389"/>
                </a:cubicBezTo>
                <a:cubicBezTo>
                  <a:pt x="724721" y="37389"/>
                  <a:pt x="730799" y="38847"/>
                  <a:pt x="735772" y="41763"/>
                </a:cubicBezTo>
                <a:cubicBezTo>
                  <a:pt x="740745" y="44679"/>
                  <a:pt x="744459" y="48961"/>
                  <a:pt x="746915" y="54609"/>
                </a:cubicBezTo>
                <a:cubicBezTo>
                  <a:pt x="748695" y="58784"/>
                  <a:pt x="749585" y="65537"/>
                  <a:pt x="749585" y="74869"/>
                </a:cubicBezTo>
                <a:lnTo>
                  <a:pt x="749585" y="137398"/>
                </a:lnTo>
                <a:lnTo>
                  <a:pt x="723708" y="137398"/>
                </a:lnTo>
                <a:lnTo>
                  <a:pt x="723708" y="81563"/>
                </a:lnTo>
                <a:cubicBezTo>
                  <a:pt x="723708" y="71874"/>
                  <a:pt x="722818" y="65620"/>
                  <a:pt x="721037" y="62800"/>
                </a:cubicBezTo>
                <a:cubicBezTo>
                  <a:pt x="718643" y="59120"/>
                  <a:pt x="714959" y="57280"/>
                  <a:pt x="709987" y="57280"/>
                </a:cubicBezTo>
                <a:cubicBezTo>
                  <a:pt x="706364" y="57280"/>
                  <a:pt x="702957" y="58384"/>
                  <a:pt x="699765" y="60592"/>
                </a:cubicBezTo>
                <a:cubicBezTo>
                  <a:pt x="696572" y="62799"/>
                  <a:pt x="694270" y="66033"/>
                  <a:pt x="692858" y="70296"/>
                </a:cubicBezTo>
                <a:cubicBezTo>
                  <a:pt x="691446" y="74557"/>
                  <a:pt x="690740" y="81288"/>
                  <a:pt x="690740" y="90487"/>
                </a:cubicBezTo>
                <a:lnTo>
                  <a:pt x="690740" y="137398"/>
                </a:lnTo>
                <a:lnTo>
                  <a:pt x="664863" y="137398"/>
                </a:lnTo>
                <a:lnTo>
                  <a:pt x="664863" y="83862"/>
                </a:lnTo>
                <a:cubicBezTo>
                  <a:pt x="664863" y="74358"/>
                  <a:pt x="664402" y="68226"/>
                  <a:pt x="663481" y="65467"/>
                </a:cubicBezTo>
                <a:cubicBezTo>
                  <a:pt x="662560" y="62707"/>
                  <a:pt x="661133" y="60652"/>
                  <a:pt x="659199" y="59303"/>
                </a:cubicBezTo>
                <a:cubicBezTo>
                  <a:pt x="657265" y="57954"/>
                  <a:pt x="654641" y="57280"/>
                  <a:pt x="651325" y="57280"/>
                </a:cubicBezTo>
                <a:cubicBezTo>
                  <a:pt x="647335" y="57280"/>
                  <a:pt x="643743" y="58353"/>
                  <a:pt x="640551" y="60500"/>
                </a:cubicBezTo>
                <a:cubicBezTo>
                  <a:pt x="637358" y="62645"/>
                  <a:pt x="635071" y="65742"/>
                  <a:pt x="633690" y="69790"/>
                </a:cubicBezTo>
                <a:cubicBezTo>
                  <a:pt x="632309" y="73838"/>
                  <a:pt x="631618" y="80553"/>
                  <a:pt x="631618" y="89934"/>
                </a:cubicBezTo>
                <a:lnTo>
                  <a:pt x="631618" y="137398"/>
                </a:lnTo>
                <a:lnTo>
                  <a:pt x="605741" y="137398"/>
                </a:lnTo>
                <a:lnTo>
                  <a:pt x="605741" y="39599"/>
                </a:lnTo>
                <a:close/>
                <a:moveTo>
                  <a:pt x="773406" y="39599"/>
                </a:moveTo>
                <a:lnTo>
                  <a:pt x="797258" y="39599"/>
                </a:lnTo>
                <a:lnTo>
                  <a:pt x="797258" y="52952"/>
                </a:lnTo>
                <a:cubicBezTo>
                  <a:pt x="805791" y="42576"/>
                  <a:pt x="815952" y="37389"/>
                  <a:pt x="827739" y="37389"/>
                </a:cubicBezTo>
                <a:cubicBezTo>
                  <a:pt x="834001" y="37389"/>
                  <a:pt x="839435" y="38684"/>
                  <a:pt x="844039" y="41274"/>
                </a:cubicBezTo>
                <a:cubicBezTo>
                  <a:pt x="848644" y="43864"/>
                  <a:pt x="852419" y="47780"/>
                  <a:pt x="855366" y="53024"/>
                </a:cubicBezTo>
                <a:cubicBezTo>
                  <a:pt x="859664" y="47780"/>
                  <a:pt x="864299" y="43864"/>
                  <a:pt x="869272" y="41274"/>
                </a:cubicBezTo>
                <a:cubicBezTo>
                  <a:pt x="874245" y="38684"/>
                  <a:pt x="879555" y="37389"/>
                  <a:pt x="885204" y="37389"/>
                </a:cubicBezTo>
                <a:cubicBezTo>
                  <a:pt x="892387" y="37389"/>
                  <a:pt x="898464" y="38847"/>
                  <a:pt x="903437" y="41763"/>
                </a:cubicBezTo>
                <a:cubicBezTo>
                  <a:pt x="908410" y="44679"/>
                  <a:pt x="912124" y="48961"/>
                  <a:pt x="914580" y="54609"/>
                </a:cubicBezTo>
                <a:cubicBezTo>
                  <a:pt x="916361" y="58784"/>
                  <a:pt x="917251" y="65537"/>
                  <a:pt x="917251" y="74869"/>
                </a:cubicBezTo>
                <a:lnTo>
                  <a:pt x="917251" y="137398"/>
                </a:lnTo>
                <a:lnTo>
                  <a:pt x="891374" y="137398"/>
                </a:lnTo>
                <a:lnTo>
                  <a:pt x="891374" y="81563"/>
                </a:lnTo>
                <a:cubicBezTo>
                  <a:pt x="891374" y="71874"/>
                  <a:pt x="890483" y="65620"/>
                  <a:pt x="888703" y="62800"/>
                </a:cubicBezTo>
                <a:cubicBezTo>
                  <a:pt x="886309" y="59120"/>
                  <a:pt x="882625" y="57280"/>
                  <a:pt x="877652" y="57280"/>
                </a:cubicBezTo>
                <a:cubicBezTo>
                  <a:pt x="874030" y="57280"/>
                  <a:pt x="870623" y="58384"/>
                  <a:pt x="867430" y="60592"/>
                </a:cubicBezTo>
                <a:cubicBezTo>
                  <a:pt x="864238" y="62799"/>
                  <a:pt x="861935" y="66033"/>
                  <a:pt x="860523" y="70296"/>
                </a:cubicBezTo>
                <a:cubicBezTo>
                  <a:pt x="859111" y="74557"/>
                  <a:pt x="858405" y="81288"/>
                  <a:pt x="858405" y="90487"/>
                </a:cubicBezTo>
                <a:lnTo>
                  <a:pt x="858405" y="137398"/>
                </a:lnTo>
                <a:lnTo>
                  <a:pt x="832528" y="137398"/>
                </a:lnTo>
                <a:lnTo>
                  <a:pt x="832528" y="83862"/>
                </a:lnTo>
                <a:cubicBezTo>
                  <a:pt x="832528" y="74358"/>
                  <a:pt x="832068" y="68226"/>
                  <a:pt x="831147" y="65467"/>
                </a:cubicBezTo>
                <a:cubicBezTo>
                  <a:pt x="830226" y="62707"/>
                  <a:pt x="828798" y="60652"/>
                  <a:pt x="826865" y="59303"/>
                </a:cubicBezTo>
                <a:cubicBezTo>
                  <a:pt x="824931" y="57954"/>
                  <a:pt x="822306" y="57280"/>
                  <a:pt x="818991" y="57280"/>
                </a:cubicBezTo>
                <a:cubicBezTo>
                  <a:pt x="815000" y="57280"/>
                  <a:pt x="811409" y="58353"/>
                  <a:pt x="808216" y="60500"/>
                </a:cubicBezTo>
                <a:cubicBezTo>
                  <a:pt x="805024" y="62645"/>
                  <a:pt x="802737" y="65742"/>
                  <a:pt x="801356" y="69790"/>
                </a:cubicBezTo>
                <a:cubicBezTo>
                  <a:pt x="799974" y="73838"/>
                  <a:pt x="799284" y="80553"/>
                  <a:pt x="799284" y="89934"/>
                </a:cubicBezTo>
                <a:lnTo>
                  <a:pt x="799284" y="137398"/>
                </a:lnTo>
                <a:lnTo>
                  <a:pt x="773406" y="137398"/>
                </a:lnTo>
                <a:lnTo>
                  <a:pt x="773406" y="39599"/>
                </a:lnTo>
                <a:close/>
                <a:moveTo>
                  <a:pt x="962345" y="69804"/>
                </a:moveTo>
                <a:lnTo>
                  <a:pt x="938862" y="65568"/>
                </a:lnTo>
                <a:cubicBezTo>
                  <a:pt x="941502" y="55989"/>
                  <a:pt x="946045" y="48898"/>
                  <a:pt x="952492" y="44295"/>
                </a:cubicBezTo>
                <a:cubicBezTo>
                  <a:pt x="958938" y="39691"/>
                  <a:pt x="968515" y="37389"/>
                  <a:pt x="981224" y="37389"/>
                </a:cubicBezTo>
                <a:cubicBezTo>
                  <a:pt x="992766" y="37389"/>
                  <a:pt x="1001361" y="38755"/>
                  <a:pt x="1007009" y="41487"/>
                </a:cubicBezTo>
                <a:cubicBezTo>
                  <a:pt x="1012657" y="44219"/>
                  <a:pt x="1016632" y="47687"/>
                  <a:pt x="1018934" y="51893"/>
                </a:cubicBezTo>
                <a:cubicBezTo>
                  <a:pt x="1021237" y="56098"/>
                  <a:pt x="1022388" y="63818"/>
                  <a:pt x="1022388" y="75053"/>
                </a:cubicBezTo>
                <a:lnTo>
                  <a:pt x="1022112" y="105259"/>
                </a:lnTo>
                <a:cubicBezTo>
                  <a:pt x="1022112" y="113854"/>
                  <a:pt x="1022526" y="120193"/>
                  <a:pt x="1023355" y="124275"/>
                </a:cubicBezTo>
                <a:cubicBezTo>
                  <a:pt x="1024184" y="128358"/>
                  <a:pt x="1025734" y="132732"/>
                  <a:pt x="1028005" y="137398"/>
                </a:cubicBezTo>
                <a:lnTo>
                  <a:pt x="1002404" y="137398"/>
                </a:lnTo>
                <a:cubicBezTo>
                  <a:pt x="1001729" y="135679"/>
                  <a:pt x="1000900" y="133131"/>
                  <a:pt x="999918" y="129755"/>
                </a:cubicBezTo>
                <a:cubicBezTo>
                  <a:pt x="999488" y="128220"/>
                  <a:pt x="999181" y="127207"/>
                  <a:pt x="998997" y="126716"/>
                </a:cubicBezTo>
                <a:cubicBezTo>
                  <a:pt x="994577" y="131013"/>
                  <a:pt x="989849" y="134236"/>
                  <a:pt x="984815" y="136385"/>
                </a:cubicBezTo>
                <a:cubicBezTo>
                  <a:pt x="979781" y="138534"/>
                  <a:pt x="974409" y="139608"/>
                  <a:pt x="968699" y="139608"/>
                </a:cubicBezTo>
                <a:cubicBezTo>
                  <a:pt x="958631" y="139608"/>
                  <a:pt x="950696" y="136888"/>
                  <a:pt x="944894" y="131447"/>
                </a:cubicBezTo>
                <a:cubicBezTo>
                  <a:pt x="939092" y="126006"/>
                  <a:pt x="936192" y="119128"/>
                  <a:pt x="936192" y="110813"/>
                </a:cubicBezTo>
                <a:cubicBezTo>
                  <a:pt x="936192" y="105311"/>
                  <a:pt x="937512" y="100405"/>
                  <a:pt x="940151" y="96096"/>
                </a:cubicBezTo>
                <a:cubicBezTo>
                  <a:pt x="942791" y="91785"/>
                  <a:pt x="946490" y="88483"/>
                  <a:pt x="951248" y="86190"/>
                </a:cubicBezTo>
                <a:cubicBezTo>
                  <a:pt x="956006" y="83898"/>
                  <a:pt x="962867" y="81896"/>
                  <a:pt x="971830" y="80184"/>
                </a:cubicBezTo>
                <a:cubicBezTo>
                  <a:pt x="983925" y="77922"/>
                  <a:pt x="992305" y="75813"/>
                  <a:pt x="996971" y="73856"/>
                </a:cubicBezTo>
                <a:lnTo>
                  <a:pt x="996971" y="71249"/>
                </a:lnTo>
                <a:cubicBezTo>
                  <a:pt x="996971" y="66220"/>
                  <a:pt x="995743" y="62636"/>
                  <a:pt x="993287" y="60494"/>
                </a:cubicBezTo>
                <a:cubicBezTo>
                  <a:pt x="990832" y="58351"/>
                  <a:pt x="986196" y="57280"/>
                  <a:pt x="979382" y="57280"/>
                </a:cubicBezTo>
                <a:cubicBezTo>
                  <a:pt x="974777" y="57280"/>
                  <a:pt x="971186" y="58207"/>
                  <a:pt x="968607" y="60060"/>
                </a:cubicBezTo>
                <a:cubicBezTo>
                  <a:pt x="966029" y="61911"/>
                  <a:pt x="963941" y="65159"/>
                  <a:pt x="962345" y="69804"/>
                </a:cubicBezTo>
                <a:moveTo>
                  <a:pt x="996971" y="90801"/>
                </a:moveTo>
                <a:cubicBezTo>
                  <a:pt x="993656" y="91892"/>
                  <a:pt x="988407" y="93197"/>
                  <a:pt x="981224" y="94715"/>
                </a:cubicBezTo>
                <a:cubicBezTo>
                  <a:pt x="974041" y="96230"/>
                  <a:pt x="969344" y="97716"/>
                  <a:pt x="967134" y="99172"/>
                </a:cubicBezTo>
                <a:cubicBezTo>
                  <a:pt x="963757" y="101538"/>
                  <a:pt x="962069" y="104540"/>
                  <a:pt x="962069" y="108180"/>
                </a:cubicBezTo>
                <a:cubicBezTo>
                  <a:pt x="962069" y="111760"/>
                  <a:pt x="963420" y="114854"/>
                  <a:pt x="966121" y="117464"/>
                </a:cubicBezTo>
                <a:cubicBezTo>
                  <a:pt x="968822" y="120071"/>
                  <a:pt x="972260" y="121375"/>
                  <a:pt x="976435" y="121375"/>
                </a:cubicBezTo>
                <a:cubicBezTo>
                  <a:pt x="981101" y="121375"/>
                  <a:pt x="985552" y="119858"/>
                  <a:pt x="989788" y="116825"/>
                </a:cubicBezTo>
                <a:cubicBezTo>
                  <a:pt x="992919" y="114521"/>
                  <a:pt x="994976" y="111699"/>
                  <a:pt x="995958" y="108361"/>
                </a:cubicBezTo>
                <a:cubicBezTo>
                  <a:pt x="996633" y="106178"/>
                  <a:pt x="996971" y="102023"/>
                  <a:pt x="996971" y="95897"/>
                </a:cubicBezTo>
                <a:lnTo>
                  <a:pt x="996971" y="90801"/>
                </a:lnTo>
                <a:close/>
                <a:moveTo>
                  <a:pt x="1092716" y="39599"/>
                </a:moveTo>
                <a:lnTo>
                  <a:pt x="1092716" y="60227"/>
                </a:lnTo>
                <a:lnTo>
                  <a:pt x="1075035" y="60227"/>
                </a:lnTo>
                <a:lnTo>
                  <a:pt x="1075035" y="99578"/>
                </a:lnTo>
                <a:cubicBezTo>
                  <a:pt x="1075035" y="107548"/>
                  <a:pt x="1075204" y="112191"/>
                  <a:pt x="1075541" y="113510"/>
                </a:cubicBezTo>
                <a:cubicBezTo>
                  <a:pt x="1075879" y="114826"/>
                  <a:pt x="1076646" y="115913"/>
                  <a:pt x="1077844" y="116773"/>
                </a:cubicBezTo>
                <a:cubicBezTo>
                  <a:pt x="1079041" y="117631"/>
                  <a:pt x="1080499" y="118059"/>
                  <a:pt x="1082218" y="118059"/>
                </a:cubicBezTo>
                <a:cubicBezTo>
                  <a:pt x="1084612" y="118059"/>
                  <a:pt x="1088081" y="117231"/>
                  <a:pt x="1092624" y="115573"/>
                </a:cubicBezTo>
                <a:lnTo>
                  <a:pt x="1094834" y="135723"/>
                </a:lnTo>
                <a:cubicBezTo>
                  <a:pt x="1088818" y="138313"/>
                  <a:pt x="1082003" y="139608"/>
                  <a:pt x="1074390" y="139608"/>
                </a:cubicBezTo>
                <a:cubicBezTo>
                  <a:pt x="1069724" y="139608"/>
                  <a:pt x="1065519" y="138826"/>
                  <a:pt x="1061774" y="137260"/>
                </a:cubicBezTo>
                <a:cubicBezTo>
                  <a:pt x="1058029" y="135695"/>
                  <a:pt x="1055281" y="133669"/>
                  <a:pt x="1053532" y="131182"/>
                </a:cubicBezTo>
                <a:cubicBezTo>
                  <a:pt x="1051782" y="128696"/>
                  <a:pt x="1050570" y="125334"/>
                  <a:pt x="1049894" y="121098"/>
                </a:cubicBezTo>
                <a:cubicBezTo>
                  <a:pt x="1049342" y="118090"/>
                  <a:pt x="1049065" y="112012"/>
                  <a:pt x="1049065" y="102864"/>
                </a:cubicBezTo>
                <a:lnTo>
                  <a:pt x="1049065" y="60227"/>
                </a:lnTo>
                <a:lnTo>
                  <a:pt x="1037186" y="60227"/>
                </a:lnTo>
                <a:lnTo>
                  <a:pt x="1037186" y="39599"/>
                </a:lnTo>
                <a:lnTo>
                  <a:pt x="1049065" y="39599"/>
                </a:lnTo>
                <a:lnTo>
                  <a:pt x="1049065" y="20076"/>
                </a:lnTo>
                <a:lnTo>
                  <a:pt x="1075035" y="4789"/>
                </a:lnTo>
                <a:lnTo>
                  <a:pt x="1075035" y="39599"/>
                </a:lnTo>
                <a:lnTo>
                  <a:pt x="1092716" y="39599"/>
                </a:lnTo>
                <a:close/>
                <a:moveTo>
                  <a:pt x="1110672" y="26338"/>
                </a:moveTo>
                <a:lnTo>
                  <a:pt x="1110672" y="2394"/>
                </a:lnTo>
                <a:lnTo>
                  <a:pt x="1136549" y="2394"/>
                </a:lnTo>
                <a:lnTo>
                  <a:pt x="1136549" y="26338"/>
                </a:lnTo>
                <a:lnTo>
                  <a:pt x="1110672" y="26338"/>
                </a:lnTo>
                <a:moveTo>
                  <a:pt x="1110672" y="137398"/>
                </a:moveTo>
                <a:lnTo>
                  <a:pt x="1110672" y="39599"/>
                </a:lnTo>
                <a:lnTo>
                  <a:pt x="1136549" y="39599"/>
                </a:lnTo>
                <a:lnTo>
                  <a:pt x="1136549" y="137398"/>
                </a:lnTo>
                <a:lnTo>
                  <a:pt x="1110672" y="137398"/>
                </a:lnTo>
                <a:close/>
                <a:moveTo>
                  <a:pt x="1248378" y="68515"/>
                </a:moveTo>
                <a:lnTo>
                  <a:pt x="1222869" y="73119"/>
                </a:lnTo>
                <a:cubicBezTo>
                  <a:pt x="1222010" y="68054"/>
                  <a:pt x="1220061" y="64240"/>
                  <a:pt x="1217022" y="61677"/>
                </a:cubicBezTo>
                <a:cubicBezTo>
                  <a:pt x="1213983" y="59114"/>
                  <a:pt x="1210038" y="57832"/>
                  <a:pt x="1205188" y="57832"/>
                </a:cubicBezTo>
                <a:cubicBezTo>
                  <a:pt x="1198742" y="57832"/>
                  <a:pt x="1193600" y="60051"/>
                  <a:pt x="1189763" y="64489"/>
                </a:cubicBezTo>
                <a:cubicBezTo>
                  <a:pt x="1185926" y="68926"/>
                  <a:pt x="1184007" y="76347"/>
                  <a:pt x="1184007" y="86752"/>
                </a:cubicBezTo>
                <a:cubicBezTo>
                  <a:pt x="1184007" y="98320"/>
                  <a:pt x="1185957" y="106492"/>
                  <a:pt x="1189855" y="111268"/>
                </a:cubicBezTo>
                <a:cubicBezTo>
                  <a:pt x="1193754" y="116041"/>
                  <a:pt x="1198987" y="118428"/>
                  <a:pt x="1205556" y="118428"/>
                </a:cubicBezTo>
                <a:cubicBezTo>
                  <a:pt x="1210468" y="118428"/>
                  <a:pt x="1214489" y="117031"/>
                  <a:pt x="1217620" y="114238"/>
                </a:cubicBezTo>
                <a:cubicBezTo>
                  <a:pt x="1220751" y="111444"/>
                  <a:pt x="1222961" y="106640"/>
                  <a:pt x="1224251" y="99826"/>
                </a:cubicBezTo>
                <a:lnTo>
                  <a:pt x="1249667" y="104246"/>
                </a:lnTo>
                <a:cubicBezTo>
                  <a:pt x="1247028" y="115911"/>
                  <a:pt x="1241963" y="124721"/>
                  <a:pt x="1234473" y="130676"/>
                </a:cubicBezTo>
                <a:cubicBezTo>
                  <a:pt x="1226983" y="136631"/>
                  <a:pt x="1216945" y="139608"/>
                  <a:pt x="1204359" y="139608"/>
                </a:cubicBezTo>
                <a:cubicBezTo>
                  <a:pt x="1190055" y="139608"/>
                  <a:pt x="1178651" y="135096"/>
                  <a:pt x="1170148" y="126071"/>
                </a:cubicBezTo>
                <a:cubicBezTo>
                  <a:pt x="1161645" y="117046"/>
                  <a:pt x="1157393" y="104553"/>
                  <a:pt x="1157393" y="88591"/>
                </a:cubicBezTo>
                <a:cubicBezTo>
                  <a:pt x="1157393" y="72444"/>
                  <a:pt x="1161660" y="59874"/>
                  <a:pt x="1170194" y="50880"/>
                </a:cubicBezTo>
                <a:cubicBezTo>
                  <a:pt x="1178728" y="41886"/>
                  <a:pt x="1190269" y="37389"/>
                  <a:pt x="1204820" y="37389"/>
                </a:cubicBezTo>
                <a:cubicBezTo>
                  <a:pt x="1216730" y="37389"/>
                  <a:pt x="1226200" y="39952"/>
                  <a:pt x="1233229" y="45078"/>
                </a:cubicBezTo>
                <a:cubicBezTo>
                  <a:pt x="1240259" y="50204"/>
                  <a:pt x="1245309" y="58017"/>
                  <a:pt x="1248378" y="68515"/>
                </a:cubicBezTo>
                <a:close/>
                <a:moveTo>
                  <a:pt x="1313672" y="93563"/>
                </a:moveTo>
                <a:lnTo>
                  <a:pt x="1340194" y="90985"/>
                </a:lnTo>
                <a:cubicBezTo>
                  <a:pt x="1341790" y="99920"/>
                  <a:pt x="1345029" y="106482"/>
                  <a:pt x="1349909" y="110672"/>
                </a:cubicBezTo>
                <a:cubicBezTo>
                  <a:pt x="1354790" y="114860"/>
                  <a:pt x="1361375" y="116954"/>
                  <a:pt x="1369663" y="116954"/>
                </a:cubicBezTo>
                <a:cubicBezTo>
                  <a:pt x="1378442" y="116954"/>
                  <a:pt x="1385057" y="115091"/>
                  <a:pt x="1389508" y="111366"/>
                </a:cubicBezTo>
                <a:cubicBezTo>
                  <a:pt x="1393959" y="107640"/>
                  <a:pt x="1396185" y="103282"/>
                  <a:pt x="1396185" y="98292"/>
                </a:cubicBezTo>
                <a:cubicBezTo>
                  <a:pt x="1396185" y="95090"/>
                  <a:pt x="1395248" y="92365"/>
                  <a:pt x="1393376" y="90119"/>
                </a:cubicBezTo>
                <a:cubicBezTo>
                  <a:pt x="1391503" y="87870"/>
                  <a:pt x="1388234" y="85914"/>
                  <a:pt x="1383568" y="84251"/>
                </a:cubicBezTo>
                <a:cubicBezTo>
                  <a:pt x="1380376" y="83144"/>
                  <a:pt x="1373101" y="81175"/>
                  <a:pt x="1361743" y="78346"/>
                </a:cubicBezTo>
                <a:cubicBezTo>
                  <a:pt x="1347131" y="74716"/>
                  <a:pt x="1336879" y="70255"/>
                  <a:pt x="1330985" y="64964"/>
                </a:cubicBezTo>
                <a:cubicBezTo>
                  <a:pt x="1322697" y="57520"/>
                  <a:pt x="1318553" y="48446"/>
                  <a:pt x="1318553" y="37742"/>
                </a:cubicBezTo>
                <a:cubicBezTo>
                  <a:pt x="1318553" y="30853"/>
                  <a:pt x="1320502" y="24410"/>
                  <a:pt x="1324400" y="18412"/>
                </a:cubicBezTo>
                <a:cubicBezTo>
                  <a:pt x="1328299" y="12413"/>
                  <a:pt x="1333916" y="7845"/>
                  <a:pt x="1341253" y="4708"/>
                </a:cubicBezTo>
                <a:cubicBezTo>
                  <a:pt x="1348589" y="1569"/>
                  <a:pt x="1357445" y="0"/>
                  <a:pt x="1367821" y="0"/>
                </a:cubicBezTo>
                <a:cubicBezTo>
                  <a:pt x="1384765" y="0"/>
                  <a:pt x="1397520" y="3732"/>
                  <a:pt x="1406084" y="11195"/>
                </a:cubicBezTo>
                <a:cubicBezTo>
                  <a:pt x="1414649" y="18656"/>
                  <a:pt x="1419146" y="28615"/>
                  <a:pt x="1419575" y="41072"/>
                </a:cubicBezTo>
                <a:lnTo>
                  <a:pt x="1392317" y="42177"/>
                </a:lnTo>
                <a:cubicBezTo>
                  <a:pt x="1391150" y="35240"/>
                  <a:pt x="1388649" y="30252"/>
                  <a:pt x="1384812" y="27213"/>
                </a:cubicBezTo>
                <a:cubicBezTo>
                  <a:pt x="1380974" y="24174"/>
                  <a:pt x="1375219" y="22654"/>
                  <a:pt x="1367545" y="22654"/>
                </a:cubicBezTo>
                <a:cubicBezTo>
                  <a:pt x="1359625" y="22654"/>
                  <a:pt x="1353424" y="24282"/>
                  <a:pt x="1348942" y="27538"/>
                </a:cubicBezTo>
                <a:cubicBezTo>
                  <a:pt x="1346057" y="29625"/>
                  <a:pt x="1344614" y="32419"/>
                  <a:pt x="1344614" y="35921"/>
                </a:cubicBezTo>
                <a:cubicBezTo>
                  <a:pt x="1344614" y="39115"/>
                  <a:pt x="1345965" y="41848"/>
                  <a:pt x="1348666" y="44120"/>
                </a:cubicBezTo>
                <a:cubicBezTo>
                  <a:pt x="1352104" y="47007"/>
                  <a:pt x="1360454" y="50019"/>
                  <a:pt x="1373715" y="53156"/>
                </a:cubicBezTo>
                <a:cubicBezTo>
                  <a:pt x="1386976" y="56293"/>
                  <a:pt x="1396783" y="59538"/>
                  <a:pt x="1403137" y="62892"/>
                </a:cubicBezTo>
                <a:cubicBezTo>
                  <a:pt x="1409492" y="66243"/>
                  <a:pt x="1414464" y="70826"/>
                  <a:pt x="1418056" y="76639"/>
                </a:cubicBezTo>
                <a:cubicBezTo>
                  <a:pt x="1421648" y="82450"/>
                  <a:pt x="1423443" y="89631"/>
                  <a:pt x="1423443" y="98182"/>
                </a:cubicBezTo>
                <a:cubicBezTo>
                  <a:pt x="1423443" y="105931"/>
                  <a:pt x="1421294" y="113189"/>
                  <a:pt x="1416997" y="119956"/>
                </a:cubicBezTo>
                <a:cubicBezTo>
                  <a:pt x="1412699" y="126723"/>
                  <a:pt x="1406621" y="131751"/>
                  <a:pt x="1398763" y="135041"/>
                </a:cubicBezTo>
                <a:cubicBezTo>
                  <a:pt x="1390905" y="138332"/>
                  <a:pt x="1381113" y="139977"/>
                  <a:pt x="1369386" y="139977"/>
                </a:cubicBezTo>
                <a:cubicBezTo>
                  <a:pt x="1352319" y="139977"/>
                  <a:pt x="1339212" y="136025"/>
                  <a:pt x="1330064" y="128120"/>
                </a:cubicBezTo>
                <a:cubicBezTo>
                  <a:pt x="1320916" y="120216"/>
                  <a:pt x="1315452" y="108697"/>
                  <a:pt x="1313672" y="93563"/>
                </a:cubicBezTo>
                <a:close/>
                <a:moveTo>
                  <a:pt x="1491039" y="39599"/>
                </a:moveTo>
                <a:lnTo>
                  <a:pt x="1491039" y="60227"/>
                </a:lnTo>
                <a:lnTo>
                  <a:pt x="1473357" y="60227"/>
                </a:lnTo>
                <a:lnTo>
                  <a:pt x="1473357" y="99578"/>
                </a:lnTo>
                <a:cubicBezTo>
                  <a:pt x="1473357" y="107548"/>
                  <a:pt x="1473526" y="112191"/>
                  <a:pt x="1473864" y="113510"/>
                </a:cubicBezTo>
                <a:cubicBezTo>
                  <a:pt x="1474202" y="114826"/>
                  <a:pt x="1474969" y="115913"/>
                  <a:pt x="1476166" y="116773"/>
                </a:cubicBezTo>
                <a:cubicBezTo>
                  <a:pt x="1477363" y="117631"/>
                  <a:pt x="1478821" y="118059"/>
                  <a:pt x="1480540" y="118059"/>
                </a:cubicBezTo>
                <a:cubicBezTo>
                  <a:pt x="1482935" y="118059"/>
                  <a:pt x="1486403" y="117231"/>
                  <a:pt x="1490947" y="115573"/>
                </a:cubicBezTo>
                <a:lnTo>
                  <a:pt x="1493157" y="135723"/>
                </a:lnTo>
                <a:cubicBezTo>
                  <a:pt x="1487140" y="138313"/>
                  <a:pt x="1480326" y="139608"/>
                  <a:pt x="1472713" y="139608"/>
                </a:cubicBezTo>
                <a:cubicBezTo>
                  <a:pt x="1468047" y="139608"/>
                  <a:pt x="1463841" y="138826"/>
                  <a:pt x="1460096" y="137260"/>
                </a:cubicBezTo>
                <a:cubicBezTo>
                  <a:pt x="1456351" y="135695"/>
                  <a:pt x="1453604" y="133669"/>
                  <a:pt x="1451854" y="131182"/>
                </a:cubicBezTo>
                <a:cubicBezTo>
                  <a:pt x="1450105" y="128696"/>
                  <a:pt x="1448892" y="125334"/>
                  <a:pt x="1448217" y="121098"/>
                </a:cubicBezTo>
                <a:cubicBezTo>
                  <a:pt x="1447664" y="118090"/>
                  <a:pt x="1447388" y="112012"/>
                  <a:pt x="1447388" y="102864"/>
                </a:cubicBezTo>
                <a:lnTo>
                  <a:pt x="1447388" y="60227"/>
                </a:lnTo>
                <a:lnTo>
                  <a:pt x="1435508" y="60227"/>
                </a:lnTo>
                <a:lnTo>
                  <a:pt x="1435508" y="39599"/>
                </a:lnTo>
                <a:lnTo>
                  <a:pt x="1447388" y="39599"/>
                </a:lnTo>
                <a:lnTo>
                  <a:pt x="1447388" y="20076"/>
                </a:lnTo>
                <a:lnTo>
                  <a:pt x="1473357" y="4789"/>
                </a:lnTo>
                <a:lnTo>
                  <a:pt x="1473357" y="39599"/>
                </a:lnTo>
                <a:lnTo>
                  <a:pt x="1491039" y="39599"/>
                </a:lnTo>
                <a:close/>
                <a:moveTo>
                  <a:pt x="1528335" y="69804"/>
                </a:moveTo>
                <a:lnTo>
                  <a:pt x="1504852" y="65568"/>
                </a:lnTo>
                <a:cubicBezTo>
                  <a:pt x="1507492" y="55989"/>
                  <a:pt x="1512035" y="48898"/>
                  <a:pt x="1518481" y="44295"/>
                </a:cubicBezTo>
                <a:cubicBezTo>
                  <a:pt x="1524927" y="39691"/>
                  <a:pt x="1534505" y="37389"/>
                  <a:pt x="1547213" y="37389"/>
                </a:cubicBezTo>
                <a:cubicBezTo>
                  <a:pt x="1558755" y="37389"/>
                  <a:pt x="1567350" y="38755"/>
                  <a:pt x="1572998" y="41487"/>
                </a:cubicBezTo>
                <a:cubicBezTo>
                  <a:pt x="1578647" y="44219"/>
                  <a:pt x="1582622" y="47687"/>
                  <a:pt x="1584924" y="51893"/>
                </a:cubicBezTo>
                <a:cubicBezTo>
                  <a:pt x="1587226" y="56098"/>
                  <a:pt x="1588377" y="63818"/>
                  <a:pt x="1588377" y="75053"/>
                </a:cubicBezTo>
                <a:lnTo>
                  <a:pt x="1588101" y="105259"/>
                </a:lnTo>
                <a:cubicBezTo>
                  <a:pt x="1588101" y="113854"/>
                  <a:pt x="1588516" y="120193"/>
                  <a:pt x="1589344" y="124275"/>
                </a:cubicBezTo>
                <a:cubicBezTo>
                  <a:pt x="1590173" y="128358"/>
                  <a:pt x="1591723" y="132732"/>
                  <a:pt x="1593995" y="137398"/>
                </a:cubicBezTo>
                <a:lnTo>
                  <a:pt x="1568394" y="137398"/>
                </a:lnTo>
                <a:cubicBezTo>
                  <a:pt x="1567719" y="135679"/>
                  <a:pt x="1566890" y="133131"/>
                  <a:pt x="1565907" y="129755"/>
                </a:cubicBezTo>
                <a:cubicBezTo>
                  <a:pt x="1565478" y="128220"/>
                  <a:pt x="1565171" y="127207"/>
                  <a:pt x="1564987" y="126716"/>
                </a:cubicBezTo>
                <a:cubicBezTo>
                  <a:pt x="1560566" y="131013"/>
                  <a:pt x="1555839" y="134236"/>
                  <a:pt x="1550805" y="136385"/>
                </a:cubicBezTo>
                <a:cubicBezTo>
                  <a:pt x="1545770" y="138534"/>
                  <a:pt x="1540399" y="139608"/>
                  <a:pt x="1534689" y="139608"/>
                </a:cubicBezTo>
                <a:cubicBezTo>
                  <a:pt x="1524620" y="139608"/>
                  <a:pt x="1516685" y="136888"/>
                  <a:pt x="1510884" y="131447"/>
                </a:cubicBezTo>
                <a:cubicBezTo>
                  <a:pt x="1505082" y="126006"/>
                  <a:pt x="1502181" y="119128"/>
                  <a:pt x="1502181" y="110813"/>
                </a:cubicBezTo>
                <a:cubicBezTo>
                  <a:pt x="1502181" y="105311"/>
                  <a:pt x="1503501" y="100405"/>
                  <a:pt x="1506141" y="96096"/>
                </a:cubicBezTo>
                <a:cubicBezTo>
                  <a:pt x="1508781" y="91785"/>
                  <a:pt x="1512480" y="88483"/>
                  <a:pt x="1517238" y="86190"/>
                </a:cubicBezTo>
                <a:cubicBezTo>
                  <a:pt x="1521996" y="83898"/>
                  <a:pt x="1528857" y="81896"/>
                  <a:pt x="1537820" y="80184"/>
                </a:cubicBezTo>
                <a:cubicBezTo>
                  <a:pt x="1549915" y="77922"/>
                  <a:pt x="1558295" y="75813"/>
                  <a:pt x="1562961" y="73856"/>
                </a:cubicBezTo>
                <a:lnTo>
                  <a:pt x="1562961" y="71249"/>
                </a:lnTo>
                <a:cubicBezTo>
                  <a:pt x="1562961" y="66220"/>
                  <a:pt x="1561733" y="62636"/>
                  <a:pt x="1559277" y="60494"/>
                </a:cubicBezTo>
                <a:cubicBezTo>
                  <a:pt x="1556821" y="58351"/>
                  <a:pt x="1552186" y="57280"/>
                  <a:pt x="1545371" y="57280"/>
                </a:cubicBezTo>
                <a:cubicBezTo>
                  <a:pt x="1540767" y="57280"/>
                  <a:pt x="1537175" y="58207"/>
                  <a:pt x="1534597" y="60060"/>
                </a:cubicBezTo>
                <a:cubicBezTo>
                  <a:pt x="1532018" y="61911"/>
                  <a:pt x="1529931" y="65159"/>
                  <a:pt x="1528335" y="69804"/>
                </a:cubicBezTo>
                <a:moveTo>
                  <a:pt x="1562961" y="90801"/>
                </a:moveTo>
                <a:cubicBezTo>
                  <a:pt x="1559645" y="91892"/>
                  <a:pt x="1554396" y="93197"/>
                  <a:pt x="1547213" y="94715"/>
                </a:cubicBezTo>
                <a:cubicBezTo>
                  <a:pt x="1540030" y="96230"/>
                  <a:pt x="1535334" y="97716"/>
                  <a:pt x="1533123" y="99172"/>
                </a:cubicBezTo>
                <a:cubicBezTo>
                  <a:pt x="1529747" y="101538"/>
                  <a:pt x="1528058" y="104540"/>
                  <a:pt x="1528058" y="108180"/>
                </a:cubicBezTo>
                <a:cubicBezTo>
                  <a:pt x="1528058" y="111760"/>
                  <a:pt x="1529409" y="114854"/>
                  <a:pt x="1532110" y="117464"/>
                </a:cubicBezTo>
                <a:cubicBezTo>
                  <a:pt x="1534812" y="120071"/>
                  <a:pt x="1538250" y="121375"/>
                  <a:pt x="1542425" y="121375"/>
                </a:cubicBezTo>
                <a:cubicBezTo>
                  <a:pt x="1547090" y="121375"/>
                  <a:pt x="1551541" y="119858"/>
                  <a:pt x="1555778" y="116825"/>
                </a:cubicBezTo>
                <a:cubicBezTo>
                  <a:pt x="1558909" y="114521"/>
                  <a:pt x="1560965" y="111699"/>
                  <a:pt x="1561948" y="108361"/>
                </a:cubicBezTo>
                <a:cubicBezTo>
                  <a:pt x="1562623" y="106178"/>
                  <a:pt x="1562961" y="102023"/>
                  <a:pt x="1562961" y="95897"/>
                </a:cubicBezTo>
                <a:lnTo>
                  <a:pt x="1562961" y="90801"/>
                </a:lnTo>
                <a:close/>
                <a:moveTo>
                  <a:pt x="1658705" y="39599"/>
                </a:moveTo>
                <a:lnTo>
                  <a:pt x="1658705" y="60227"/>
                </a:lnTo>
                <a:lnTo>
                  <a:pt x="1641024" y="60227"/>
                </a:lnTo>
                <a:lnTo>
                  <a:pt x="1641024" y="99578"/>
                </a:lnTo>
                <a:cubicBezTo>
                  <a:pt x="1641024" y="107548"/>
                  <a:pt x="1641192" y="112191"/>
                  <a:pt x="1641530" y="113510"/>
                </a:cubicBezTo>
                <a:cubicBezTo>
                  <a:pt x="1641868" y="114826"/>
                  <a:pt x="1642635" y="115913"/>
                  <a:pt x="1643832" y="116773"/>
                </a:cubicBezTo>
                <a:cubicBezTo>
                  <a:pt x="1645029" y="117631"/>
                  <a:pt x="1646488" y="118059"/>
                  <a:pt x="1648207" y="118059"/>
                </a:cubicBezTo>
                <a:cubicBezTo>
                  <a:pt x="1650601" y="118059"/>
                  <a:pt x="1654070" y="117231"/>
                  <a:pt x="1658613" y="115573"/>
                </a:cubicBezTo>
                <a:lnTo>
                  <a:pt x="1660823" y="135723"/>
                </a:lnTo>
                <a:cubicBezTo>
                  <a:pt x="1654806" y="138313"/>
                  <a:pt x="1647992" y="139608"/>
                  <a:pt x="1640379" y="139608"/>
                </a:cubicBezTo>
                <a:cubicBezTo>
                  <a:pt x="1635713" y="139608"/>
                  <a:pt x="1631508" y="138826"/>
                  <a:pt x="1627763" y="137260"/>
                </a:cubicBezTo>
                <a:cubicBezTo>
                  <a:pt x="1624018" y="135695"/>
                  <a:pt x="1621270" y="133669"/>
                  <a:pt x="1619521" y="131182"/>
                </a:cubicBezTo>
                <a:cubicBezTo>
                  <a:pt x="1617771" y="128696"/>
                  <a:pt x="1616558" y="125334"/>
                  <a:pt x="1615883" y="121098"/>
                </a:cubicBezTo>
                <a:cubicBezTo>
                  <a:pt x="1615330" y="118090"/>
                  <a:pt x="1615054" y="112012"/>
                  <a:pt x="1615054" y="102864"/>
                </a:cubicBezTo>
                <a:lnTo>
                  <a:pt x="1615054" y="60227"/>
                </a:lnTo>
                <a:lnTo>
                  <a:pt x="1603175" y="60227"/>
                </a:lnTo>
                <a:lnTo>
                  <a:pt x="1603175" y="39599"/>
                </a:lnTo>
                <a:lnTo>
                  <a:pt x="1615054" y="39599"/>
                </a:lnTo>
                <a:lnTo>
                  <a:pt x="1615054" y="20076"/>
                </a:lnTo>
                <a:lnTo>
                  <a:pt x="1641024" y="4789"/>
                </a:lnTo>
                <a:lnTo>
                  <a:pt x="1641024" y="39599"/>
                </a:lnTo>
                <a:lnTo>
                  <a:pt x="1658705" y="39599"/>
                </a:lnTo>
                <a:close/>
                <a:moveTo>
                  <a:pt x="1733296" y="106272"/>
                </a:moveTo>
                <a:lnTo>
                  <a:pt x="1759082" y="110692"/>
                </a:lnTo>
                <a:cubicBezTo>
                  <a:pt x="1755766" y="120116"/>
                  <a:pt x="1750533" y="127291"/>
                  <a:pt x="1743380" y="132218"/>
                </a:cubicBezTo>
                <a:cubicBezTo>
                  <a:pt x="1736228" y="137145"/>
                  <a:pt x="1727280" y="139608"/>
                  <a:pt x="1716536" y="139608"/>
                </a:cubicBezTo>
                <a:cubicBezTo>
                  <a:pt x="1699530" y="139608"/>
                  <a:pt x="1686944" y="134052"/>
                  <a:pt x="1678779" y="122940"/>
                </a:cubicBezTo>
                <a:cubicBezTo>
                  <a:pt x="1672333" y="114038"/>
                  <a:pt x="1669110" y="102803"/>
                  <a:pt x="1669110" y="89235"/>
                </a:cubicBezTo>
                <a:cubicBezTo>
                  <a:pt x="1669110" y="73027"/>
                  <a:pt x="1673346" y="60334"/>
                  <a:pt x="1681818" y="51156"/>
                </a:cubicBezTo>
                <a:cubicBezTo>
                  <a:pt x="1690290" y="41978"/>
                  <a:pt x="1701004" y="37389"/>
                  <a:pt x="1713958" y="37389"/>
                </a:cubicBezTo>
                <a:cubicBezTo>
                  <a:pt x="1728508" y="37389"/>
                  <a:pt x="1739988" y="42193"/>
                  <a:pt x="1748399" y="51801"/>
                </a:cubicBezTo>
                <a:cubicBezTo>
                  <a:pt x="1756810" y="61409"/>
                  <a:pt x="1760831" y="76128"/>
                  <a:pt x="1760463" y="95958"/>
                </a:cubicBezTo>
                <a:lnTo>
                  <a:pt x="1695632" y="95958"/>
                </a:lnTo>
                <a:cubicBezTo>
                  <a:pt x="1695816" y="103632"/>
                  <a:pt x="1697903" y="109602"/>
                  <a:pt x="1701894" y="113869"/>
                </a:cubicBezTo>
                <a:cubicBezTo>
                  <a:pt x="1705884" y="118136"/>
                  <a:pt x="1710857" y="120269"/>
                  <a:pt x="1716812" y="120269"/>
                </a:cubicBezTo>
                <a:cubicBezTo>
                  <a:pt x="1720864" y="120269"/>
                  <a:pt x="1724272" y="119164"/>
                  <a:pt x="1727034" y="116954"/>
                </a:cubicBezTo>
                <a:cubicBezTo>
                  <a:pt x="1729797" y="114744"/>
                  <a:pt x="1731884" y="111183"/>
                  <a:pt x="1733296" y="106272"/>
                </a:cubicBezTo>
                <a:moveTo>
                  <a:pt x="1734770" y="80118"/>
                </a:moveTo>
                <a:cubicBezTo>
                  <a:pt x="1734586" y="72659"/>
                  <a:pt x="1732652" y="66988"/>
                  <a:pt x="1728968" y="63105"/>
                </a:cubicBezTo>
                <a:cubicBezTo>
                  <a:pt x="1725285" y="59222"/>
                  <a:pt x="1720803" y="57280"/>
                  <a:pt x="1715523" y="57280"/>
                </a:cubicBezTo>
                <a:cubicBezTo>
                  <a:pt x="1709875" y="57280"/>
                  <a:pt x="1705209" y="59328"/>
                  <a:pt x="1701525" y="63424"/>
                </a:cubicBezTo>
                <a:cubicBezTo>
                  <a:pt x="1697842" y="67522"/>
                  <a:pt x="1696031" y="73087"/>
                  <a:pt x="1696092" y="80118"/>
                </a:cubicBezTo>
                <a:lnTo>
                  <a:pt x="1734770" y="80118"/>
                </a:lnTo>
                <a:close/>
                <a:moveTo>
                  <a:pt x="1876868" y="177181"/>
                </a:moveTo>
                <a:lnTo>
                  <a:pt x="1859095" y="177181"/>
                </a:lnTo>
                <a:cubicBezTo>
                  <a:pt x="1849702" y="162984"/>
                  <a:pt x="1842550" y="148234"/>
                  <a:pt x="1837638" y="132932"/>
                </a:cubicBezTo>
                <a:cubicBezTo>
                  <a:pt x="1832727" y="117630"/>
                  <a:pt x="1830271" y="102818"/>
                  <a:pt x="1830271" y="88498"/>
                </a:cubicBezTo>
                <a:cubicBezTo>
                  <a:pt x="1830271" y="70737"/>
                  <a:pt x="1833310" y="53928"/>
                  <a:pt x="1839388" y="38073"/>
                </a:cubicBezTo>
                <a:cubicBezTo>
                  <a:pt x="1844668" y="24306"/>
                  <a:pt x="1851359" y="11615"/>
                  <a:pt x="1859463" y="0"/>
                </a:cubicBezTo>
                <a:lnTo>
                  <a:pt x="1877145" y="0"/>
                </a:lnTo>
                <a:cubicBezTo>
                  <a:pt x="1868734" y="18621"/>
                  <a:pt x="1862947" y="34462"/>
                  <a:pt x="1859786" y="47521"/>
                </a:cubicBezTo>
                <a:cubicBezTo>
                  <a:pt x="1856624" y="60581"/>
                  <a:pt x="1855043" y="74424"/>
                  <a:pt x="1855043" y="89051"/>
                </a:cubicBezTo>
                <a:cubicBezTo>
                  <a:pt x="1855043" y="99131"/>
                  <a:pt x="1855979" y="109457"/>
                  <a:pt x="1857852" y="120028"/>
                </a:cubicBezTo>
                <a:cubicBezTo>
                  <a:pt x="1859724" y="130597"/>
                  <a:pt x="1862287" y="140644"/>
                  <a:pt x="1865541" y="150170"/>
                </a:cubicBezTo>
                <a:cubicBezTo>
                  <a:pt x="1867690" y="156440"/>
                  <a:pt x="1871466" y="165443"/>
                  <a:pt x="1876868" y="177181"/>
                </a:cubicBezTo>
                <a:close/>
                <a:moveTo>
                  <a:pt x="1896850" y="2394"/>
                </a:moveTo>
                <a:lnTo>
                  <a:pt x="1946671" y="2394"/>
                </a:lnTo>
                <a:cubicBezTo>
                  <a:pt x="1957906" y="2394"/>
                  <a:pt x="1966470" y="3254"/>
                  <a:pt x="1972364" y="4973"/>
                </a:cubicBezTo>
                <a:cubicBezTo>
                  <a:pt x="1980284" y="7306"/>
                  <a:pt x="1987068" y="11450"/>
                  <a:pt x="1992716" y="17405"/>
                </a:cubicBezTo>
                <a:cubicBezTo>
                  <a:pt x="1998364" y="23360"/>
                  <a:pt x="2002662" y="30651"/>
                  <a:pt x="2005608" y="39276"/>
                </a:cubicBezTo>
                <a:cubicBezTo>
                  <a:pt x="2008555" y="47902"/>
                  <a:pt x="2010029" y="58539"/>
                  <a:pt x="2010029" y="71186"/>
                </a:cubicBezTo>
                <a:cubicBezTo>
                  <a:pt x="2010029" y="82298"/>
                  <a:pt x="2008647" y="91875"/>
                  <a:pt x="2005885" y="99918"/>
                </a:cubicBezTo>
                <a:cubicBezTo>
                  <a:pt x="2002508" y="109741"/>
                  <a:pt x="1997689" y="117691"/>
                  <a:pt x="1991427" y="123769"/>
                </a:cubicBezTo>
                <a:cubicBezTo>
                  <a:pt x="1986699" y="128373"/>
                  <a:pt x="1980314" y="131965"/>
                  <a:pt x="1972272" y="134543"/>
                </a:cubicBezTo>
                <a:cubicBezTo>
                  <a:pt x="1966255" y="136447"/>
                  <a:pt x="1958213" y="137398"/>
                  <a:pt x="1948144" y="137398"/>
                </a:cubicBezTo>
                <a:lnTo>
                  <a:pt x="1896850" y="137398"/>
                </a:lnTo>
                <a:lnTo>
                  <a:pt x="1896850" y="2394"/>
                </a:lnTo>
                <a:moveTo>
                  <a:pt x="1924109" y="25233"/>
                </a:moveTo>
                <a:lnTo>
                  <a:pt x="1924109" y="114560"/>
                </a:lnTo>
                <a:lnTo>
                  <a:pt x="1944461" y="114560"/>
                </a:lnTo>
                <a:cubicBezTo>
                  <a:pt x="1952073" y="114560"/>
                  <a:pt x="1957568" y="114130"/>
                  <a:pt x="1960945" y="113271"/>
                </a:cubicBezTo>
                <a:cubicBezTo>
                  <a:pt x="1965365" y="112167"/>
                  <a:pt x="1969033" y="110298"/>
                  <a:pt x="1971950" y="107662"/>
                </a:cubicBezTo>
                <a:cubicBezTo>
                  <a:pt x="1974866" y="105024"/>
                  <a:pt x="1977245" y="100684"/>
                  <a:pt x="1979086" y="94643"/>
                </a:cubicBezTo>
                <a:cubicBezTo>
                  <a:pt x="1980928" y="88601"/>
                  <a:pt x="1981849" y="80368"/>
                  <a:pt x="1981849" y="69942"/>
                </a:cubicBezTo>
                <a:cubicBezTo>
                  <a:pt x="1981849" y="59517"/>
                  <a:pt x="1980928" y="51514"/>
                  <a:pt x="1979086" y="45933"/>
                </a:cubicBezTo>
                <a:cubicBezTo>
                  <a:pt x="1977245" y="40352"/>
                  <a:pt x="1974666" y="35998"/>
                  <a:pt x="1971351" y="32870"/>
                </a:cubicBezTo>
                <a:cubicBezTo>
                  <a:pt x="1968036" y="29741"/>
                  <a:pt x="1963830" y="27625"/>
                  <a:pt x="1958735" y="26522"/>
                </a:cubicBezTo>
                <a:cubicBezTo>
                  <a:pt x="1954928" y="25662"/>
                  <a:pt x="1947469" y="25233"/>
                  <a:pt x="1936357" y="25233"/>
                </a:cubicBezTo>
                <a:lnTo>
                  <a:pt x="1924109" y="25233"/>
                </a:lnTo>
                <a:close/>
                <a:moveTo>
                  <a:pt x="2033204" y="2394"/>
                </a:moveTo>
                <a:lnTo>
                  <a:pt x="2087169" y="2394"/>
                </a:lnTo>
                <a:cubicBezTo>
                  <a:pt x="2097851" y="2394"/>
                  <a:pt x="2105817" y="2839"/>
                  <a:pt x="2111066" y="3730"/>
                </a:cubicBezTo>
                <a:cubicBezTo>
                  <a:pt x="2116315" y="4618"/>
                  <a:pt x="2121012" y="6472"/>
                  <a:pt x="2125156" y="9292"/>
                </a:cubicBezTo>
                <a:cubicBezTo>
                  <a:pt x="2129300" y="12111"/>
                  <a:pt x="2132753" y="15865"/>
                  <a:pt x="2135516" y="20556"/>
                </a:cubicBezTo>
                <a:cubicBezTo>
                  <a:pt x="2138279" y="25245"/>
                  <a:pt x="2139660" y="30502"/>
                  <a:pt x="2139660" y="36327"/>
                </a:cubicBezTo>
                <a:cubicBezTo>
                  <a:pt x="2139660" y="42641"/>
                  <a:pt x="2137957" y="48434"/>
                  <a:pt x="2134549" y="53706"/>
                </a:cubicBezTo>
                <a:cubicBezTo>
                  <a:pt x="2131142" y="58978"/>
                  <a:pt x="2126522" y="62932"/>
                  <a:pt x="2120690" y="65568"/>
                </a:cubicBezTo>
                <a:cubicBezTo>
                  <a:pt x="2128916" y="67966"/>
                  <a:pt x="2135240" y="72055"/>
                  <a:pt x="2139660" y="77833"/>
                </a:cubicBezTo>
                <a:cubicBezTo>
                  <a:pt x="2144081" y="83610"/>
                  <a:pt x="2146291" y="90403"/>
                  <a:pt x="2146291" y="98211"/>
                </a:cubicBezTo>
                <a:cubicBezTo>
                  <a:pt x="2146291" y="104358"/>
                  <a:pt x="2144863" y="110336"/>
                  <a:pt x="2142008" y="116146"/>
                </a:cubicBezTo>
                <a:cubicBezTo>
                  <a:pt x="2139154" y="121953"/>
                  <a:pt x="2135255" y="126594"/>
                  <a:pt x="2130313" y="130068"/>
                </a:cubicBezTo>
                <a:cubicBezTo>
                  <a:pt x="2125371" y="133541"/>
                  <a:pt x="2119278" y="135677"/>
                  <a:pt x="2112033" y="136477"/>
                </a:cubicBezTo>
                <a:cubicBezTo>
                  <a:pt x="2107490" y="136968"/>
                  <a:pt x="2096531" y="137275"/>
                  <a:pt x="2079157" y="137398"/>
                </a:cubicBezTo>
                <a:lnTo>
                  <a:pt x="2033204" y="137398"/>
                </a:lnTo>
                <a:lnTo>
                  <a:pt x="2033204" y="2394"/>
                </a:lnTo>
                <a:moveTo>
                  <a:pt x="2060463" y="24864"/>
                </a:moveTo>
                <a:lnTo>
                  <a:pt x="2060463" y="55991"/>
                </a:lnTo>
                <a:lnTo>
                  <a:pt x="2078328" y="55991"/>
                </a:lnTo>
                <a:cubicBezTo>
                  <a:pt x="2088949" y="55991"/>
                  <a:pt x="2095549" y="55837"/>
                  <a:pt x="2098128" y="55530"/>
                </a:cubicBezTo>
                <a:cubicBezTo>
                  <a:pt x="2102794" y="54980"/>
                  <a:pt x="2106462" y="53374"/>
                  <a:pt x="2109132" y="50713"/>
                </a:cubicBezTo>
                <a:cubicBezTo>
                  <a:pt x="2111803" y="48050"/>
                  <a:pt x="2113138" y="44545"/>
                  <a:pt x="2113138" y="40197"/>
                </a:cubicBezTo>
                <a:cubicBezTo>
                  <a:pt x="2113138" y="36036"/>
                  <a:pt x="2111987" y="32655"/>
                  <a:pt x="2109685" y="30053"/>
                </a:cubicBezTo>
                <a:cubicBezTo>
                  <a:pt x="2107383" y="27451"/>
                  <a:pt x="2103960" y="25875"/>
                  <a:pt x="2099417" y="25325"/>
                </a:cubicBezTo>
                <a:cubicBezTo>
                  <a:pt x="2096716" y="25018"/>
                  <a:pt x="2088949" y="24864"/>
                  <a:pt x="2076118" y="24864"/>
                </a:cubicBezTo>
                <a:lnTo>
                  <a:pt x="2060463" y="24864"/>
                </a:lnTo>
                <a:moveTo>
                  <a:pt x="2060463" y="78461"/>
                </a:moveTo>
                <a:lnTo>
                  <a:pt x="2060463" y="114560"/>
                </a:lnTo>
                <a:lnTo>
                  <a:pt x="2085695" y="114560"/>
                </a:lnTo>
                <a:cubicBezTo>
                  <a:pt x="2095518" y="114560"/>
                  <a:pt x="2101750" y="114284"/>
                  <a:pt x="2104390" y="113731"/>
                </a:cubicBezTo>
                <a:cubicBezTo>
                  <a:pt x="2108442" y="112994"/>
                  <a:pt x="2111742" y="111199"/>
                  <a:pt x="2114289" y="108344"/>
                </a:cubicBezTo>
                <a:cubicBezTo>
                  <a:pt x="2116837" y="105489"/>
                  <a:pt x="2118111" y="101667"/>
                  <a:pt x="2118111" y="96879"/>
                </a:cubicBezTo>
                <a:cubicBezTo>
                  <a:pt x="2118111" y="92827"/>
                  <a:pt x="2117129" y="89389"/>
                  <a:pt x="2115164" y="86565"/>
                </a:cubicBezTo>
                <a:cubicBezTo>
                  <a:pt x="2113200" y="83740"/>
                  <a:pt x="2110360" y="81684"/>
                  <a:pt x="2106646" y="80395"/>
                </a:cubicBezTo>
                <a:cubicBezTo>
                  <a:pt x="2102932" y="79105"/>
                  <a:pt x="2094874" y="78461"/>
                  <a:pt x="2082472" y="78461"/>
                </a:cubicBezTo>
                <a:lnTo>
                  <a:pt x="2060463" y="78461"/>
                </a:lnTo>
                <a:close/>
                <a:moveTo>
                  <a:pt x="2252101" y="137398"/>
                </a:moveTo>
                <a:lnTo>
                  <a:pt x="2252101" y="25233"/>
                </a:lnTo>
                <a:lnTo>
                  <a:pt x="2212042" y="25233"/>
                </a:lnTo>
                <a:lnTo>
                  <a:pt x="2212042" y="2394"/>
                </a:lnTo>
                <a:lnTo>
                  <a:pt x="2319327" y="2394"/>
                </a:lnTo>
                <a:lnTo>
                  <a:pt x="2319327" y="25233"/>
                </a:lnTo>
                <a:lnTo>
                  <a:pt x="2279360" y="25233"/>
                </a:lnTo>
                <a:lnTo>
                  <a:pt x="2279360" y="137398"/>
                </a:lnTo>
                <a:lnTo>
                  <a:pt x="2252101" y="137398"/>
                </a:lnTo>
                <a:close/>
                <a:moveTo>
                  <a:pt x="2342185" y="69804"/>
                </a:moveTo>
                <a:lnTo>
                  <a:pt x="2318702" y="65568"/>
                </a:lnTo>
                <a:cubicBezTo>
                  <a:pt x="2321342" y="55989"/>
                  <a:pt x="2325885" y="48898"/>
                  <a:pt x="2332331" y="44295"/>
                </a:cubicBezTo>
                <a:cubicBezTo>
                  <a:pt x="2338778" y="39691"/>
                  <a:pt x="2348355" y="37389"/>
                  <a:pt x="2361063" y="37389"/>
                </a:cubicBezTo>
                <a:cubicBezTo>
                  <a:pt x="2372605" y="37389"/>
                  <a:pt x="2381201" y="38755"/>
                  <a:pt x="2386849" y="41487"/>
                </a:cubicBezTo>
                <a:cubicBezTo>
                  <a:pt x="2392497" y="44219"/>
                  <a:pt x="2396472" y="47687"/>
                  <a:pt x="2398774" y="51893"/>
                </a:cubicBezTo>
                <a:cubicBezTo>
                  <a:pt x="2401077" y="56098"/>
                  <a:pt x="2402228" y="63818"/>
                  <a:pt x="2402228" y="75053"/>
                </a:cubicBezTo>
                <a:lnTo>
                  <a:pt x="2401951" y="105259"/>
                </a:lnTo>
                <a:cubicBezTo>
                  <a:pt x="2401951" y="113854"/>
                  <a:pt x="2402366" y="120193"/>
                  <a:pt x="2403195" y="124275"/>
                </a:cubicBezTo>
                <a:cubicBezTo>
                  <a:pt x="2404023" y="128358"/>
                  <a:pt x="2405574" y="132732"/>
                  <a:pt x="2407845" y="137398"/>
                </a:cubicBezTo>
                <a:lnTo>
                  <a:pt x="2382244" y="137398"/>
                </a:lnTo>
                <a:cubicBezTo>
                  <a:pt x="2381569" y="135679"/>
                  <a:pt x="2380740" y="133131"/>
                  <a:pt x="2379758" y="129755"/>
                </a:cubicBezTo>
                <a:cubicBezTo>
                  <a:pt x="2379328" y="128220"/>
                  <a:pt x="2379021" y="127207"/>
                  <a:pt x="2378837" y="126716"/>
                </a:cubicBezTo>
                <a:cubicBezTo>
                  <a:pt x="2374417" y="131013"/>
                  <a:pt x="2369689" y="134236"/>
                  <a:pt x="2364655" y="136385"/>
                </a:cubicBezTo>
                <a:cubicBezTo>
                  <a:pt x="2359621" y="138534"/>
                  <a:pt x="2354249" y="139608"/>
                  <a:pt x="2348539" y="139608"/>
                </a:cubicBezTo>
                <a:cubicBezTo>
                  <a:pt x="2338471" y="139608"/>
                  <a:pt x="2330536" y="136888"/>
                  <a:pt x="2324734" y="131447"/>
                </a:cubicBezTo>
                <a:cubicBezTo>
                  <a:pt x="2318932" y="126006"/>
                  <a:pt x="2316032" y="119128"/>
                  <a:pt x="2316032" y="110813"/>
                </a:cubicBezTo>
                <a:cubicBezTo>
                  <a:pt x="2316032" y="105311"/>
                  <a:pt x="2317351" y="100405"/>
                  <a:pt x="2319991" y="96096"/>
                </a:cubicBezTo>
                <a:cubicBezTo>
                  <a:pt x="2322631" y="91785"/>
                  <a:pt x="2326330" y="88483"/>
                  <a:pt x="2331088" y="86190"/>
                </a:cubicBezTo>
                <a:cubicBezTo>
                  <a:pt x="2335846" y="83898"/>
                  <a:pt x="2342707" y="81896"/>
                  <a:pt x="2351670" y="80184"/>
                </a:cubicBezTo>
                <a:cubicBezTo>
                  <a:pt x="2363765" y="77922"/>
                  <a:pt x="2372145" y="75813"/>
                  <a:pt x="2376811" y="73856"/>
                </a:cubicBezTo>
                <a:lnTo>
                  <a:pt x="2376811" y="71249"/>
                </a:lnTo>
                <a:cubicBezTo>
                  <a:pt x="2376811" y="66220"/>
                  <a:pt x="2375583" y="62636"/>
                  <a:pt x="2373127" y="60494"/>
                </a:cubicBezTo>
                <a:cubicBezTo>
                  <a:pt x="2370672" y="58351"/>
                  <a:pt x="2366036" y="57280"/>
                  <a:pt x="2359222" y="57280"/>
                </a:cubicBezTo>
                <a:cubicBezTo>
                  <a:pt x="2354617" y="57280"/>
                  <a:pt x="2351026" y="58207"/>
                  <a:pt x="2348447" y="60060"/>
                </a:cubicBezTo>
                <a:cubicBezTo>
                  <a:pt x="2345869" y="61911"/>
                  <a:pt x="2343781" y="65159"/>
                  <a:pt x="2342185" y="69804"/>
                </a:cubicBezTo>
                <a:moveTo>
                  <a:pt x="2376811" y="90801"/>
                </a:moveTo>
                <a:cubicBezTo>
                  <a:pt x="2373496" y="91892"/>
                  <a:pt x="2368247" y="93197"/>
                  <a:pt x="2361063" y="94715"/>
                </a:cubicBezTo>
                <a:cubicBezTo>
                  <a:pt x="2353880" y="96230"/>
                  <a:pt x="2349184" y="97716"/>
                  <a:pt x="2346974" y="99172"/>
                </a:cubicBezTo>
                <a:cubicBezTo>
                  <a:pt x="2343597" y="101538"/>
                  <a:pt x="2341909" y="104540"/>
                  <a:pt x="2341909" y="108180"/>
                </a:cubicBezTo>
                <a:cubicBezTo>
                  <a:pt x="2341909" y="111760"/>
                  <a:pt x="2343259" y="114854"/>
                  <a:pt x="2345961" y="117464"/>
                </a:cubicBezTo>
                <a:cubicBezTo>
                  <a:pt x="2348662" y="120071"/>
                  <a:pt x="2352100" y="121375"/>
                  <a:pt x="2356275" y="121375"/>
                </a:cubicBezTo>
                <a:cubicBezTo>
                  <a:pt x="2360941" y="121375"/>
                  <a:pt x="2365392" y="119858"/>
                  <a:pt x="2369628" y="116825"/>
                </a:cubicBezTo>
                <a:cubicBezTo>
                  <a:pt x="2372759" y="114521"/>
                  <a:pt x="2374816" y="111699"/>
                  <a:pt x="2375798" y="108361"/>
                </a:cubicBezTo>
                <a:cubicBezTo>
                  <a:pt x="2376473" y="106178"/>
                  <a:pt x="2376811" y="102023"/>
                  <a:pt x="2376811" y="95897"/>
                </a:cubicBezTo>
                <a:lnTo>
                  <a:pt x="2376811" y="90801"/>
                </a:lnTo>
                <a:close/>
                <a:moveTo>
                  <a:pt x="2426602" y="137398"/>
                </a:moveTo>
                <a:lnTo>
                  <a:pt x="2426602" y="2394"/>
                </a:lnTo>
                <a:lnTo>
                  <a:pt x="2452479" y="2394"/>
                </a:lnTo>
                <a:lnTo>
                  <a:pt x="2452479" y="51018"/>
                </a:lnTo>
                <a:cubicBezTo>
                  <a:pt x="2460461" y="41932"/>
                  <a:pt x="2469915" y="37389"/>
                  <a:pt x="2480843" y="37389"/>
                </a:cubicBezTo>
                <a:cubicBezTo>
                  <a:pt x="2492753" y="37389"/>
                  <a:pt x="2502607" y="41701"/>
                  <a:pt x="2510404" y="50327"/>
                </a:cubicBezTo>
                <a:cubicBezTo>
                  <a:pt x="2518201" y="58953"/>
                  <a:pt x="2522099" y="71339"/>
                  <a:pt x="2522099" y="87485"/>
                </a:cubicBezTo>
                <a:cubicBezTo>
                  <a:pt x="2522099" y="104184"/>
                  <a:pt x="2518124" y="117046"/>
                  <a:pt x="2510174" y="126071"/>
                </a:cubicBezTo>
                <a:cubicBezTo>
                  <a:pt x="2502223" y="135096"/>
                  <a:pt x="2492569" y="139608"/>
                  <a:pt x="2481212" y="139608"/>
                </a:cubicBezTo>
                <a:cubicBezTo>
                  <a:pt x="2475625" y="139608"/>
                  <a:pt x="2470115" y="138212"/>
                  <a:pt x="2464681" y="135418"/>
                </a:cubicBezTo>
                <a:cubicBezTo>
                  <a:pt x="2459248" y="132625"/>
                  <a:pt x="2454567" y="128496"/>
                  <a:pt x="2450638" y="123032"/>
                </a:cubicBezTo>
                <a:lnTo>
                  <a:pt x="2450638" y="137398"/>
                </a:lnTo>
                <a:lnTo>
                  <a:pt x="2426602" y="137398"/>
                </a:lnTo>
                <a:moveTo>
                  <a:pt x="2452295" y="86429"/>
                </a:moveTo>
                <a:cubicBezTo>
                  <a:pt x="2452295" y="96544"/>
                  <a:pt x="2453892" y="104022"/>
                  <a:pt x="2457084" y="108865"/>
                </a:cubicBezTo>
                <a:cubicBezTo>
                  <a:pt x="2461566" y="115731"/>
                  <a:pt x="2467521" y="119164"/>
                  <a:pt x="2474949" y="119164"/>
                </a:cubicBezTo>
                <a:cubicBezTo>
                  <a:pt x="2480659" y="119164"/>
                  <a:pt x="2485524" y="116728"/>
                  <a:pt x="2489546" y="111855"/>
                </a:cubicBezTo>
                <a:cubicBezTo>
                  <a:pt x="2493567" y="106982"/>
                  <a:pt x="2495578" y="99304"/>
                  <a:pt x="2495578" y="88821"/>
                </a:cubicBezTo>
                <a:cubicBezTo>
                  <a:pt x="2495578" y="77663"/>
                  <a:pt x="2493552" y="69616"/>
                  <a:pt x="2489500" y="64682"/>
                </a:cubicBezTo>
                <a:cubicBezTo>
                  <a:pt x="2485448" y="59747"/>
                  <a:pt x="2480260" y="57280"/>
                  <a:pt x="2473936" y="57280"/>
                </a:cubicBezTo>
                <a:cubicBezTo>
                  <a:pt x="2467736" y="57280"/>
                  <a:pt x="2462579" y="59687"/>
                  <a:pt x="2458465" y="64500"/>
                </a:cubicBezTo>
                <a:cubicBezTo>
                  <a:pt x="2454352" y="69312"/>
                  <a:pt x="2452295" y="76622"/>
                  <a:pt x="2452295" y="86429"/>
                </a:cubicBezTo>
                <a:close/>
                <a:moveTo>
                  <a:pt x="2542942" y="137398"/>
                </a:moveTo>
                <a:lnTo>
                  <a:pt x="2542942" y="2394"/>
                </a:lnTo>
                <a:lnTo>
                  <a:pt x="2568819" y="2394"/>
                </a:lnTo>
                <a:lnTo>
                  <a:pt x="2568819" y="137398"/>
                </a:lnTo>
                <a:lnTo>
                  <a:pt x="2542942" y="137398"/>
                </a:lnTo>
                <a:close/>
                <a:moveTo>
                  <a:pt x="2652009" y="106272"/>
                </a:moveTo>
                <a:lnTo>
                  <a:pt x="2677794" y="110692"/>
                </a:lnTo>
                <a:cubicBezTo>
                  <a:pt x="2674479" y="120116"/>
                  <a:pt x="2669245" y="127291"/>
                  <a:pt x="2662093" y="132218"/>
                </a:cubicBezTo>
                <a:cubicBezTo>
                  <a:pt x="2654940" y="137145"/>
                  <a:pt x="2645992" y="139608"/>
                  <a:pt x="2635248" y="139608"/>
                </a:cubicBezTo>
                <a:cubicBezTo>
                  <a:pt x="2618242" y="139608"/>
                  <a:pt x="2605657" y="134052"/>
                  <a:pt x="2597491" y="122940"/>
                </a:cubicBezTo>
                <a:cubicBezTo>
                  <a:pt x="2591045" y="114038"/>
                  <a:pt x="2587822" y="102803"/>
                  <a:pt x="2587822" y="89235"/>
                </a:cubicBezTo>
                <a:cubicBezTo>
                  <a:pt x="2587822" y="73027"/>
                  <a:pt x="2592058" y="60334"/>
                  <a:pt x="2600530" y="51156"/>
                </a:cubicBezTo>
                <a:cubicBezTo>
                  <a:pt x="2609003" y="41978"/>
                  <a:pt x="2619716" y="37389"/>
                  <a:pt x="2632670" y="37389"/>
                </a:cubicBezTo>
                <a:cubicBezTo>
                  <a:pt x="2647220" y="37389"/>
                  <a:pt x="2658701" y="42193"/>
                  <a:pt x="2667111" y="51801"/>
                </a:cubicBezTo>
                <a:cubicBezTo>
                  <a:pt x="2675522" y="61409"/>
                  <a:pt x="2679544" y="76128"/>
                  <a:pt x="2679175" y="95958"/>
                </a:cubicBezTo>
                <a:lnTo>
                  <a:pt x="2614344" y="95958"/>
                </a:lnTo>
                <a:cubicBezTo>
                  <a:pt x="2614528" y="103632"/>
                  <a:pt x="2616615" y="109602"/>
                  <a:pt x="2620606" y="113869"/>
                </a:cubicBezTo>
                <a:cubicBezTo>
                  <a:pt x="2624597" y="118136"/>
                  <a:pt x="2629569" y="120269"/>
                  <a:pt x="2635525" y="120269"/>
                </a:cubicBezTo>
                <a:cubicBezTo>
                  <a:pt x="2639577" y="120269"/>
                  <a:pt x="2642984" y="119164"/>
                  <a:pt x="2645747" y="116954"/>
                </a:cubicBezTo>
                <a:cubicBezTo>
                  <a:pt x="2648509" y="114744"/>
                  <a:pt x="2650597" y="111183"/>
                  <a:pt x="2652009" y="106272"/>
                </a:cubicBezTo>
                <a:moveTo>
                  <a:pt x="2653482" y="80118"/>
                </a:moveTo>
                <a:cubicBezTo>
                  <a:pt x="2653298" y="72659"/>
                  <a:pt x="2651364" y="66988"/>
                  <a:pt x="2647680" y="63105"/>
                </a:cubicBezTo>
                <a:cubicBezTo>
                  <a:pt x="2643997" y="59222"/>
                  <a:pt x="2639515" y="57280"/>
                  <a:pt x="2634235" y="57280"/>
                </a:cubicBezTo>
                <a:cubicBezTo>
                  <a:pt x="2628587" y="57280"/>
                  <a:pt x="2623921" y="59328"/>
                  <a:pt x="2620238" y="63424"/>
                </a:cubicBezTo>
                <a:cubicBezTo>
                  <a:pt x="2616554" y="67522"/>
                  <a:pt x="2614743" y="73087"/>
                  <a:pt x="2614804" y="80118"/>
                </a:cubicBezTo>
                <a:lnTo>
                  <a:pt x="2653482" y="80118"/>
                </a:lnTo>
                <a:close/>
                <a:moveTo>
                  <a:pt x="2691118" y="109587"/>
                </a:moveTo>
                <a:lnTo>
                  <a:pt x="2717088" y="105535"/>
                </a:lnTo>
                <a:cubicBezTo>
                  <a:pt x="2718193" y="110539"/>
                  <a:pt x="2720434" y="114337"/>
                  <a:pt x="2723810" y="116931"/>
                </a:cubicBezTo>
                <a:cubicBezTo>
                  <a:pt x="2727187" y="119525"/>
                  <a:pt x="2731914" y="120822"/>
                  <a:pt x="2737992" y="120822"/>
                </a:cubicBezTo>
                <a:cubicBezTo>
                  <a:pt x="2744684" y="120822"/>
                  <a:pt x="2749718" y="119596"/>
                  <a:pt x="2753095" y="117144"/>
                </a:cubicBezTo>
                <a:cubicBezTo>
                  <a:pt x="2755367" y="115427"/>
                  <a:pt x="2756502" y="113128"/>
                  <a:pt x="2756502" y="110246"/>
                </a:cubicBezTo>
                <a:cubicBezTo>
                  <a:pt x="2756502" y="108283"/>
                  <a:pt x="2755888" y="106658"/>
                  <a:pt x="2754661" y="105371"/>
                </a:cubicBezTo>
                <a:cubicBezTo>
                  <a:pt x="2753371" y="104145"/>
                  <a:pt x="2750486" y="103011"/>
                  <a:pt x="2746004" y="101969"/>
                </a:cubicBezTo>
                <a:cubicBezTo>
                  <a:pt x="2725130" y="97373"/>
                  <a:pt x="2711900" y="93173"/>
                  <a:pt x="2706313" y="89370"/>
                </a:cubicBezTo>
                <a:cubicBezTo>
                  <a:pt x="2698578" y="84094"/>
                  <a:pt x="2694710" y="76765"/>
                  <a:pt x="2694710" y="67381"/>
                </a:cubicBezTo>
                <a:cubicBezTo>
                  <a:pt x="2694710" y="58916"/>
                  <a:pt x="2698056" y="51802"/>
                  <a:pt x="2704748" y="46036"/>
                </a:cubicBezTo>
                <a:cubicBezTo>
                  <a:pt x="2711440" y="40271"/>
                  <a:pt x="2721815" y="37389"/>
                  <a:pt x="2735874" y="37389"/>
                </a:cubicBezTo>
                <a:cubicBezTo>
                  <a:pt x="2749258" y="37389"/>
                  <a:pt x="2759204" y="39560"/>
                  <a:pt x="2765711" y="43904"/>
                </a:cubicBezTo>
                <a:cubicBezTo>
                  <a:pt x="2772219" y="48247"/>
                  <a:pt x="2776701" y="54671"/>
                  <a:pt x="2779156" y="63174"/>
                </a:cubicBezTo>
                <a:lnTo>
                  <a:pt x="2754753" y="67778"/>
                </a:lnTo>
                <a:cubicBezTo>
                  <a:pt x="2753709" y="63972"/>
                  <a:pt x="2751729" y="61056"/>
                  <a:pt x="2748813" y="59030"/>
                </a:cubicBezTo>
                <a:cubicBezTo>
                  <a:pt x="2745897" y="57004"/>
                  <a:pt x="2741737" y="55991"/>
                  <a:pt x="2736335" y="55991"/>
                </a:cubicBezTo>
                <a:cubicBezTo>
                  <a:pt x="2729520" y="55991"/>
                  <a:pt x="2724639" y="56941"/>
                  <a:pt x="2721692" y="58843"/>
                </a:cubicBezTo>
                <a:cubicBezTo>
                  <a:pt x="2719728" y="60189"/>
                  <a:pt x="2718745" y="61936"/>
                  <a:pt x="2718745" y="64083"/>
                </a:cubicBezTo>
                <a:cubicBezTo>
                  <a:pt x="2718745" y="65921"/>
                  <a:pt x="2719605" y="67484"/>
                  <a:pt x="2721324" y="68771"/>
                </a:cubicBezTo>
                <a:cubicBezTo>
                  <a:pt x="2723657" y="70488"/>
                  <a:pt x="2731715" y="72910"/>
                  <a:pt x="2745498" y="76038"/>
                </a:cubicBezTo>
                <a:cubicBezTo>
                  <a:pt x="2759280" y="79165"/>
                  <a:pt x="2768904" y="83001"/>
                  <a:pt x="2774368" y="87546"/>
                </a:cubicBezTo>
                <a:cubicBezTo>
                  <a:pt x="2779770" y="92154"/>
                  <a:pt x="2782472" y="98574"/>
                  <a:pt x="2782472" y="106804"/>
                </a:cubicBezTo>
                <a:cubicBezTo>
                  <a:pt x="2782472" y="115773"/>
                  <a:pt x="2778727" y="123483"/>
                  <a:pt x="2771237" y="129933"/>
                </a:cubicBezTo>
                <a:cubicBezTo>
                  <a:pt x="2763747" y="136383"/>
                  <a:pt x="2752665" y="139608"/>
                  <a:pt x="2737992" y="139608"/>
                </a:cubicBezTo>
                <a:cubicBezTo>
                  <a:pt x="2724670" y="139608"/>
                  <a:pt x="2714126" y="136916"/>
                  <a:pt x="2706359" y="131530"/>
                </a:cubicBezTo>
                <a:cubicBezTo>
                  <a:pt x="2698593" y="126143"/>
                  <a:pt x="2693513" y="118829"/>
                  <a:pt x="2691118" y="109587"/>
                </a:cubicBezTo>
                <a:close/>
                <a:moveTo>
                  <a:pt x="2797913" y="177181"/>
                </a:moveTo>
                <a:cubicBezTo>
                  <a:pt x="2803009" y="166242"/>
                  <a:pt x="2806601" y="157853"/>
                  <a:pt x="2808688" y="152015"/>
                </a:cubicBezTo>
                <a:cubicBezTo>
                  <a:pt x="2810775" y="146177"/>
                  <a:pt x="2812709" y="139447"/>
                  <a:pt x="2814490" y="131827"/>
                </a:cubicBezTo>
                <a:cubicBezTo>
                  <a:pt x="2816270" y="124204"/>
                  <a:pt x="2817590" y="116968"/>
                  <a:pt x="2818449" y="110117"/>
                </a:cubicBezTo>
                <a:cubicBezTo>
                  <a:pt x="2819309" y="103264"/>
                  <a:pt x="2819739" y="96242"/>
                  <a:pt x="2819739" y="89051"/>
                </a:cubicBezTo>
                <a:cubicBezTo>
                  <a:pt x="2819739" y="74424"/>
                  <a:pt x="2818173" y="60581"/>
                  <a:pt x="2815042" y="47521"/>
                </a:cubicBezTo>
                <a:cubicBezTo>
                  <a:pt x="2811911" y="34462"/>
                  <a:pt x="2806140" y="18621"/>
                  <a:pt x="2797729" y="0"/>
                </a:cubicBezTo>
                <a:lnTo>
                  <a:pt x="2815318" y="0"/>
                </a:lnTo>
                <a:cubicBezTo>
                  <a:pt x="2824589" y="13213"/>
                  <a:pt x="2831787" y="27225"/>
                  <a:pt x="2836914" y="42036"/>
                </a:cubicBezTo>
                <a:cubicBezTo>
                  <a:pt x="2842040" y="56847"/>
                  <a:pt x="2844603" y="71873"/>
                  <a:pt x="2844603" y="87114"/>
                </a:cubicBezTo>
                <a:cubicBezTo>
                  <a:pt x="2844603" y="99959"/>
                  <a:pt x="2842577" y="113725"/>
                  <a:pt x="2838525" y="128414"/>
                </a:cubicBezTo>
                <a:cubicBezTo>
                  <a:pt x="2833921" y="144884"/>
                  <a:pt x="2826339" y="161140"/>
                  <a:pt x="2815779" y="177181"/>
                </a:cubicBezTo>
                <a:lnTo>
                  <a:pt x="2797913" y="177181"/>
                </a:lnTo>
                <a:close/>
                <a:moveTo>
                  <a:pt x="2864953" y="101299"/>
                </a:moveTo>
                <a:lnTo>
                  <a:pt x="2864953" y="75330"/>
                </a:lnTo>
                <a:lnTo>
                  <a:pt x="2915787" y="75330"/>
                </a:lnTo>
                <a:lnTo>
                  <a:pt x="2915787" y="101299"/>
                </a:lnTo>
                <a:lnTo>
                  <a:pt x="2864953" y="101299"/>
                </a:lnTo>
                <a:close/>
                <a:moveTo>
                  <a:pt x="2929600" y="137398"/>
                </a:moveTo>
                <a:lnTo>
                  <a:pt x="2929600" y="2394"/>
                </a:lnTo>
                <a:lnTo>
                  <a:pt x="2955477" y="2394"/>
                </a:lnTo>
                <a:lnTo>
                  <a:pt x="2955477" y="51018"/>
                </a:lnTo>
                <a:cubicBezTo>
                  <a:pt x="2963458" y="41932"/>
                  <a:pt x="2972913" y="37389"/>
                  <a:pt x="2983841" y="37389"/>
                </a:cubicBezTo>
                <a:cubicBezTo>
                  <a:pt x="2995751" y="37389"/>
                  <a:pt x="3005605" y="41701"/>
                  <a:pt x="3013402" y="50327"/>
                </a:cubicBezTo>
                <a:cubicBezTo>
                  <a:pt x="3021199" y="58953"/>
                  <a:pt x="3025097" y="71339"/>
                  <a:pt x="3025097" y="87485"/>
                </a:cubicBezTo>
                <a:cubicBezTo>
                  <a:pt x="3025097" y="104184"/>
                  <a:pt x="3021122" y="117046"/>
                  <a:pt x="3013172" y="126071"/>
                </a:cubicBezTo>
                <a:cubicBezTo>
                  <a:pt x="3005221" y="135096"/>
                  <a:pt x="2995567" y="139608"/>
                  <a:pt x="2984209" y="139608"/>
                </a:cubicBezTo>
                <a:cubicBezTo>
                  <a:pt x="2978622" y="139608"/>
                  <a:pt x="2973112" y="138212"/>
                  <a:pt x="2967679" y="135418"/>
                </a:cubicBezTo>
                <a:cubicBezTo>
                  <a:pt x="2962246" y="132625"/>
                  <a:pt x="2957565" y="128496"/>
                  <a:pt x="2953635" y="123032"/>
                </a:cubicBezTo>
                <a:lnTo>
                  <a:pt x="2953635" y="137398"/>
                </a:lnTo>
                <a:lnTo>
                  <a:pt x="2929600" y="137398"/>
                </a:lnTo>
                <a:moveTo>
                  <a:pt x="2955293" y="86429"/>
                </a:moveTo>
                <a:cubicBezTo>
                  <a:pt x="2955293" y="96544"/>
                  <a:pt x="2956889" y="104022"/>
                  <a:pt x="2960082" y="108865"/>
                </a:cubicBezTo>
                <a:cubicBezTo>
                  <a:pt x="2964563" y="115731"/>
                  <a:pt x="2970519" y="119164"/>
                  <a:pt x="2977947" y="119164"/>
                </a:cubicBezTo>
                <a:cubicBezTo>
                  <a:pt x="2983657" y="119164"/>
                  <a:pt x="2988522" y="116728"/>
                  <a:pt x="2992543" y="111855"/>
                </a:cubicBezTo>
                <a:cubicBezTo>
                  <a:pt x="2996565" y="106982"/>
                  <a:pt x="2998575" y="99304"/>
                  <a:pt x="2998575" y="88821"/>
                </a:cubicBezTo>
                <a:cubicBezTo>
                  <a:pt x="2998575" y="77663"/>
                  <a:pt x="2996549" y="69616"/>
                  <a:pt x="2992497" y="64682"/>
                </a:cubicBezTo>
                <a:cubicBezTo>
                  <a:pt x="2988445" y="59747"/>
                  <a:pt x="2983258" y="57280"/>
                  <a:pt x="2976934" y="57280"/>
                </a:cubicBezTo>
                <a:cubicBezTo>
                  <a:pt x="2970733" y="57280"/>
                  <a:pt x="2965576" y="59687"/>
                  <a:pt x="2961463" y="64500"/>
                </a:cubicBezTo>
                <a:cubicBezTo>
                  <a:pt x="2957350" y="69312"/>
                  <a:pt x="2955293" y="76622"/>
                  <a:pt x="2955293" y="86429"/>
                </a:cubicBezTo>
                <a:close/>
                <a:moveTo>
                  <a:pt x="3065278" y="69804"/>
                </a:moveTo>
                <a:lnTo>
                  <a:pt x="3041795" y="65568"/>
                </a:lnTo>
                <a:cubicBezTo>
                  <a:pt x="3044435" y="55989"/>
                  <a:pt x="3048978" y="48898"/>
                  <a:pt x="3055425" y="44295"/>
                </a:cubicBezTo>
                <a:cubicBezTo>
                  <a:pt x="3061871" y="39691"/>
                  <a:pt x="3071448" y="37389"/>
                  <a:pt x="3084157" y="37389"/>
                </a:cubicBezTo>
                <a:cubicBezTo>
                  <a:pt x="3095699" y="37389"/>
                  <a:pt x="3104294" y="38755"/>
                  <a:pt x="3109942" y="41487"/>
                </a:cubicBezTo>
                <a:cubicBezTo>
                  <a:pt x="3115590" y="44219"/>
                  <a:pt x="3119565" y="47687"/>
                  <a:pt x="3121868" y="51893"/>
                </a:cubicBezTo>
                <a:cubicBezTo>
                  <a:pt x="3124170" y="56098"/>
                  <a:pt x="3125321" y="63818"/>
                  <a:pt x="3125321" y="75053"/>
                </a:cubicBezTo>
                <a:lnTo>
                  <a:pt x="3125045" y="105259"/>
                </a:lnTo>
                <a:cubicBezTo>
                  <a:pt x="3125045" y="113854"/>
                  <a:pt x="3125459" y="120193"/>
                  <a:pt x="3126288" y="124275"/>
                </a:cubicBezTo>
                <a:cubicBezTo>
                  <a:pt x="3127117" y="128358"/>
                  <a:pt x="3128667" y="132732"/>
                  <a:pt x="3130938" y="137398"/>
                </a:cubicBezTo>
                <a:lnTo>
                  <a:pt x="3105337" y="137398"/>
                </a:lnTo>
                <a:cubicBezTo>
                  <a:pt x="3104662" y="135679"/>
                  <a:pt x="3103833" y="133131"/>
                  <a:pt x="3102851" y="129755"/>
                </a:cubicBezTo>
                <a:cubicBezTo>
                  <a:pt x="3102421" y="128220"/>
                  <a:pt x="3102114" y="127207"/>
                  <a:pt x="3101930" y="126716"/>
                </a:cubicBezTo>
                <a:cubicBezTo>
                  <a:pt x="3097510" y="131013"/>
                  <a:pt x="3092782" y="134236"/>
                  <a:pt x="3087748" y="136385"/>
                </a:cubicBezTo>
                <a:cubicBezTo>
                  <a:pt x="3082714" y="138534"/>
                  <a:pt x="3077342" y="139608"/>
                  <a:pt x="3071632" y="139608"/>
                </a:cubicBezTo>
                <a:cubicBezTo>
                  <a:pt x="3061564" y="139608"/>
                  <a:pt x="3053629" y="136888"/>
                  <a:pt x="3047827" y="131447"/>
                </a:cubicBezTo>
                <a:cubicBezTo>
                  <a:pt x="3042026" y="126006"/>
                  <a:pt x="3039125" y="119128"/>
                  <a:pt x="3039125" y="110813"/>
                </a:cubicBezTo>
                <a:cubicBezTo>
                  <a:pt x="3039125" y="105311"/>
                  <a:pt x="3040445" y="100405"/>
                  <a:pt x="3043085" y="96096"/>
                </a:cubicBezTo>
                <a:cubicBezTo>
                  <a:pt x="3045725" y="91785"/>
                  <a:pt x="3049423" y="88483"/>
                  <a:pt x="3054181" y="86190"/>
                </a:cubicBezTo>
                <a:cubicBezTo>
                  <a:pt x="3058939" y="83898"/>
                  <a:pt x="3065800" y="81896"/>
                  <a:pt x="3074764" y="80184"/>
                </a:cubicBezTo>
                <a:cubicBezTo>
                  <a:pt x="3086858" y="77922"/>
                  <a:pt x="3095238" y="75813"/>
                  <a:pt x="3099904" y="73856"/>
                </a:cubicBezTo>
                <a:lnTo>
                  <a:pt x="3099904" y="71249"/>
                </a:lnTo>
                <a:cubicBezTo>
                  <a:pt x="3099904" y="66220"/>
                  <a:pt x="3098676" y="62636"/>
                  <a:pt x="3096221" y="60494"/>
                </a:cubicBezTo>
                <a:cubicBezTo>
                  <a:pt x="3093765" y="58351"/>
                  <a:pt x="3089130" y="57280"/>
                  <a:pt x="3082315" y="57280"/>
                </a:cubicBezTo>
                <a:cubicBezTo>
                  <a:pt x="3077710" y="57280"/>
                  <a:pt x="3074119" y="58207"/>
                  <a:pt x="3071540" y="60060"/>
                </a:cubicBezTo>
                <a:cubicBezTo>
                  <a:pt x="3068962" y="61911"/>
                  <a:pt x="3066875" y="65159"/>
                  <a:pt x="3065278" y="69804"/>
                </a:cubicBezTo>
                <a:moveTo>
                  <a:pt x="3099904" y="90801"/>
                </a:moveTo>
                <a:cubicBezTo>
                  <a:pt x="3096589" y="91892"/>
                  <a:pt x="3091340" y="93197"/>
                  <a:pt x="3084157" y="94715"/>
                </a:cubicBezTo>
                <a:cubicBezTo>
                  <a:pt x="3076974" y="96230"/>
                  <a:pt x="3072277" y="97716"/>
                  <a:pt x="3070067" y="99172"/>
                </a:cubicBezTo>
                <a:cubicBezTo>
                  <a:pt x="3066690" y="101538"/>
                  <a:pt x="3065002" y="104540"/>
                  <a:pt x="3065002" y="108180"/>
                </a:cubicBezTo>
                <a:cubicBezTo>
                  <a:pt x="3065002" y="111760"/>
                  <a:pt x="3066353" y="114854"/>
                  <a:pt x="3069054" y="117464"/>
                </a:cubicBezTo>
                <a:cubicBezTo>
                  <a:pt x="3071755" y="120071"/>
                  <a:pt x="3075193" y="121375"/>
                  <a:pt x="3079368" y="121375"/>
                </a:cubicBezTo>
                <a:cubicBezTo>
                  <a:pt x="3084034" y="121375"/>
                  <a:pt x="3088485" y="119858"/>
                  <a:pt x="3092721" y="116825"/>
                </a:cubicBezTo>
                <a:cubicBezTo>
                  <a:pt x="3095852" y="114521"/>
                  <a:pt x="3097909" y="111699"/>
                  <a:pt x="3098891" y="108361"/>
                </a:cubicBezTo>
                <a:cubicBezTo>
                  <a:pt x="3099566" y="106178"/>
                  <a:pt x="3099904" y="102023"/>
                  <a:pt x="3099904" y="95897"/>
                </a:cubicBezTo>
                <a:lnTo>
                  <a:pt x="3099904" y="90801"/>
                </a:lnTo>
                <a:close/>
                <a:moveTo>
                  <a:pt x="3141684" y="109587"/>
                </a:moveTo>
                <a:lnTo>
                  <a:pt x="3167653" y="105535"/>
                </a:lnTo>
                <a:cubicBezTo>
                  <a:pt x="3168758" y="110539"/>
                  <a:pt x="3170999" y="114337"/>
                  <a:pt x="3174376" y="116931"/>
                </a:cubicBezTo>
                <a:cubicBezTo>
                  <a:pt x="3177752" y="119525"/>
                  <a:pt x="3182480" y="120822"/>
                  <a:pt x="3188558" y="120822"/>
                </a:cubicBezTo>
                <a:cubicBezTo>
                  <a:pt x="3195250" y="120822"/>
                  <a:pt x="3200284" y="119596"/>
                  <a:pt x="3203660" y="117144"/>
                </a:cubicBezTo>
                <a:cubicBezTo>
                  <a:pt x="3205932" y="115427"/>
                  <a:pt x="3207068" y="113128"/>
                  <a:pt x="3207068" y="110246"/>
                </a:cubicBezTo>
                <a:cubicBezTo>
                  <a:pt x="3207068" y="108283"/>
                  <a:pt x="3206454" y="106658"/>
                  <a:pt x="3205226" y="105371"/>
                </a:cubicBezTo>
                <a:cubicBezTo>
                  <a:pt x="3203937" y="104145"/>
                  <a:pt x="3201051" y="103011"/>
                  <a:pt x="3196570" y="101969"/>
                </a:cubicBezTo>
                <a:cubicBezTo>
                  <a:pt x="3175696" y="97373"/>
                  <a:pt x="3162466" y="93173"/>
                  <a:pt x="3156879" y="89370"/>
                </a:cubicBezTo>
                <a:cubicBezTo>
                  <a:pt x="3149143" y="84094"/>
                  <a:pt x="3145275" y="76765"/>
                  <a:pt x="3145275" y="67381"/>
                </a:cubicBezTo>
                <a:cubicBezTo>
                  <a:pt x="3145275" y="58916"/>
                  <a:pt x="3148621" y="51802"/>
                  <a:pt x="3155313" y="46036"/>
                </a:cubicBezTo>
                <a:cubicBezTo>
                  <a:pt x="3162005" y="40271"/>
                  <a:pt x="3172381" y="37389"/>
                  <a:pt x="3186440" y="37389"/>
                </a:cubicBezTo>
                <a:cubicBezTo>
                  <a:pt x="3199823" y="37389"/>
                  <a:pt x="3209769" y="39560"/>
                  <a:pt x="3216277" y="43904"/>
                </a:cubicBezTo>
                <a:cubicBezTo>
                  <a:pt x="3222784" y="48247"/>
                  <a:pt x="3227266" y="54671"/>
                  <a:pt x="3229722" y="63174"/>
                </a:cubicBezTo>
                <a:lnTo>
                  <a:pt x="3205318" y="67778"/>
                </a:lnTo>
                <a:cubicBezTo>
                  <a:pt x="3204274" y="63972"/>
                  <a:pt x="3202294" y="61056"/>
                  <a:pt x="3199378" y="59030"/>
                </a:cubicBezTo>
                <a:cubicBezTo>
                  <a:pt x="3196462" y="57004"/>
                  <a:pt x="3192303" y="55991"/>
                  <a:pt x="3186900" y="55991"/>
                </a:cubicBezTo>
                <a:cubicBezTo>
                  <a:pt x="3180085" y="55991"/>
                  <a:pt x="3175205" y="56941"/>
                  <a:pt x="3172258" y="58843"/>
                </a:cubicBezTo>
                <a:cubicBezTo>
                  <a:pt x="3170293" y="60189"/>
                  <a:pt x="3169311" y="61936"/>
                  <a:pt x="3169311" y="64083"/>
                </a:cubicBezTo>
                <a:cubicBezTo>
                  <a:pt x="3169311" y="65921"/>
                  <a:pt x="3170170" y="67484"/>
                  <a:pt x="3171889" y="68771"/>
                </a:cubicBezTo>
                <a:cubicBezTo>
                  <a:pt x="3174222" y="70488"/>
                  <a:pt x="3182280" y="72910"/>
                  <a:pt x="3196063" y="76038"/>
                </a:cubicBezTo>
                <a:cubicBezTo>
                  <a:pt x="3209846" y="79165"/>
                  <a:pt x="3219469" y="83001"/>
                  <a:pt x="3224933" y="87546"/>
                </a:cubicBezTo>
                <a:cubicBezTo>
                  <a:pt x="3230336" y="92154"/>
                  <a:pt x="3233037" y="98574"/>
                  <a:pt x="3233037" y="106804"/>
                </a:cubicBezTo>
                <a:cubicBezTo>
                  <a:pt x="3233037" y="115773"/>
                  <a:pt x="3229292" y="123483"/>
                  <a:pt x="3221802" y="129933"/>
                </a:cubicBezTo>
                <a:cubicBezTo>
                  <a:pt x="3214312" y="136383"/>
                  <a:pt x="3203231" y="139608"/>
                  <a:pt x="3188558" y="139608"/>
                </a:cubicBezTo>
                <a:cubicBezTo>
                  <a:pt x="3175235" y="139608"/>
                  <a:pt x="3164691" y="136916"/>
                  <a:pt x="3156925" y="131530"/>
                </a:cubicBezTo>
                <a:cubicBezTo>
                  <a:pt x="3149159" y="126143"/>
                  <a:pt x="3144078" y="118829"/>
                  <a:pt x="3141684" y="109587"/>
                </a:cubicBezTo>
                <a:close/>
                <a:moveTo>
                  <a:pt x="3312298" y="106272"/>
                </a:moveTo>
                <a:lnTo>
                  <a:pt x="3338083" y="110692"/>
                </a:lnTo>
                <a:cubicBezTo>
                  <a:pt x="3334768" y="120116"/>
                  <a:pt x="3329534" y="127291"/>
                  <a:pt x="3322382" y="132218"/>
                </a:cubicBezTo>
                <a:cubicBezTo>
                  <a:pt x="3315230" y="137145"/>
                  <a:pt x="3306282" y="139608"/>
                  <a:pt x="3295538" y="139608"/>
                </a:cubicBezTo>
                <a:cubicBezTo>
                  <a:pt x="3278532" y="139608"/>
                  <a:pt x="3265946" y="134052"/>
                  <a:pt x="3257781" y="122940"/>
                </a:cubicBezTo>
                <a:cubicBezTo>
                  <a:pt x="3251335" y="114038"/>
                  <a:pt x="3248111" y="102803"/>
                  <a:pt x="3248111" y="89235"/>
                </a:cubicBezTo>
                <a:cubicBezTo>
                  <a:pt x="3248111" y="73027"/>
                  <a:pt x="3252348" y="60334"/>
                  <a:pt x="3260820" y="51156"/>
                </a:cubicBezTo>
                <a:cubicBezTo>
                  <a:pt x="3269292" y="41978"/>
                  <a:pt x="3280005" y="37389"/>
                  <a:pt x="3292959" y="37389"/>
                </a:cubicBezTo>
                <a:cubicBezTo>
                  <a:pt x="3307509" y="37389"/>
                  <a:pt x="3318990" y="42193"/>
                  <a:pt x="3327401" y="51801"/>
                </a:cubicBezTo>
                <a:cubicBezTo>
                  <a:pt x="3335812" y="61409"/>
                  <a:pt x="3339833" y="76128"/>
                  <a:pt x="3339465" y="95958"/>
                </a:cubicBezTo>
                <a:lnTo>
                  <a:pt x="3274633" y="95958"/>
                </a:lnTo>
                <a:cubicBezTo>
                  <a:pt x="3274817" y="103632"/>
                  <a:pt x="3276905" y="109602"/>
                  <a:pt x="3280895" y="113869"/>
                </a:cubicBezTo>
                <a:cubicBezTo>
                  <a:pt x="3284886" y="118136"/>
                  <a:pt x="3289859" y="120269"/>
                  <a:pt x="3295814" y="120269"/>
                </a:cubicBezTo>
                <a:cubicBezTo>
                  <a:pt x="3299866" y="120269"/>
                  <a:pt x="3303273" y="119164"/>
                  <a:pt x="3306036" y="116954"/>
                </a:cubicBezTo>
                <a:cubicBezTo>
                  <a:pt x="3308799" y="114744"/>
                  <a:pt x="3310886" y="111183"/>
                  <a:pt x="3312298" y="106272"/>
                </a:cubicBezTo>
                <a:moveTo>
                  <a:pt x="3313772" y="80118"/>
                </a:moveTo>
                <a:cubicBezTo>
                  <a:pt x="3313587" y="72659"/>
                  <a:pt x="3311653" y="66988"/>
                  <a:pt x="3307970" y="63105"/>
                </a:cubicBezTo>
                <a:cubicBezTo>
                  <a:pt x="3304286" y="59222"/>
                  <a:pt x="3299805" y="57280"/>
                  <a:pt x="3294525" y="57280"/>
                </a:cubicBezTo>
                <a:cubicBezTo>
                  <a:pt x="3288877" y="57280"/>
                  <a:pt x="3284211" y="59328"/>
                  <a:pt x="3280527" y="63424"/>
                </a:cubicBezTo>
                <a:cubicBezTo>
                  <a:pt x="3276843" y="67522"/>
                  <a:pt x="3275032" y="73087"/>
                  <a:pt x="3275094" y="80118"/>
                </a:cubicBezTo>
                <a:lnTo>
                  <a:pt x="3313772" y="80118"/>
                </a:lnTo>
                <a:close/>
                <a:moveTo>
                  <a:pt x="3450220" y="137398"/>
                </a:moveTo>
                <a:lnTo>
                  <a:pt x="3426185" y="137398"/>
                </a:lnTo>
                <a:lnTo>
                  <a:pt x="3426185" y="123032"/>
                </a:lnTo>
                <a:cubicBezTo>
                  <a:pt x="3422194" y="128619"/>
                  <a:pt x="3417482" y="132778"/>
                  <a:pt x="3412049" y="135510"/>
                </a:cubicBezTo>
                <a:cubicBezTo>
                  <a:pt x="3406615" y="138242"/>
                  <a:pt x="3401136" y="139608"/>
                  <a:pt x="3395611" y="139608"/>
                </a:cubicBezTo>
                <a:cubicBezTo>
                  <a:pt x="3384376" y="139608"/>
                  <a:pt x="3374752" y="135081"/>
                  <a:pt x="3366741" y="126025"/>
                </a:cubicBezTo>
                <a:cubicBezTo>
                  <a:pt x="3358729" y="116970"/>
                  <a:pt x="3354723" y="104338"/>
                  <a:pt x="3354723" y="88130"/>
                </a:cubicBezTo>
                <a:cubicBezTo>
                  <a:pt x="3354723" y="71554"/>
                  <a:pt x="3358621" y="58953"/>
                  <a:pt x="3366418" y="50327"/>
                </a:cubicBezTo>
                <a:cubicBezTo>
                  <a:pt x="3374215" y="41701"/>
                  <a:pt x="3384069" y="37389"/>
                  <a:pt x="3395979" y="37389"/>
                </a:cubicBezTo>
                <a:cubicBezTo>
                  <a:pt x="3406907" y="37389"/>
                  <a:pt x="3416362" y="41932"/>
                  <a:pt x="3424343" y="51018"/>
                </a:cubicBezTo>
                <a:lnTo>
                  <a:pt x="3424343" y="2394"/>
                </a:lnTo>
                <a:lnTo>
                  <a:pt x="3450220" y="2394"/>
                </a:lnTo>
                <a:lnTo>
                  <a:pt x="3450220" y="137398"/>
                </a:lnTo>
                <a:moveTo>
                  <a:pt x="3381153" y="86429"/>
                </a:moveTo>
                <a:cubicBezTo>
                  <a:pt x="3381153" y="96851"/>
                  <a:pt x="3382595" y="104391"/>
                  <a:pt x="3385481" y="109049"/>
                </a:cubicBezTo>
                <a:cubicBezTo>
                  <a:pt x="3389656" y="115793"/>
                  <a:pt x="3395488" y="119164"/>
                  <a:pt x="3402978" y="119164"/>
                </a:cubicBezTo>
                <a:cubicBezTo>
                  <a:pt x="3408933" y="119164"/>
                  <a:pt x="3413998" y="116636"/>
                  <a:pt x="3418173" y="111578"/>
                </a:cubicBezTo>
                <a:cubicBezTo>
                  <a:pt x="3422347" y="106521"/>
                  <a:pt x="3424435" y="98966"/>
                  <a:pt x="3424435" y="88913"/>
                </a:cubicBezTo>
                <a:cubicBezTo>
                  <a:pt x="3424435" y="77693"/>
                  <a:pt x="3422409" y="69616"/>
                  <a:pt x="3418357" y="64682"/>
                </a:cubicBezTo>
                <a:cubicBezTo>
                  <a:pt x="3414305" y="59747"/>
                  <a:pt x="3409117" y="57280"/>
                  <a:pt x="3402794" y="57280"/>
                </a:cubicBezTo>
                <a:cubicBezTo>
                  <a:pt x="3396654" y="57280"/>
                  <a:pt x="3391513" y="59716"/>
                  <a:pt x="3387369" y="64590"/>
                </a:cubicBezTo>
                <a:cubicBezTo>
                  <a:pt x="3383225" y="69463"/>
                  <a:pt x="3381153" y="76743"/>
                  <a:pt x="3381153" y="86429"/>
                </a:cubicBezTo>
                <a:close/>
                <a:moveTo>
                  <a:pt x="3475114" y="111429"/>
                </a:moveTo>
                <a:lnTo>
                  <a:pt x="3500991" y="111429"/>
                </a:lnTo>
                <a:lnTo>
                  <a:pt x="3500991" y="129999"/>
                </a:lnTo>
                <a:cubicBezTo>
                  <a:pt x="3500991" y="137514"/>
                  <a:pt x="3500347" y="143443"/>
                  <a:pt x="3499058" y="147784"/>
                </a:cubicBezTo>
                <a:cubicBezTo>
                  <a:pt x="3497768" y="152128"/>
                  <a:pt x="3495328" y="156024"/>
                  <a:pt x="3491736" y="159474"/>
                </a:cubicBezTo>
                <a:cubicBezTo>
                  <a:pt x="3488145" y="162923"/>
                  <a:pt x="3483586" y="165633"/>
                  <a:pt x="3478061" y="167604"/>
                </a:cubicBezTo>
                <a:lnTo>
                  <a:pt x="3472996" y="156921"/>
                </a:lnTo>
                <a:cubicBezTo>
                  <a:pt x="3478215" y="155195"/>
                  <a:pt x="3481929" y="152819"/>
                  <a:pt x="3484139" y="149796"/>
                </a:cubicBezTo>
                <a:cubicBezTo>
                  <a:pt x="3486349" y="146774"/>
                  <a:pt x="3487516" y="142642"/>
                  <a:pt x="3487638" y="137398"/>
                </a:cubicBezTo>
                <a:lnTo>
                  <a:pt x="3475114" y="137398"/>
                </a:lnTo>
                <a:lnTo>
                  <a:pt x="3475114" y="1114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RobustTestsforGoalCompletion">
            <a:extLst xmlns:a="http://schemas.openxmlformats.org/drawingml/2006/main">
              <a:ext uri="{FF2B5EF4-FFF2-40B4-BE49-F238E27FC236}">
                <a16:creationId xmlns:a16="http://schemas.microsoft.com/office/drawing/2014/main" id="{7D02F0AF-30CA-44AC-AAB9-AAFC269B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1140" y="5218347"/>
            <a:ext cx="3019576" cy="174603"/>
          </a:xfrm>
          <a:custGeom xmlns:a="http://schemas.openxmlformats.org/drawingml/2006/main">
            <a:pathLst>
              <a:path w="3019576" h="174603">
                <a:moveTo>
                  <a:pt x="0" y="137398"/>
                </a:moveTo>
                <a:lnTo>
                  <a:pt x="0" y="2394"/>
                </a:lnTo>
                <a:lnTo>
                  <a:pt x="57372" y="2394"/>
                </a:lnTo>
                <a:cubicBezTo>
                  <a:pt x="71799" y="2394"/>
                  <a:pt x="82282" y="3607"/>
                  <a:pt x="88821" y="6032"/>
                </a:cubicBezTo>
                <a:cubicBezTo>
                  <a:pt x="95359" y="8457"/>
                  <a:pt x="100593" y="12770"/>
                  <a:pt x="104522" y="18971"/>
                </a:cubicBezTo>
                <a:cubicBezTo>
                  <a:pt x="108451" y="25171"/>
                  <a:pt x="110416" y="32262"/>
                  <a:pt x="110416" y="40243"/>
                </a:cubicBezTo>
                <a:cubicBezTo>
                  <a:pt x="110416" y="50373"/>
                  <a:pt x="107438" y="58738"/>
                  <a:pt x="101483" y="65338"/>
                </a:cubicBezTo>
                <a:cubicBezTo>
                  <a:pt x="95528" y="71938"/>
                  <a:pt x="86626" y="76097"/>
                  <a:pt x="74777" y="77816"/>
                </a:cubicBezTo>
                <a:cubicBezTo>
                  <a:pt x="80671" y="81254"/>
                  <a:pt x="85536" y="85030"/>
                  <a:pt x="89373" y="89143"/>
                </a:cubicBezTo>
                <a:cubicBezTo>
                  <a:pt x="93210" y="93256"/>
                  <a:pt x="98383" y="100562"/>
                  <a:pt x="104890" y="111060"/>
                </a:cubicBezTo>
                <a:lnTo>
                  <a:pt x="121375" y="137398"/>
                </a:lnTo>
                <a:lnTo>
                  <a:pt x="88775" y="137398"/>
                </a:lnTo>
                <a:lnTo>
                  <a:pt x="69067" y="108013"/>
                </a:lnTo>
                <a:cubicBezTo>
                  <a:pt x="62069" y="97518"/>
                  <a:pt x="57280" y="90906"/>
                  <a:pt x="54701" y="88176"/>
                </a:cubicBezTo>
                <a:cubicBezTo>
                  <a:pt x="52123" y="85444"/>
                  <a:pt x="49391" y="83572"/>
                  <a:pt x="46505" y="82559"/>
                </a:cubicBezTo>
                <a:cubicBezTo>
                  <a:pt x="43620" y="81546"/>
                  <a:pt x="39046" y="81039"/>
                  <a:pt x="32784" y="81039"/>
                </a:cubicBezTo>
                <a:lnTo>
                  <a:pt x="27259" y="81039"/>
                </a:lnTo>
                <a:lnTo>
                  <a:pt x="27259" y="137398"/>
                </a:lnTo>
                <a:lnTo>
                  <a:pt x="0" y="137398"/>
                </a:lnTo>
                <a:moveTo>
                  <a:pt x="27259" y="59490"/>
                </a:moveTo>
                <a:lnTo>
                  <a:pt x="47426" y="59490"/>
                </a:lnTo>
                <a:cubicBezTo>
                  <a:pt x="60503" y="59490"/>
                  <a:pt x="68668" y="58938"/>
                  <a:pt x="71922" y="57832"/>
                </a:cubicBezTo>
                <a:cubicBezTo>
                  <a:pt x="75176" y="56727"/>
                  <a:pt x="77724" y="54824"/>
                  <a:pt x="79566" y="52123"/>
                </a:cubicBezTo>
                <a:cubicBezTo>
                  <a:pt x="81408" y="49422"/>
                  <a:pt x="82328" y="46045"/>
                  <a:pt x="82328" y="41993"/>
                </a:cubicBezTo>
                <a:cubicBezTo>
                  <a:pt x="82328" y="37450"/>
                  <a:pt x="81116" y="33782"/>
                  <a:pt x="78691" y="30988"/>
                </a:cubicBezTo>
                <a:cubicBezTo>
                  <a:pt x="76266" y="28195"/>
                  <a:pt x="72843" y="26430"/>
                  <a:pt x="68423" y="25693"/>
                </a:cubicBezTo>
                <a:cubicBezTo>
                  <a:pt x="66213" y="25386"/>
                  <a:pt x="59582" y="25233"/>
                  <a:pt x="48531" y="25233"/>
                </a:cubicBezTo>
                <a:lnTo>
                  <a:pt x="27259" y="25233"/>
                </a:lnTo>
                <a:lnTo>
                  <a:pt x="27259" y="59490"/>
                </a:lnTo>
                <a:close/>
                <a:moveTo>
                  <a:pt x="129908" y="87117"/>
                </a:moveTo>
                <a:cubicBezTo>
                  <a:pt x="129908" y="78522"/>
                  <a:pt x="132026" y="70203"/>
                  <a:pt x="136262" y="62161"/>
                </a:cubicBezTo>
                <a:cubicBezTo>
                  <a:pt x="140498" y="54118"/>
                  <a:pt x="146499" y="47979"/>
                  <a:pt x="154266" y="43743"/>
                </a:cubicBezTo>
                <a:cubicBezTo>
                  <a:pt x="162032" y="39507"/>
                  <a:pt x="170704" y="37389"/>
                  <a:pt x="180281" y="37389"/>
                </a:cubicBezTo>
                <a:cubicBezTo>
                  <a:pt x="195077" y="37389"/>
                  <a:pt x="207202" y="42193"/>
                  <a:pt x="216657" y="51801"/>
                </a:cubicBezTo>
                <a:cubicBezTo>
                  <a:pt x="226111" y="61409"/>
                  <a:pt x="230838" y="73549"/>
                  <a:pt x="230838" y="88222"/>
                </a:cubicBezTo>
                <a:cubicBezTo>
                  <a:pt x="230838" y="103018"/>
                  <a:pt x="226065" y="115281"/>
                  <a:pt x="216518" y="125012"/>
                </a:cubicBezTo>
                <a:cubicBezTo>
                  <a:pt x="206972" y="134743"/>
                  <a:pt x="194954" y="139608"/>
                  <a:pt x="180465" y="139608"/>
                </a:cubicBezTo>
                <a:cubicBezTo>
                  <a:pt x="171502" y="139608"/>
                  <a:pt x="162953" y="137582"/>
                  <a:pt x="154818" y="133530"/>
                </a:cubicBezTo>
                <a:cubicBezTo>
                  <a:pt x="146683" y="129478"/>
                  <a:pt x="140498" y="123539"/>
                  <a:pt x="136262" y="115711"/>
                </a:cubicBezTo>
                <a:cubicBezTo>
                  <a:pt x="132026" y="107883"/>
                  <a:pt x="129908" y="98352"/>
                  <a:pt x="129908" y="87117"/>
                </a:cubicBezTo>
                <a:moveTo>
                  <a:pt x="156430" y="88498"/>
                </a:moveTo>
                <a:cubicBezTo>
                  <a:pt x="156430" y="98168"/>
                  <a:pt x="158732" y="105573"/>
                  <a:pt x="163336" y="110715"/>
                </a:cubicBezTo>
                <a:cubicBezTo>
                  <a:pt x="167941" y="115857"/>
                  <a:pt x="173620" y="118428"/>
                  <a:pt x="180373" y="118428"/>
                </a:cubicBezTo>
                <a:cubicBezTo>
                  <a:pt x="187126" y="118428"/>
                  <a:pt x="192790" y="115857"/>
                  <a:pt x="197364" y="110715"/>
                </a:cubicBezTo>
                <a:cubicBezTo>
                  <a:pt x="201937" y="105573"/>
                  <a:pt x="204224" y="98107"/>
                  <a:pt x="204224" y="88314"/>
                </a:cubicBezTo>
                <a:cubicBezTo>
                  <a:pt x="204224" y="78768"/>
                  <a:pt x="201937" y="71423"/>
                  <a:pt x="197364" y="66282"/>
                </a:cubicBezTo>
                <a:cubicBezTo>
                  <a:pt x="192790" y="61140"/>
                  <a:pt x="187126" y="58569"/>
                  <a:pt x="180373" y="58569"/>
                </a:cubicBezTo>
                <a:cubicBezTo>
                  <a:pt x="173620" y="58569"/>
                  <a:pt x="167941" y="61140"/>
                  <a:pt x="163336" y="66282"/>
                </a:cubicBezTo>
                <a:cubicBezTo>
                  <a:pt x="158732" y="71423"/>
                  <a:pt x="156430" y="78829"/>
                  <a:pt x="156430" y="88498"/>
                </a:cubicBezTo>
                <a:close/>
                <a:moveTo>
                  <a:pt x="250023" y="137398"/>
                </a:moveTo>
                <a:lnTo>
                  <a:pt x="250023" y="2394"/>
                </a:lnTo>
                <a:lnTo>
                  <a:pt x="275900" y="2394"/>
                </a:lnTo>
                <a:lnTo>
                  <a:pt x="275900" y="51018"/>
                </a:lnTo>
                <a:cubicBezTo>
                  <a:pt x="283882" y="41932"/>
                  <a:pt x="293336" y="37389"/>
                  <a:pt x="304264" y="37389"/>
                </a:cubicBezTo>
                <a:cubicBezTo>
                  <a:pt x="316175" y="37389"/>
                  <a:pt x="326028" y="41701"/>
                  <a:pt x="333825" y="50327"/>
                </a:cubicBezTo>
                <a:cubicBezTo>
                  <a:pt x="341622" y="58953"/>
                  <a:pt x="345521" y="71339"/>
                  <a:pt x="345521" y="87485"/>
                </a:cubicBezTo>
                <a:cubicBezTo>
                  <a:pt x="345521" y="104184"/>
                  <a:pt x="341545" y="117046"/>
                  <a:pt x="333595" y="126071"/>
                </a:cubicBezTo>
                <a:cubicBezTo>
                  <a:pt x="325644" y="135096"/>
                  <a:pt x="315990" y="139608"/>
                  <a:pt x="304633" y="139608"/>
                </a:cubicBezTo>
                <a:cubicBezTo>
                  <a:pt x="299046" y="139608"/>
                  <a:pt x="293536" y="138212"/>
                  <a:pt x="288102" y="135418"/>
                </a:cubicBezTo>
                <a:cubicBezTo>
                  <a:pt x="282669" y="132625"/>
                  <a:pt x="277988" y="128496"/>
                  <a:pt x="274059" y="123032"/>
                </a:cubicBezTo>
                <a:lnTo>
                  <a:pt x="274059" y="137398"/>
                </a:lnTo>
                <a:lnTo>
                  <a:pt x="250023" y="137398"/>
                </a:lnTo>
                <a:moveTo>
                  <a:pt x="275716" y="86429"/>
                </a:moveTo>
                <a:cubicBezTo>
                  <a:pt x="275716" y="96544"/>
                  <a:pt x="277313" y="104022"/>
                  <a:pt x="280505" y="108865"/>
                </a:cubicBezTo>
                <a:cubicBezTo>
                  <a:pt x="284987" y="115731"/>
                  <a:pt x="290942" y="119164"/>
                  <a:pt x="298370" y="119164"/>
                </a:cubicBezTo>
                <a:cubicBezTo>
                  <a:pt x="304080" y="119164"/>
                  <a:pt x="308945" y="116728"/>
                  <a:pt x="312967" y="111855"/>
                </a:cubicBezTo>
                <a:cubicBezTo>
                  <a:pt x="316988" y="106982"/>
                  <a:pt x="318999" y="99304"/>
                  <a:pt x="318999" y="88821"/>
                </a:cubicBezTo>
                <a:cubicBezTo>
                  <a:pt x="318999" y="77663"/>
                  <a:pt x="316973" y="69616"/>
                  <a:pt x="312921" y="64682"/>
                </a:cubicBezTo>
                <a:cubicBezTo>
                  <a:pt x="308869" y="59747"/>
                  <a:pt x="303681" y="57280"/>
                  <a:pt x="297357" y="57280"/>
                </a:cubicBezTo>
                <a:cubicBezTo>
                  <a:pt x="291157" y="57280"/>
                  <a:pt x="286000" y="59687"/>
                  <a:pt x="281886" y="64500"/>
                </a:cubicBezTo>
                <a:cubicBezTo>
                  <a:pt x="277773" y="69312"/>
                  <a:pt x="275716" y="76622"/>
                  <a:pt x="275716" y="86429"/>
                </a:cubicBezTo>
                <a:close/>
                <a:moveTo>
                  <a:pt x="430733" y="137398"/>
                </a:moveTo>
                <a:lnTo>
                  <a:pt x="430733" y="122756"/>
                </a:lnTo>
                <a:cubicBezTo>
                  <a:pt x="427172" y="127974"/>
                  <a:pt x="422491" y="132088"/>
                  <a:pt x="416690" y="135096"/>
                </a:cubicBezTo>
                <a:cubicBezTo>
                  <a:pt x="410888" y="138104"/>
                  <a:pt x="404764" y="139608"/>
                  <a:pt x="398318" y="139608"/>
                </a:cubicBezTo>
                <a:cubicBezTo>
                  <a:pt x="391749" y="139608"/>
                  <a:pt x="385855" y="138166"/>
                  <a:pt x="380636" y="135280"/>
                </a:cubicBezTo>
                <a:cubicBezTo>
                  <a:pt x="375418" y="132395"/>
                  <a:pt x="371642" y="128343"/>
                  <a:pt x="369309" y="123124"/>
                </a:cubicBezTo>
                <a:cubicBezTo>
                  <a:pt x="366976" y="117906"/>
                  <a:pt x="365810" y="110692"/>
                  <a:pt x="365810" y="101483"/>
                </a:cubicBezTo>
                <a:lnTo>
                  <a:pt x="365810" y="39599"/>
                </a:lnTo>
                <a:lnTo>
                  <a:pt x="391687" y="39599"/>
                </a:lnTo>
                <a:lnTo>
                  <a:pt x="391687" y="84435"/>
                </a:lnTo>
                <a:cubicBezTo>
                  <a:pt x="391687" y="98156"/>
                  <a:pt x="392163" y="106563"/>
                  <a:pt x="393115" y="109656"/>
                </a:cubicBezTo>
                <a:cubicBezTo>
                  <a:pt x="394066" y="112749"/>
                  <a:pt x="395801" y="115199"/>
                  <a:pt x="398318" y="117006"/>
                </a:cubicBezTo>
                <a:cubicBezTo>
                  <a:pt x="400835" y="118813"/>
                  <a:pt x="404027" y="119717"/>
                  <a:pt x="407895" y="119717"/>
                </a:cubicBezTo>
                <a:cubicBezTo>
                  <a:pt x="412315" y="119717"/>
                  <a:pt x="416275" y="118507"/>
                  <a:pt x="419775" y="116088"/>
                </a:cubicBezTo>
                <a:cubicBezTo>
                  <a:pt x="423274" y="113669"/>
                  <a:pt x="425668" y="110667"/>
                  <a:pt x="426958" y="107083"/>
                </a:cubicBezTo>
                <a:cubicBezTo>
                  <a:pt x="428247" y="103500"/>
                  <a:pt x="428891" y="94725"/>
                  <a:pt x="428891" y="80760"/>
                </a:cubicBezTo>
                <a:lnTo>
                  <a:pt x="428891" y="39599"/>
                </a:lnTo>
                <a:lnTo>
                  <a:pt x="454769" y="39599"/>
                </a:lnTo>
                <a:lnTo>
                  <a:pt x="454769" y="137398"/>
                </a:lnTo>
                <a:lnTo>
                  <a:pt x="430733" y="137398"/>
                </a:lnTo>
                <a:close/>
                <a:moveTo>
                  <a:pt x="472480" y="109587"/>
                </a:moveTo>
                <a:lnTo>
                  <a:pt x="498450" y="105535"/>
                </a:lnTo>
                <a:cubicBezTo>
                  <a:pt x="499555" y="110539"/>
                  <a:pt x="501795" y="114337"/>
                  <a:pt x="505172" y="116931"/>
                </a:cubicBezTo>
                <a:cubicBezTo>
                  <a:pt x="508549" y="119525"/>
                  <a:pt x="513276" y="120822"/>
                  <a:pt x="519354" y="120822"/>
                </a:cubicBezTo>
                <a:cubicBezTo>
                  <a:pt x="526046" y="120822"/>
                  <a:pt x="531080" y="119596"/>
                  <a:pt x="534457" y="117144"/>
                </a:cubicBezTo>
                <a:cubicBezTo>
                  <a:pt x="536728" y="115427"/>
                  <a:pt x="537864" y="113128"/>
                  <a:pt x="537864" y="110246"/>
                </a:cubicBezTo>
                <a:cubicBezTo>
                  <a:pt x="537864" y="108283"/>
                  <a:pt x="537250" y="106658"/>
                  <a:pt x="536022" y="105371"/>
                </a:cubicBezTo>
                <a:cubicBezTo>
                  <a:pt x="534733" y="104145"/>
                  <a:pt x="531848" y="103011"/>
                  <a:pt x="527366" y="101969"/>
                </a:cubicBezTo>
                <a:cubicBezTo>
                  <a:pt x="506492" y="97373"/>
                  <a:pt x="493262" y="93173"/>
                  <a:pt x="487675" y="89370"/>
                </a:cubicBezTo>
                <a:cubicBezTo>
                  <a:pt x="479939" y="84094"/>
                  <a:pt x="476072" y="76765"/>
                  <a:pt x="476072" y="67381"/>
                </a:cubicBezTo>
                <a:cubicBezTo>
                  <a:pt x="476072" y="58916"/>
                  <a:pt x="479418" y="51802"/>
                  <a:pt x="486110" y="46036"/>
                </a:cubicBezTo>
                <a:cubicBezTo>
                  <a:pt x="492801" y="40271"/>
                  <a:pt x="503177" y="37389"/>
                  <a:pt x="517236" y="37389"/>
                </a:cubicBezTo>
                <a:cubicBezTo>
                  <a:pt x="530620" y="37389"/>
                  <a:pt x="540565" y="39560"/>
                  <a:pt x="547073" y="43904"/>
                </a:cubicBezTo>
                <a:cubicBezTo>
                  <a:pt x="553581" y="48247"/>
                  <a:pt x="558062" y="54671"/>
                  <a:pt x="560518" y="63174"/>
                </a:cubicBezTo>
                <a:lnTo>
                  <a:pt x="536114" y="67778"/>
                </a:lnTo>
                <a:cubicBezTo>
                  <a:pt x="535071" y="63972"/>
                  <a:pt x="533091" y="61056"/>
                  <a:pt x="530175" y="59030"/>
                </a:cubicBezTo>
                <a:cubicBezTo>
                  <a:pt x="527258" y="57004"/>
                  <a:pt x="523099" y="55991"/>
                  <a:pt x="517696" y="55991"/>
                </a:cubicBezTo>
                <a:cubicBezTo>
                  <a:pt x="510882" y="55991"/>
                  <a:pt x="506001" y="56941"/>
                  <a:pt x="503054" y="58843"/>
                </a:cubicBezTo>
                <a:cubicBezTo>
                  <a:pt x="501089" y="60189"/>
                  <a:pt x="500107" y="61936"/>
                  <a:pt x="500107" y="64083"/>
                </a:cubicBezTo>
                <a:cubicBezTo>
                  <a:pt x="500107" y="65921"/>
                  <a:pt x="500967" y="67484"/>
                  <a:pt x="502686" y="68771"/>
                </a:cubicBezTo>
                <a:cubicBezTo>
                  <a:pt x="505019" y="70488"/>
                  <a:pt x="513077" y="72910"/>
                  <a:pt x="526859" y="76038"/>
                </a:cubicBezTo>
                <a:cubicBezTo>
                  <a:pt x="540642" y="79165"/>
                  <a:pt x="550266" y="83001"/>
                  <a:pt x="555730" y="87546"/>
                </a:cubicBezTo>
                <a:cubicBezTo>
                  <a:pt x="561132" y="92154"/>
                  <a:pt x="563833" y="98574"/>
                  <a:pt x="563833" y="106804"/>
                </a:cubicBezTo>
                <a:cubicBezTo>
                  <a:pt x="563833" y="115773"/>
                  <a:pt x="560088" y="123483"/>
                  <a:pt x="552598" y="129933"/>
                </a:cubicBezTo>
                <a:cubicBezTo>
                  <a:pt x="545108" y="136383"/>
                  <a:pt x="534027" y="139608"/>
                  <a:pt x="519354" y="139608"/>
                </a:cubicBezTo>
                <a:cubicBezTo>
                  <a:pt x="506032" y="139608"/>
                  <a:pt x="495487" y="136916"/>
                  <a:pt x="487721" y="131530"/>
                </a:cubicBezTo>
                <a:cubicBezTo>
                  <a:pt x="479955" y="126143"/>
                  <a:pt x="474875" y="118829"/>
                  <a:pt x="472480" y="109587"/>
                </a:cubicBezTo>
                <a:close/>
                <a:moveTo>
                  <a:pt x="631307" y="39599"/>
                </a:moveTo>
                <a:lnTo>
                  <a:pt x="631307" y="60227"/>
                </a:lnTo>
                <a:lnTo>
                  <a:pt x="613626" y="60227"/>
                </a:lnTo>
                <a:lnTo>
                  <a:pt x="613626" y="99578"/>
                </a:lnTo>
                <a:cubicBezTo>
                  <a:pt x="613626" y="107548"/>
                  <a:pt x="613794" y="112191"/>
                  <a:pt x="614132" y="113510"/>
                </a:cubicBezTo>
                <a:cubicBezTo>
                  <a:pt x="614470" y="114826"/>
                  <a:pt x="615237" y="115913"/>
                  <a:pt x="616434" y="116773"/>
                </a:cubicBezTo>
                <a:cubicBezTo>
                  <a:pt x="617632" y="117631"/>
                  <a:pt x="619090" y="118059"/>
                  <a:pt x="620809" y="118059"/>
                </a:cubicBezTo>
                <a:cubicBezTo>
                  <a:pt x="623203" y="118059"/>
                  <a:pt x="626672" y="117231"/>
                  <a:pt x="631215" y="115573"/>
                </a:cubicBezTo>
                <a:lnTo>
                  <a:pt x="633425" y="135723"/>
                </a:lnTo>
                <a:cubicBezTo>
                  <a:pt x="627408" y="138313"/>
                  <a:pt x="620594" y="139608"/>
                  <a:pt x="612981" y="139608"/>
                </a:cubicBezTo>
                <a:cubicBezTo>
                  <a:pt x="608315" y="139608"/>
                  <a:pt x="604110" y="138826"/>
                  <a:pt x="600365" y="137260"/>
                </a:cubicBezTo>
                <a:cubicBezTo>
                  <a:pt x="596620" y="135695"/>
                  <a:pt x="593872" y="133669"/>
                  <a:pt x="592123" y="131182"/>
                </a:cubicBezTo>
                <a:cubicBezTo>
                  <a:pt x="590373" y="128696"/>
                  <a:pt x="589160" y="125334"/>
                  <a:pt x="588485" y="121098"/>
                </a:cubicBezTo>
                <a:cubicBezTo>
                  <a:pt x="587933" y="118090"/>
                  <a:pt x="587656" y="112012"/>
                  <a:pt x="587656" y="102864"/>
                </a:cubicBezTo>
                <a:lnTo>
                  <a:pt x="587656" y="60227"/>
                </a:lnTo>
                <a:lnTo>
                  <a:pt x="575777" y="60227"/>
                </a:lnTo>
                <a:lnTo>
                  <a:pt x="575777" y="39599"/>
                </a:lnTo>
                <a:lnTo>
                  <a:pt x="587656" y="39599"/>
                </a:lnTo>
                <a:lnTo>
                  <a:pt x="587656" y="20076"/>
                </a:lnTo>
                <a:lnTo>
                  <a:pt x="613626" y="4789"/>
                </a:lnTo>
                <a:lnTo>
                  <a:pt x="613626" y="39599"/>
                </a:lnTo>
                <a:lnTo>
                  <a:pt x="631307" y="39599"/>
                </a:lnTo>
                <a:close/>
                <a:moveTo>
                  <a:pt x="732335" y="137398"/>
                </a:moveTo>
                <a:lnTo>
                  <a:pt x="732335" y="25233"/>
                </a:lnTo>
                <a:lnTo>
                  <a:pt x="692276" y="25233"/>
                </a:lnTo>
                <a:lnTo>
                  <a:pt x="692276" y="2394"/>
                </a:lnTo>
                <a:lnTo>
                  <a:pt x="799560" y="2394"/>
                </a:lnTo>
                <a:lnTo>
                  <a:pt x="799560" y="25233"/>
                </a:lnTo>
                <a:lnTo>
                  <a:pt x="759593" y="25233"/>
                </a:lnTo>
                <a:lnTo>
                  <a:pt x="759593" y="137398"/>
                </a:lnTo>
                <a:lnTo>
                  <a:pt x="732335" y="137398"/>
                </a:lnTo>
                <a:close/>
                <a:moveTo>
                  <a:pt x="859603" y="106272"/>
                </a:moveTo>
                <a:lnTo>
                  <a:pt x="885389" y="110692"/>
                </a:lnTo>
                <a:cubicBezTo>
                  <a:pt x="882073" y="120116"/>
                  <a:pt x="876840" y="127291"/>
                  <a:pt x="869687" y="132218"/>
                </a:cubicBezTo>
                <a:cubicBezTo>
                  <a:pt x="862535" y="137145"/>
                  <a:pt x="853587" y="139608"/>
                  <a:pt x="842843" y="139608"/>
                </a:cubicBezTo>
                <a:cubicBezTo>
                  <a:pt x="825837" y="139608"/>
                  <a:pt x="813252" y="134052"/>
                  <a:pt x="805086" y="122940"/>
                </a:cubicBezTo>
                <a:cubicBezTo>
                  <a:pt x="798640" y="114038"/>
                  <a:pt x="795417" y="102803"/>
                  <a:pt x="795417" y="89235"/>
                </a:cubicBezTo>
                <a:cubicBezTo>
                  <a:pt x="795417" y="73027"/>
                  <a:pt x="799653" y="60334"/>
                  <a:pt x="808125" y="51156"/>
                </a:cubicBezTo>
                <a:cubicBezTo>
                  <a:pt x="816597" y="41978"/>
                  <a:pt x="827311" y="37389"/>
                  <a:pt x="840265" y="37389"/>
                </a:cubicBezTo>
                <a:cubicBezTo>
                  <a:pt x="854815" y="37389"/>
                  <a:pt x="866295" y="42193"/>
                  <a:pt x="874706" y="51801"/>
                </a:cubicBezTo>
                <a:cubicBezTo>
                  <a:pt x="883117" y="61409"/>
                  <a:pt x="887138" y="76128"/>
                  <a:pt x="886770" y="95958"/>
                </a:cubicBezTo>
                <a:lnTo>
                  <a:pt x="821939" y="95958"/>
                </a:lnTo>
                <a:cubicBezTo>
                  <a:pt x="822123" y="103632"/>
                  <a:pt x="824210" y="109602"/>
                  <a:pt x="828201" y="113869"/>
                </a:cubicBezTo>
                <a:cubicBezTo>
                  <a:pt x="832191" y="118136"/>
                  <a:pt x="837164" y="120269"/>
                  <a:pt x="843119" y="120269"/>
                </a:cubicBezTo>
                <a:cubicBezTo>
                  <a:pt x="847171" y="120269"/>
                  <a:pt x="850579" y="119164"/>
                  <a:pt x="853341" y="116954"/>
                </a:cubicBezTo>
                <a:cubicBezTo>
                  <a:pt x="856104" y="114744"/>
                  <a:pt x="858191" y="111183"/>
                  <a:pt x="859603" y="106272"/>
                </a:cubicBezTo>
                <a:moveTo>
                  <a:pt x="861077" y="80118"/>
                </a:moveTo>
                <a:cubicBezTo>
                  <a:pt x="860893" y="72659"/>
                  <a:pt x="858959" y="66988"/>
                  <a:pt x="855275" y="63105"/>
                </a:cubicBezTo>
                <a:cubicBezTo>
                  <a:pt x="851592" y="59222"/>
                  <a:pt x="847110" y="57280"/>
                  <a:pt x="841830" y="57280"/>
                </a:cubicBezTo>
                <a:cubicBezTo>
                  <a:pt x="836182" y="57280"/>
                  <a:pt x="831516" y="59328"/>
                  <a:pt x="827832" y="63424"/>
                </a:cubicBezTo>
                <a:cubicBezTo>
                  <a:pt x="824149" y="67522"/>
                  <a:pt x="822338" y="73087"/>
                  <a:pt x="822399" y="80118"/>
                </a:cubicBezTo>
                <a:lnTo>
                  <a:pt x="861077" y="80118"/>
                </a:lnTo>
                <a:close/>
                <a:moveTo>
                  <a:pt x="898713" y="109587"/>
                </a:moveTo>
                <a:lnTo>
                  <a:pt x="924683" y="105535"/>
                </a:lnTo>
                <a:cubicBezTo>
                  <a:pt x="925788" y="110539"/>
                  <a:pt x="928028" y="114337"/>
                  <a:pt x="931405" y="116931"/>
                </a:cubicBezTo>
                <a:cubicBezTo>
                  <a:pt x="934782" y="119525"/>
                  <a:pt x="939509" y="120822"/>
                  <a:pt x="945587" y="120822"/>
                </a:cubicBezTo>
                <a:cubicBezTo>
                  <a:pt x="952279" y="120822"/>
                  <a:pt x="957313" y="119596"/>
                  <a:pt x="960690" y="117144"/>
                </a:cubicBezTo>
                <a:cubicBezTo>
                  <a:pt x="962961" y="115427"/>
                  <a:pt x="964097" y="113128"/>
                  <a:pt x="964097" y="110246"/>
                </a:cubicBezTo>
                <a:cubicBezTo>
                  <a:pt x="964097" y="108283"/>
                  <a:pt x="963483" y="106658"/>
                  <a:pt x="962255" y="105371"/>
                </a:cubicBezTo>
                <a:cubicBezTo>
                  <a:pt x="960966" y="104145"/>
                  <a:pt x="958081" y="103011"/>
                  <a:pt x="953599" y="101969"/>
                </a:cubicBezTo>
                <a:cubicBezTo>
                  <a:pt x="932725" y="97373"/>
                  <a:pt x="919495" y="93173"/>
                  <a:pt x="913908" y="89370"/>
                </a:cubicBezTo>
                <a:cubicBezTo>
                  <a:pt x="906172" y="84094"/>
                  <a:pt x="902305" y="76765"/>
                  <a:pt x="902305" y="67381"/>
                </a:cubicBezTo>
                <a:cubicBezTo>
                  <a:pt x="902305" y="58916"/>
                  <a:pt x="905651" y="51802"/>
                  <a:pt x="912342" y="46036"/>
                </a:cubicBezTo>
                <a:cubicBezTo>
                  <a:pt x="919034" y="40271"/>
                  <a:pt x="929410" y="37389"/>
                  <a:pt x="943469" y="37389"/>
                </a:cubicBezTo>
                <a:cubicBezTo>
                  <a:pt x="956853" y="37389"/>
                  <a:pt x="966798" y="39560"/>
                  <a:pt x="973306" y="43904"/>
                </a:cubicBezTo>
                <a:cubicBezTo>
                  <a:pt x="979814" y="48247"/>
                  <a:pt x="984295" y="54671"/>
                  <a:pt x="986751" y="63174"/>
                </a:cubicBezTo>
                <a:lnTo>
                  <a:pt x="962347" y="67778"/>
                </a:lnTo>
                <a:cubicBezTo>
                  <a:pt x="961304" y="63972"/>
                  <a:pt x="959324" y="61056"/>
                  <a:pt x="956408" y="59030"/>
                </a:cubicBezTo>
                <a:cubicBezTo>
                  <a:pt x="953491" y="57004"/>
                  <a:pt x="949332" y="55991"/>
                  <a:pt x="943929" y="55991"/>
                </a:cubicBezTo>
                <a:cubicBezTo>
                  <a:pt x="937115" y="55991"/>
                  <a:pt x="932234" y="56941"/>
                  <a:pt x="929287" y="58843"/>
                </a:cubicBezTo>
                <a:cubicBezTo>
                  <a:pt x="927322" y="60189"/>
                  <a:pt x="926340" y="61936"/>
                  <a:pt x="926340" y="64083"/>
                </a:cubicBezTo>
                <a:cubicBezTo>
                  <a:pt x="926340" y="65921"/>
                  <a:pt x="927200" y="67484"/>
                  <a:pt x="928919" y="68771"/>
                </a:cubicBezTo>
                <a:cubicBezTo>
                  <a:pt x="931252" y="70488"/>
                  <a:pt x="939310" y="72910"/>
                  <a:pt x="953092" y="76038"/>
                </a:cubicBezTo>
                <a:cubicBezTo>
                  <a:pt x="966875" y="79165"/>
                  <a:pt x="976499" y="83001"/>
                  <a:pt x="981963" y="87546"/>
                </a:cubicBezTo>
                <a:cubicBezTo>
                  <a:pt x="987365" y="92154"/>
                  <a:pt x="990066" y="98574"/>
                  <a:pt x="990066" y="106804"/>
                </a:cubicBezTo>
                <a:cubicBezTo>
                  <a:pt x="990066" y="115773"/>
                  <a:pt x="986321" y="123483"/>
                  <a:pt x="978831" y="129933"/>
                </a:cubicBezTo>
                <a:cubicBezTo>
                  <a:pt x="971341" y="136383"/>
                  <a:pt x="960260" y="139608"/>
                  <a:pt x="945587" y="139608"/>
                </a:cubicBezTo>
                <a:cubicBezTo>
                  <a:pt x="932265" y="139608"/>
                  <a:pt x="921720" y="136916"/>
                  <a:pt x="913954" y="131530"/>
                </a:cubicBezTo>
                <a:cubicBezTo>
                  <a:pt x="906188" y="126143"/>
                  <a:pt x="901108" y="118829"/>
                  <a:pt x="898713" y="109587"/>
                </a:cubicBezTo>
                <a:close/>
                <a:moveTo>
                  <a:pt x="1057539" y="39599"/>
                </a:moveTo>
                <a:lnTo>
                  <a:pt x="1057539" y="60227"/>
                </a:lnTo>
                <a:lnTo>
                  <a:pt x="1039858" y="60227"/>
                </a:lnTo>
                <a:lnTo>
                  <a:pt x="1039858" y="99578"/>
                </a:lnTo>
                <a:cubicBezTo>
                  <a:pt x="1039858" y="107548"/>
                  <a:pt x="1040027" y="112191"/>
                  <a:pt x="1040364" y="113510"/>
                </a:cubicBezTo>
                <a:cubicBezTo>
                  <a:pt x="1040702" y="114826"/>
                  <a:pt x="1041469" y="115913"/>
                  <a:pt x="1042666" y="116773"/>
                </a:cubicBezTo>
                <a:cubicBezTo>
                  <a:pt x="1043864" y="117631"/>
                  <a:pt x="1045322" y="118059"/>
                  <a:pt x="1047041" y="118059"/>
                </a:cubicBezTo>
                <a:cubicBezTo>
                  <a:pt x="1049435" y="118059"/>
                  <a:pt x="1052904" y="117231"/>
                  <a:pt x="1057447" y="115573"/>
                </a:cubicBezTo>
                <a:lnTo>
                  <a:pt x="1059657" y="135723"/>
                </a:lnTo>
                <a:cubicBezTo>
                  <a:pt x="1053641" y="138313"/>
                  <a:pt x="1046826" y="139608"/>
                  <a:pt x="1039213" y="139608"/>
                </a:cubicBezTo>
                <a:cubicBezTo>
                  <a:pt x="1034547" y="139608"/>
                  <a:pt x="1030342" y="138826"/>
                  <a:pt x="1026597" y="137260"/>
                </a:cubicBezTo>
                <a:cubicBezTo>
                  <a:pt x="1022852" y="135695"/>
                  <a:pt x="1020104" y="133669"/>
                  <a:pt x="1018355" y="131182"/>
                </a:cubicBezTo>
                <a:cubicBezTo>
                  <a:pt x="1016605" y="128696"/>
                  <a:pt x="1015392" y="125334"/>
                  <a:pt x="1014717" y="121098"/>
                </a:cubicBezTo>
                <a:cubicBezTo>
                  <a:pt x="1014165" y="118090"/>
                  <a:pt x="1013888" y="112012"/>
                  <a:pt x="1013888" y="102864"/>
                </a:cubicBezTo>
                <a:lnTo>
                  <a:pt x="1013888" y="60227"/>
                </a:lnTo>
                <a:lnTo>
                  <a:pt x="1002009" y="60227"/>
                </a:lnTo>
                <a:lnTo>
                  <a:pt x="1002009" y="39599"/>
                </a:lnTo>
                <a:lnTo>
                  <a:pt x="1013888" y="39599"/>
                </a:lnTo>
                <a:lnTo>
                  <a:pt x="1013888" y="20076"/>
                </a:lnTo>
                <a:lnTo>
                  <a:pt x="1039858" y="4789"/>
                </a:lnTo>
                <a:lnTo>
                  <a:pt x="1039858" y="39599"/>
                </a:lnTo>
                <a:lnTo>
                  <a:pt x="1057539" y="39599"/>
                </a:lnTo>
                <a:close/>
                <a:moveTo>
                  <a:pt x="1066378" y="109587"/>
                </a:moveTo>
                <a:lnTo>
                  <a:pt x="1092348" y="105535"/>
                </a:lnTo>
                <a:cubicBezTo>
                  <a:pt x="1093453" y="110539"/>
                  <a:pt x="1095694" y="114337"/>
                  <a:pt x="1099070" y="116931"/>
                </a:cubicBezTo>
                <a:cubicBezTo>
                  <a:pt x="1102447" y="119525"/>
                  <a:pt x="1107174" y="120822"/>
                  <a:pt x="1113252" y="120822"/>
                </a:cubicBezTo>
                <a:cubicBezTo>
                  <a:pt x="1119944" y="120822"/>
                  <a:pt x="1124978" y="119596"/>
                  <a:pt x="1128355" y="117144"/>
                </a:cubicBezTo>
                <a:cubicBezTo>
                  <a:pt x="1130627" y="115427"/>
                  <a:pt x="1131762" y="113128"/>
                  <a:pt x="1131762" y="110246"/>
                </a:cubicBezTo>
                <a:cubicBezTo>
                  <a:pt x="1131762" y="108283"/>
                  <a:pt x="1131148" y="106658"/>
                  <a:pt x="1129920" y="105371"/>
                </a:cubicBezTo>
                <a:cubicBezTo>
                  <a:pt x="1128631" y="104145"/>
                  <a:pt x="1125746" y="103011"/>
                  <a:pt x="1121264" y="101969"/>
                </a:cubicBezTo>
                <a:cubicBezTo>
                  <a:pt x="1100390" y="97373"/>
                  <a:pt x="1087160" y="93173"/>
                  <a:pt x="1081573" y="89370"/>
                </a:cubicBezTo>
                <a:cubicBezTo>
                  <a:pt x="1073838" y="84094"/>
                  <a:pt x="1069970" y="76765"/>
                  <a:pt x="1069970" y="67381"/>
                </a:cubicBezTo>
                <a:cubicBezTo>
                  <a:pt x="1069970" y="58916"/>
                  <a:pt x="1073316" y="51802"/>
                  <a:pt x="1080008" y="46036"/>
                </a:cubicBezTo>
                <a:cubicBezTo>
                  <a:pt x="1086700" y="40271"/>
                  <a:pt x="1097075" y="37389"/>
                  <a:pt x="1111134" y="37389"/>
                </a:cubicBezTo>
                <a:cubicBezTo>
                  <a:pt x="1124518" y="37389"/>
                  <a:pt x="1134464" y="39560"/>
                  <a:pt x="1140971" y="43904"/>
                </a:cubicBezTo>
                <a:cubicBezTo>
                  <a:pt x="1147479" y="48247"/>
                  <a:pt x="1151961" y="54671"/>
                  <a:pt x="1154416" y="63174"/>
                </a:cubicBezTo>
                <a:lnTo>
                  <a:pt x="1130013" y="67778"/>
                </a:lnTo>
                <a:cubicBezTo>
                  <a:pt x="1128969" y="63972"/>
                  <a:pt x="1126989" y="61056"/>
                  <a:pt x="1124073" y="59030"/>
                </a:cubicBezTo>
                <a:cubicBezTo>
                  <a:pt x="1121157" y="57004"/>
                  <a:pt x="1116997" y="55991"/>
                  <a:pt x="1111595" y="55991"/>
                </a:cubicBezTo>
                <a:cubicBezTo>
                  <a:pt x="1104780" y="55991"/>
                  <a:pt x="1099899" y="56941"/>
                  <a:pt x="1096952" y="58843"/>
                </a:cubicBezTo>
                <a:cubicBezTo>
                  <a:pt x="1094988" y="60189"/>
                  <a:pt x="1094005" y="61936"/>
                  <a:pt x="1094005" y="64083"/>
                </a:cubicBezTo>
                <a:cubicBezTo>
                  <a:pt x="1094005" y="65921"/>
                  <a:pt x="1094865" y="67484"/>
                  <a:pt x="1096584" y="68771"/>
                </a:cubicBezTo>
                <a:cubicBezTo>
                  <a:pt x="1098917" y="70488"/>
                  <a:pt x="1106975" y="72910"/>
                  <a:pt x="1120758" y="76038"/>
                </a:cubicBezTo>
                <a:cubicBezTo>
                  <a:pt x="1134540" y="79165"/>
                  <a:pt x="1144164" y="83001"/>
                  <a:pt x="1149628" y="87546"/>
                </a:cubicBezTo>
                <a:cubicBezTo>
                  <a:pt x="1155030" y="92154"/>
                  <a:pt x="1157732" y="98574"/>
                  <a:pt x="1157732" y="106804"/>
                </a:cubicBezTo>
                <a:cubicBezTo>
                  <a:pt x="1157732" y="115773"/>
                  <a:pt x="1153987" y="123483"/>
                  <a:pt x="1146497" y="129933"/>
                </a:cubicBezTo>
                <a:cubicBezTo>
                  <a:pt x="1139007" y="136383"/>
                  <a:pt x="1127925" y="139608"/>
                  <a:pt x="1113252" y="139608"/>
                </a:cubicBezTo>
                <a:cubicBezTo>
                  <a:pt x="1099930" y="139608"/>
                  <a:pt x="1089386" y="136916"/>
                  <a:pt x="1081619" y="131530"/>
                </a:cubicBezTo>
                <a:cubicBezTo>
                  <a:pt x="1073853" y="126143"/>
                  <a:pt x="1068773" y="118829"/>
                  <a:pt x="1066378" y="109587"/>
                </a:cubicBezTo>
                <a:close/>
                <a:moveTo>
                  <a:pt x="1221461" y="39599"/>
                </a:moveTo>
                <a:lnTo>
                  <a:pt x="1235827" y="39599"/>
                </a:lnTo>
                <a:lnTo>
                  <a:pt x="1235827" y="32214"/>
                </a:lnTo>
                <a:cubicBezTo>
                  <a:pt x="1235827" y="23968"/>
                  <a:pt x="1236702" y="17815"/>
                  <a:pt x="1238451" y="13753"/>
                </a:cubicBezTo>
                <a:cubicBezTo>
                  <a:pt x="1240201" y="9692"/>
                  <a:pt x="1243424" y="6384"/>
                  <a:pt x="1248121" y="3830"/>
                </a:cubicBezTo>
                <a:cubicBezTo>
                  <a:pt x="1252817" y="1277"/>
                  <a:pt x="1258757" y="0"/>
                  <a:pt x="1265940" y="0"/>
                </a:cubicBezTo>
                <a:cubicBezTo>
                  <a:pt x="1273307" y="0"/>
                  <a:pt x="1280521" y="1105"/>
                  <a:pt x="1287581" y="3315"/>
                </a:cubicBezTo>
                <a:lnTo>
                  <a:pt x="1284082" y="21365"/>
                </a:lnTo>
                <a:cubicBezTo>
                  <a:pt x="1279969" y="20383"/>
                  <a:pt x="1276009" y="19891"/>
                  <a:pt x="1272202" y="19891"/>
                </a:cubicBezTo>
                <a:cubicBezTo>
                  <a:pt x="1268457" y="19891"/>
                  <a:pt x="1265771" y="20771"/>
                  <a:pt x="1264144" y="22530"/>
                </a:cubicBezTo>
                <a:cubicBezTo>
                  <a:pt x="1262518" y="24288"/>
                  <a:pt x="1261704" y="27664"/>
                  <a:pt x="1261704" y="32660"/>
                </a:cubicBezTo>
                <a:lnTo>
                  <a:pt x="1261704" y="39599"/>
                </a:lnTo>
                <a:lnTo>
                  <a:pt x="1281043" y="39599"/>
                </a:lnTo>
                <a:lnTo>
                  <a:pt x="1281043" y="60043"/>
                </a:lnTo>
                <a:lnTo>
                  <a:pt x="1261704" y="60043"/>
                </a:lnTo>
                <a:lnTo>
                  <a:pt x="1261704" y="137398"/>
                </a:lnTo>
                <a:lnTo>
                  <a:pt x="1235827" y="137398"/>
                </a:lnTo>
                <a:lnTo>
                  <a:pt x="1235827" y="60043"/>
                </a:lnTo>
                <a:lnTo>
                  <a:pt x="1221461" y="60043"/>
                </a:lnTo>
                <a:lnTo>
                  <a:pt x="1221461" y="39599"/>
                </a:lnTo>
                <a:close/>
                <a:moveTo>
                  <a:pt x="1289606" y="87117"/>
                </a:moveTo>
                <a:cubicBezTo>
                  <a:pt x="1289606" y="78522"/>
                  <a:pt x="1291724" y="70203"/>
                  <a:pt x="1295960" y="62161"/>
                </a:cubicBezTo>
                <a:cubicBezTo>
                  <a:pt x="1300196" y="54118"/>
                  <a:pt x="1306197" y="47979"/>
                  <a:pt x="1313963" y="43743"/>
                </a:cubicBezTo>
                <a:cubicBezTo>
                  <a:pt x="1321730" y="39507"/>
                  <a:pt x="1330401" y="37389"/>
                  <a:pt x="1339979" y="37389"/>
                </a:cubicBezTo>
                <a:cubicBezTo>
                  <a:pt x="1354775" y="37389"/>
                  <a:pt x="1366900" y="42193"/>
                  <a:pt x="1376354" y="51801"/>
                </a:cubicBezTo>
                <a:cubicBezTo>
                  <a:pt x="1385809" y="61409"/>
                  <a:pt x="1390536" y="73549"/>
                  <a:pt x="1390536" y="88222"/>
                </a:cubicBezTo>
                <a:cubicBezTo>
                  <a:pt x="1390536" y="103018"/>
                  <a:pt x="1385763" y="115281"/>
                  <a:pt x="1376216" y="125012"/>
                </a:cubicBezTo>
                <a:cubicBezTo>
                  <a:pt x="1366670" y="134743"/>
                  <a:pt x="1354652" y="139608"/>
                  <a:pt x="1340163" y="139608"/>
                </a:cubicBezTo>
                <a:cubicBezTo>
                  <a:pt x="1331200" y="139608"/>
                  <a:pt x="1322651" y="137582"/>
                  <a:pt x="1314516" y="133530"/>
                </a:cubicBezTo>
                <a:cubicBezTo>
                  <a:pt x="1306381" y="129478"/>
                  <a:pt x="1300196" y="123539"/>
                  <a:pt x="1295960" y="115711"/>
                </a:cubicBezTo>
                <a:cubicBezTo>
                  <a:pt x="1291724" y="107883"/>
                  <a:pt x="1289606" y="98352"/>
                  <a:pt x="1289606" y="87117"/>
                </a:cubicBezTo>
                <a:moveTo>
                  <a:pt x="1316127" y="88498"/>
                </a:moveTo>
                <a:cubicBezTo>
                  <a:pt x="1316127" y="98168"/>
                  <a:pt x="1318430" y="105573"/>
                  <a:pt x="1323034" y="110715"/>
                </a:cubicBezTo>
                <a:cubicBezTo>
                  <a:pt x="1327639" y="115857"/>
                  <a:pt x="1333318" y="118428"/>
                  <a:pt x="1340071" y="118428"/>
                </a:cubicBezTo>
                <a:cubicBezTo>
                  <a:pt x="1346824" y="118428"/>
                  <a:pt x="1352488" y="115857"/>
                  <a:pt x="1357061" y="110715"/>
                </a:cubicBezTo>
                <a:cubicBezTo>
                  <a:pt x="1361635" y="105573"/>
                  <a:pt x="1363922" y="98107"/>
                  <a:pt x="1363922" y="88314"/>
                </a:cubicBezTo>
                <a:cubicBezTo>
                  <a:pt x="1363922" y="78768"/>
                  <a:pt x="1361635" y="71423"/>
                  <a:pt x="1357061" y="66282"/>
                </a:cubicBezTo>
                <a:cubicBezTo>
                  <a:pt x="1352488" y="61140"/>
                  <a:pt x="1346824" y="58569"/>
                  <a:pt x="1340071" y="58569"/>
                </a:cubicBezTo>
                <a:cubicBezTo>
                  <a:pt x="1333318" y="58569"/>
                  <a:pt x="1327639" y="61140"/>
                  <a:pt x="1323034" y="66282"/>
                </a:cubicBezTo>
                <a:cubicBezTo>
                  <a:pt x="1318430" y="71423"/>
                  <a:pt x="1316127" y="78829"/>
                  <a:pt x="1316127" y="88498"/>
                </a:cubicBezTo>
                <a:close/>
                <a:moveTo>
                  <a:pt x="1435598" y="137398"/>
                </a:moveTo>
                <a:lnTo>
                  <a:pt x="1409721" y="137398"/>
                </a:lnTo>
                <a:lnTo>
                  <a:pt x="1409721" y="39599"/>
                </a:lnTo>
                <a:lnTo>
                  <a:pt x="1433756" y="39599"/>
                </a:lnTo>
                <a:lnTo>
                  <a:pt x="1433756" y="53504"/>
                </a:lnTo>
                <a:cubicBezTo>
                  <a:pt x="1437870" y="46935"/>
                  <a:pt x="1441569" y="42607"/>
                  <a:pt x="1444853" y="40520"/>
                </a:cubicBezTo>
                <a:cubicBezTo>
                  <a:pt x="1448138" y="38432"/>
                  <a:pt x="1451868" y="37389"/>
                  <a:pt x="1456042" y="37389"/>
                </a:cubicBezTo>
                <a:cubicBezTo>
                  <a:pt x="1461936" y="37389"/>
                  <a:pt x="1467615" y="39015"/>
                  <a:pt x="1473079" y="42269"/>
                </a:cubicBezTo>
                <a:lnTo>
                  <a:pt x="1465067" y="64831"/>
                </a:lnTo>
                <a:cubicBezTo>
                  <a:pt x="1460708" y="62007"/>
                  <a:pt x="1456656" y="60595"/>
                  <a:pt x="1452911" y="60595"/>
                </a:cubicBezTo>
                <a:cubicBezTo>
                  <a:pt x="1449289" y="60595"/>
                  <a:pt x="1446219" y="61593"/>
                  <a:pt x="1443702" y="63588"/>
                </a:cubicBezTo>
                <a:cubicBezTo>
                  <a:pt x="1441185" y="65583"/>
                  <a:pt x="1439205" y="69190"/>
                  <a:pt x="1437762" y="74409"/>
                </a:cubicBezTo>
                <a:cubicBezTo>
                  <a:pt x="1436320" y="79627"/>
                  <a:pt x="1435598" y="90555"/>
                  <a:pt x="1435598" y="107193"/>
                </a:cubicBezTo>
                <a:lnTo>
                  <a:pt x="1435598" y="137398"/>
                </a:lnTo>
                <a:close/>
                <a:moveTo>
                  <a:pt x="1599850" y="87854"/>
                </a:moveTo>
                <a:lnTo>
                  <a:pt x="1599850" y="65016"/>
                </a:lnTo>
                <a:lnTo>
                  <a:pt x="1658604" y="65016"/>
                </a:lnTo>
                <a:lnTo>
                  <a:pt x="1658604" y="118805"/>
                </a:lnTo>
                <a:cubicBezTo>
                  <a:pt x="1652894" y="124351"/>
                  <a:pt x="1644621" y="129236"/>
                  <a:pt x="1633785" y="133458"/>
                </a:cubicBezTo>
                <a:cubicBezTo>
                  <a:pt x="1622949" y="137681"/>
                  <a:pt x="1611975" y="139793"/>
                  <a:pt x="1600863" y="139793"/>
                </a:cubicBezTo>
                <a:cubicBezTo>
                  <a:pt x="1586743" y="139793"/>
                  <a:pt x="1574433" y="136826"/>
                  <a:pt x="1563935" y="130894"/>
                </a:cubicBezTo>
                <a:cubicBezTo>
                  <a:pt x="1553437" y="124962"/>
                  <a:pt x="1545548" y="116479"/>
                  <a:pt x="1540268" y="105446"/>
                </a:cubicBezTo>
                <a:cubicBezTo>
                  <a:pt x="1534988" y="94410"/>
                  <a:pt x="1532348" y="82407"/>
                  <a:pt x="1532348" y="69436"/>
                </a:cubicBezTo>
                <a:cubicBezTo>
                  <a:pt x="1532348" y="55358"/>
                  <a:pt x="1535295" y="42848"/>
                  <a:pt x="1541189" y="31906"/>
                </a:cubicBezTo>
                <a:cubicBezTo>
                  <a:pt x="1547083" y="20963"/>
                  <a:pt x="1555708" y="12571"/>
                  <a:pt x="1567066" y="6731"/>
                </a:cubicBezTo>
                <a:cubicBezTo>
                  <a:pt x="1575723" y="2244"/>
                  <a:pt x="1586497" y="0"/>
                  <a:pt x="1599390" y="0"/>
                </a:cubicBezTo>
                <a:cubicBezTo>
                  <a:pt x="1616150" y="0"/>
                  <a:pt x="1629242" y="3523"/>
                  <a:pt x="1638666" y="10570"/>
                </a:cubicBezTo>
                <a:cubicBezTo>
                  <a:pt x="1648090" y="17615"/>
                  <a:pt x="1654153" y="27353"/>
                  <a:pt x="1656854" y="39783"/>
                </a:cubicBezTo>
                <a:lnTo>
                  <a:pt x="1629779" y="44940"/>
                </a:lnTo>
                <a:cubicBezTo>
                  <a:pt x="1627876" y="38281"/>
                  <a:pt x="1624300" y="33025"/>
                  <a:pt x="1619051" y="29172"/>
                </a:cubicBezTo>
                <a:cubicBezTo>
                  <a:pt x="1613802" y="25318"/>
                  <a:pt x="1607248" y="23391"/>
                  <a:pt x="1599390" y="23391"/>
                </a:cubicBezTo>
                <a:cubicBezTo>
                  <a:pt x="1587479" y="23391"/>
                  <a:pt x="1578010" y="27167"/>
                  <a:pt x="1570980" y="34718"/>
                </a:cubicBezTo>
                <a:cubicBezTo>
                  <a:pt x="1563951" y="42269"/>
                  <a:pt x="1560436" y="53474"/>
                  <a:pt x="1560436" y="68331"/>
                </a:cubicBezTo>
                <a:cubicBezTo>
                  <a:pt x="1560436" y="84354"/>
                  <a:pt x="1563997" y="96372"/>
                  <a:pt x="1571118" y="104384"/>
                </a:cubicBezTo>
                <a:cubicBezTo>
                  <a:pt x="1578240" y="112396"/>
                  <a:pt x="1587572" y="116402"/>
                  <a:pt x="1599114" y="116402"/>
                </a:cubicBezTo>
                <a:cubicBezTo>
                  <a:pt x="1604823" y="116402"/>
                  <a:pt x="1610548" y="115285"/>
                  <a:pt x="1616288" y="113052"/>
                </a:cubicBezTo>
                <a:cubicBezTo>
                  <a:pt x="1622029" y="110819"/>
                  <a:pt x="1626955" y="108111"/>
                  <a:pt x="1631069" y="104928"/>
                </a:cubicBezTo>
                <a:lnTo>
                  <a:pt x="1631069" y="87854"/>
                </a:lnTo>
                <a:lnTo>
                  <a:pt x="1599850" y="87854"/>
                </a:lnTo>
                <a:close/>
                <a:moveTo>
                  <a:pt x="1677607" y="87117"/>
                </a:moveTo>
                <a:cubicBezTo>
                  <a:pt x="1677607" y="78522"/>
                  <a:pt x="1679725" y="70203"/>
                  <a:pt x="1683961" y="62161"/>
                </a:cubicBezTo>
                <a:cubicBezTo>
                  <a:pt x="1688197" y="54118"/>
                  <a:pt x="1694198" y="47979"/>
                  <a:pt x="1701964" y="43743"/>
                </a:cubicBezTo>
                <a:cubicBezTo>
                  <a:pt x="1709731" y="39507"/>
                  <a:pt x="1718402" y="37389"/>
                  <a:pt x="1727980" y="37389"/>
                </a:cubicBezTo>
                <a:cubicBezTo>
                  <a:pt x="1742776" y="37389"/>
                  <a:pt x="1754901" y="42193"/>
                  <a:pt x="1764355" y="51801"/>
                </a:cubicBezTo>
                <a:cubicBezTo>
                  <a:pt x="1773810" y="61409"/>
                  <a:pt x="1778537" y="73549"/>
                  <a:pt x="1778537" y="88222"/>
                </a:cubicBezTo>
                <a:cubicBezTo>
                  <a:pt x="1778537" y="103018"/>
                  <a:pt x="1773764" y="115281"/>
                  <a:pt x="1764217" y="125012"/>
                </a:cubicBezTo>
                <a:cubicBezTo>
                  <a:pt x="1754671" y="134743"/>
                  <a:pt x="1742653" y="139608"/>
                  <a:pt x="1728164" y="139608"/>
                </a:cubicBezTo>
                <a:cubicBezTo>
                  <a:pt x="1719201" y="139608"/>
                  <a:pt x="1710652" y="137582"/>
                  <a:pt x="1702517" y="133530"/>
                </a:cubicBezTo>
                <a:cubicBezTo>
                  <a:pt x="1694382" y="129478"/>
                  <a:pt x="1688197" y="123539"/>
                  <a:pt x="1683961" y="115711"/>
                </a:cubicBezTo>
                <a:cubicBezTo>
                  <a:pt x="1679725" y="107883"/>
                  <a:pt x="1677607" y="98352"/>
                  <a:pt x="1677607" y="87117"/>
                </a:cubicBezTo>
                <a:moveTo>
                  <a:pt x="1704129" y="88498"/>
                </a:moveTo>
                <a:cubicBezTo>
                  <a:pt x="1704129" y="98168"/>
                  <a:pt x="1706431" y="105573"/>
                  <a:pt x="1711035" y="110715"/>
                </a:cubicBezTo>
                <a:cubicBezTo>
                  <a:pt x="1715640" y="115857"/>
                  <a:pt x="1721319" y="118428"/>
                  <a:pt x="1728072" y="118428"/>
                </a:cubicBezTo>
                <a:cubicBezTo>
                  <a:pt x="1734825" y="118428"/>
                  <a:pt x="1740489" y="115857"/>
                  <a:pt x="1745063" y="110715"/>
                </a:cubicBezTo>
                <a:cubicBezTo>
                  <a:pt x="1749636" y="105573"/>
                  <a:pt x="1751923" y="98107"/>
                  <a:pt x="1751923" y="88314"/>
                </a:cubicBezTo>
                <a:cubicBezTo>
                  <a:pt x="1751923" y="78768"/>
                  <a:pt x="1749636" y="71423"/>
                  <a:pt x="1745063" y="66282"/>
                </a:cubicBezTo>
                <a:cubicBezTo>
                  <a:pt x="1740489" y="61140"/>
                  <a:pt x="1734825" y="58569"/>
                  <a:pt x="1728072" y="58569"/>
                </a:cubicBezTo>
                <a:cubicBezTo>
                  <a:pt x="1721319" y="58569"/>
                  <a:pt x="1715640" y="61140"/>
                  <a:pt x="1711035" y="66282"/>
                </a:cubicBezTo>
                <a:cubicBezTo>
                  <a:pt x="1706431" y="71423"/>
                  <a:pt x="1704129" y="78829"/>
                  <a:pt x="1704129" y="88498"/>
                </a:cubicBezTo>
                <a:close/>
                <a:moveTo>
                  <a:pt x="1818166" y="69804"/>
                </a:moveTo>
                <a:lnTo>
                  <a:pt x="1794683" y="65568"/>
                </a:lnTo>
                <a:cubicBezTo>
                  <a:pt x="1797323" y="55989"/>
                  <a:pt x="1801866" y="48898"/>
                  <a:pt x="1808312" y="44295"/>
                </a:cubicBezTo>
                <a:cubicBezTo>
                  <a:pt x="1814759" y="39691"/>
                  <a:pt x="1824336" y="37389"/>
                  <a:pt x="1837044" y="37389"/>
                </a:cubicBezTo>
                <a:cubicBezTo>
                  <a:pt x="1848586" y="37389"/>
                  <a:pt x="1857182" y="38755"/>
                  <a:pt x="1862830" y="41487"/>
                </a:cubicBezTo>
                <a:cubicBezTo>
                  <a:pt x="1868478" y="44219"/>
                  <a:pt x="1872453" y="47687"/>
                  <a:pt x="1874755" y="51893"/>
                </a:cubicBezTo>
                <a:cubicBezTo>
                  <a:pt x="1877058" y="56098"/>
                  <a:pt x="1878209" y="63818"/>
                  <a:pt x="1878209" y="75053"/>
                </a:cubicBezTo>
                <a:lnTo>
                  <a:pt x="1877932" y="105259"/>
                </a:lnTo>
                <a:cubicBezTo>
                  <a:pt x="1877932" y="113854"/>
                  <a:pt x="1878347" y="120193"/>
                  <a:pt x="1879176" y="124275"/>
                </a:cubicBezTo>
                <a:cubicBezTo>
                  <a:pt x="1880004" y="128358"/>
                  <a:pt x="1881555" y="132732"/>
                  <a:pt x="1883826" y="137398"/>
                </a:cubicBezTo>
                <a:lnTo>
                  <a:pt x="1858225" y="137398"/>
                </a:lnTo>
                <a:cubicBezTo>
                  <a:pt x="1857550" y="135679"/>
                  <a:pt x="1856721" y="133131"/>
                  <a:pt x="1855739" y="129755"/>
                </a:cubicBezTo>
                <a:cubicBezTo>
                  <a:pt x="1855309" y="128220"/>
                  <a:pt x="1855002" y="127207"/>
                  <a:pt x="1854818" y="126716"/>
                </a:cubicBezTo>
                <a:cubicBezTo>
                  <a:pt x="1850398" y="131013"/>
                  <a:pt x="1845670" y="134236"/>
                  <a:pt x="1840636" y="136385"/>
                </a:cubicBezTo>
                <a:cubicBezTo>
                  <a:pt x="1835602" y="138534"/>
                  <a:pt x="1830230" y="139608"/>
                  <a:pt x="1824520" y="139608"/>
                </a:cubicBezTo>
                <a:cubicBezTo>
                  <a:pt x="1814452" y="139608"/>
                  <a:pt x="1806517" y="136888"/>
                  <a:pt x="1800715" y="131447"/>
                </a:cubicBezTo>
                <a:cubicBezTo>
                  <a:pt x="1794913" y="126006"/>
                  <a:pt x="1792013" y="119128"/>
                  <a:pt x="1792013" y="110813"/>
                </a:cubicBezTo>
                <a:cubicBezTo>
                  <a:pt x="1792013" y="105311"/>
                  <a:pt x="1793332" y="100405"/>
                  <a:pt x="1795972" y="96096"/>
                </a:cubicBezTo>
                <a:cubicBezTo>
                  <a:pt x="1798612" y="91785"/>
                  <a:pt x="1802311" y="88483"/>
                  <a:pt x="1807069" y="86190"/>
                </a:cubicBezTo>
                <a:cubicBezTo>
                  <a:pt x="1811827" y="83898"/>
                  <a:pt x="1818688" y="81896"/>
                  <a:pt x="1827651" y="80184"/>
                </a:cubicBezTo>
                <a:cubicBezTo>
                  <a:pt x="1839746" y="77922"/>
                  <a:pt x="1848126" y="75813"/>
                  <a:pt x="1852792" y="73856"/>
                </a:cubicBezTo>
                <a:lnTo>
                  <a:pt x="1852792" y="71249"/>
                </a:lnTo>
                <a:cubicBezTo>
                  <a:pt x="1852792" y="66220"/>
                  <a:pt x="1851564" y="62636"/>
                  <a:pt x="1849108" y="60494"/>
                </a:cubicBezTo>
                <a:cubicBezTo>
                  <a:pt x="1846653" y="58351"/>
                  <a:pt x="1842017" y="57280"/>
                  <a:pt x="1835203" y="57280"/>
                </a:cubicBezTo>
                <a:cubicBezTo>
                  <a:pt x="1830598" y="57280"/>
                  <a:pt x="1827007" y="58207"/>
                  <a:pt x="1824428" y="60060"/>
                </a:cubicBezTo>
                <a:cubicBezTo>
                  <a:pt x="1821850" y="61911"/>
                  <a:pt x="1819762" y="65159"/>
                  <a:pt x="1818166" y="69804"/>
                </a:cubicBezTo>
                <a:moveTo>
                  <a:pt x="1852792" y="90801"/>
                </a:moveTo>
                <a:cubicBezTo>
                  <a:pt x="1849477" y="91892"/>
                  <a:pt x="1844228" y="93197"/>
                  <a:pt x="1837044" y="94715"/>
                </a:cubicBezTo>
                <a:cubicBezTo>
                  <a:pt x="1829861" y="96230"/>
                  <a:pt x="1825165" y="97716"/>
                  <a:pt x="1822955" y="99172"/>
                </a:cubicBezTo>
                <a:cubicBezTo>
                  <a:pt x="1819578" y="101538"/>
                  <a:pt x="1817890" y="104540"/>
                  <a:pt x="1817890" y="108180"/>
                </a:cubicBezTo>
                <a:cubicBezTo>
                  <a:pt x="1817890" y="111760"/>
                  <a:pt x="1819240" y="114854"/>
                  <a:pt x="1821942" y="117464"/>
                </a:cubicBezTo>
                <a:cubicBezTo>
                  <a:pt x="1824643" y="120071"/>
                  <a:pt x="1828081" y="121375"/>
                  <a:pt x="1832256" y="121375"/>
                </a:cubicBezTo>
                <a:cubicBezTo>
                  <a:pt x="1836922" y="121375"/>
                  <a:pt x="1841373" y="119858"/>
                  <a:pt x="1845609" y="116825"/>
                </a:cubicBezTo>
                <a:cubicBezTo>
                  <a:pt x="1848740" y="114521"/>
                  <a:pt x="1850797" y="111699"/>
                  <a:pt x="1851779" y="108361"/>
                </a:cubicBezTo>
                <a:cubicBezTo>
                  <a:pt x="1852454" y="106178"/>
                  <a:pt x="1852792" y="102023"/>
                  <a:pt x="1852792" y="95897"/>
                </a:cubicBezTo>
                <a:lnTo>
                  <a:pt x="1852792" y="90801"/>
                </a:lnTo>
                <a:close/>
                <a:moveTo>
                  <a:pt x="1903689" y="137398"/>
                </a:moveTo>
                <a:lnTo>
                  <a:pt x="1903689" y="2394"/>
                </a:lnTo>
                <a:lnTo>
                  <a:pt x="1929566" y="2394"/>
                </a:lnTo>
                <a:lnTo>
                  <a:pt x="1929566" y="137398"/>
                </a:lnTo>
                <a:lnTo>
                  <a:pt x="1903689" y="137398"/>
                </a:lnTo>
                <a:close/>
                <a:moveTo>
                  <a:pt x="2095116" y="87670"/>
                </a:moveTo>
                <a:lnTo>
                  <a:pt x="2121545" y="95958"/>
                </a:lnTo>
                <a:cubicBezTo>
                  <a:pt x="2117494" y="110786"/>
                  <a:pt x="2110756" y="121800"/>
                  <a:pt x="2101332" y="128998"/>
                </a:cubicBezTo>
                <a:cubicBezTo>
                  <a:pt x="2091908" y="136194"/>
                  <a:pt x="2079952" y="139793"/>
                  <a:pt x="2065463" y="139793"/>
                </a:cubicBezTo>
                <a:cubicBezTo>
                  <a:pt x="2047536" y="139793"/>
                  <a:pt x="2032801" y="133661"/>
                  <a:pt x="2021260" y="121398"/>
                </a:cubicBezTo>
                <a:cubicBezTo>
                  <a:pt x="2009718" y="109132"/>
                  <a:pt x="2003947" y="92365"/>
                  <a:pt x="2003947" y="71096"/>
                </a:cubicBezTo>
                <a:cubicBezTo>
                  <a:pt x="2003947" y="48596"/>
                  <a:pt x="2009748" y="31122"/>
                  <a:pt x="2021352" y="18674"/>
                </a:cubicBezTo>
                <a:cubicBezTo>
                  <a:pt x="2032955" y="6225"/>
                  <a:pt x="2048211" y="0"/>
                  <a:pt x="2067120" y="0"/>
                </a:cubicBezTo>
                <a:cubicBezTo>
                  <a:pt x="2083635" y="0"/>
                  <a:pt x="2097050" y="4892"/>
                  <a:pt x="2107364" y="14677"/>
                </a:cubicBezTo>
                <a:cubicBezTo>
                  <a:pt x="2113503" y="20461"/>
                  <a:pt x="2118107" y="28769"/>
                  <a:pt x="2121177" y="39599"/>
                </a:cubicBezTo>
                <a:lnTo>
                  <a:pt x="2094195" y="46045"/>
                </a:lnTo>
                <a:cubicBezTo>
                  <a:pt x="2092599" y="39046"/>
                  <a:pt x="2089268" y="33521"/>
                  <a:pt x="2084203" y="29469"/>
                </a:cubicBezTo>
                <a:cubicBezTo>
                  <a:pt x="2079138" y="25417"/>
                  <a:pt x="2072983" y="23391"/>
                  <a:pt x="2065739" y="23391"/>
                </a:cubicBezTo>
                <a:cubicBezTo>
                  <a:pt x="2055732" y="23391"/>
                  <a:pt x="2047613" y="26982"/>
                  <a:pt x="2041381" y="34165"/>
                </a:cubicBezTo>
                <a:cubicBezTo>
                  <a:pt x="2035150" y="41348"/>
                  <a:pt x="2032034" y="52982"/>
                  <a:pt x="2032034" y="69067"/>
                </a:cubicBezTo>
                <a:cubicBezTo>
                  <a:pt x="2032034" y="86135"/>
                  <a:pt x="2035104" y="98291"/>
                  <a:pt x="2041243" y="105535"/>
                </a:cubicBezTo>
                <a:cubicBezTo>
                  <a:pt x="2047382" y="112780"/>
                  <a:pt x="2055363" y="116402"/>
                  <a:pt x="2065186" y="116402"/>
                </a:cubicBezTo>
                <a:cubicBezTo>
                  <a:pt x="2072431" y="116402"/>
                  <a:pt x="2078662" y="114093"/>
                  <a:pt x="2083881" y="109475"/>
                </a:cubicBezTo>
                <a:cubicBezTo>
                  <a:pt x="2089099" y="104855"/>
                  <a:pt x="2092844" y="97587"/>
                  <a:pt x="2095116" y="87670"/>
                </a:cubicBezTo>
                <a:close/>
                <a:moveTo>
                  <a:pt x="2138734" y="87117"/>
                </a:moveTo>
                <a:cubicBezTo>
                  <a:pt x="2138734" y="78522"/>
                  <a:pt x="2140852" y="70203"/>
                  <a:pt x="2145088" y="62161"/>
                </a:cubicBezTo>
                <a:cubicBezTo>
                  <a:pt x="2149324" y="54118"/>
                  <a:pt x="2155325" y="47979"/>
                  <a:pt x="2163091" y="43743"/>
                </a:cubicBezTo>
                <a:cubicBezTo>
                  <a:pt x="2170858" y="39507"/>
                  <a:pt x="2179530" y="37389"/>
                  <a:pt x="2189107" y="37389"/>
                </a:cubicBezTo>
                <a:cubicBezTo>
                  <a:pt x="2203903" y="37389"/>
                  <a:pt x="2216028" y="42193"/>
                  <a:pt x="2225482" y="51801"/>
                </a:cubicBezTo>
                <a:cubicBezTo>
                  <a:pt x="2234937" y="61409"/>
                  <a:pt x="2239664" y="73549"/>
                  <a:pt x="2239664" y="88222"/>
                </a:cubicBezTo>
                <a:cubicBezTo>
                  <a:pt x="2239664" y="103018"/>
                  <a:pt x="2234891" y="115281"/>
                  <a:pt x="2225344" y="125012"/>
                </a:cubicBezTo>
                <a:cubicBezTo>
                  <a:pt x="2215798" y="134743"/>
                  <a:pt x="2203780" y="139608"/>
                  <a:pt x="2189291" y="139608"/>
                </a:cubicBezTo>
                <a:cubicBezTo>
                  <a:pt x="2180328" y="139608"/>
                  <a:pt x="2171779" y="137582"/>
                  <a:pt x="2163644" y="133530"/>
                </a:cubicBezTo>
                <a:cubicBezTo>
                  <a:pt x="2155509" y="129478"/>
                  <a:pt x="2149324" y="123539"/>
                  <a:pt x="2145088" y="115711"/>
                </a:cubicBezTo>
                <a:cubicBezTo>
                  <a:pt x="2140852" y="107883"/>
                  <a:pt x="2138734" y="98352"/>
                  <a:pt x="2138734" y="87117"/>
                </a:cubicBezTo>
                <a:moveTo>
                  <a:pt x="2165256" y="88498"/>
                </a:moveTo>
                <a:cubicBezTo>
                  <a:pt x="2165256" y="98168"/>
                  <a:pt x="2167558" y="105573"/>
                  <a:pt x="2172162" y="110715"/>
                </a:cubicBezTo>
                <a:cubicBezTo>
                  <a:pt x="2176767" y="115857"/>
                  <a:pt x="2182446" y="118428"/>
                  <a:pt x="2189199" y="118428"/>
                </a:cubicBezTo>
                <a:cubicBezTo>
                  <a:pt x="2195952" y="118428"/>
                  <a:pt x="2201616" y="115857"/>
                  <a:pt x="2206190" y="110715"/>
                </a:cubicBezTo>
                <a:cubicBezTo>
                  <a:pt x="2210763" y="105573"/>
                  <a:pt x="2213050" y="98107"/>
                  <a:pt x="2213050" y="88314"/>
                </a:cubicBezTo>
                <a:cubicBezTo>
                  <a:pt x="2213050" y="78768"/>
                  <a:pt x="2210763" y="71423"/>
                  <a:pt x="2206190" y="66282"/>
                </a:cubicBezTo>
                <a:cubicBezTo>
                  <a:pt x="2201616" y="61140"/>
                  <a:pt x="2195952" y="58569"/>
                  <a:pt x="2189199" y="58569"/>
                </a:cubicBezTo>
                <a:cubicBezTo>
                  <a:pt x="2182446" y="58569"/>
                  <a:pt x="2176767" y="61140"/>
                  <a:pt x="2172162" y="66282"/>
                </a:cubicBezTo>
                <a:cubicBezTo>
                  <a:pt x="2167558" y="71423"/>
                  <a:pt x="2165256" y="78829"/>
                  <a:pt x="2165256" y="88498"/>
                </a:cubicBezTo>
                <a:close/>
                <a:moveTo>
                  <a:pt x="2258020" y="39599"/>
                </a:moveTo>
                <a:lnTo>
                  <a:pt x="2281871" y="39599"/>
                </a:lnTo>
                <a:lnTo>
                  <a:pt x="2281871" y="52952"/>
                </a:lnTo>
                <a:cubicBezTo>
                  <a:pt x="2290405" y="42576"/>
                  <a:pt x="2300566" y="37389"/>
                  <a:pt x="2312353" y="37389"/>
                </a:cubicBezTo>
                <a:cubicBezTo>
                  <a:pt x="2318615" y="37389"/>
                  <a:pt x="2324049" y="38684"/>
                  <a:pt x="2328653" y="41274"/>
                </a:cubicBezTo>
                <a:cubicBezTo>
                  <a:pt x="2333258" y="43864"/>
                  <a:pt x="2337033" y="47780"/>
                  <a:pt x="2339980" y="53024"/>
                </a:cubicBezTo>
                <a:cubicBezTo>
                  <a:pt x="2344278" y="47780"/>
                  <a:pt x="2348913" y="43864"/>
                  <a:pt x="2353886" y="41274"/>
                </a:cubicBezTo>
                <a:cubicBezTo>
                  <a:pt x="2358859" y="38684"/>
                  <a:pt x="2364169" y="37389"/>
                  <a:pt x="2369817" y="37389"/>
                </a:cubicBezTo>
                <a:cubicBezTo>
                  <a:pt x="2377000" y="37389"/>
                  <a:pt x="2383078" y="38847"/>
                  <a:pt x="2388051" y="41763"/>
                </a:cubicBezTo>
                <a:cubicBezTo>
                  <a:pt x="2393024" y="44679"/>
                  <a:pt x="2396738" y="48961"/>
                  <a:pt x="2399194" y="54609"/>
                </a:cubicBezTo>
                <a:cubicBezTo>
                  <a:pt x="2400974" y="58784"/>
                  <a:pt x="2401865" y="65537"/>
                  <a:pt x="2401865" y="74869"/>
                </a:cubicBezTo>
                <a:lnTo>
                  <a:pt x="2401865" y="137398"/>
                </a:lnTo>
                <a:lnTo>
                  <a:pt x="2375987" y="137398"/>
                </a:lnTo>
                <a:lnTo>
                  <a:pt x="2375987" y="81563"/>
                </a:lnTo>
                <a:cubicBezTo>
                  <a:pt x="2375987" y="71874"/>
                  <a:pt x="2375097" y="65620"/>
                  <a:pt x="2373317" y="62800"/>
                </a:cubicBezTo>
                <a:cubicBezTo>
                  <a:pt x="2370922" y="59120"/>
                  <a:pt x="2367239" y="57280"/>
                  <a:pt x="2362266" y="57280"/>
                </a:cubicBezTo>
                <a:cubicBezTo>
                  <a:pt x="2358644" y="57280"/>
                  <a:pt x="2355236" y="58384"/>
                  <a:pt x="2352044" y="60592"/>
                </a:cubicBezTo>
                <a:cubicBezTo>
                  <a:pt x="2348851" y="62799"/>
                  <a:pt x="2346549" y="66033"/>
                  <a:pt x="2345137" y="70296"/>
                </a:cubicBezTo>
                <a:cubicBezTo>
                  <a:pt x="2343725" y="74557"/>
                  <a:pt x="2343019" y="81288"/>
                  <a:pt x="2343019" y="90487"/>
                </a:cubicBezTo>
                <a:lnTo>
                  <a:pt x="2343019" y="137398"/>
                </a:lnTo>
                <a:lnTo>
                  <a:pt x="2317142" y="137398"/>
                </a:lnTo>
                <a:lnTo>
                  <a:pt x="2317142" y="83862"/>
                </a:lnTo>
                <a:cubicBezTo>
                  <a:pt x="2317142" y="74358"/>
                  <a:pt x="2316681" y="68226"/>
                  <a:pt x="2315760" y="65467"/>
                </a:cubicBezTo>
                <a:cubicBezTo>
                  <a:pt x="2314840" y="62707"/>
                  <a:pt x="2313412" y="60652"/>
                  <a:pt x="2311478" y="59303"/>
                </a:cubicBezTo>
                <a:cubicBezTo>
                  <a:pt x="2309544" y="57954"/>
                  <a:pt x="2306920" y="57280"/>
                  <a:pt x="2303605" y="57280"/>
                </a:cubicBezTo>
                <a:cubicBezTo>
                  <a:pt x="2299614" y="57280"/>
                  <a:pt x="2296023" y="58353"/>
                  <a:pt x="2292830" y="60500"/>
                </a:cubicBezTo>
                <a:cubicBezTo>
                  <a:pt x="2289638" y="62645"/>
                  <a:pt x="2287351" y="65742"/>
                  <a:pt x="2285969" y="69790"/>
                </a:cubicBezTo>
                <a:cubicBezTo>
                  <a:pt x="2284588" y="73838"/>
                  <a:pt x="2283897" y="80553"/>
                  <a:pt x="2283897" y="89934"/>
                </a:cubicBezTo>
                <a:lnTo>
                  <a:pt x="2283897" y="137398"/>
                </a:lnTo>
                <a:lnTo>
                  <a:pt x="2258020" y="137398"/>
                </a:lnTo>
                <a:lnTo>
                  <a:pt x="2258020" y="39599"/>
                </a:lnTo>
                <a:close/>
                <a:moveTo>
                  <a:pt x="2426884" y="39599"/>
                </a:moveTo>
                <a:lnTo>
                  <a:pt x="2451011" y="39599"/>
                </a:lnTo>
                <a:lnTo>
                  <a:pt x="2451011" y="53965"/>
                </a:lnTo>
                <a:cubicBezTo>
                  <a:pt x="2454142" y="49053"/>
                  <a:pt x="2458378" y="45063"/>
                  <a:pt x="2463720" y="41993"/>
                </a:cubicBezTo>
                <a:cubicBezTo>
                  <a:pt x="2469061" y="38923"/>
                  <a:pt x="2474985" y="37389"/>
                  <a:pt x="2481493" y="37389"/>
                </a:cubicBezTo>
                <a:cubicBezTo>
                  <a:pt x="2492851" y="37389"/>
                  <a:pt x="2502489" y="41840"/>
                  <a:pt x="2510409" y="50742"/>
                </a:cubicBezTo>
                <a:cubicBezTo>
                  <a:pt x="2518329" y="59644"/>
                  <a:pt x="2522289" y="72045"/>
                  <a:pt x="2522289" y="87946"/>
                </a:cubicBezTo>
                <a:cubicBezTo>
                  <a:pt x="2522289" y="104277"/>
                  <a:pt x="2518298" y="116970"/>
                  <a:pt x="2510317" y="126025"/>
                </a:cubicBezTo>
                <a:cubicBezTo>
                  <a:pt x="2502336" y="135081"/>
                  <a:pt x="2492667" y="139608"/>
                  <a:pt x="2481309" y="139608"/>
                </a:cubicBezTo>
                <a:cubicBezTo>
                  <a:pt x="2475906" y="139608"/>
                  <a:pt x="2471010" y="138534"/>
                  <a:pt x="2466620" y="136385"/>
                </a:cubicBezTo>
                <a:cubicBezTo>
                  <a:pt x="2462231" y="134236"/>
                  <a:pt x="2457611" y="130553"/>
                  <a:pt x="2452761" y="125334"/>
                </a:cubicBezTo>
                <a:lnTo>
                  <a:pt x="2452761" y="174603"/>
                </a:lnTo>
                <a:lnTo>
                  <a:pt x="2426884" y="174603"/>
                </a:lnTo>
                <a:lnTo>
                  <a:pt x="2426884" y="39599"/>
                </a:lnTo>
                <a:moveTo>
                  <a:pt x="2452485" y="86798"/>
                </a:moveTo>
                <a:cubicBezTo>
                  <a:pt x="2452485" y="97770"/>
                  <a:pt x="2454664" y="105877"/>
                  <a:pt x="2459023" y="111118"/>
                </a:cubicBezTo>
                <a:cubicBezTo>
                  <a:pt x="2463382" y="116360"/>
                  <a:pt x="2468692" y="118980"/>
                  <a:pt x="2474955" y="118980"/>
                </a:cubicBezTo>
                <a:cubicBezTo>
                  <a:pt x="2480971" y="118980"/>
                  <a:pt x="2485975" y="116574"/>
                  <a:pt x="2489965" y="111763"/>
                </a:cubicBezTo>
                <a:cubicBezTo>
                  <a:pt x="2493956" y="106951"/>
                  <a:pt x="2495951" y="99058"/>
                  <a:pt x="2495951" y="88084"/>
                </a:cubicBezTo>
                <a:cubicBezTo>
                  <a:pt x="2495951" y="77847"/>
                  <a:pt x="2493894" y="70245"/>
                  <a:pt x="2489781" y="65280"/>
                </a:cubicBezTo>
                <a:cubicBezTo>
                  <a:pt x="2485668" y="60315"/>
                  <a:pt x="2480572" y="57832"/>
                  <a:pt x="2474494" y="57832"/>
                </a:cubicBezTo>
                <a:cubicBezTo>
                  <a:pt x="2468171" y="57832"/>
                  <a:pt x="2462921" y="60269"/>
                  <a:pt x="2458747" y="65142"/>
                </a:cubicBezTo>
                <a:cubicBezTo>
                  <a:pt x="2454572" y="70015"/>
                  <a:pt x="2452485" y="77234"/>
                  <a:pt x="2452485" y="86798"/>
                </a:cubicBezTo>
                <a:close/>
                <a:moveTo>
                  <a:pt x="2542855" y="137398"/>
                </a:moveTo>
                <a:lnTo>
                  <a:pt x="2542855" y="2394"/>
                </a:lnTo>
                <a:lnTo>
                  <a:pt x="2568732" y="2394"/>
                </a:lnTo>
                <a:lnTo>
                  <a:pt x="2568732" y="137398"/>
                </a:lnTo>
                <a:lnTo>
                  <a:pt x="2542855" y="137398"/>
                </a:lnTo>
                <a:close/>
                <a:moveTo>
                  <a:pt x="2651922" y="106272"/>
                </a:moveTo>
                <a:lnTo>
                  <a:pt x="2677707" y="110692"/>
                </a:lnTo>
                <a:cubicBezTo>
                  <a:pt x="2674392" y="120116"/>
                  <a:pt x="2669158" y="127291"/>
                  <a:pt x="2662006" y="132218"/>
                </a:cubicBezTo>
                <a:cubicBezTo>
                  <a:pt x="2654853" y="137145"/>
                  <a:pt x="2645905" y="139608"/>
                  <a:pt x="2635161" y="139608"/>
                </a:cubicBezTo>
                <a:cubicBezTo>
                  <a:pt x="2618155" y="139608"/>
                  <a:pt x="2605570" y="134052"/>
                  <a:pt x="2597404" y="122940"/>
                </a:cubicBezTo>
                <a:cubicBezTo>
                  <a:pt x="2590958" y="114038"/>
                  <a:pt x="2587735" y="102803"/>
                  <a:pt x="2587735" y="89235"/>
                </a:cubicBezTo>
                <a:cubicBezTo>
                  <a:pt x="2587735" y="73027"/>
                  <a:pt x="2591971" y="60334"/>
                  <a:pt x="2600443" y="51156"/>
                </a:cubicBezTo>
                <a:cubicBezTo>
                  <a:pt x="2608916" y="41978"/>
                  <a:pt x="2619629" y="37389"/>
                  <a:pt x="2632583" y="37389"/>
                </a:cubicBezTo>
                <a:cubicBezTo>
                  <a:pt x="2647133" y="37389"/>
                  <a:pt x="2658614" y="42193"/>
                  <a:pt x="2667025" y="51801"/>
                </a:cubicBezTo>
                <a:cubicBezTo>
                  <a:pt x="2675435" y="61409"/>
                  <a:pt x="2679457" y="76128"/>
                  <a:pt x="2679088" y="95958"/>
                </a:cubicBezTo>
                <a:lnTo>
                  <a:pt x="2614257" y="95958"/>
                </a:lnTo>
                <a:cubicBezTo>
                  <a:pt x="2614441" y="103632"/>
                  <a:pt x="2616529" y="109602"/>
                  <a:pt x="2620519" y="113869"/>
                </a:cubicBezTo>
                <a:cubicBezTo>
                  <a:pt x="2624510" y="118136"/>
                  <a:pt x="2629482" y="120269"/>
                  <a:pt x="2635438" y="120269"/>
                </a:cubicBezTo>
                <a:cubicBezTo>
                  <a:pt x="2639490" y="120269"/>
                  <a:pt x="2642897" y="119164"/>
                  <a:pt x="2645660" y="116954"/>
                </a:cubicBezTo>
                <a:cubicBezTo>
                  <a:pt x="2648422" y="114744"/>
                  <a:pt x="2650510" y="111183"/>
                  <a:pt x="2651922" y="106272"/>
                </a:cubicBezTo>
                <a:moveTo>
                  <a:pt x="2653395" y="80118"/>
                </a:moveTo>
                <a:cubicBezTo>
                  <a:pt x="2653211" y="72659"/>
                  <a:pt x="2651277" y="66988"/>
                  <a:pt x="2647594" y="63105"/>
                </a:cubicBezTo>
                <a:cubicBezTo>
                  <a:pt x="2643910" y="59222"/>
                  <a:pt x="2639428" y="57280"/>
                  <a:pt x="2634148" y="57280"/>
                </a:cubicBezTo>
                <a:cubicBezTo>
                  <a:pt x="2628500" y="57280"/>
                  <a:pt x="2623834" y="59328"/>
                  <a:pt x="2620151" y="63424"/>
                </a:cubicBezTo>
                <a:cubicBezTo>
                  <a:pt x="2616467" y="67522"/>
                  <a:pt x="2614656" y="73087"/>
                  <a:pt x="2614717" y="80118"/>
                </a:cubicBezTo>
                <a:lnTo>
                  <a:pt x="2653395" y="80118"/>
                </a:lnTo>
                <a:close/>
                <a:moveTo>
                  <a:pt x="2744995" y="39599"/>
                </a:moveTo>
                <a:lnTo>
                  <a:pt x="2744995" y="60227"/>
                </a:lnTo>
                <a:lnTo>
                  <a:pt x="2727314" y="60227"/>
                </a:lnTo>
                <a:lnTo>
                  <a:pt x="2727314" y="99578"/>
                </a:lnTo>
                <a:cubicBezTo>
                  <a:pt x="2727314" y="107548"/>
                  <a:pt x="2727483" y="112191"/>
                  <a:pt x="2727821" y="113510"/>
                </a:cubicBezTo>
                <a:cubicBezTo>
                  <a:pt x="2728158" y="114826"/>
                  <a:pt x="2728926" y="115913"/>
                  <a:pt x="2730123" y="116773"/>
                </a:cubicBezTo>
                <a:cubicBezTo>
                  <a:pt x="2731320" y="117631"/>
                  <a:pt x="2732778" y="118059"/>
                  <a:pt x="2734497" y="118059"/>
                </a:cubicBezTo>
                <a:cubicBezTo>
                  <a:pt x="2736891" y="118059"/>
                  <a:pt x="2740360" y="117231"/>
                  <a:pt x="2744903" y="115573"/>
                </a:cubicBezTo>
                <a:lnTo>
                  <a:pt x="2747113" y="135723"/>
                </a:lnTo>
                <a:cubicBezTo>
                  <a:pt x="2741097" y="138313"/>
                  <a:pt x="2734282" y="139608"/>
                  <a:pt x="2726669" y="139608"/>
                </a:cubicBezTo>
                <a:cubicBezTo>
                  <a:pt x="2722004" y="139608"/>
                  <a:pt x="2717798" y="138826"/>
                  <a:pt x="2714053" y="137260"/>
                </a:cubicBezTo>
                <a:cubicBezTo>
                  <a:pt x="2710308" y="135695"/>
                  <a:pt x="2707561" y="133669"/>
                  <a:pt x="2705811" y="131182"/>
                </a:cubicBezTo>
                <a:cubicBezTo>
                  <a:pt x="2704061" y="128696"/>
                  <a:pt x="2702849" y="125334"/>
                  <a:pt x="2702174" y="121098"/>
                </a:cubicBezTo>
                <a:cubicBezTo>
                  <a:pt x="2701621" y="118090"/>
                  <a:pt x="2701345" y="112012"/>
                  <a:pt x="2701345" y="102864"/>
                </a:cubicBezTo>
                <a:lnTo>
                  <a:pt x="2701345" y="60227"/>
                </a:lnTo>
                <a:lnTo>
                  <a:pt x="2689465" y="60227"/>
                </a:lnTo>
                <a:lnTo>
                  <a:pt x="2689465" y="39599"/>
                </a:lnTo>
                <a:lnTo>
                  <a:pt x="2701345" y="39599"/>
                </a:lnTo>
                <a:lnTo>
                  <a:pt x="2701345" y="20076"/>
                </a:lnTo>
                <a:lnTo>
                  <a:pt x="2727314" y="4789"/>
                </a:lnTo>
                <a:lnTo>
                  <a:pt x="2727314" y="39599"/>
                </a:lnTo>
                <a:lnTo>
                  <a:pt x="2744995" y="39599"/>
                </a:lnTo>
                <a:close/>
                <a:moveTo>
                  <a:pt x="2762951" y="26338"/>
                </a:moveTo>
                <a:lnTo>
                  <a:pt x="2762951" y="2394"/>
                </a:lnTo>
                <a:lnTo>
                  <a:pt x="2788828" y="2394"/>
                </a:lnTo>
                <a:lnTo>
                  <a:pt x="2788828" y="26338"/>
                </a:lnTo>
                <a:lnTo>
                  <a:pt x="2762951" y="26338"/>
                </a:lnTo>
                <a:moveTo>
                  <a:pt x="2762951" y="137398"/>
                </a:moveTo>
                <a:lnTo>
                  <a:pt x="2762951" y="39599"/>
                </a:lnTo>
                <a:lnTo>
                  <a:pt x="2788828" y="39599"/>
                </a:lnTo>
                <a:lnTo>
                  <a:pt x="2788828" y="137398"/>
                </a:lnTo>
                <a:lnTo>
                  <a:pt x="2762951" y="137398"/>
                </a:lnTo>
                <a:close/>
                <a:moveTo>
                  <a:pt x="2809396" y="87117"/>
                </a:moveTo>
                <a:cubicBezTo>
                  <a:pt x="2809396" y="78522"/>
                  <a:pt x="2811514" y="70203"/>
                  <a:pt x="2815751" y="62161"/>
                </a:cubicBezTo>
                <a:cubicBezTo>
                  <a:pt x="2819987" y="54118"/>
                  <a:pt x="2825988" y="47979"/>
                  <a:pt x="2833754" y="43743"/>
                </a:cubicBezTo>
                <a:cubicBezTo>
                  <a:pt x="2841520" y="39507"/>
                  <a:pt x="2850192" y="37389"/>
                  <a:pt x="2859770" y="37389"/>
                </a:cubicBezTo>
                <a:cubicBezTo>
                  <a:pt x="2874565" y="37389"/>
                  <a:pt x="2886691" y="42193"/>
                  <a:pt x="2896145" y="51801"/>
                </a:cubicBezTo>
                <a:cubicBezTo>
                  <a:pt x="2905600" y="61409"/>
                  <a:pt x="2910327" y="73549"/>
                  <a:pt x="2910327" y="88222"/>
                </a:cubicBezTo>
                <a:cubicBezTo>
                  <a:pt x="2910327" y="103018"/>
                  <a:pt x="2905554" y="115281"/>
                  <a:pt x="2896007" y="125012"/>
                </a:cubicBezTo>
                <a:cubicBezTo>
                  <a:pt x="2886460" y="134743"/>
                  <a:pt x="2874443" y="139608"/>
                  <a:pt x="2859954" y="139608"/>
                </a:cubicBezTo>
                <a:cubicBezTo>
                  <a:pt x="2850990" y="139608"/>
                  <a:pt x="2842441" y="137582"/>
                  <a:pt x="2834307" y="133530"/>
                </a:cubicBezTo>
                <a:cubicBezTo>
                  <a:pt x="2826172" y="129478"/>
                  <a:pt x="2819987" y="123539"/>
                  <a:pt x="2815751" y="115711"/>
                </a:cubicBezTo>
                <a:cubicBezTo>
                  <a:pt x="2811514" y="107883"/>
                  <a:pt x="2809396" y="98352"/>
                  <a:pt x="2809396" y="87117"/>
                </a:cubicBezTo>
                <a:moveTo>
                  <a:pt x="2835918" y="88498"/>
                </a:moveTo>
                <a:cubicBezTo>
                  <a:pt x="2835918" y="98168"/>
                  <a:pt x="2838221" y="105573"/>
                  <a:pt x="2842825" y="110715"/>
                </a:cubicBezTo>
                <a:cubicBezTo>
                  <a:pt x="2847430" y="115857"/>
                  <a:pt x="2853108" y="118428"/>
                  <a:pt x="2859862" y="118428"/>
                </a:cubicBezTo>
                <a:cubicBezTo>
                  <a:pt x="2866615" y="118428"/>
                  <a:pt x="2872278" y="115857"/>
                  <a:pt x="2876852" y="110715"/>
                </a:cubicBezTo>
                <a:cubicBezTo>
                  <a:pt x="2881426" y="105573"/>
                  <a:pt x="2883713" y="98107"/>
                  <a:pt x="2883713" y="88314"/>
                </a:cubicBezTo>
                <a:cubicBezTo>
                  <a:pt x="2883713" y="78768"/>
                  <a:pt x="2881426" y="71423"/>
                  <a:pt x="2876852" y="66282"/>
                </a:cubicBezTo>
                <a:cubicBezTo>
                  <a:pt x="2872278" y="61140"/>
                  <a:pt x="2866615" y="58569"/>
                  <a:pt x="2859862" y="58569"/>
                </a:cubicBezTo>
                <a:cubicBezTo>
                  <a:pt x="2853108" y="58569"/>
                  <a:pt x="2847430" y="61140"/>
                  <a:pt x="2842825" y="66282"/>
                </a:cubicBezTo>
                <a:cubicBezTo>
                  <a:pt x="2838221" y="71423"/>
                  <a:pt x="2835918" y="78829"/>
                  <a:pt x="2835918" y="88498"/>
                </a:cubicBezTo>
                <a:close/>
                <a:moveTo>
                  <a:pt x="3019576" y="137398"/>
                </a:moveTo>
                <a:lnTo>
                  <a:pt x="2993699" y="137398"/>
                </a:lnTo>
                <a:lnTo>
                  <a:pt x="2993699" y="87543"/>
                </a:lnTo>
                <a:cubicBezTo>
                  <a:pt x="2993699" y="76995"/>
                  <a:pt x="2993146" y="70173"/>
                  <a:pt x="2992041" y="67076"/>
                </a:cubicBezTo>
                <a:cubicBezTo>
                  <a:pt x="2990936" y="63979"/>
                  <a:pt x="2989140" y="61573"/>
                  <a:pt x="2986654" y="59856"/>
                </a:cubicBezTo>
                <a:cubicBezTo>
                  <a:pt x="2984168" y="58139"/>
                  <a:pt x="2981175" y="57280"/>
                  <a:pt x="2977675" y="57280"/>
                </a:cubicBezTo>
                <a:cubicBezTo>
                  <a:pt x="2973193" y="57280"/>
                  <a:pt x="2969172" y="58507"/>
                  <a:pt x="2965611" y="60961"/>
                </a:cubicBezTo>
                <a:cubicBezTo>
                  <a:pt x="2962051" y="63413"/>
                  <a:pt x="2959610" y="66663"/>
                  <a:pt x="2958290" y="70711"/>
                </a:cubicBezTo>
                <a:cubicBezTo>
                  <a:pt x="2956970" y="74757"/>
                  <a:pt x="2956310" y="82238"/>
                  <a:pt x="2956310" y="93155"/>
                </a:cubicBezTo>
                <a:lnTo>
                  <a:pt x="2956310" y="137398"/>
                </a:lnTo>
                <a:lnTo>
                  <a:pt x="2930433" y="137398"/>
                </a:lnTo>
                <a:lnTo>
                  <a:pt x="2930433" y="39599"/>
                </a:lnTo>
                <a:lnTo>
                  <a:pt x="2954468" y="39599"/>
                </a:lnTo>
                <a:lnTo>
                  <a:pt x="2954468" y="53965"/>
                </a:lnTo>
                <a:cubicBezTo>
                  <a:pt x="2963002" y="42914"/>
                  <a:pt x="2973746" y="37389"/>
                  <a:pt x="2986700" y="37389"/>
                </a:cubicBezTo>
                <a:cubicBezTo>
                  <a:pt x="2992410" y="37389"/>
                  <a:pt x="2997628" y="38417"/>
                  <a:pt x="3002355" y="40474"/>
                </a:cubicBezTo>
                <a:cubicBezTo>
                  <a:pt x="3007083" y="42530"/>
                  <a:pt x="3010659" y="45155"/>
                  <a:pt x="3013084" y="48347"/>
                </a:cubicBezTo>
                <a:cubicBezTo>
                  <a:pt x="3015509" y="51540"/>
                  <a:pt x="3017197" y="55162"/>
                  <a:pt x="3018149" y="59214"/>
                </a:cubicBezTo>
                <a:cubicBezTo>
                  <a:pt x="3019100" y="63266"/>
                  <a:pt x="3019576" y="69067"/>
                  <a:pt x="3019576" y="76619"/>
                </a:cubicBezTo>
                <a:lnTo>
                  <a:pt x="3019576" y="1373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4ceeffece4068"/>
          <a:stretch xmlns:a="http://schemas.openxmlformats.org/drawingml/2006/main"/>
        </p:blipFill>
        <p:spPr>
          <a:xfrm xmlns:a="http://schemas.openxmlformats.org/drawingml/2006/main">
            <a:off x="8464408" y="3984767"/>
            <a:ext cx="319170" cy="319170"/>
          </a:xfrm>
          <a:prstGeom xmlns:a="http://schemas.openxmlformats.org/drawingml/2006/main" prst="rect">
            <a:avLst/>
          </a:prstGeom>
        </p:spPr>
      </p:pic>
      <p:pic>
        <p:nvPicPr>
          <p:cNvPr id="3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021af645c40d3"/>
          <a:stretch xmlns:a="http://schemas.openxmlformats.org/drawingml/2006/main"/>
        </p:blipFill>
        <p:spPr>
          <a:xfrm xmlns:a="http://schemas.openxmlformats.org/drawingml/2006/main">
            <a:off x="8464408" y="3556790"/>
            <a:ext cx="319170" cy="319170"/>
          </a:xfrm>
          <a:prstGeom xmlns:a="http://schemas.openxmlformats.org/drawingml/2006/main" prst="rect">
            <a:avLst/>
          </a:prstGeom>
        </p:spPr>
      </p:pic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FB8DC-1CAA-424C-973D-FE58476D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3564043"/>
            <a:ext cx="3365789" cy="362693"/>
          </a:xfrm>
          <a:custGeom xmlns:a="http://schemas.openxmlformats.org/drawingml/2006/main">
            <a:pathLst>
              <a:path w="3365789" h="362693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8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8"/>
                  <a:pt x="38062" y="357998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solidFill xmlns:a="http://schemas.openxmlformats.org/drawingml/2006/main">
            <a:srgbClr val="E6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F5D1F-591D-4FAC-BB88-777E621E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3564043"/>
            <a:ext cx="3365789" cy="362693"/>
          </a:xfrm>
          <a:custGeom xmlns:a="http://schemas.openxmlformats.org/drawingml/2006/main">
            <a:pathLst>
              <a:path w="3365789" h="362693" fill="none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8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8"/>
                  <a:pt x="38062" y="357998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E6FFCC"/>
            </a:solidFill>
            <a:miter/>
          </a:ln>
        </p:spPr>
      </p:sp>
      <p:sp>
        <p:nvSpPr>
          <p:cNvPr id="86" name="Text assertnewAmazonorderisplaced">
            <a:extLst xmlns:a="http://schemas.openxmlformats.org/drawingml/2006/main">
              <a:ext uri="{FF2B5EF4-FFF2-40B4-BE49-F238E27FC236}">
                <a16:creationId xmlns:a16="http://schemas.microsoft.com/office/drawing/2014/main" id="{5B238076-955B-4D56-884C-F1E0D41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328" y="3678802"/>
            <a:ext cx="2690371" cy="159301"/>
          </a:xfrm>
          <a:custGeom xmlns:a="http://schemas.openxmlformats.org/drawingml/2006/main">
            <a:pathLst>
              <a:path w="2690371" h="159301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95860" y="97587"/>
                </a:moveTo>
                <a:lnTo>
                  <a:pt x="110991" y="95207"/>
                </a:lnTo>
                <a:cubicBezTo>
                  <a:pt x="111841" y="101244"/>
                  <a:pt x="114207" y="105871"/>
                  <a:pt x="118089" y="109087"/>
                </a:cubicBezTo>
                <a:cubicBezTo>
                  <a:pt x="121971" y="112301"/>
                  <a:pt x="127397" y="113908"/>
                  <a:pt x="134367" y="113908"/>
                </a:cubicBezTo>
                <a:cubicBezTo>
                  <a:pt x="141395" y="113908"/>
                  <a:pt x="146608" y="112489"/>
                  <a:pt x="150008" y="109650"/>
                </a:cubicBezTo>
                <a:cubicBezTo>
                  <a:pt x="153409" y="106809"/>
                  <a:pt x="155109" y="103478"/>
                  <a:pt x="155109" y="99656"/>
                </a:cubicBezTo>
                <a:cubicBezTo>
                  <a:pt x="155109" y="96226"/>
                  <a:pt x="153607" y="93527"/>
                  <a:pt x="150604" y="91560"/>
                </a:cubicBezTo>
                <a:cubicBezTo>
                  <a:pt x="148507" y="90210"/>
                  <a:pt x="143293" y="88495"/>
                  <a:pt x="134962" y="86414"/>
                </a:cubicBezTo>
                <a:cubicBezTo>
                  <a:pt x="123742" y="83579"/>
                  <a:pt x="115964" y="81126"/>
                  <a:pt x="111628" y="79056"/>
                </a:cubicBezTo>
                <a:cubicBezTo>
                  <a:pt x="107293" y="76985"/>
                  <a:pt x="104006" y="74121"/>
                  <a:pt x="101768" y="70462"/>
                </a:cubicBezTo>
                <a:cubicBezTo>
                  <a:pt x="99529" y="66803"/>
                  <a:pt x="98410" y="62762"/>
                  <a:pt x="98410" y="58338"/>
                </a:cubicBezTo>
                <a:cubicBezTo>
                  <a:pt x="98410" y="54311"/>
                  <a:pt x="99331" y="50581"/>
                  <a:pt x="101172" y="47149"/>
                </a:cubicBezTo>
                <a:cubicBezTo>
                  <a:pt x="103014" y="43717"/>
                  <a:pt x="105522" y="40867"/>
                  <a:pt x="108696" y="38598"/>
                </a:cubicBezTo>
                <a:cubicBezTo>
                  <a:pt x="111076" y="36840"/>
                  <a:pt x="114320" y="35351"/>
                  <a:pt x="118429" y="34133"/>
                </a:cubicBezTo>
                <a:cubicBezTo>
                  <a:pt x="122537" y="32912"/>
                  <a:pt x="126944" y="32302"/>
                  <a:pt x="131647" y="32302"/>
                </a:cubicBezTo>
                <a:cubicBezTo>
                  <a:pt x="138731" y="32302"/>
                  <a:pt x="144951" y="33329"/>
                  <a:pt x="150306" y="35384"/>
                </a:cubicBezTo>
                <a:cubicBezTo>
                  <a:pt x="155661" y="37436"/>
                  <a:pt x="159614" y="40218"/>
                  <a:pt x="162164" y="43728"/>
                </a:cubicBezTo>
                <a:cubicBezTo>
                  <a:pt x="164715" y="47236"/>
                  <a:pt x="166471" y="51928"/>
                  <a:pt x="167435" y="57804"/>
                </a:cubicBezTo>
                <a:lnTo>
                  <a:pt x="152474" y="59844"/>
                </a:lnTo>
                <a:cubicBezTo>
                  <a:pt x="151794" y="55197"/>
                  <a:pt x="149824" y="51570"/>
                  <a:pt x="146566" y="48964"/>
                </a:cubicBezTo>
                <a:cubicBezTo>
                  <a:pt x="143307" y="46357"/>
                  <a:pt x="138703" y="45053"/>
                  <a:pt x="132752" y="45053"/>
                </a:cubicBezTo>
                <a:cubicBezTo>
                  <a:pt x="125725" y="45053"/>
                  <a:pt x="120710" y="46210"/>
                  <a:pt x="117706" y="48523"/>
                </a:cubicBezTo>
                <a:cubicBezTo>
                  <a:pt x="114703" y="50834"/>
                  <a:pt x="113201" y="53541"/>
                  <a:pt x="113201" y="56643"/>
                </a:cubicBezTo>
                <a:cubicBezTo>
                  <a:pt x="113201" y="58616"/>
                  <a:pt x="113824" y="60392"/>
                  <a:pt x="115071" y="61972"/>
                </a:cubicBezTo>
                <a:cubicBezTo>
                  <a:pt x="116318" y="63607"/>
                  <a:pt x="118273" y="64960"/>
                  <a:pt x="120936" y="66031"/>
                </a:cubicBezTo>
                <a:cubicBezTo>
                  <a:pt x="122467" y="66596"/>
                  <a:pt x="126972" y="67893"/>
                  <a:pt x="134452" y="69923"/>
                </a:cubicBezTo>
                <a:cubicBezTo>
                  <a:pt x="145276" y="72811"/>
                  <a:pt x="152828" y="75176"/>
                  <a:pt x="157107" y="77016"/>
                </a:cubicBezTo>
                <a:cubicBezTo>
                  <a:pt x="161385" y="78856"/>
                  <a:pt x="164743" y="81531"/>
                  <a:pt x="167180" y="85043"/>
                </a:cubicBezTo>
                <a:cubicBezTo>
                  <a:pt x="169617" y="88553"/>
                  <a:pt x="170835" y="92913"/>
                  <a:pt x="170835" y="98121"/>
                </a:cubicBezTo>
                <a:cubicBezTo>
                  <a:pt x="170835" y="103218"/>
                  <a:pt x="169347" y="108017"/>
                  <a:pt x="166372" y="112519"/>
                </a:cubicBezTo>
                <a:cubicBezTo>
                  <a:pt x="163397" y="117019"/>
                  <a:pt x="159104" y="120501"/>
                  <a:pt x="153494" y="122964"/>
                </a:cubicBezTo>
                <a:cubicBezTo>
                  <a:pt x="147883" y="125427"/>
                  <a:pt x="141536" y="126659"/>
                  <a:pt x="134452" y="126659"/>
                </a:cubicBezTo>
                <a:cubicBezTo>
                  <a:pt x="122722" y="126659"/>
                  <a:pt x="113782" y="124215"/>
                  <a:pt x="107633" y="119327"/>
                </a:cubicBezTo>
                <a:cubicBezTo>
                  <a:pt x="101484" y="114439"/>
                  <a:pt x="97560" y="107193"/>
                  <a:pt x="95860" y="97587"/>
                </a:cubicBezTo>
                <a:close/>
                <a:moveTo>
                  <a:pt x="182906" y="97587"/>
                </a:moveTo>
                <a:lnTo>
                  <a:pt x="198037" y="95207"/>
                </a:lnTo>
                <a:cubicBezTo>
                  <a:pt x="198887" y="101244"/>
                  <a:pt x="201253" y="105871"/>
                  <a:pt x="205135" y="109087"/>
                </a:cubicBezTo>
                <a:cubicBezTo>
                  <a:pt x="209017" y="112301"/>
                  <a:pt x="214443" y="113908"/>
                  <a:pt x="221414" y="113908"/>
                </a:cubicBezTo>
                <a:cubicBezTo>
                  <a:pt x="228441" y="113908"/>
                  <a:pt x="233655" y="112489"/>
                  <a:pt x="237055" y="109650"/>
                </a:cubicBezTo>
                <a:cubicBezTo>
                  <a:pt x="240455" y="106809"/>
                  <a:pt x="242155" y="103478"/>
                  <a:pt x="242155" y="99656"/>
                </a:cubicBezTo>
                <a:cubicBezTo>
                  <a:pt x="242155" y="96226"/>
                  <a:pt x="240654" y="93527"/>
                  <a:pt x="237650" y="91560"/>
                </a:cubicBezTo>
                <a:cubicBezTo>
                  <a:pt x="235553" y="90210"/>
                  <a:pt x="230340" y="88495"/>
                  <a:pt x="222009" y="86414"/>
                </a:cubicBezTo>
                <a:cubicBezTo>
                  <a:pt x="210788" y="83579"/>
                  <a:pt x="203010" y="81126"/>
                  <a:pt x="198675" y="79056"/>
                </a:cubicBezTo>
                <a:cubicBezTo>
                  <a:pt x="194340" y="76985"/>
                  <a:pt x="191053" y="74121"/>
                  <a:pt x="188814" y="70462"/>
                </a:cubicBezTo>
                <a:cubicBezTo>
                  <a:pt x="186576" y="66803"/>
                  <a:pt x="185456" y="62762"/>
                  <a:pt x="185456" y="58338"/>
                </a:cubicBezTo>
                <a:cubicBezTo>
                  <a:pt x="185456" y="54311"/>
                  <a:pt x="186377" y="50581"/>
                  <a:pt x="188219" y="47149"/>
                </a:cubicBezTo>
                <a:cubicBezTo>
                  <a:pt x="190061" y="43717"/>
                  <a:pt x="192569" y="40867"/>
                  <a:pt x="195742" y="38598"/>
                </a:cubicBezTo>
                <a:cubicBezTo>
                  <a:pt x="198122" y="36840"/>
                  <a:pt x="201367" y="35351"/>
                  <a:pt x="205475" y="34133"/>
                </a:cubicBezTo>
                <a:cubicBezTo>
                  <a:pt x="209584" y="32912"/>
                  <a:pt x="213990" y="32302"/>
                  <a:pt x="218694" y="32302"/>
                </a:cubicBezTo>
                <a:cubicBezTo>
                  <a:pt x="225778" y="32302"/>
                  <a:pt x="231997" y="33329"/>
                  <a:pt x="237353" y="35384"/>
                </a:cubicBezTo>
                <a:cubicBezTo>
                  <a:pt x="242708" y="37436"/>
                  <a:pt x="246661" y="40218"/>
                  <a:pt x="249211" y="43728"/>
                </a:cubicBezTo>
                <a:cubicBezTo>
                  <a:pt x="251761" y="47236"/>
                  <a:pt x="253518" y="51928"/>
                  <a:pt x="254481" y="57804"/>
                </a:cubicBezTo>
                <a:lnTo>
                  <a:pt x="239520" y="59844"/>
                </a:lnTo>
                <a:cubicBezTo>
                  <a:pt x="238840" y="55197"/>
                  <a:pt x="236871" y="51570"/>
                  <a:pt x="233612" y="48964"/>
                </a:cubicBezTo>
                <a:cubicBezTo>
                  <a:pt x="230354" y="46357"/>
                  <a:pt x="225749" y="45053"/>
                  <a:pt x="219799" y="45053"/>
                </a:cubicBezTo>
                <a:cubicBezTo>
                  <a:pt x="212772" y="45053"/>
                  <a:pt x="207756" y="46210"/>
                  <a:pt x="204753" y="48523"/>
                </a:cubicBezTo>
                <a:cubicBezTo>
                  <a:pt x="201749" y="50834"/>
                  <a:pt x="200247" y="53541"/>
                  <a:pt x="200247" y="56643"/>
                </a:cubicBezTo>
                <a:cubicBezTo>
                  <a:pt x="200247" y="58616"/>
                  <a:pt x="200871" y="60392"/>
                  <a:pt x="202118" y="61972"/>
                </a:cubicBezTo>
                <a:cubicBezTo>
                  <a:pt x="203364" y="63607"/>
                  <a:pt x="205319" y="64960"/>
                  <a:pt x="207983" y="66031"/>
                </a:cubicBezTo>
                <a:cubicBezTo>
                  <a:pt x="209513" y="66596"/>
                  <a:pt x="214018" y="67893"/>
                  <a:pt x="221499" y="69923"/>
                </a:cubicBezTo>
                <a:cubicBezTo>
                  <a:pt x="232323" y="72811"/>
                  <a:pt x="239874" y="75176"/>
                  <a:pt x="244153" y="77016"/>
                </a:cubicBezTo>
                <a:cubicBezTo>
                  <a:pt x="248432" y="78856"/>
                  <a:pt x="251789" y="81531"/>
                  <a:pt x="254226" y="85043"/>
                </a:cubicBezTo>
                <a:cubicBezTo>
                  <a:pt x="256663" y="88553"/>
                  <a:pt x="257882" y="92913"/>
                  <a:pt x="257882" y="98121"/>
                </a:cubicBezTo>
                <a:cubicBezTo>
                  <a:pt x="257882" y="103218"/>
                  <a:pt x="256394" y="108017"/>
                  <a:pt x="253419" y="112519"/>
                </a:cubicBezTo>
                <a:cubicBezTo>
                  <a:pt x="250444" y="117019"/>
                  <a:pt x="246151" y="120501"/>
                  <a:pt x="240540" y="122964"/>
                </a:cubicBezTo>
                <a:cubicBezTo>
                  <a:pt x="234930" y="125427"/>
                  <a:pt x="228583" y="126659"/>
                  <a:pt x="221499" y="126659"/>
                </a:cubicBezTo>
                <a:cubicBezTo>
                  <a:pt x="209768" y="126659"/>
                  <a:pt x="200828" y="124215"/>
                  <a:pt x="194680" y="119327"/>
                </a:cubicBezTo>
                <a:cubicBezTo>
                  <a:pt x="188531" y="114439"/>
                  <a:pt x="184606" y="107193"/>
                  <a:pt x="182906" y="97587"/>
                </a:cubicBezTo>
                <a:close/>
                <a:moveTo>
                  <a:pt x="337871" y="95547"/>
                </a:moveTo>
                <a:lnTo>
                  <a:pt x="353682" y="97502"/>
                </a:lnTo>
                <a:cubicBezTo>
                  <a:pt x="351189" y="106739"/>
                  <a:pt x="346570" y="113908"/>
                  <a:pt x="339826" y="119009"/>
                </a:cubicBezTo>
                <a:cubicBezTo>
                  <a:pt x="333083" y="124109"/>
                  <a:pt x="324469" y="126659"/>
                  <a:pt x="313985" y="126659"/>
                </a:cubicBezTo>
                <a:cubicBezTo>
                  <a:pt x="300780" y="126659"/>
                  <a:pt x="290310" y="122593"/>
                  <a:pt x="282575" y="114461"/>
                </a:cubicBezTo>
                <a:cubicBezTo>
                  <a:pt x="274839" y="106328"/>
                  <a:pt x="270971" y="94923"/>
                  <a:pt x="270971" y="80246"/>
                </a:cubicBezTo>
                <a:cubicBezTo>
                  <a:pt x="270971" y="65058"/>
                  <a:pt x="274882" y="53270"/>
                  <a:pt x="282702" y="44883"/>
                </a:cubicBezTo>
                <a:cubicBezTo>
                  <a:pt x="290523" y="36496"/>
                  <a:pt x="300667" y="32302"/>
                  <a:pt x="313134" y="32302"/>
                </a:cubicBezTo>
                <a:cubicBezTo>
                  <a:pt x="325205" y="32302"/>
                  <a:pt x="335066" y="36405"/>
                  <a:pt x="342717" y="44610"/>
                </a:cubicBezTo>
                <a:cubicBezTo>
                  <a:pt x="350367" y="52813"/>
                  <a:pt x="354192" y="64354"/>
                  <a:pt x="354192" y="79234"/>
                </a:cubicBezTo>
                <a:cubicBezTo>
                  <a:pt x="354192" y="80139"/>
                  <a:pt x="354164" y="81496"/>
                  <a:pt x="354107" y="83306"/>
                </a:cubicBezTo>
                <a:lnTo>
                  <a:pt x="286783" y="83306"/>
                </a:lnTo>
                <a:cubicBezTo>
                  <a:pt x="287349" y="93195"/>
                  <a:pt x="290154" y="100768"/>
                  <a:pt x="295198" y="106024"/>
                </a:cubicBezTo>
                <a:cubicBezTo>
                  <a:pt x="300242" y="111280"/>
                  <a:pt x="306532" y="113908"/>
                  <a:pt x="314070" y="113908"/>
                </a:cubicBezTo>
                <a:cubicBezTo>
                  <a:pt x="319680" y="113908"/>
                  <a:pt x="324469" y="112449"/>
                  <a:pt x="328436" y="109530"/>
                </a:cubicBezTo>
                <a:cubicBezTo>
                  <a:pt x="332403" y="106610"/>
                  <a:pt x="335548" y="101949"/>
                  <a:pt x="337871" y="95547"/>
                </a:cubicBezTo>
                <a:moveTo>
                  <a:pt x="287633" y="70555"/>
                </a:moveTo>
                <a:lnTo>
                  <a:pt x="338041" y="70555"/>
                </a:lnTo>
                <a:cubicBezTo>
                  <a:pt x="337361" y="63085"/>
                  <a:pt x="335434" y="57483"/>
                  <a:pt x="332261" y="53748"/>
                </a:cubicBezTo>
                <a:cubicBezTo>
                  <a:pt x="327387" y="47951"/>
                  <a:pt x="321068" y="45053"/>
                  <a:pt x="313304" y="45053"/>
                </a:cubicBezTo>
                <a:cubicBezTo>
                  <a:pt x="306277" y="45053"/>
                  <a:pt x="300369" y="47367"/>
                  <a:pt x="295581" y="51995"/>
                </a:cubicBezTo>
                <a:cubicBezTo>
                  <a:pt x="290792" y="56620"/>
                  <a:pt x="288143" y="62807"/>
                  <a:pt x="287633" y="70555"/>
                </a:cubicBezTo>
                <a:close/>
                <a:moveTo>
                  <a:pt x="372698" y="124619"/>
                </a:moveTo>
                <a:lnTo>
                  <a:pt x="372698" y="34342"/>
                </a:lnTo>
                <a:lnTo>
                  <a:pt x="386469" y="34342"/>
                </a:lnTo>
                <a:lnTo>
                  <a:pt x="386469" y="47943"/>
                </a:lnTo>
                <a:cubicBezTo>
                  <a:pt x="389982" y="41575"/>
                  <a:pt x="393227" y="37376"/>
                  <a:pt x="396202" y="35347"/>
                </a:cubicBezTo>
                <a:cubicBezTo>
                  <a:pt x="399177" y="33317"/>
                  <a:pt x="402450" y="32302"/>
                  <a:pt x="406020" y="32302"/>
                </a:cubicBezTo>
                <a:cubicBezTo>
                  <a:pt x="411177" y="32302"/>
                  <a:pt x="416419" y="33939"/>
                  <a:pt x="421746" y="37211"/>
                </a:cubicBezTo>
                <a:lnTo>
                  <a:pt x="416476" y="51344"/>
                </a:lnTo>
                <a:cubicBezTo>
                  <a:pt x="412736" y="49134"/>
                  <a:pt x="408995" y="48028"/>
                  <a:pt x="405255" y="48028"/>
                </a:cubicBezTo>
                <a:cubicBezTo>
                  <a:pt x="401912" y="48028"/>
                  <a:pt x="398908" y="49036"/>
                  <a:pt x="396245" y="51051"/>
                </a:cubicBezTo>
                <a:cubicBezTo>
                  <a:pt x="393581" y="53065"/>
                  <a:pt x="391683" y="55859"/>
                  <a:pt x="390549" y="59433"/>
                </a:cubicBezTo>
                <a:cubicBezTo>
                  <a:pt x="388849" y="64878"/>
                  <a:pt x="387999" y="70835"/>
                  <a:pt x="387999" y="77302"/>
                </a:cubicBezTo>
                <a:lnTo>
                  <a:pt x="387999" y="124619"/>
                </a:lnTo>
                <a:lnTo>
                  <a:pt x="372698" y="124619"/>
                </a:lnTo>
                <a:close/>
                <a:moveTo>
                  <a:pt x="464249" y="111103"/>
                </a:moveTo>
                <a:lnTo>
                  <a:pt x="466459" y="124619"/>
                </a:lnTo>
                <a:cubicBezTo>
                  <a:pt x="462152" y="125412"/>
                  <a:pt x="458298" y="125809"/>
                  <a:pt x="454898" y="125809"/>
                </a:cubicBezTo>
                <a:cubicBezTo>
                  <a:pt x="449344" y="125809"/>
                  <a:pt x="445037" y="124931"/>
                  <a:pt x="441977" y="123174"/>
                </a:cubicBezTo>
                <a:cubicBezTo>
                  <a:pt x="438917" y="121417"/>
                  <a:pt x="436763" y="119108"/>
                  <a:pt x="435516" y="116246"/>
                </a:cubicBezTo>
                <a:cubicBezTo>
                  <a:pt x="434270" y="113384"/>
                  <a:pt x="433646" y="107363"/>
                  <a:pt x="433646" y="98182"/>
                </a:cubicBezTo>
                <a:lnTo>
                  <a:pt x="433646" y="46243"/>
                </a:lnTo>
                <a:lnTo>
                  <a:pt x="422426" y="46243"/>
                </a:lnTo>
                <a:lnTo>
                  <a:pt x="422426" y="34342"/>
                </a:lnTo>
                <a:lnTo>
                  <a:pt x="433646" y="34342"/>
                </a:lnTo>
                <a:lnTo>
                  <a:pt x="433646" y="11925"/>
                </a:lnTo>
                <a:lnTo>
                  <a:pt x="448862" y="2720"/>
                </a:lnTo>
                <a:lnTo>
                  <a:pt x="448862" y="34342"/>
                </a:lnTo>
                <a:lnTo>
                  <a:pt x="464249" y="34342"/>
                </a:lnTo>
                <a:lnTo>
                  <a:pt x="464249" y="46243"/>
                </a:lnTo>
                <a:lnTo>
                  <a:pt x="448862" y="46243"/>
                </a:lnTo>
                <a:lnTo>
                  <a:pt x="448862" y="99032"/>
                </a:lnTo>
                <a:cubicBezTo>
                  <a:pt x="448862" y="103396"/>
                  <a:pt x="449132" y="106201"/>
                  <a:pt x="449670" y="107448"/>
                </a:cubicBezTo>
                <a:cubicBezTo>
                  <a:pt x="450208" y="108694"/>
                  <a:pt x="451087" y="109686"/>
                  <a:pt x="452305" y="110423"/>
                </a:cubicBezTo>
                <a:cubicBezTo>
                  <a:pt x="453524" y="111160"/>
                  <a:pt x="455266" y="111528"/>
                  <a:pt x="457533" y="111528"/>
                </a:cubicBezTo>
                <a:cubicBezTo>
                  <a:pt x="459233" y="111528"/>
                  <a:pt x="461472" y="111386"/>
                  <a:pt x="464249" y="111103"/>
                </a:cubicBezTo>
                <a:close/>
                <a:moveTo>
                  <a:pt x="527637" y="124619"/>
                </a:moveTo>
                <a:lnTo>
                  <a:pt x="527637" y="34342"/>
                </a:lnTo>
                <a:lnTo>
                  <a:pt x="541408" y="34342"/>
                </a:lnTo>
                <a:lnTo>
                  <a:pt x="541408" y="47093"/>
                </a:lnTo>
                <a:cubicBezTo>
                  <a:pt x="548038" y="37233"/>
                  <a:pt x="557615" y="32302"/>
                  <a:pt x="570140" y="32302"/>
                </a:cubicBezTo>
                <a:cubicBezTo>
                  <a:pt x="575580" y="32302"/>
                  <a:pt x="580581" y="33280"/>
                  <a:pt x="585143" y="35235"/>
                </a:cubicBezTo>
                <a:cubicBezTo>
                  <a:pt x="589705" y="37190"/>
                  <a:pt x="593120" y="39755"/>
                  <a:pt x="595387" y="42928"/>
                </a:cubicBezTo>
                <a:cubicBezTo>
                  <a:pt x="597653" y="46102"/>
                  <a:pt x="599240" y="49870"/>
                  <a:pt x="600147" y="54234"/>
                </a:cubicBezTo>
                <a:cubicBezTo>
                  <a:pt x="600714" y="57067"/>
                  <a:pt x="600997" y="62026"/>
                  <a:pt x="600997" y="69110"/>
                </a:cubicBezTo>
                <a:lnTo>
                  <a:pt x="600997" y="124619"/>
                </a:lnTo>
                <a:lnTo>
                  <a:pt x="585696" y="124619"/>
                </a:lnTo>
                <a:lnTo>
                  <a:pt x="585696" y="69647"/>
                </a:lnTo>
                <a:cubicBezTo>
                  <a:pt x="585696" y="63406"/>
                  <a:pt x="585101" y="58739"/>
                  <a:pt x="583911" y="55647"/>
                </a:cubicBezTo>
                <a:cubicBezTo>
                  <a:pt x="582721" y="52555"/>
                  <a:pt x="580610" y="50087"/>
                  <a:pt x="577578" y="48244"/>
                </a:cubicBezTo>
                <a:cubicBezTo>
                  <a:pt x="574546" y="46400"/>
                  <a:pt x="570990" y="45478"/>
                  <a:pt x="566909" y="45478"/>
                </a:cubicBezTo>
                <a:cubicBezTo>
                  <a:pt x="560392" y="45478"/>
                  <a:pt x="554768" y="47549"/>
                  <a:pt x="550036" y="51692"/>
                </a:cubicBezTo>
                <a:cubicBezTo>
                  <a:pt x="545304" y="55832"/>
                  <a:pt x="542938" y="63689"/>
                  <a:pt x="542938" y="75262"/>
                </a:cubicBezTo>
                <a:lnTo>
                  <a:pt x="542938" y="124619"/>
                </a:lnTo>
                <a:lnTo>
                  <a:pt x="527637" y="124619"/>
                </a:lnTo>
                <a:close/>
                <a:moveTo>
                  <a:pt x="686231" y="95547"/>
                </a:moveTo>
                <a:lnTo>
                  <a:pt x="702042" y="97502"/>
                </a:lnTo>
                <a:cubicBezTo>
                  <a:pt x="699548" y="106739"/>
                  <a:pt x="694930" y="113908"/>
                  <a:pt x="688186" y="119009"/>
                </a:cubicBezTo>
                <a:cubicBezTo>
                  <a:pt x="681442" y="124109"/>
                  <a:pt x="672828" y="126659"/>
                  <a:pt x="662344" y="126659"/>
                </a:cubicBezTo>
                <a:cubicBezTo>
                  <a:pt x="649140" y="126659"/>
                  <a:pt x="638670" y="122593"/>
                  <a:pt x="630934" y="114461"/>
                </a:cubicBezTo>
                <a:cubicBezTo>
                  <a:pt x="623199" y="106328"/>
                  <a:pt x="619331" y="94923"/>
                  <a:pt x="619331" y="80246"/>
                </a:cubicBezTo>
                <a:cubicBezTo>
                  <a:pt x="619331" y="65058"/>
                  <a:pt x="623241" y="53270"/>
                  <a:pt x="631062" y="44883"/>
                </a:cubicBezTo>
                <a:cubicBezTo>
                  <a:pt x="638882" y="36496"/>
                  <a:pt x="649026" y="32302"/>
                  <a:pt x="661494" y="32302"/>
                </a:cubicBezTo>
                <a:cubicBezTo>
                  <a:pt x="673565" y="32302"/>
                  <a:pt x="683426" y="36405"/>
                  <a:pt x="691076" y="44610"/>
                </a:cubicBezTo>
                <a:cubicBezTo>
                  <a:pt x="698727" y="52813"/>
                  <a:pt x="702552" y="64354"/>
                  <a:pt x="702552" y="79234"/>
                </a:cubicBezTo>
                <a:cubicBezTo>
                  <a:pt x="702552" y="80139"/>
                  <a:pt x="702524" y="81496"/>
                  <a:pt x="702467" y="83306"/>
                </a:cubicBezTo>
                <a:lnTo>
                  <a:pt x="635142" y="83306"/>
                </a:lnTo>
                <a:cubicBezTo>
                  <a:pt x="635709" y="93195"/>
                  <a:pt x="638514" y="100768"/>
                  <a:pt x="643558" y="106024"/>
                </a:cubicBezTo>
                <a:cubicBezTo>
                  <a:pt x="648601" y="111280"/>
                  <a:pt x="654892" y="113908"/>
                  <a:pt x="662429" y="113908"/>
                </a:cubicBezTo>
                <a:cubicBezTo>
                  <a:pt x="668039" y="113908"/>
                  <a:pt x="672828" y="112449"/>
                  <a:pt x="676795" y="109530"/>
                </a:cubicBezTo>
                <a:cubicBezTo>
                  <a:pt x="680762" y="106610"/>
                  <a:pt x="683907" y="101949"/>
                  <a:pt x="686231" y="95547"/>
                </a:cubicBezTo>
                <a:moveTo>
                  <a:pt x="635992" y="70555"/>
                </a:moveTo>
                <a:lnTo>
                  <a:pt x="686401" y="70555"/>
                </a:lnTo>
                <a:cubicBezTo>
                  <a:pt x="685721" y="63085"/>
                  <a:pt x="683794" y="57483"/>
                  <a:pt x="680620" y="53748"/>
                </a:cubicBezTo>
                <a:cubicBezTo>
                  <a:pt x="675747" y="47951"/>
                  <a:pt x="669428" y="45053"/>
                  <a:pt x="661664" y="45053"/>
                </a:cubicBezTo>
                <a:cubicBezTo>
                  <a:pt x="654637" y="45053"/>
                  <a:pt x="648729" y="47367"/>
                  <a:pt x="643940" y="51995"/>
                </a:cubicBezTo>
                <a:cubicBezTo>
                  <a:pt x="639152" y="56620"/>
                  <a:pt x="636502" y="62807"/>
                  <a:pt x="635992" y="70555"/>
                </a:cubicBezTo>
                <a:close/>
                <a:moveTo>
                  <a:pt x="737889" y="124619"/>
                </a:moveTo>
                <a:lnTo>
                  <a:pt x="710262" y="34342"/>
                </a:lnTo>
                <a:lnTo>
                  <a:pt x="726073" y="34342"/>
                </a:lnTo>
                <a:lnTo>
                  <a:pt x="740439" y="86443"/>
                </a:lnTo>
                <a:lnTo>
                  <a:pt x="745794" y="105833"/>
                </a:lnTo>
                <a:cubicBezTo>
                  <a:pt x="746021" y="104871"/>
                  <a:pt x="747579" y="98672"/>
                  <a:pt x="750470" y="87235"/>
                </a:cubicBezTo>
                <a:lnTo>
                  <a:pt x="764836" y="34342"/>
                </a:lnTo>
                <a:lnTo>
                  <a:pt x="780562" y="34342"/>
                </a:lnTo>
                <a:lnTo>
                  <a:pt x="794078" y="86696"/>
                </a:lnTo>
                <a:lnTo>
                  <a:pt x="798583" y="103962"/>
                </a:lnTo>
                <a:lnTo>
                  <a:pt x="803768" y="86534"/>
                </a:lnTo>
                <a:lnTo>
                  <a:pt x="819239" y="34342"/>
                </a:lnTo>
                <a:lnTo>
                  <a:pt x="834116" y="34342"/>
                </a:lnTo>
                <a:lnTo>
                  <a:pt x="805894" y="124619"/>
                </a:lnTo>
                <a:lnTo>
                  <a:pt x="789997" y="124619"/>
                </a:lnTo>
                <a:lnTo>
                  <a:pt x="775631" y="70526"/>
                </a:lnTo>
                <a:lnTo>
                  <a:pt x="772146" y="55169"/>
                </a:lnTo>
                <a:lnTo>
                  <a:pt x="753870" y="124619"/>
                </a:lnTo>
                <a:lnTo>
                  <a:pt x="737889" y="124619"/>
                </a:lnTo>
                <a:close/>
                <a:moveTo>
                  <a:pt x="874004" y="124619"/>
                </a:moveTo>
                <a:lnTo>
                  <a:pt x="921862" y="0"/>
                </a:lnTo>
                <a:lnTo>
                  <a:pt x="939628" y="0"/>
                </a:lnTo>
                <a:lnTo>
                  <a:pt x="990632" y="124619"/>
                </a:lnTo>
                <a:lnTo>
                  <a:pt x="971846" y="124619"/>
                </a:lnTo>
                <a:lnTo>
                  <a:pt x="957310" y="87046"/>
                </a:lnTo>
                <a:lnTo>
                  <a:pt x="905201" y="87046"/>
                </a:lnTo>
                <a:lnTo>
                  <a:pt x="891515" y="124619"/>
                </a:lnTo>
                <a:lnTo>
                  <a:pt x="874004" y="124619"/>
                </a:lnTo>
                <a:moveTo>
                  <a:pt x="909961" y="73445"/>
                </a:moveTo>
                <a:lnTo>
                  <a:pt x="952209" y="73445"/>
                </a:lnTo>
                <a:lnTo>
                  <a:pt x="939203" y="38933"/>
                </a:lnTo>
                <a:cubicBezTo>
                  <a:pt x="935236" y="28449"/>
                  <a:pt x="932290" y="19835"/>
                  <a:pt x="930363" y="13091"/>
                </a:cubicBezTo>
                <a:cubicBezTo>
                  <a:pt x="928776" y="21082"/>
                  <a:pt x="926538" y="29015"/>
                  <a:pt x="923647" y="36893"/>
                </a:cubicBezTo>
                <a:lnTo>
                  <a:pt x="909961" y="73445"/>
                </a:lnTo>
                <a:close/>
                <a:moveTo>
                  <a:pt x="1001854" y="124619"/>
                </a:moveTo>
                <a:lnTo>
                  <a:pt x="1001854" y="34342"/>
                </a:lnTo>
                <a:lnTo>
                  <a:pt x="1015540" y="34342"/>
                </a:lnTo>
                <a:lnTo>
                  <a:pt x="1015540" y="46923"/>
                </a:lnTo>
                <a:cubicBezTo>
                  <a:pt x="1018373" y="42528"/>
                  <a:pt x="1022142" y="38992"/>
                  <a:pt x="1026845" y="36316"/>
                </a:cubicBezTo>
                <a:cubicBezTo>
                  <a:pt x="1031549" y="33640"/>
                  <a:pt x="1036905" y="32302"/>
                  <a:pt x="1042912" y="32302"/>
                </a:cubicBezTo>
                <a:cubicBezTo>
                  <a:pt x="1049599" y="32302"/>
                  <a:pt x="1055082" y="33684"/>
                  <a:pt x="1059360" y="36446"/>
                </a:cubicBezTo>
                <a:cubicBezTo>
                  <a:pt x="1063639" y="39207"/>
                  <a:pt x="1066657" y="43068"/>
                  <a:pt x="1068413" y="48028"/>
                </a:cubicBezTo>
                <a:cubicBezTo>
                  <a:pt x="1075554" y="37544"/>
                  <a:pt x="1084848" y="32302"/>
                  <a:pt x="1096295" y="32302"/>
                </a:cubicBezTo>
                <a:cubicBezTo>
                  <a:pt x="1105249" y="32302"/>
                  <a:pt x="1112135" y="34782"/>
                  <a:pt x="1116952" y="39740"/>
                </a:cubicBezTo>
                <a:cubicBezTo>
                  <a:pt x="1121769" y="44699"/>
                  <a:pt x="1124177" y="52335"/>
                  <a:pt x="1124177" y="62650"/>
                </a:cubicBezTo>
                <a:lnTo>
                  <a:pt x="1124177" y="124619"/>
                </a:lnTo>
                <a:lnTo>
                  <a:pt x="1108961" y="124619"/>
                </a:lnTo>
                <a:lnTo>
                  <a:pt x="1108961" y="67689"/>
                </a:lnTo>
                <a:cubicBezTo>
                  <a:pt x="1108961" y="61561"/>
                  <a:pt x="1108465" y="57151"/>
                  <a:pt x="1107474" y="54457"/>
                </a:cubicBezTo>
                <a:cubicBezTo>
                  <a:pt x="1106482" y="51762"/>
                  <a:pt x="1104683" y="49591"/>
                  <a:pt x="1102076" y="47946"/>
                </a:cubicBezTo>
                <a:cubicBezTo>
                  <a:pt x="1099469" y="46301"/>
                  <a:pt x="1096409" y="45478"/>
                  <a:pt x="1092895" y="45478"/>
                </a:cubicBezTo>
                <a:cubicBezTo>
                  <a:pt x="1086548" y="45478"/>
                  <a:pt x="1081278" y="47592"/>
                  <a:pt x="1077084" y="51819"/>
                </a:cubicBezTo>
                <a:cubicBezTo>
                  <a:pt x="1072890" y="56045"/>
                  <a:pt x="1070794" y="62810"/>
                  <a:pt x="1070794" y="72114"/>
                </a:cubicBezTo>
                <a:lnTo>
                  <a:pt x="1070794" y="124619"/>
                </a:lnTo>
                <a:lnTo>
                  <a:pt x="1055493" y="124619"/>
                </a:lnTo>
                <a:lnTo>
                  <a:pt x="1055493" y="65901"/>
                </a:lnTo>
                <a:cubicBezTo>
                  <a:pt x="1055493" y="59093"/>
                  <a:pt x="1054246" y="53988"/>
                  <a:pt x="1051752" y="50584"/>
                </a:cubicBezTo>
                <a:cubicBezTo>
                  <a:pt x="1049259" y="47180"/>
                  <a:pt x="1045178" y="45478"/>
                  <a:pt x="1039511" y="45478"/>
                </a:cubicBezTo>
                <a:cubicBezTo>
                  <a:pt x="1035204" y="45478"/>
                  <a:pt x="1031223" y="46613"/>
                  <a:pt x="1027568" y="48884"/>
                </a:cubicBezTo>
                <a:cubicBezTo>
                  <a:pt x="1023913" y="51152"/>
                  <a:pt x="1021263" y="54471"/>
                  <a:pt x="1019620" y="58840"/>
                </a:cubicBezTo>
                <a:cubicBezTo>
                  <a:pt x="1017976" y="63207"/>
                  <a:pt x="1017155" y="69504"/>
                  <a:pt x="1017155" y="77730"/>
                </a:cubicBezTo>
                <a:lnTo>
                  <a:pt x="1017155" y="124619"/>
                </a:lnTo>
                <a:lnTo>
                  <a:pt x="1001854" y="124619"/>
                </a:lnTo>
                <a:close/>
                <a:moveTo>
                  <a:pt x="1205782" y="113473"/>
                </a:moveTo>
                <a:cubicBezTo>
                  <a:pt x="1200115" y="118293"/>
                  <a:pt x="1194661" y="121696"/>
                  <a:pt x="1189418" y="123681"/>
                </a:cubicBezTo>
                <a:cubicBezTo>
                  <a:pt x="1184176" y="125666"/>
                  <a:pt x="1178552" y="126659"/>
                  <a:pt x="1172545" y="126659"/>
                </a:cubicBezTo>
                <a:cubicBezTo>
                  <a:pt x="1162627" y="126659"/>
                  <a:pt x="1155005" y="124235"/>
                  <a:pt x="1149678" y="119386"/>
                </a:cubicBezTo>
                <a:cubicBezTo>
                  <a:pt x="1144351" y="114537"/>
                  <a:pt x="1141688" y="108341"/>
                  <a:pt x="1141688" y="100799"/>
                </a:cubicBezTo>
                <a:cubicBezTo>
                  <a:pt x="1141688" y="96377"/>
                  <a:pt x="1142693" y="92337"/>
                  <a:pt x="1144705" y="88680"/>
                </a:cubicBezTo>
                <a:cubicBezTo>
                  <a:pt x="1146717" y="85021"/>
                  <a:pt x="1149352" y="82086"/>
                  <a:pt x="1152611" y="79874"/>
                </a:cubicBezTo>
                <a:cubicBezTo>
                  <a:pt x="1155869" y="77662"/>
                  <a:pt x="1159539" y="75989"/>
                  <a:pt x="1163619" y="74856"/>
                </a:cubicBezTo>
                <a:cubicBezTo>
                  <a:pt x="1166623" y="74061"/>
                  <a:pt x="1171156" y="73295"/>
                  <a:pt x="1177220" y="72558"/>
                </a:cubicBezTo>
                <a:cubicBezTo>
                  <a:pt x="1189574" y="71095"/>
                  <a:pt x="1198670" y="69351"/>
                  <a:pt x="1204507" y="67325"/>
                </a:cubicBezTo>
                <a:cubicBezTo>
                  <a:pt x="1204564" y="65237"/>
                  <a:pt x="1204592" y="63910"/>
                  <a:pt x="1204592" y="63345"/>
                </a:cubicBezTo>
                <a:cubicBezTo>
                  <a:pt x="1204592" y="57135"/>
                  <a:pt x="1203147" y="52760"/>
                  <a:pt x="1200257" y="50220"/>
                </a:cubicBezTo>
                <a:cubicBezTo>
                  <a:pt x="1196346" y="46775"/>
                  <a:pt x="1190538" y="45053"/>
                  <a:pt x="1182831" y="45053"/>
                </a:cubicBezTo>
                <a:cubicBezTo>
                  <a:pt x="1175633" y="45053"/>
                  <a:pt x="1170320" y="46314"/>
                  <a:pt x="1166892" y="48836"/>
                </a:cubicBezTo>
                <a:cubicBezTo>
                  <a:pt x="1163463" y="51358"/>
                  <a:pt x="1160927" y="55821"/>
                  <a:pt x="1159284" y="62224"/>
                </a:cubicBezTo>
                <a:lnTo>
                  <a:pt x="1144323" y="60184"/>
                </a:lnTo>
                <a:cubicBezTo>
                  <a:pt x="1145683" y="53761"/>
                  <a:pt x="1147921" y="48574"/>
                  <a:pt x="1151038" y="44623"/>
                </a:cubicBezTo>
                <a:cubicBezTo>
                  <a:pt x="1154155" y="40672"/>
                  <a:pt x="1158660" y="37631"/>
                  <a:pt x="1164554" y="35501"/>
                </a:cubicBezTo>
                <a:cubicBezTo>
                  <a:pt x="1170448" y="33368"/>
                  <a:pt x="1177277" y="32302"/>
                  <a:pt x="1185041" y="32302"/>
                </a:cubicBezTo>
                <a:cubicBezTo>
                  <a:pt x="1192748" y="32302"/>
                  <a:pt x="1199010" y="33209"/>
                  <a:pt x="1203827" y="35023"/>
                </a:cubicBezTo>
                <a:cubicBezTo>
                  <a:pt x="1208644" y="36836"/>
                  <a:pt x="1212186" y="39117"/>
                  <a:pt x="1214453" y="41866"/>
                </a:cubicBezTo>
                <a:cubicBezTo>
                  <a:pt x="1216720" y="44614"/>
                  <a:pt x="1218306" y="48085"/>
                  <a:pt x="1219213" y="52279"/>
                </a:cubicBezTo>
                <a:cubicBezTo>
                  <a:pt x="1219723" y="54886"/>
                  <a:pt x="1219978" y="59589"/>
                  <a:pt x="1219978" y="66390"/>
                </a:cubicBezTo>
                <a:lnTo>
                  <a:pt x="1219978" y="86791"/>
                </a:lnTo>
                <a:cubicBezTo>
                  <a:pt x="1219978" y="101016"/>
                  <a:pt x="1220304" y="110012"/>
                  <a:pt x="1220956" y="113781"/>
                </a:cubicBezTo>
                <a:cubicBezTo>
                  <a:pt x="1221607" y="117549"/>
                  <a:pt x="1222897" y="121162"/>
                  <a:pt x="1224824" y="124619"/>
                </a:cubicBezTo>
                <a:lnTo>
                  <a:pt x="1208842" y="124619"/>
                </a:lnTo>
                <a:cubicBezTo>
                  <a:pt x="1207256" y="121442"/>
                  <a:pt x="1206236" y="117726"/>
                  <a:pt x="1205782" y="113473"/>
                </a:cubicBezTo>
                <a:moveTo>
                  <a:pt x="1204507" y="79226"/>
                </a:moveTo>
                <a:cubicBezTo>
                  <a:pt x="1198953" y="81512"/>
                  <a:pt x="1190623" y="83455"/>
                  <a:pt x="1179515" y="85054"/>
                </a:cubicBezTo>
                <a:cubicBezTo>
                  <a:pt x="1173225" y="85964"/>
                  <a:pt x="1168776" y="86989"/>
                  <a:pt x="1166169" y="88127"/>
                </a:cubicBezTo>
                <a:cubicBezTo>
                  <a:pt x="1163562" y="89264"/>
                  <a:pt x="1161551" y="90929"/>
                  <a:pt x="1160134" y="93122"/>
                </a:cubicBezTo>
                <a:cubicBezTo>
                  <a:pt x="1158717" y="95312"/>
                  <a:pt x="1158009" y="97745"/>
                  <a:pt x="1158009" y="100419"/>
                </a:cubicBezTo>
                <a:cubicBezTo>
                  <a:pt x="1158009" y="104515"/>
                  <a:pt x="1159553" y="107929"/>
                  <a:pt x="1162642" y="110662"/>
                </a:cubicBezTo>
                <a:cubicBezTo>
                  <a:pt x="1165730" y="113393"/>
                  <a:pt x="1170250" y="114758"/>
                  <a:pt x="1176200" y="114758"/>
                </a:cubicBezTo>
                <a:cubicBezTo>
                  <a:pt x="1182094" y="114758"/>
                  <a:pt x="1187336" y="113463"/>
                  <a:pt x="1191926" y="110872"/>
                </a:cubicBezTo>
                <a:cubicBezTo>
                  <a:pt x="1196516" y="108281"/>
                  <a:pt x="1199888" y="104736"/>
                  <a:pt x="1202042" y="100238"/>
                </a:cubicBezTo>
                <a:cubicBezTo>
                  <a:pt x="1203685" y="96764"/>
                  <a:pt x="1204507" y="91638"/>
                  <a:pt x="1204507" y="84863"/>
                </a:cubicBezTo>
                <a:lnTo>
                  <a:pt x="1204507" y="79226"/>
                </a:lnTo>
                <a:close/>
                <a:moveTo>
                  <a:pt x="1235593" y="124619"/>
                </a:moveTo>
                <a:lnTo>
                  <a:pt x="1235593" y="112208"/>
                </a:lnTo>
                <a:lnTo>
                  <a:pt x="1293057" y="46243"/>
                </a:lnTo>
                <a:cubicBezTo>
                  <a:pt x="1286540" y="46583"/>
                  <a:pt x="1280788" y="46753"/>
                  <a:pt x="1275801" y="46753"/>
                </a:cubicBezTo>
                <a:lnTo>
                  <a:pt x="1238993" y="46753"/>
                </a:lnTo>
                <a:lnTo>
                  <a:pt x="1238993" y="34342"/>
                </a:lnTo>
                <a:lnTo>
                  <a:pt x="1312778" y="34342"/>
                </a:lnTo>
                <a:lnTo>
                  <a:pt x="1312778" y="44458"/>
                </a:lnTo>
                <a:lnTo>
                  <a:pt x="1263900" y="101752"/>
                </a:lnTo>
                <a:lnTo>
                  <a:pt x="1254464" y="112208"/>
                </a:lnTo>
                <a:cubicBezTo>
                  <a:pt x="1261321" y="111698"/>
                  <a:pt x="1267754" y="111443"/>
                  <a:pt x="1273761" y="111443"/>
                </a:cubicBezTo>
                <a:lnTo>
                  <a:pt x="1315499" y="111443"/>
                </a:lnTo>
                <a:lnTo>
                  <a:pt x="1315499" y="124619"/>
                </a:lnTo>
                <a:lnTo>
                  <a:pt x="1235593" y="124619"/>
                </a:lnTo>
                <a:close/>
                <a:moveTo>
                  <a:pt x="1325019" y="79481"/>
                </a:moveTo>
                <a:cubicBezTo>
                  <a:pt x="1325019" y="62763"/>
                  <a:pt x="1329666" y="50380"/>
                  <a:pt x="1338960" y="42333"/>
                </a:cubicBezTo>
                <a:cubicBezTo>
                  <a:pt x="1346724" y="35646"/>
                  <a:pt x="1356188" y="32302"/>
                  <a:pt x="1367352" y="32302"/>
                </a:cubicBezTo>
                <a:cubicBezTo>
                  <a:pt x="1379763" y="32302"/>
                  <a:pt x="1389907" y="36368"/>
                  <a:pt x="1397785" y="44501"/>
                </a:cubicBezTo>
                <a:cubicBezTo>
                  <a:pt x="1405662" y="52633"/>
                  <a:pt x="1409600" y="63868"/>
                  <a:pt x="1409600" y="78206"/>
                </a:cubicBezTo>
                <a:cubicBezTo>
                  <a:pt x="1409600" y="89823"/>
                  <a:pt x="1407858" y="98961"/>
                  <a:pt x="1404373" y="105620"/>
                </a:cubicBezTo>
                <a:cubicBezTo>
                  <a:pt x="1400887" y="112279"/>
                  <a:pt x="1395815" y="117450"/>
                  <a:pt x="1389156" y="121134"/>
                </a:cubicBezTo>
                <a:cubicBezTo>
                  <a:pt x="1382498" y="124817"/>
                  <a:pt x="1375230" y="126659"/>
                  <a:pt x="1367352" y="126659"/>
                </a:cubicBezTo>
                <a:cubicBezTo>
                  <a:pt x="1354715" y="126659"/>
                  <a:pt x="1344500" y="122607"/>
                  <a:pt x="1336708" y="114503"/>
                </a:cubicBezTo>
                <a:cubicBezTo>
                  <a:pt x="1328915" y="106399"/>
                  <a:pt x="1325019" y="94725"/>
                  <a:pt x="1325019" y="79481"/>
                </a:cubicBezTo>
                <a:moveTo>
                  <a:pt x="1340745" y="79438"/>
                </a:moveTo>
                <a:cubicBezTo>
                  <a:pt x="1340745" y="90957"/>
                  <a:pt x="1343267" y="99581"/>
                  <a:pt x="1348311" y="105312"/>
                </a:cubicBezTo>
                <a:cubicBezTo>
                  <a:pt x="1353355" y="111043"/>
                  <a:pt x="1359702" y="113908"/>
                  <a:pt x="1367352" y="113908"/>
                </a:cubicBezTo>
                <a:cubicBezTo>
                  <a:pt x="1374946" y="113908"/>
                  <a:pt x="1381265" y="111029"/>
                  <a:pt x="1386309" y="105269"/>
                </a:cubicBezTo>
                <a:cubicBezTo>
                  <a:pt x="1391352" y="99510"/>
                  <a:pt x="1393874" y="90731"/>
                  <a:pt x="1393874" y="78931"/>
                </a:cubicBezTo>
                <a:cubicBezTo>
                  <a:pt x="1393874" y="67807"/>
                  <a:pt x="1391338" y="59380"/>
                  <a:pt x="1386266" y="53649"/>
                </a:cubicBezTo>
                <a:cubicBezTo>
                  <a:pt x="1381194" y="47919"/>
                  <a:pt x="1374890" y="45053"/>
                  <a:pt x="1367352" y="45053"/>
                </a:cubicBezTo>
                <a:cubicBezTo>
                  <a:pt x="1359702" y="45053"/>
                  <a:pt x="1353355" y="47904"/>
                  <a:pt x="1348311" y="53607"/>
                </a:cubicBezTo>
                <a:cubicBezTo>
                  <a:pt x="1343267" y="59309"/>
                  <a:pt x="1340745" y="67920"/>
                  <a:pt x="1340745" y="79438"/>
                </a:cubicBezTo>
                <a:close/>
                <a:moveTo>
                  <a:pt x="1427510" y="124619"/>
                </a:moveTo>
                <a:lnTo>
                  <a:pt x="1427510" y="34342"/>
                </a:lnTo>
                <a:lnTo>
                  <a:pt x="1441281" y="34342"/>
                </a:lnTo>
                <a:lnTo>
                  <a:pt x="1441281" y="47093"/>
                </a:lnTo>
                <a:cubicBezTo>
                  <a:pt x="1447911" y="37233"/>
                  <a:pt x="1457489" y="32302"/>
                  <a:pt x="1470013" y="32302"/>
                </a:cubicBezTo>
                <a:cubicBezTo>
                  <a:pt x="1475453" y="32302"/>
                  <a:pt x="1480455" y="33280"/>
                  <a:pt x="1485017" y="35235"/>
                </a:cubicBezTo>
                <a:cubicBezTo>
                  <a:pt x="1489579" y="37190"/>
                  <a:pt x="1492993" y="39755"/>
                  <a:pt x="1495260" y="42928"/>
                </a:cubicBezTo>
                <a:cubicBezTo>
                  <a:pt x="1497527" y="46102"/>
                  <a:pt x="1499113" y="49870"/>
                  <a:pt x="1500020" y="54234"/>
                </a:cubicBezTo>
                <a:cubicBezTo>
                  <a:pt x="1500587" y="57067"/>
                  <a:pt x="1500870" y="62026"/>
                  <a:pt x="1500870" y="69110"/>
                </a:cubicBezTo>
                <a:lnTo>
                  <a:pt x="1500870" y="124619"/>
                </a:lnTo>
                <a:lnTo>
                  <a:pt x="1485569" y="124619"/>
                </a:lnTo>
                <a:lnTo>
                  <a:pt x="1485569" y="69647"/>
                </a:lnTo>
                <a:cubicBezTo>
                  <a:pt x="1485569" y="63406"/>
                  <a:pt x="1484974" y="58739"/>
                  <a:pt x="1483784" y="55647"/>
                </a:cubicBezTo>
                <a:cubicBezTo>
                  <a:pt x="1482594" y="52555"/>
                  <a:pt x="1480483" y="50087"/>
                  <a:pt x="1477451" y="48244"/>
                </a:cubicBezTo>
                <a:cubicBezTo>
                  <a:pt x="1474419" y="46400"/>
                  <a:pt x="1470863" y="45478"/>
                  <a:pt x="1466783" y="45478"/>
                </a:cubicBezTo>
                <a:cubicBezTo>
                  <a:pt x="1460266" y="45478"/>
                  <a:pt x="1454641" y="47549"/>
                  <a:pt x="1449909" y="51692"/>
                </a:cubicBezTo>
                <a:cubicBezTo>
                  <a:pt x="1445177" y="55832"/>
                  <a:pt x="1442811" y="63689"/>
                  <a:pt x="1442811" y="75262"/>
                </a:cubicBezTo>
                <a:lnTo>
                  <a:pt x="1442811" y="124619"/>
                </a:lnTo>
                <a:lnTo>
                  <a:pt x="1427510" y="124619"/>
                </a:lnTo>
                <a:close/>
                <a:moveTo>
                  <a:pt x="1567007" y="79481"/>
                </a:moveTo>
                <a:cubicBezTo>
                  <a:pt x="1567007" y="62763"/>
                  <a:pt x="1571654" y="50380"/>
                  <a:pt x="1580948" y="42333"/>
                </a:cubicBezTo>
                <a:cubicBezTo>
                  <a:pt x="1588712" y="35646"/>
                  <a:pt x="1598176" y="32302"/>
                  <a:pt x="1609340" y="32302"/>
                </a:cubicBezTo>
                <a:cubicBezTo>
                  <a:pt x="1621751" y="32302"/>
                  <a:pt x="1631895" y="36368"/>
                  <a:pt x="1639772" y="44501"/>
                </a:cubicBezTo>
                <a:cubicBezTo>
                  <a:pt x="1647649" y="52633"/>
                  <a:pt x="1651588" y="63868"/>
                  <a:pt x="1651588" y="78206"/>
                </a:cubicBezTo>
                <a:cubicBezTo>
                  <a:pt x="1651588" y="89823"/>
                  <a:pt x="1649845" y="98961"/>
                  <a:pt x="1646360" y="105620"/>
                </a:cubicBezTo>
                <a:cubicBezTo>
                  <a:pt x="1642875" y="112279"/>
                  <a:pt x="1637803" y="117450"/>
                  <a:pt x="1631144" y="121134"/>
                </a:cubicBezTo>
                <a:cubicBezTo>
                  <a:pt x="1624485" y="124817"/>
                  <a:pt x="1617217" y="126659"/>
                  <a:pt x="1609340" y="126659"/>
                </a:cubicBezTo>
                <a:cubicBezTo>
                  <a:pt x="1596702" y="126659"/>
                  <a:pt x="1586488" y="122607"/>
                  <a:pt x="1578695" y="114503"/>
                </a:cubicBezTo>
                <a:cubicBezTo>
                  <a:pt x="1570903" y="106399"/>
                  <a:pt x="1567007" y="94725"/>
                  <a:pt x="1567007" y="79481"/>
                </a:cubicBezTo>
                <a:moveTo>
                  <a:pt x="1582733" y="79438"/>
                </a:moveTo>
                <a:cubicBezTo>
                  <a:pt x="1582733" y="90957"/>
                  <a:pt x="1585255" y="99581"/>
                  <a:pt x="1590299" y="105312"/>
                </a:cubicBezTo>
                <a:cubicBezTo>
                  <a:pt x="1595342" y="111043"/>
                  <a:pt x="1601690" y="113908"/>
                  <a:pt x="1609340" y="113908"/>
                </a:cubicBezTo>
                <a:cubicBezTo>
                  <a:pt x="1616934" y="113908"/>
                  <a:pt x="1623253" y="111029"/>
                  <a:pt x="1628296" y="105269"/>
                </a:cubicBezTo>
                <a:cubicBezTo>
                  <a:pt x="1633340" y="99510"/>
                  <a:pt x="1635862" y="90731"/>
                  <a:pt x="1635862" y="78931"/>
                </a:cubicBezTo>
                <a:cubicBezTo>
                  <a:pt x="1635862" y="67807"/>
                  <a:pt x="1633326" y="59380"/>
                  <a:pt x="1628254" y="53649"/>
                </a:cubicBezTo>
                <a:cubicBezTo>
                  <a:pt x="1623182" y="47919"/>
                  <a:pt x="1616877" y="45053"/>
                  <a:pt x="1609340" y="45053"/>
                </a:cubicBezTo>
                <a:cubicBezTo>
                  <a:pt x="1601690" y="45053"/>
                  <a:pt x="1595342" y="47904"/>
                  <a:pt x="1590299" y="53607"/>
                </a:cubicBezTo>
                <a:cubicBezTo>
                  <a:pt x="1585255" y="59309"/>
                  <a:pt x="1582733" y="67920"/>
                  <a:pt x="1582733" y="79438"/>
                </a:cubicBezTo>
                <a:close/>
                <a:moveTo>
                  <a:pt x="1669327" y="124619"/>
                </a:moveTo>
                <a:lnTo>
                  <a:pt x="1669327" y="34342"/>
                </a:lnTo>
                <a:lnTo>
                  <a:pt x="1683098" y="34342"/>
                </a:lnTo>
                <a:lnTo>
                  <a:pt x="1683098" y="47943"/>
                </a:lnTo>
                <a:cubicBezTo>
                  <a:pt x="1686612" y="41575"/>
                  <a:pt x="1689856" y="37376"/>
                  <a:pt x="1692832" y="35347"/>
                </a:cubicBezTo>
                <a:cubicBezTo>
                  <a:pt x="1695807" y="33317"/>
                  <a:pt x="1699080" y="32302"/>
                  <a:pt x="1702650" y="32302"/>
                </a:cubicBezTo>
                <a:cubicBezTo>
                  <a:pt x="1707807" y="32302"/>
                  <a:pt x="1713049" y="33939"/>
                  <a:pt x="1718376" y="37211"/>
                </a:cubicBezTo>
                <a:lnTo>
                  <a:pt x="1713106" y="51344"/>
                </a:lnTo>
                <a:cubicBezTo>
                  <a:pt x="1709365" y="49134"/>
                  <a:pt x="1705625" y="48028"/>
                  <a:pt x="1701885" y="48028"/>
                </a:cubicBezTo>
                <a:cubicBezTo>
                  <a:pt x="1698541" y="48028"/>
                  <a:pt x="1695538" y="49036"/>
                  <a:pt x="1692874" y="51051"/>
                </a:cubicBezTo>
                <a:cubicBezTo>
                  <a:pt x="1690211" y="53065"/>
                  <a:pt x="1688312" y="55859"/>
                  <a:pt x="1687179" y="59433"/>
                </a:cubicBezTo>
                <a:cubicBezTo>
                  <a:pt x="1685479" y="64878"/>
                  <a:pt x="1684628" y="70835"/>
                  <a:pt x="1684628" y="77302"/>
                </a:cubicBezTo>
                <a:lnTo>
                  <a:pt x="1684628" y="124619"/>
                </a:lnTo>
                <a:lnTo>
                  <a:pt x="1669327" y="124619"/>
                </a:lnTo>
                <a:close/>
                <a:moveTo>
                  <a:pt x="1786040" y="124619"/>
                </a:moveTo>
                <a:lnTo>
                  <a:pt x="1786040" y="113228"/>
                </a:lnTo>
                <a:cubicBezTo>
                  <a:pt x="1780316" y="122182"/>
                  <a:pt x="1771900" y="126659"/>
                  <a:pt x="1760793" y="126659"/>
                </a:cubicBezTo>
                <a:cubicBezTo>
                  <a:pt x="1753596" y="126659"/>
                  <a:pt x="1746979" y="124676"/>
                  <a:pt x="1740944" y="120709"/>
                </a:cubicBezTo>
                <a:cubicBezTo>
                  <a:pt x="1734908" y="116742"/>
                  <a:pt x="1730233" y="111202"/>
                  <a:pt x="1726918" y="104090"/>
                </a:cubicBezTo>
                <a:cubicBezTo>
                  <a:pt x="1723603" y="96978"/>
                  <a:pt x="1721945" y="88803"/>
                  <a:pt x="1721945" y="79566"/>
                </a:cubicBezTo>
                <a:cubicBezTo>
                  <a:pt x="1721945" y="70555"/>
                  <a:pt x="1723447" y="62380"/>
                  <a:pt x="1726450" y="55041"/>
                </a:cubicBezTo>
                <a:cubicBezTo>
                  <a:pt x="1729454" y="47703"/>
                  <a:pt x="1733959" y="42078"/>
                  <a:pt x="1739966" y="38168"/>
                </a:cubicBezTo>
                <a:cubicBezTo>
                  <a:pt x="1745973" y="34257"/>
                  <a:pt x="1752689" y="32302"/>
                  <a:pt x="1760113" y="32302"/>
                </a:cubicBezTo>
                <a:cubicBezTo>
                  <a:pt x="1765553" y="32302"/>
                  <a:pt x="1770398" y="33450"/>
                  <a:pt x="1774649" y="35745"/>
                </a:cubicBezTo>
                <a:cubicBezTo>
                  <a:pt x="1778899" y="38040"/>
                  <a:pt x="1782356" y="41030"/>
                  <a:pt x="1785019" y="44713"/>
                </a:cubicBezTo>
                <a:lnTo>
                  <a:pt x="1785019" y="0"/>
                </a:lnTo>
                <a:lnTo>
                  <a:pt x="1800236" y="0"/>
                </a:lnTo>
                <a:lnTo>
                  <a:pt x="1800236" y="124619"/>
                </a:lnTo>
                <a:lnTo>
                  <a:pt x="1786040" y="124619"/>
                </a:lnTo>
                <a:moveTo>
                  <a:pt x="1737671" y="79523"/>
                </a:moveTo>
                <a:cubicBezTo>
                  <a:pt x="1737671" y="91042"/>
                  <a:pt x="1740108" y="99652"/>
                  <a:pt x="1744982" y="105354"/>
                </a:cubicBezTo>
                <a:cubicBezTo>
                  <a:pt x="1749855" y="111057"/>
                  <a:pt x="1755607" y="113908"/>
                  <a:pt x="1762238" y="113908"/>
                </a:cubicBezTo>
                <a:cubicBezTo>
                  <a:pt x="1768925" y="113908"/>
                  <a:pt x="1774606" y="111184"/>
                  <a:pt x="1779282" y="105737"/>
                </a:cubicBezTo>
                <a:cubicBezTo>
                  <a:pt x="1783957" y="100288"/>
                  <a:pt x="1786295" y="91973"/>
                  <a:pt x="1786295" y="80793"/>
                </a:cubicBezTo>
                <a:cubicBezTo>
                  <a:pt x="1786295" y="68485"/>
                  <a:pt x="1783914" y="59451"/>
                  <a:pt x="1779154" y="53692"/>
                </a:cubicBezTo>
                <a:cubicBezTo>
                  <a:pt x="1774394" y="47933"/>
                  <a:pt x="1768528" y="45053"/>
                  <a:pt x="1761558" y="45053"/>
                </a:cubicBezTo>
                <a:cubicBezTo>
                  <a:pt x="1754757" y="45053"/>
                  <a:pt x="1749076" y="47820"/>
                  <a:pt x="1744514" y="53355"/>
                </a:cubicBezTo>
                <a:cubicBezTo>
                  <a:pt x="1739952" y="58887"/>
                  <a:pt x="1737671" y="67610"/>
                  <a:pt x="1737671" y="79523"/>
                </a:cubicBezTo>
                <a:close/>
                <a:moveTo>
                  <a:pt x="1886066" y="95547"/>
                </a:moveTo>
                <a:lnTo>
                  <a:pt x="1901877" y="97502"/>
                </a:lnTo>
                <a:cubicBezTo>
                  <a:pt x="1899384" y="106739"/>
                  <a:pt x="1894765" y="113908"/>
                  <a:pt x="1888021" y="119009"/>
                </a:cubicBezTo>
                <a:cubicBezTo>
                  <a:pt x="1881277" y="124109"/>
                  <a:pt x="1872663" y="126659"/>
                  <a:pt x="1862179" y="126659"/>
                </a:cubicBezTo>
                <a:cubicBezTo>
                  <a:pt x="1848975" y="126659"/>
                  <a:pt x="1838505" y="122593"/>
                  <a:pt x="1830769" y="114461"/>
                </a:cubicBezTo>
                <a:cubicBezTo>
                  <a:pt x="1823034" y="106328"/>
                  <a:pt x="1819166" y="94923"/>
                  <a:pt x="1819166" y="80246"/>
                </a:cubicBezTo>
                <a:cubicBezTo>
                  <a:pt x="1819166" y="65058"/>
                  <a:pt x="1823076" y="53270"/>
                  <a:pt x="1830897" y="44883"/>
                </a:cubicBezTo>
                <a:cubicBezTo>
                  <a:pt x="1838717" y="36496"/>
                  <a:pt x="1848862" y="32302"/>
                  <a:pt x="1861329" y="32302"/>
                </a:cubicBezTo>
                <a:cubicBezTo>
                  <a:pt x="1873400" y="32302"/>
                  <a:pt x="1883261" y="36405"/>
                  <a:pt x="1890911" y="44610"/>
                </a:cubicBezTo>
                <a:cubicBezTo>
                  <a:pt x="1898562" y="52813"/>
                  <a:pt x="1902387" y="64354"/>
                  <a:pt x="1902387" y="79234"/>
                </a:cubicBezTo>
                <a:cubicBezTo>
                  <a:pt x="1902387" y="80139"/>
                  <a:pt x="1902359" y="81496"/>
                  <a:pt x="1902302" y="83306"/>
                </a:cubicBezTo>
                <a:lnTo>
                  <a:pt x="1834977" y="83306"/>
                </a:lnTo>
                <a:cubicBezTo>
                  <a:pt x="1835544" y="93195"/>
                  <a:pt x="1838349" y="100768"/>
                  <a:pt x="1843393" y="106024"/>
                </a:cubicBezTo>
                <a:cubicBezTo>
                  <a:pt x="1848437" y="111280"/>
                  <a:pt x="1854727" y="113908"/>
                  <a:pt x="1862264" y="113908"/>
                </a:cubicBezTo>
                <a:cubicBezTo>
                  <a:pt x="1867875" y="113908"/>
                  <a:pt x="1872663" y="112449"/>
                  <a:pt x="1876630" y="109530"/>
                </a:cubicBezTo>
                <a:cubicBezTo>
                  <a:pt x="1880597" y="106610"/>
                  <a:pt x="1883742" y="101949"/>
                  <a:pt x="1886066" y="95547"/>
                </a:cubicBezTo>
                <a:moveTo>
                  <a:pt x="1835827" y="70555"/>
                </a:moveTo>
                <a:lnTo>
                  <a:pt x="1886236" y="70555"/>
                </a:lnTo>
                <a:cubicBezTo>
                  <a:pt x="1885556" y="63085"/>
                  <a:pt x="1883629" y="57483"/>
                  <a:pt x="1880455" y="53748"/>
                </a:cubicBezTo>
                <a:cubicBezTo>
                  <a:pt x="1875582" y="47951"/>
                  <a:pt x="1869263" y="45053"/>
                  <a:pt x="1861499" y="45053"/>
                </a:cubicBezTo>
                <a:cubicBezTo>
                  <a:pt x="1854472" y="45053"/>
                  <a:pt x="1848564" y="47367"/>
                  <a:pt x="1843775" y="51995"/>
                </a:cubicBezTo>
                <a:cubicBezTo>
                  <a:pt x="1838987" y="56620"/>
                  <a:pt x="1836337" y="62807"/>
                  <a:pt x="1835827" y="70555"/>
                </a:cubicBezTo>
                <a:close/>
                <a:moveTo>
                  <a:pt x="1920892" y="124619"/>
                </a:moveTo>
                <a:lnTo>
                  <a:pt x="1920892" y="34342"/>
                </a:lnTo>
                <a:lnTo>
                  <a:pt x="1934663" y="34342"/>
                </a:lnTo>
                <a:lnTo>
                  <a:pt x="1934663" y="47943"/>
                </a:lnTo>
                <a:cubicBezTo>
                  <a:pt x="1938177" y="41575"/>
                  <a:pt x="1941421" y="37376"/>
                  <a:pt x="1944396" y="35347"/>
                </a:cubicBezTo>
                <a:cubicBezTo>
                  <a:pt x="1947371" y="33317"/>
                  <a:pt x="1950644" y="32302"/>
                  <a:pt x="1954214" y="32302"/>
                </a:cubicBezTo>
                <a:cubicBezTo>
                  <a:pt x="1959371" y="32302"/>
                  <a:pt x="1964613" y="33939"/>
                  <a:pt x="1969940" y="37211"/>
                </a:cubicBezTo>
                <a:lnTo>
                  <a:pt x="1964670" y="51344"/>
                </a:lnTo>
                <a:cubicBezTo>
                  <a:pt x="1960930" y="49134"/>
                  <a:pt x="1957190" y="48028"/>
                  <a:pt x="1953449" y="48028"/>
                </a:cubicBezTo>
                <a:cubicBezTo>
                  <a:pt x="1950106" y="48028"/>
                  <a:pt x="1947102" y="49036"/>
                  <a:pt x="1944439" y="51051"/>
                </a:cubicBezTo>
                <a:cubicBezTo>
                  <a:pt x="1941775" y="53065"/>
                  <a:pt x="1939877" y="55859"/>
                  <a:pt x="1938743" y="59433"/>
                </a:cubicBezTo>
                <a:cubicBezTo>
                  <a:pt x="1937043" y="64878"/>
                  <a:pt x="1936193" y="70835"/>
                  <a:pt x="1936193" y="77302"/>
                </a:cubicBezTo>
                <a:lnTo>
                  <a:pt x="1936193" y="124619"/>
                </a:lnTo>
                <a:lnTo>
                  <a:pt x="1920892" y="124619"/>
                </a:lnTo>
                <a:close/>
                <a:moveTo>
                  <a:pt x="2027518" y="17681"/>
                </a:moveTo>
                <a:lnTo>
                  <a:pt x="2027518" y="0"/>
                </a:lnTo>
                <a:lnTo>
                  <a:pt x="2042819" y="0"/>
                </a:lnTo>
                <a:lnTo>
                  <a:pt x="2042819" y="17681"/>
                </a:lnTo>
                <a:lnTo>
                  <a:pt x="2027518" y="17681"/>
                </a:lnTo>
                <a:moveTo>
                  <a:pt x="2027518" y="124619"/>
                </a:moveTo>
                <a:lnTo>
                  <a:pt x="2027518" y="34342"/>
                </a:lnTo>
                <a:lnTo>
                  <a:pt x="2042819" y="34342"/>
                </a:lnTo>
                <a:lnTo>
                  <a:pt x="2042819" y="124619"/>
                </a:lnTo>
                <a:lnTo>
                  <a:pt x="2027518" y="124619"/>
                </a:lnTo>
                <a:close/>
                <a:moveTo>
                  <a:pt x="2059960" y="97587"/>
                </a:moveTo>
                <a:lnTo>
                  <a:pt x="2075091" y="95207"/>
                </a:lnTo>
                <a:cubicBezTo>
                  <a:pt x="2075941" y="101244"/>
                  <a:pt x="2078307" y="105871"/>
                  <a:pt x="2082189" y="109087"/>
                </a:cubicBezTo>
                <a:cubicBezTo>
                  <a:pt x="2086071" y="112301"/>
                  <a:pt x="2091497" y="113908"/>
                  <a:pt x="2098468" y="113908"/>
                </a:cubicBezTo>
                <a:cubicBezTo>
                  <a:pt x="2105495" y="113908"/>
                  <a:pt x="2110709" y="112489"/>
                  <a:pt x="2114109" y="109650"/>
                </a:cubicBezTo>
                <a:cubicBezTo>
                  <a:pt x="2117509" y="106809"/>
                  <a:pt x="2119209" y="103478"/>
                  <a:pt x="2119209" y="99656"/>
                </a:cubicBezTo>
                <a:cubicBezTo>
                  <a:pt x="2119209" y="96226"/>
                  <a:pt x="2117708" y="93527"/>
                  <a:pt x="2114704" y="91560"/>
                </a:cubicBezTo>
                <a:cubicBezTo>
                  <a:pt x="2112607" y="90210"/>
                  <a:pt x="2107394" y="88495"/>
                  <a:pt x="2099063" y="86414"/>
                </a:cubicBezTo>
                <a:cubicBezTo>
                  <a:pt x="2087842" y="83579"/>
                  <a:pt x="2080064" y="81126"/>
                  <a:pt x="2075729" y="79056"/>
                </a:cubicBezTo>
                <a:cubicBezTo>
                  <a:pt x="2071394" y="76985"/>
                  <a:pt x="2068107" y="74121"/>
                  <a:pt x="2065868" y="70462"/>
                </a:cubicBezTo>
                <a:cubicBezTo>
                  <a:pt x="2063630" y="66803"/>
                  <a:pt x="2062510" y="62762"/>
                  <a:pt x="2062510" y="58338"/>
                </a:cubicBezTo>
                <a:cubicBezTo>
                  <a:pt x="2062510" y="54311"/>
                  <a:pt x="2063431" y="50581"/>
                  <a:pt x="2065273" y="47149"/>
                </a:cubicBezTo>
                <a:cubicBezTo>
                  <a:pt x="2067115" y="43717"/>
                  <a:pt x="2069623" y="40867"/>
                  <a:pt x="2072796" y="38598"/>
                </a:cubicBezTo>
                <a:cubicBezTo>
                  <a:pt x="2075176" y="36840"/>
                  <a:pt x="2078421" y="35351"/>
                  <a:pt x="2082529" y="34133"/>
                </a:cubicBezTo>
                <a:cubicBezTo>
                  <a:pt x="2086638" y="32912"/>
                  <a:pt x="2091044" y="32302"/>
                  <a:pt x="2095748" y="32302"/>
                </a:cubicBezTo>
                <a:cubicBezTo>
                  <a:pt x="2102832" y="32302"/>
                  <a:pt x="2109051" y="33329"/>
                  <a:pt x="2114407" y="35384"/>
                </a:cubicBezTo>
                <a:cubicBezTo>
                  <a:pt x="2119762" y="37436"/>
                  <a:pt x="2123715" y="40218"/>
                  <a:pt x="2126265" y="43728"/>
                </a:cubicBezTo>
                <a:cubicBezTo>
                  <a:pt x="2128815" y="47236"/>
                  <a:pt x="2130572" y="51928"/>
                  <a:pt x="2131535" y="57804"/>
                </a:cubicBezTo>
                <a:lnTo>
                  <a:pt x="2116574" y="59844"/>
                </a:lnTo>
                <a:cubicBezTo>
                  <a:pt x="2115894" y="55197"/>
                  <a:pt x="2113925" y="51570"/>
                  <a:pt x="2110666" y="48964"/>
                </a:cubicBezTo>
                <a:cubicBezTo>
                  <a:pt x="2107408" y="46357"/>
                  <a:pt x="2102803" y="45053"/>
                  <a:pt x="2096853" y="45053"/>
                </a:cubicBezTo>
                <a:cubicBezTo>
                  <a:pt x="2089826" y="45053"/>
                  <a:pt x="2084810" y="46210"/>
                  <a:pt x="2081807" y="48523"/>
                </a:cubicBezTo>
                <a:cubicBezTo>
                  <a:pt x="2078803" y="50834"/>
                  <a:pt x="2077301" y="53541"/>
                  <a:pt x="2077301" y="56643"/>
                </a:cubicBezTo>
                <a:cubicBezTo>
                  <a:pt x="2077301" y="58616"/>
                  <a:pt x="2077925" y="60392"/>
                  <a:pt x="2079172" y="61972"/>
                </a:cubicBezTo>
                <a:cubicBezTo>
                  <a:pt x="2080418" y="63607"/>
                  <a:pt x="2082374" y="64960"/>
                  <a:pt x="2085037" y="66031"/>
                </a:cubicBezTo>
                <a:cubicBezTo>
                  <a:pt x="2086567" y="66596"/>
                  <a:pt x="2091072" y="67893"/>
                  <a:pt x="2098553" y="69923"/>
                </a:cubicBezTo>
                <a:cubicBezTo>
                  <a:pt x="2109377" y="72811"/>
                  <a:pt x="2116928" y="75176"/>
                  <a:pt x="2121207" y="77016"/>
                </a:cubicBezTo>
                <a:cubicBezTo>
                  <a:pt x="2125486" y="78856"/>
                  <a:pt x="2128844" y="81531"/>
                  <a:pt x="2131280" y="85043"/>
                </a:cubicBezTo>
                <a:cubicBezTo>
                  <a:pt x="2133717" y="88553"/>
                  <a:pt x="2134936" y="92913"/>
                  <a:pt x="2134936" y="98121"/>
                </a:cubicBezTo>
                <a:cubicBezTo>
                  <a:pt x="2134936" y="103218"/>
                  <a:pt x="2133448" y="108017"/>
                  <a:pt x="2130473" y="112519"/>
                </a:cubicBezTo>
                <a:cubicBezTo>
                  <a:pt x="2127498" y="117019"/>
                  <a:pt x="2123205" y="120501"/>
                  <a:pt x="2117594" y="122964"/>
                </a:cubicBezTo>
                <a:cubicBezTo>
                  <a:pt x="2111984" y="125427"/>
                  <a:pt x="2105637" y="126659"/>
                  <a:pt x="2098553" y="126659"/>
                </a:cubicBezTo>
                <a:cubicBezTo>
                  <a:pt x="2086822" y="126659"/>
                  <a:pt x="2077882" y="124215"/>
                  <a:pt x="2071734" y="119327"/>
                </a:cubicBezTo>
                <a:cubicBezTo>
                  <a:pt x="2065585" y="114439"/>
                  <a:pt x="2061660" y="107193"/>
                  <a:pt x="2059960" y="97587"/>
                </a:cubicBezTo>
                <a:close/>
                <a:moveTo>
                  <a:pt x="2201525" y="159301"/>
                </a:moveTo>
                <a:lnTo>
                  <a:pt x="2201525" y="34342"/>
                </a:lnTo>
                <a:lnTo>
                  <a:pt x="2215466" y="34342"/>
                </a:lnTo>
                <a:lnTo>
                  <a:pt x="2215466" y="45988"/>
                </a:lnTo>
                <a:cubicBezTo>
                  <a:pt x="2218753" y="41426"/>
                  <a:pt x="2222465" y="38005"/>
                  <a:pt x="2226602" y="35724"/>
                </a:cubicBezTo>
                <a:cubicBezTo>
                  <a:pt x="2230739" y="33443"/>
                  <a:pt x="2235754" y="32302"/>
                  <a:pt x="2241648" y="32302"/>
                </a:cubicBezTo>
                <a:cubicBezTo>
                  <a:pt x="2249355" y="32302"/>
                  <a:pt x="2256156" y="34286"/>
                  <a:pt x="2262049" y="38253"/>
                </a:cubicBezTo>
                <a:cubicBezTo>
                  <a:pt x="2267943" y="42220"/>
                  <a:pt x="2272392" y="47816"/>
                  <a:pt x="2275395" y="55041"/>
                </a:cubicBezTo>
                <a:cubicBezTo>
                  <a:pt x="2278399" y="62267"/>
                  <a:pt x="2279901" y="70187"/>
                  <a:pt x="2279901" y="78801"/>
                </a:cubicBezTo>
                <a:cubicBezTo>
                  <a:pt x="2279901" y="88038"/>
                  <a:pt x="2278243" y="96354"/>
                  <a:pt x="2274928" y="103750"/>
                </a:cubicBezTo>
                <a:cubicBezTo>
                  <a:pt x="2271613" y="111145"/>
                  <a:pt x="2266796" y="116813"/>
                  <a:pt x="2260477" y="120751"/>
                </a:cubicBezTo>
                <a:cubicBezTo>
                  <a:pt x="2254158" y="124690"/>
                  <a:pt x="2247513" y="126659"/>
                  <a:pt x="2240543" y="126659"/>
                </a:cubicBezTo>
                <a:cubicBezTo>
                  <a:pt x="2235442" y="126659"/>
                  <a:pt x="2230866" y="125568"/>
                  <a:pt x="2226814" y="123386"/>
                </a:cubicBezTo>
                <a:cubicBezTo>
                  <a:pt x="2222762" y="121203"/>
                  <a:pt x="2219433" y="118445"/>
                  <a:pt x="2216826" y="115114"/>
                </a:cubicBezTo>
                <a:lnTo>
                  <a:pt x="2216826" y="159301"/>
                </a:lnTo>
                <a:lnTo>
                  <a:pt x="2201525" y="159301"/>
                </a:lnTo>
                <a:moveTo>
                  <a:pt x="2215381" y="79863"/>
                </a:moveTo>
                <a:cubicBezTo>
                  <a:pt x="2215381" y="91467"/>
                  <a:pt x="2217733" y="100042"/>
                  <a:pt x="2222437" y="105588"/>
                </a:cubicBezTo>
                <a:cubicBezTo>
                  <a:pt x="2227140" y="111135"/>
                  <a:pt x="2232836" y="113908"/>
                  <a:pt x="2239523" y="113908"/>
                </a:cubicBezTo>
                <a:cubicBezTo>
                  <a:pt x="2246323" y="113908"/>
                  <a:pt x="2252146" y="111036"/>
                  <a:pt x="2256992" y="105291"/>
                </a:cubicBezTo>
                <a:cubicBezTo>
                  <a:pt x="2261837" y="99546"/>
                  <a:pt x="2264260" y="90645"/>
                  <a:pt x="2264260" y="78588"/>
                </a:cubicBezTo>
                <a:cubicBezTo>
                  <a:pt x="2264260" y="67098"/>
                  <a:pt x="2261894" y="58495"/>
                  <a:pt x="2257162" y="52778"/>
                </a:cubicBezTo>
                <a:cubicBezTo>
                  <a:pt x="2252430" y="47062"/>
                  <a:pt x="2246777" y="44203"/>
                  <a:pt x="2240203" y="44203"/>
                </a:cubicBezTo>
                <a:cubicBezTo>
                  <a:pt x="2233686" y="44203"/>
                  <a:pt x="2227919" y="47246"/>
                  <a:pt x="2222904" y="53331"/>
                </a:cubicBezTo>
                <a:cubicBezTo>
                  <a:pt x="2217889" y="59416"/>
                  <a:pt x="2215381" y="68260"/>
                  <a:pt x="2215381" y="79863"/>
                </a:cubicBezTo>
                <a:close/>
                <a:moveTo>
                  <a:pt x="2297981" y="124619"/>
                </a:moveTo>
                <a:lnTo>
                  <a:pt x="2297981" y="0"/>
                </a:lnTo>
                <a:lnTo>
                  <a:pt x="2313282" y="0"/>
                </a:lnTo>
                <a:lnTo>
                  <a:pt x="2313282" y="124619"/>
                </a:lnTo>
                <a:lnTo>
                  <a:pt x="2297981" y="124619"/>
                </a:lnTo>
                <a:close/>
                <a:moveTo>
                  <a:pt x="2395879" y="113473"/>
                </a:moveTo>
                <a:cubicBezTo>
                  <a:pt x="2390212" y="118293"/>
                  <a:pt x="2384757" y="121696"/>
                  <a:pt x="2379515" y="123681"/>
                </a:cubicBezTo>
                <a:cubicBezTo>
                  <a:pt x="2374273" y="125666"/>
                  <a:pt x="2368648" y="126659"/>
                  <a:pt x="2362641" y="126659"/>
                </a:cubicBezTo>
                <a:cubicBezTo>
                  <a:pt x="2352724" y="126659"/>
                  <a:pt x="2345102" y="124235"/>
                  <a:pt x="2339775" y="119386"/>
                </a:cubicBezTo>
                <a:cubicBezTo>
                  <a:pt x="2334448" y="114537"/>
                  <a:pt x="2331784" y="108341"/>
                  <a:pt x="2331784" y="100799"/>
                </a:cubicBezTo>
                <a:cubicBezTo>
                  <a:pt x="2331784" y="96377"/>
                  <a:pt x="2332790" y="92337"/>
                  <a:pt x="2334802" y="88680"/>
                </a:cubicBezTo>
                <a:cubicBezTo>
                  <a:pt x="2336814" y="85021"/>
                  <a:pt x="2339449" y="82086"/>
                  <a:pt x="2342707" y="79874"/>
                </a:cubicBezTo>
                <a:cubicBezTo>
                  <a:pt x="2345966" y="77662"/>
                  <a:pt x="2349635" y="75989"/>
                  <a:pt x="2353716" y="74856"/>
                </a:cubicBezTo>
                <a:cubicBezTo>
                  <a:pt x="2356719" y="74061"/>
                  <a:pt x="2361253" y="73295"/>
                  <a:pt x="2367317" y="72558"/>
                </a:cubicBezTo>
                <a:cubicBezTo>
                  <a:pt x="2379671" y="71095"/>
                  <a:pt x="2388766" y="69351"/>
                  <a:pt x="2394604" y="67325"/>
                </a:cubicBezTo>
                <a:cubicBezTo>
                  <a:pt x="2394660" y="65237"/>
                  <a:pt x="2394689" y="63910"/>
                  <a:pt x="2394689" y="63345"/>
                </a:cubicBezTo>
                <a:cubicBezTo>
                  <a:pt x="2394689" y="57135"/>
                  <a:pt x="2393243" y="52760"/>
                  <a:pt x="2390353" y="50220"/>
                </a:cubicBezTo>
                <a:cubicBezTo>
                  <a:pt x="2386443" y="46775"/>
                  <a:pt x="2380634" y="45053"/>
                  <a:pt x="2372927" y="45053"/>
                </a:cubicBezTo>
                <a:cubicBezTo>
                  <a:pt x="2365730" y="45053"/>
                  <a:pt x="2360417" y="46314"/>
                  <a:pt x="2356988" y="48836"/>
                </a:cubicBezTo>
                <a:cubicBezTo>
                  <a:pt x="2353560" y="51358"/>
                  <a:pt x="2351024" y="55821"/>
                  <a:pt x="2349380" y="62224"/>
                </a:cubicBezTo>
                <a:lnTo>
                  <a:pt x="2334419" y="60184"/>
                </a:lnTo>
                <a:cubicBezTo>
                  <a:pt x="2335779" y="53761"/>
                  <a:pt x="2338018" y="48574"/>
                  <a:pt x="2341135" y="44623"/>
                </a:cubicBezTo>
                <a:cubicBezTo>
                  <a:pt x="2344252" y="40672"/>
                  <a:pt x="2348757" y="37631"/>
                  <a:pt x="2354651" y="35501"/>
                </a:cubicBezTo>
                <a:cubicBezTo>
                  <a:pt x="2360544" y="33368"/>
                  <a:pt x="2367373" y="32302"/>
                  <a:pt x="2375137" y="32302"/>
                </a:cubicBezTo>
                <a:cubicBezTo>
                  <a:pt x="2382844" y="32302"/>
                  <a:pt x="2389106" y="33209"/>
                  <a:pt x="2393923" y="35023"/>
                </a:cubicBezTo>
                <a:cubicBezTo>
                  <a:pt x="2398740" y="36836"/>
                  <a:pt x="2402282" y="39117"/>
                  <a:pt x="2404549" y="41866"/>
                </a:cubicBezTo>
                <a:cubicBezTo>
                  <a:pt x="2406816" y="44614"/>
                  <a:pt x="2408403" y="48085"/>
                  <a:pt x="2409310" y="52279"/>
                </a:cubicBezTo>
                <a:cubicBezTo>
                  <a:pt x="2409820" y="54886"/>
                  <a:pt x="2410075" y="59589"/>
                  <a:pt x="2410075" y="66390"/>
                </a:cubicBezTo>
                <a:lnTo>
                  <a:pt x="2410075" y="86791"/>
                </a:lnTo>
                <a:cubicBezTo>
                  <a:pt x="2410075" y="101016"/>
                  <a:pt x="2410400" y="110012"/>
                  <a:pt x="2411052" y="113781"/>
                </a:cubicBezTo>
                <a:cubicBezTo>
                  <a:pt x="2411704" y="117549"/>
                  <a:pt x="2412993" y="121162"/>
                  <a:pt x="2414920" y="124619"/>
                </a:cubicBezTo>
                <a:lnTo>
                  <a:pt x="2398939" y="124619"/>
                </a:lnTo>
                <a:cubicBezTo>
                  <a:pt x="2397352" y="121442"/>
                  <a:pt x="2396332" y="117726"/>
                  <a:pt x="2395879" y="113473"/>
                </a:cubicBezTo>
                <a:moveTo>
                  <a:pt x="2394604" y="79226"/>
                </a:moveTo>
                <a:cubicBezTo>
                  <a:pt x="2389050" y="81512"/>
                  <a:pt x="2380719" y="83455"/>
                  <a:pt x="2369612" y="85054"/>
                </a:cubicBezTo>
                <a:cubicBezTo>
                  <a:pt x="2363321" y="85964"/>
                  <a:pt x="2358873" y="86989"/>
                  <a:pt x="2356266" y="88127"/>
                </a:cubicBezTo>
                <a:cubicBezTo>
                  <a:pt x="2353659" y="89264"/>
                  <a:pt x="2351647" y="90929"/>
                  <a:pt x="2350230" y="93122"/>
                </a:cubicBezTo>
                <a:cubicBezTo>
                  <a:pt x="2348814" y="95312"/>
                  <a:pt x="2348105" y="97745"/>
                  <a:pt x="2348105" y="100419"/>
                </a:cubicBezTo>
                <a:cubicBezTo>
                  <a:pt x="2348105" y="104515"/>
                  <a:pt x="2349649" y="107929"/>
                  <a:pt x="2352738" y="110662"/>
                </a:cubicBezTo>
                <a:cubicBezTo>
                  <a:pt x="2355827" y="113393"/>
                  <a:pt x="2360346" y="114758"/>
                  <a:pt x="2366296" y="114758"/>
                </a:cubicBezTo>
                <a:cubicBezTo>
                  <a:pt x="2372190" y="114758"/>
                  <a:pt x="2377432" y="113463"/>
                  <a:pt x="2382023" y="110872"/>
                </a:cubicBezTo>
                <a:cubicBezTo>
                  <a:pt x="2386613" y="108281"/>
                  <a:pt x="2389985" y="104736"/>
                  <a:pt x="2392138" y="100238"/>
                </a:cubicBezTo>
                <a:cubicBezTo>
                  <a:pt x="2393782" y="96764"/>
                  <a:pt x="2394604" y="91638"/>
                  <a:pt x="2394604" y="84863"/>
                </a:cubicBezTo>
                <a:lnTo>
                  <a:pt x="2394604" y="79226"/>
                </a:lnTo>
                <a:close/>
                <a:moveTo>
                  <a:pt x="2492673" y="91467"/>
                </a:moveTo>
                <a:lnTo>
                  <a:pt x="2507719" y="93422"/>
                </a:lnTo>
                <a:cubicBezTo>
                  <a:pt x="2506076" y="103819"/>
                  <a:pt x="2501868" y="111958"/>
                  <a:pt x="2495096" y="117840"/>
                </a:cubicBezTo>
                <a:cubicBezTo>
                  <a:pt x="2488324" y="123719"/>
                  <a:pt x="2480007" y="126659"/>
                  <a:pt x="2470147" y="126659"/>
                </a:cubicBezTo>
                <a:cubicBezTo>
                  <a:pt x="2457792" y="126659"/>
                  <a:pt x="2447861" y="122621"/>
                  <a:pt x="2440352" y="114546"/>
                </a:cubicBezTo>
                <a:cubicBezTo>
                  <a:pt x="2432843" y="106470"/>
                  <a:pt x="2429089" y="94895"/>
                  <a:pt x="2429089" y="79821"/>
                </a:cubicBezTo>
                <a:cubicBezTo>
                  <a:pt x="2429089" y="70073"/>
                  <a:pt x="2430704" y="61544"/>
                  <a:pt x="2433934" y="54234"/>
                </a:cubicBezTo>
                <a:cubicBezTo>
                  <a:pt x="2437164" y="46923"/>
                  <a:pt x="2442080" y="41440"/>
                  <a:pt x="2448683" y="37785"/>
                </a:cubicBezTo>
                <a:cubicBezTo>
                  <a:pt x="2455285" y="34130"/>
                  <a:pt x="2462468" y="32302"/>
                  <a:pt x="2470232" y="32302"/>
                </a:cubicBezTo>
                <a:cubicBezTo>
                  <a:pt x="2480036" y="32302"/>
                  <a:pt x="2488055" y="34790"/>
                  <a:pt x="2494288" y="39764"/>
                </a:cubicBezTo>
                <a:cubicBezTo>
                  <a:pt x="2500522" y="44737"/>
                  <a:pt x="2504517" y="51799"/>
                  <a:pt x="2506274" y="60949"/>
                </a:cubicBezTo>
                <a:lnTo>
                  <a:pt x="2491398" y="63245"/>
                </a:lnTo>
                <a:cubicBezTo>
                  <a:pt x="2489981" y="57209"/>
                  <a:pt x="2487474" y="52668"/>
                  <a:pt x="2483875" y="49622"/>
                </a:cubicBezTo>
                <a:cubicBezTo>
                  <a:pt x="2480277" y="46576"/>
                  <a:pt x="2475927" y="45053"/>
                  <a:pt x="2470827" y="45053"/>
                </a:cubicBezTo>
                <a:cubicBezTo>
                  <a:pt x="2463119" y="45053"/>
                  <a:pt x="2456857" y="47803"/>
                  <a:pt x="2452040" y="53301"/>
                </a:cubicBezTo>
                <a:cubicBezTo>
                  <a:pt x="2447223" y="58799"/>
                  <a:pt x="2444815" y="67497"/>
                  <a:pt x="2444815" y="79396"/>
                </a:cubicBezTo>
                <a:cubicBezTo>
                  <a:pt x="2444815" y="91465"/>
                  <a:pt x="2447138" y="100235"/>
                  <a:pt x="2451785" y="105705"/>
                </a:cubicBezTo>
                <a:cubicBezTo>
                  <a:pt x="2456432" y="111174"/>
                  <a:pt x="2462496" y="113908"/>
                  <a:pt x="2469977" y="113908"/>
                </a:cubicBezTo>
                <a:cubicBezTo>
                  <a:pt x="2475984" y="113908"/>
                  <a:pt x="2480999" y="112073"/>
                  <a:pt x="2485023" y="108404"/>
                </a:cubicBezTo>
                <a:cubicBezTo>
                  <a:pt x="2489046" y="104735"/>
                  <a:pt x="2491597" y="99089"/>
                  <a:pt x="2492673" y="91467"/>
                </a:cubicBezTo>
                <a:close/>
                <a:moveTo>
                  <a:pt x="2582610" y="95547"/>
                </a:moveTo>
                <a:lnTo>
                  <a:pt x="2598422" y="97502"/>
                </a:lnTo>
                <a:cubicBezTo>
                  <a:pt x="2595928" y="106739"/>
                  <a:pt x="2591309" y="113908"/>
                  <a:pt x="2584566" y="119009"/>
                </a:cubicBezTo>
                <a:cubicBezTo>
                  <a:pt x="2577822" y="124109"/>
                  <a:pt x="2569208" y="126659"/>
                  <a:pt x="2558724" y="126659"/>
                </a:cubicBezTo>
                <a:cubicBezTo>
                  <a:pt x="2545519" y="126659"/>
                  <a:pt x="2535049" y="122593"/>
                  <a:pt x="2527314" y="114461"/>
                </a:cubicBezTo>
                <a:cubicBezTo>
                  <a:pt x="2519578" y="106328"/>
                  <a:pt x="2515711" y="94923"/>
                  <a:pt x="2515711" y="80246"/>
                </a:cubicBezTo>
                <a:cubicBezTo>
                  <a:pt x="2515711" y="65058"/>
                  <a:pt x="2519621" y="53270"/>
                  <a:pt x="2527441" y="44883"/>
                </a:cubicBezTo>
                <a:cubicBezTo>
                  <a:pt x="2535262" y="36496"/>
                  <a:pt x="2545406" y="32302"/>
                  <a:pt x="2557874" y="32302"/>
                </a:cubicBezTo>
                <a:cubicBezTo>
                  <a:pt x="2569944" y="32302"/>
                  <a:pt x="2579805" y="36405"/>
                  <a:pt x="2587456" y="44610"/>
                </a:cubicBezTo>
                <a:cubicBezTo>
                  <a:pt x="2595106" y="52813"/>
                  <a:pt x="2598932" y="64354"/>
                  <a:pt x="2598932" y="79234"/>
                </a:cubicBezTo>
                <a:cubicBezTo>
                  <a:pt x="2598932" y="80139"/>
                  <a:pt x="2598903" y="81496"/>
                  <a:pt x="2598847" y="83306"/>
                </a:cubicBezTo>
                <a:lnTo>
                  <a:pt x="2531522" y="83306"/>
                </a:lnTo>
                <a:cubicBezTo>
                  <a:pt x="2532088" y="93195"/>
                  <a:pt x="2534894" y="100768"/>
                  <a:pt x="2539937" y="106024"/>
                </a:cubicBezTo>
                <a:cubicBezTo>
                  <a:pt x="2544981" y="111280"/>
                  <a:pt x="2551271" y="113908"/>
                  <a:pt x="2558809" y="113908"/>
                </a:cubicBezTo>
                <a:cubicBezTo>
                  <a:pt x="2564419" y="113908"/>
                  <a:pt x="2569208" y="112449"/>
                  <a:pt x="2573175" y="109530"/>
                </a:cubicBezTo>
                <a:cubicBezTo>
                  <a:pt x="2577142" y="106610"/>
                  <a:pt x="2580287" y="101949"/>
                  <a:pt x="2582610" y="95547"/>
                </a:cubicBezTo>
                <a:moveTo>
                  <a:pt x="2532372" y="70555"/>
                </a:moveTo>
                <a:lnTo>
                  <a:pt x="2582780" y="70555"/>
                </a:lnTo>
                <a:cubicBezTo>
                  <a:pt x="2582100" y="63085"/>
                  <a:pt x="2580174" y="57483"/>
                  <a:pt x="2577000" y="53748"/>
                </a:cubicBezTo>
                <a:cubicBezTo>
                  <a:pt x="2572126" y="47951"/>
                  <a:pt x="2565807" y="45053"/>
                  <a:pt x="2558044" y="45053"/>
                </a:cubicBezTo>
                <a:cubicBezTo>
                  <a:pt x="2551016" y="45053"/>
                  <a:pt x="2545109" y="47367"/>
                  <a:pt x="2540320" y="51995"/>
                </a:cubicBezTo>
                <a:cubicBezTo>
                  <a:pt x="2535531" y="56620"/>
                  <a:pt x="2532882" y="62807"/>
                  <a:pt x="2532372" y="70555"/>
                </a:cubicBezTo>
                <a:close/>
                <a:moveTo>
                  <a:pt x="2676175" y="124619"/>
                </a:moveTo>
                <a:lnTo>
                  <a:pt x="2676175" y="113228"/>
                </a:lnTo>
                <a:cubicBezTo>
                  <a:pt x="2670451" y="122182"/>
                  <a:pt x="2662035" y="126659"/>
                  <a:pt x="2650928" y="126659"/>
                </a:cubicBezTo>
                <a:cubicBezTo>
                  <a:pt x="2643731" y="126659"/>
                  <a:pt x="2637115" y="124676"/>
                  <a:pt x="2631079" y="120709"/>
                </a:cubicBezTo>
                <a:cubicBezTo>
                  <a:pt x="2625044" y="116742"/>
                  <a:pt x="2620368" y="111202"/>
                  <a:pt x="2617053" y="104090"/>
                </a:cubicBezTo>
                <a:cubicBezTo>
                  <a:pt x="2613738" y="96978"/>
                  <a:pt x="2612080" y="88803"/>
                  <a:pt x="2612080" y="79566"/>
                </a:cubicBezTo>
                <a:cubicBezTo>
                  <a:pt x="2612080" y="70555"/>
                  <a:pt x="2613582" y="62380"/>
                  <a:pt x="2616586" y="55041"/>
                </a:cubicBezTo>
                <a:cubicBezTo>
                  <a:pt x="2619589" y="47703"/>
                  <a:pt x="2624094" y="42078"/>
                  <a:pt x="2630101" y="38168"/>
                </a:cubicBezTo>
                <a:cubicBezTo>
                  <a:pt x="2636109" y="34257"/>
                  <a:pt x="2642824" y="32302"/>
                  <a:pt x="2650248" y="32302"/>
                </a:cubicBezTo>
                <a:cubicBezTo>
                  <a:pt x="2655688" y="32302"/>
                  <a:pt x="2660534" y="33450"/>
                  <a:pt x="2664784" y="35745"/>
                </a:cubicBezTo>
                <a:cubicBezTo>
                  <a:pt x="2669034" y="38040"/>
                  <a:pt x="2672491" y="41030"/>
                  <a:pt x="2675155" y="44713"/>
                </a:cubicBezTo>
                <a:lnTo>
                  <a:pt x="2675155" y="0"/>
                </a:lnTo>
                <a:lnTo>
                  <a:pt x="2690371" y="0"/>
                </a:lnTo>
                <a:lnTo>
                  <a:pt x="2690371" y="124619"/>
                </a:lnTo>
                <a:lnTo>
                  <a:pt x="2676175" y="124619"/>
                </a:lnTo>
                <a:moveTo>
                  <a:pt x="2627806" y="79523"/>
                </a:moveTo>
                <a:cubicBezTo>
                  <a:pt x="2627806" y="91042"/>
                  <a:pt x="2630243" y="99652"/>
                  <a:pt x="2635117" y="105354"/>
                </a:cubicBezTo>
                <a:cubicBezTo>
                  <a:pt x="2639991" y="111057"/>
                  <a:pt x="2645743" y="113908"/>
                  <a:pt x="2652373" y="113908"/>
                </a:cubicBezTo>
                <a:cubicBezTo>
                  <a:pt x="2659060" y="113908"/>
                  <a:pt x="2664741" y="111184"/>
                  <a:pt x="2669417" y="105737"/>
                </a:cubicBezTo>
                <a:cubicBezTo>
                  <a:pt x="2674092" y="100288"/>
                  <a:pt x="2676430" y="91973"/>
                  <a:pt x="2676430" y="80793"/>
                </a:cubicBezTo>
                <a:cubicBezTo>
                  <a:pt x="2676430" y="68485"/>
                  <a:pt x="2674050" y="59451"/>
                  <a:pt x="2669289" y="53692"/>
                </a:cubicBezTo>
                <a:cubicBezTo>
                  <a:pt x="2664529" y="47933"/>
                  <a:pt x="2658664" y="45053"/>
                  <a:pt x="2651693" y="45053"/>
                </a:cubicBezTo>
                <a:cubicBezTo>
                  <a:pt x="2644893" y="45053"/>
                  <a:pt x="2639211" y="47820"/>
                  <a:pt x="2634649" y="53355"/>
                </a:cubicBezTo>
                <a:cubicBezTo>
                  <a:pt x="2630087" y="58887"/>
                  <a:pt x="2627806" y="67610"/>
                  <a:pt x="2627806" y="795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B72EB-1F5A-43A7-B8BF-04D312A6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3984767"/>
            <a:ext cx="3365789" cy="362693"/>
          </a:xfrm>
          <a:custGeom xmlns:a="http://schemas.openxmlformats.org/drawingml/2006/main">
            <a:pathLst>
              <a:path w="3365789" h="362693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9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8"/>
                  <a:pt x="38062" y="357999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solidFill xmlns:a="http://schemas.openxmlformats.org/drawingml/2006/main">
            <a:srgbClr val="E6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22A60-31DF-4CEA-A9D6-3A4DF56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3984767"/>
            <a:ext cx="3365789" cy="362693"/>
          </a:xfrm>
          <a:custGeom xmlns:a="http://schemas.openxmlformats.org/drawingml/2006/main">
            <a:pathLst>
              <a:path w="3365789" h="362693" fill="none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9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8"/>
                  <a:pt x="38062" y="357999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E6FFCC"/>
            </a:solidFill>
            <a:miter/>
          </a:ln>
        </p:spPr>
      </p:sp>
      <p:sp>
        <p:nvSpPr>
          <p:cNvPr id="89" name="Text assertorderproductisExpected.apparel">
            <a:extLst xmlns:a="http://schemas.openxmlformats.org/drawingml/2006/main">
              <a:ext uri="{FF2B5EF4-FFF2-40B4-BE49-F238E27FC236}">
                <a16:creationId xmlns:a16="http://schemas.microsoft.com/office/drawing/2014/main" id="{0F710CBE-2ECD-4716-978D-D1A7497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328" y="4099525"/>
            <a:ext cx="3203834" cy="159301"/>
          </a:xfrm>
          <a:custGeom xmlns:a="http://schemas.openxmlformats.org/drawingml/2006/main">
            <a:pathLst>
              <a:path w="3203834" h="159301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95860" y="97587"/>
                </a:moveTo>
                <a:lnTo>
                  <a:pt x="110991" y="95207"/>
                </a:lnTo>
                <a:cubicBezTo>
                  <a:pt x="111841" y="101244"/>
                  <a:pt x="114207" y="105871"/>
                  <a:pt x="118089" y="109087"/>
                </a:cubicBezTo>
                <a:cubicBezTo>
                  <a:pt x="121971" y="112301"/>
                  <a:pt x="127397" y="113908"/>
                  <a:pt x="134367" y="113908"/>
                </a:cubicBezTo>
                <a:cubicBezTo>
                  <a:pt x="141395" y="113908"/>
                  <a:pt x="146608" y="112489"/>
                  <a:pt x="150008" y="109650"/>
                </a:cubicBezTo>
                <a:cubicBezTo>
                  <a:pt x="153409" y="106809"/>
                  <a:pt x="155109" y="103478"/>
                  <a:pt x="155109" y="99656"/>
                </a:cubicBezTo>
                <a:cubicBezTo>
                  <a:pt x="155109" y="96226"/>
                  <a:pt x="153607" y="93527"/>
                  <a:pt x="150604" y="91560"/>
                </a:cubicBezTo>
                <a:cubicBezTo>
                  <a:pt x="148507" y="90210"/>
                  <a:pt x="143293" y="88495"/>
                  <a:pt x="134962" y="86414"/>
                </a:cubicBezTo>
                <a:cubicBezTo>
                  <a:pt x="123742" y="83579"/>
                  <a:pt x="115964" y="81126"/>
                  <a:pt x="111628" y="79056"/>
                </a:cubicBezTo>
                <a:cubicBezTo>
                  <a:pt x="107293" y="76985"/>
                  <a:pt x="104006" y="74121"/>
                  <a:pt x="101768" y="70462"/>
                </a:cubicBezTo>
                <a:cubicBezTo>
                  <a:pt x="99529" y="66803"/>
                  <a:pt x="98410" y="62762"/>
                  <a:pt x="98410" y="58338"/>
                </a:cubicBezTo>
                <a:cubicBezTo>
                  <a:pt x="98410" y="54311"/>
                  <a:pt x="99331" y="50581"/>
                  <a:pt x="101172" y="47149"/>
                </a:cubicBezTo>
                <a:cubicBezTo>
                  <a:pt x="103014" y="43717"/>
                  <a:pt x="105522" y="40867"/>
                  <a:pt x="108696" y="38598"/>
                </a:cubicBezTo>
                <a:cubicBezTo>
                  <a:pt x="111076" y="36840"/>
                  <a:pt x="114320" y="35351"/>
                  <a:pt x="118429" y="34133"/>
                </a:cubicBezTo>
                <a:cubicBezTo>
                  <a:pt x="122537" y="32912"/>
                  <a:pt x="126944" y="32302"/>
                  <a:pt x="131647" y="32302"/>
                </a:cubicBezTo>
                <a:cubicBezTo>
                  <a:pt x="138731" y="32302"/>
                  <a:pt x="144951" y="33329"/>
                  <a:pt x="150306" y="35384"/>
                </a:cubicBezTo>
                <a:cubicBezTo>
                  <a:pt x="155661" y="37436"/>
                  <a:pt x="159614" y="40218"/>
                  <a:pt x="162164" y="43728"/>
                </a:cubicBezTo>
                <a:cubicBezTo>
                  <a:pt x="164715" y="47236"/>
                  <a:pt x="166471" y="51928"/>
                  <a:pt x="167435" y="57804"/>
                </a:cubicBezTo>
                <a:lnTo>
                  <a:pt x="152474" y="59844"/>
                </a:lnTo>
                <a:cubicBezTo>
                  <a:pt x="151794" y="55197"/>
                  <a:pt x="149824" y="51570"/>
                  <a:pt x="146566" y="48964"/>
                </a:cubicBezTo>
                <a:cubicBezTo>
                  <a:pt x="143307" y="46357"/>
                  <a:pt x="138703" y="45053"/>
                  <a:pt x="132752" y="45053"/>
                </a:cubicBezTo>
                <a:cubicBezTo>
                  <a:pt x="125725" y="45053"/>
                  <a:pt x="120710" y="46210"/>
                  <a:pt x="117706" y="48523"/>
                </a:cubicBezTo>
                <a:cubicBezTo>
                  <a:pt x="114703" y="50834"/>
                  <a:pt x="113201" y="53541"/>
                  <a:pt x="113201" y="56643"/>
                </a:cubicBezTo>
                <a:cubicBezTo>
                  <a:pt x="113201" y="58616"/>
                  <a:pt x="113824" y="60392"/>
                  <a:pt x="115071" y="61972"/>
                </a:cubicBezTo>
                <a:cubicBezTo>
                  <a:pt x="116318" y="63607"/>
                  <a:pt x="118273" y="64960"/>
                  <a:pt x="120936" y="66031"/>
                </a:cubicBezTo>
                <a:cubicBezTo>
                  <a:pt x="122467" y="66596"/>
                  <a:pt x="126972" y="67893"/>
                  <a:pt x="134452" y="69923"/>
                </a:cubicBezTo>
                <a:cubicBezTo>
                  <a:pt x="145276" y="72811"/>
                  <a:pt x="152828" y="75176"/>
                  <a:pt x="157107" y="77016"/>
                </a:cubicBezTo>
                <a:cubicBezTo>
                  <a:pt x="161385" y="78856"/>
                  <a:pt x="164743" y="81531"/>
                  <a:pt x="167180" y="85043"/>
                </a:cubicBezTo>
                <a:cubicBezTo>
                  <a:pt x="169617" y="88553"/>
                  <a:pt x="170835" y="92913"/>
                  <a:pt x="170835" y="98121"/>
                </a:cubicBezTo>
                <a:cubicBezTo>
                  <a:pt x="170835" y="103218"/>
                  <a:pt x="169347" y="108017"/>
                  <a:pt x="166372" y="112519"/>
                </a:cubicBezTo>
                <a:cubicBezTo>
                  <a:pt x="163397" y="117019"/>
                  <a:pt x="159104" y="120501"/>
                  <a:pt x="153494" y="122964"/>
                </a:cubicBezTo>
                <a:cubicBezTo>
                  <a:pt x="147883" y="125427"/>
                  <a:pt x="141536" y="126659"/>
                  <a:pt x="134452" y="126659"/>
                </a:cubicBezTo>
                <a:cubicBezTo>
                  <a:pt x="122722" y="126659"/>
                  <a:pt x="113782" y="124215"/>
                  <a:pt x="107633" y="119327"/>
                </a:cubicBezTo>
                <a:cubicBezTo>
                  <a:pt x="101484" y="114439"/>
                  <a:pt x="97560" y="107193"/>
                  <a:pt x="95860" y="97587"/>
                </a:cubicBezTo>
                <a:close/>
                <a:moveTo>
                  <a:pt x="182906" y="97587"/>
                </a:moveTo>
                <a:lnTo>
                  <a:pt x="198037" y="95207"/>
                </a:lnTo>
                <a:cubicBezTo>
                  <a:pt x="198887" y="101244"/>
                  <a:pt x="201253" y="105871"/>
                  <a:pt x="205135" y="109087"/>
                </a:cubicBezTo>
                <a:cubicBezTo>
                  <a:pt x="209017" y="112301"/>
                  <a:pt x="214443" y="113908"/>
                  <a:pt x="221414" y="113908"/>
                </a:cubicBezTo>
                <a:cubicBezTo>
                  <a:pt x="228441" y="113908"/>
                  <a:pt x="233655" y="112489"/>
                  <a:pt x="237055" y="109650"/>
                </a:cubicBezTo>
                <a:cubicBezTo>
                  <a:pt x="240455" y="106809"/>
                  <a:pt x="242155" y="103478"/>
                  <a:pt x="242155" y="99656"/>
                </a:cubicBezTo>
                <a:cubicBezTo>
                  <a:pt x="242155" y="96226"/>
                  <a:pt x="240654" y="93527"/>
                  <a:pt x="237650" y="91560"/>
                </a:cubicBezTo>
                <a:cubicBezTo>
                  <a:pt x="235553" y="90210"/>
                  <a:pt x="230340" y="88495"/>
                  <a:pt x="222009" y="86414"/>
                </a:cubicBezTo>
                <a:cubicBezTo>
                  <a:pt x="210788" y="83579"/>
                  <a:pt x="203010" y="81126"/>
                  <a:pt x="198675" y="79056"/>
                </a:cubicBezTo>
                <a:cubicBezTo>
                  <a:pt x="194340" y="76985"/>
                  <a:pt x="191053" y="74121"/>
                  <a:pt x="188814" y="70462"/>
                </a:cubicBezTo>
                <a:cubicBezTo>
                  <a:pt x="186576" y="66803"/>
                  <a:pt x="185456" y="62762"/>
                  <a:pt x="185456" y="58338"/>
                </a:cubicBezTo>
                <a:cubicBezTo>
                  <a:pt x="185456" y="54311"/>
                  <a:pt x="186377" y="50581"/>
                  <a:pt x="188219" y="47149"/>
                </a:cubicBezTo>
                <a:cubicBezTo>
                  <a:pt x="190061" y="43717"/>
                  <a:pt x="192569" y="40867"/>
                  <a:pt x="195742" y="38598"/>
                </a:cubicBezTo>
                <a:cubicBezTo>
                  <a:pt x="198122" y="36840"/>
                  <a:pt x="201367" y="35351"/>
                  <a:pt x="205475" y="34133"/>
                </a:cubicBezTo>
                <a:cubicBezTo>
                  <a:pt x="209584" y="32912"/>
                  <a:pt x="213990" y="32302"/>
                  <a:pt x="218694" y="32302"/>
                </a:cubicBezTo>
                <a:cubicBezTo>
                  <a:pt x="225778" y="32302"/>
                  <a:pt x="231997" y="33329"/>
                  <a:pt x="237353" y="35384"/>
                </a:cubicBezTo>
                <a:cubicBezTo>
                  <a:pt x="242708" y="37436"/>
                  <a:pt x="246661" y="40218"/>
                  <a:pt x="249211" y="43728"/>
                </a:cubicBezTo>
                <a:cubicBezTo>
                  <a:pt x="251761" y="47236"/>
                  <a:pt x="253518" y="51928"/>
                  <a:pt x="254481" y="57804"/>
                </a:cubicBezTo>
                <a:lnTo>
                  <a:pt x="239520" y="59844"/>
                </a:lnTo>
                <a:cubicBezTo>
                  <a:pt x="238840" y="55197"/>
                  <a:pt x="236871" y="51570"/>
                  <a:pt x="233612" y="48964"/>
                </a:cubicBezTo>
                <a:cubicBezTo>
                  <a:pt x="230354" y="46357"/>
                  <a:pt x="225749" y="45053"/>
                  <a:pt x="219799" y="45053"/>
                </a:cubicBezTo>
                <a:cubicBezTo>
                  <a:pt x="212772" y="45053"/>
                  <a:pt x="207756" y="46210"/>
                  <a:pt x="204753" y="48523"/>
                </a:cubicBezTo>
                <a:cubicBezTo>
                  <a:pt x="201749" y="50834"/>
                  <a:pt x="200247" y="53541"/>
                  <a:pt x="200247" y="56643"/>
                </a:cubicBezTo>
                <a:cubicBezTo>
                  <a:pt x="200247" y="58616"/>
                  <a:pt x="200871" y="60392"/>
                  <a:pt x="202118" y="61972"/>
                </a:cubicBezTo>
                <a:cubicBezTo>
                  <a:pt x="203364" y="63607"/>
                  <a:pt x="205319" y="64960"/>
                  <a:pt x="207983" y="66031"/>
                </a:cubicBezTo>
                <a:cubicBezTo>
                  <a:pt x="209513" y="66596"/>
                  <a:pt x="214018" y="67893"/>
                  <a:pt x="221499" y="69923"/>
                </a:cubicBezTo>
                <a:cubicBezTo>
                  <a:pt x="232323" y="72811"/>
                  <a:pt x="239874" y="75176"/>
                  <a:pt x="244153" y="77016"/>
                </a:cubicBezTo>
                <a:cubicBezTo>
                  <a:pt x="248432" y="78856"/>
                  <a:pt x="251789" y="81531"/>
                  <a:pt x="254226" y="85043"/>
                </a:cubicBezTo>
                <a:cubicBezTo>
                  <a:pt x="256663" y="88553"/>
                  <a:pt x="257882" y="92913"/>
                  <a:pt x="257882" y="98121"/>
                </a:cubicBezTo>
                <a:cubicBezTo>
                  <a:pt x="257882" y="103218"/>
                  <a:pt x="256394" y="108017"/>
                  <a:pt x="253419" y="112519"/>
                </a:cubicBezTo>
                <a:cubicBezTo>
                  <a:pt x="250444" y="117019"/>
                  <a:pt x="246151" y="120501"/>
                  <a:pt x="240540" y="122964"/>
                </a:cubicBezTo>
                <a:cubicBezTo>
                  <a:pt x="234930" y="125427"/>
                  <a:pt x="228583" y="126659"/>
                  <a:pt x="221499" y="126659"/>
                </a:cubicBezTo>
                <a:cubicBezTo>
                  <a:pt x="209768" y="126659"/>
                  <a:pt x="200828" y="124215"/>
                  <a:pt x="194680" y="119327"/>
                </a:cubicBezTo>
                <a:cubicBezTo>
                  <a:pt x="188531" y="114439"/>
                  <a:pt x="184606" y="107193"/>
                  <a:pt x="182906" y="97587"/>
                </a:cubicBezTo>
                <a:close/>
                <a:moveTo>
                  <a:pt x="337871" y="95547"/>
                </a:moveTo>
                <a:lnTo>
                  <a:pt x="353682" y="97502"/>
                </a:lnTo>
                <a:cubicBezTo>
                  <a:pt x="351189" y="106739"/>
                  <a:pt x="346570" y="113908"/>
                  <a:pt x="339826" y="119009"/>
                </a:cubicBezTo>
                <a:cubicBezTo>
                  <a:pt x="333083" y="124109"/>
                  <a:pt x="324469" y="126659"/>
                  <a:pt x="313985" y="126659"/>
                </a:cubicBezTo>
                <a:cubicBezTo>
                  <a:pt x="300780" y="126659"/>
                  <a:pt x="290310" y="122593"/>
                  <a:pt x="282575" y="114461"/>
                </a:cubicBezTo>
                <a:cubicBezTo>
                  <a:pt x="274839" y="106328"/>
                  <a:pt x="270971" y="94923"/>
                  <a:pt x="270971" y="80246"/>
                </a:cubicBezTo>
                <a:cubicBezTo>
                  <a:pt x="270971" y="65058"/>
                  <a:pt x="274882" y="53270"/>
                  <a:pt x="282702" y="44883"/>
                </a:cubicBezTo>
                <a:cubicBezTo>
                  <a:pt x="290523" y="36496"/>
                  <a:pt x="300667" y="32302"/>
                  <a:pt x="313134" y="32302"/>
                </a:cubicBezTo>
                <a:cubicBezTo>
                  <a:pt x="325205" y="32302"/>
                  <a:pt x="335066" y="36405"/>
                  <a:pt x="342717" y="44610"/>
                </a:cubicBezTo>
                <a:cubicBezTo>
                  <a:pt x="350367" y="52813"/>
                  <a:pt x="354192" y="64354"/>
                  <a:pt x="354192" y="79234"/>
                </a:cubicBezTo>
                <a:cubicBezTo>
                  <a:pt x="354192" y="80139"/>
                  <a:pt x="354164" y="81496"/>
                  <a:pt x="354107" y="83306"/>
                </a:cubicBezTo>
                <a:lnTo>
                  <a:pt x="286783" y="83306"/>
                </a:lnTo>
                <a:cubicBezTo>
                  <a:pt x="287349" y="93195"/>
                  <a:pt x="290154" y="100768"/>
                  <a:pt x="295198" y="106024"/>
                </a:cubicBezTo>
                <a:cubicBezTo>
                  <a:pt x="300242" y="111280"/>
                  <a:pt x="306532" y="113908"/>
                  <a:pt x="314070" y="113908"/>
                </a:cubicBezTo>
                <a:cubicBezTo>
                  <a:pt x="319680" y="113908"/>
                  <a:pt x="324469" y="112449"/>
                  <a:pt x="328436" y="109530"/>
                </a:cubicBezTo>
                <a:cubicBezTo>
                  <a:pt x="332403" y="106610"/>
                  <a:pt x="335548" y="101949"/>
                  <a:pt x="337871" y="95547"/>
                </a:cubicBezTo>
                <a:moveTo>
                  <a:pt x="287633" y="70555"/>
                </a:moveTo>
                <a:lnTo>
                  <a:pt x="338041" y="70555"/>
                </a:lnTo>
                <a:cubicBezTo>
                  <a:pt x="337361" y="63085"/>
                  <a:pt x="335434" y="57483"/>
                  <a:pt x="332261" y="53748"/>
                </a:cubicBezTo>
                <a:cubicBezTo>
                  <a:pt x="327387" y="47951"/>
                  <a:pt x="321068" y="45053"/>
                  <a:pt x="313304" y="45053"/>
                </a:cubicBezTo>
                <a:cubicBezTo>
                  <a:pt x="306277" y="45053"/>
                  <a:pt x="300369" y="47367"/>
                  <a:pt x="295581" y="51995"/>
                </a:cubicBezTo>
                <a:cubicBezTo>
                  <a:pt x="290792" y="56620"/>
                  <a:pt x="288143" y="62807"/>
                  <a:pt x="287633" y="70555"/>
                </a:cubicBezTo>
                <a:close/>
                <a:moveTo>
                  <a:pt x="372698" y="124619"/>
                </a:moveTo>
                <a:lnTo>
                  <a:pt x="372698" y="34342"/>
                </a:lnTo>
                <a:lnTo>
                  <a:pt x="386469" y="34342"/>
                </a:lnTo>
                <a:lnTo>
                  <a:pt x="386469" y="47943"/>
                </a:lnTo>
                <a:cubicBezTo>
                  <a:pt x="389982" y="41575"/>
                  <a:pt x="393227" y="37376"/>
                  <a:pt x="396202" y="35347"/>
                </a:cubicBezTo>
                <a:cubicBezTo>
                  <a:pt x="399177" y="33317"/>
                  <a:pt x="402450" y="32302"/>
                  <a:pt x="406020" y="32302"/>
                </a:cubicBezTo>
                <a:cubicBezTo>
                  <a:pt x="411177" y="32302"/>
                  <a:pt x="416419" y="33939"/>
                  <a:pt x="421746" y="37211"/>
                </a:cubicBezTo>
                <a:lnTo>
                  <a:pt x="416476" y="51344"/>
                </a:lnTo>
                <a:cubicBezTo>
                  <a:pt x="412736" y="49134"/>
                  <a:pt x="408995" y="48028"/>
                  <a:pt x="405255" y="48028"/>
                </a:cubicBezTo>
                <a:cubicBezTo>
                  <a:pt x="401912" y="48028"/>
                  <a:pt x="398908" y="49036"/>
                  <a:pt x="396245" y="51051"/>
                </a:cubicBezTo>
                <a:cubicBezTo>
                  <a:pt x="393581" y="53065"/>
                  <a:pt x="391683" y="55859"/>
                  <a:pt x="390549" y="59433"/>
                </a:cubicBezTo>
                <a:cubicBezTo>
                  <a:pt x="388849" y="64878"/>
                  <a:pt x="387999" y="70835"/>
                  <a:pt x="387999" y="77302"/>
                </a:cubicBezTo>
                <a:lnTo>
                  <a:pt x="387999" y="124619"/>
                </a:lnTo>
                <a:lnTo>
                  <a:pt x="372698" y="124619"/>
                </a:lnTo>
                <a:close/>
                <a:moveTo>
                  <a:pt x="464249" y="111103"/>
                </a:moveTo>
                <a:lnTo>
                  <a:pt x="466459" y="124619"/>
                </a:lnTo>
                <a:cubicBezTo>
                  <a:pt x="462152" y="125412"/>
                  <a:pt x="458298" y="125809"/>
                  <a:pt x="454898" y="125809"/>
                </a:cubicBezTo>
                <a:cubicBezTo>
                  <a:pt x="449344" y="125809"/>
                  <a:pt x="445037" y="124931"/>
                  <a:pt x="441977" y="123174"/>
                </a:cubicBezTo>
                <a:cubicBezTo>
                  <a:pt x="438917" y="121417"/>
                  <a:pt x="436763" y="119108"/>
                  <a:pt x="435516" y="116246"/>
                </a:cubicBezTo>
                <a:cubicBezTo>
                  <a:pt x="434270" y="113384"/>
                  <a:pt x="433646" y="107363"/>
                  <a:pt x="433646" y="98182"/>
                </a:cubicBezTo>
                <a:lnTo>
                  <a:pt x="433646" y="46243"/>
                </a:lnTo>
                <a:lnTo>
                  <a:pt x="422426" y="46243"/>
                </a:lnTo>
                <a:lnTo>
                  <a:pt x="422426" y="34342"/>
                </a:lnTo>
                <a:lnTo>
                  <a:pt x="433646" y="34342"/>
                </a:lnTo>
                <a:lnTo>
                  <a:pt x="433646" y="11925"/>
                </a:lnTo>
                <a:lnTo>
                  <a:pt x="448862" y="2720"/>
                </a:lnTo>
                <a:lnTo>
                  <a:pt x="448862" y="34342"/>
                </a:lnTo>
                <a:lnTo>
                  <a:pt x="464249" y="34342"/>
                </a:lnTo>
                <a:lnTo>
                  <a:pt x="464249" y="46243"/>
                </a:lnTo>
                <a:lnTo>
                  <a:pt x="448862" y="46243"/>
                </a:lnTo>
                <a:lnTo>
                  <a:pt x="448862" y="99032"/>
                </a:lnTo>
                <a:cubicBezTo>
                  <a:pt x="448862" y="103396"/>
                  <a:pt x="449132" y="106201"/>
                  <a:pt x="449670" y="107448"/>
                </a:cubicBezTo>
                <a:cubicBezTo>
                  <a:pt x="450208" y="108694"/>
                  <a:pt x="451087" y="109686"/>
                  <a:pt x="452305" y="110423"/>
                </a:cubicBezTo>
                <a:cubicBezTo>
                  <a:pt x="453524" y="111160"/>
                  <a:pt x="455266" y="111528"/>
                  <a:pt x="457533" y="111528"/>
                </a:cubicBezTo>
                <a:cubicBezTo>
                  <a:pt x="459233" y="111528"/>
                  <a:pt x="461472" y="111386"/>
                  <a:pt x="464249" y="111103"/>
                </a:cubicBezTo>
                <a:close/>
                <a:moveTo>
                  <a:pt x="521941" y="79481"/>
                </a:moveTo>
                <a:cubicBezTo>
                  <a:pt x="521941" y="62763"/>
                  <a:pt x="526588" y="50380"/>
                  <a:pt x="535882" y="42333"/>
                </a:cubicBezTo>
                <a:cubicBezTo>
                  <a:pt x="543646" y="35646"/>
                  <a:pt x="553110" y="32302"/>
                  <a:pt x="564274" y="32302"/>
                </a:cubicBezTo>
                <a:cubicBezTo>
                  <a:pt x="576685" y="32302"/>
                  <a:pt x="586829" y="36368"/>
                  <a:pt x="594706" y="44501"/>
                </a:cubicBezTo>
                <a:cubicBezTo>
                  <a:pt x="602584" y="52633"/>
                  <a:pt x="606522" y="63868"/>
                  <a:pt x="606522" y="78206"/>
                </a:cubicBezTo>
                <a:cubicBezTo>
                  <a:pt x="606522" y="89823"/>
                  <a:pt x="604780" y="98961"/>
                  <a:pt x="601294" y="105620"/>
                </a:cubicBezTo>
                <a:cubicBezTo>
                  <a:pt x="597809" y="112279"/>
                  <a:pt x="592737" y="117450"/>
                  <a:pt x="586078" y="121134"/>
                </a:cubicBezTo>
                <a:cubicBezTo>
                  <a:pt x="579420" y="124817"/>
                  <a:pt x="572152" y="126659"/>
                  <a:pt x="564274" y="126659"/>
                </a:cubicBezTo>
                <a:cubicBezTo>
                  <a:pt x="551637" y="126659"/>
                  <a:pt x="541422" y="122607"/>
                  <a:pt x="533630" y="114503"/>
                </a:cubicBezTo>
                <a:cubicBezTo>
                  <a:pt x="525837" y="106399"/>
                  <a:pt x="521941" y="94725"/>
                  <a:pt x="521941" y="79481"/>
                </a:cubicBezTo>
                <a:moveTo>
                  <a:pt x="537667" y="79438"/>
                </a:moveTo>
                <a:cubicBezTo>
                  <a:pt x="537667" y="90957"/>
                  <a:pt x="540189" y="99581"/>
                  <a:pt x="545233" y="105312"/>
                </a:cubicBezTo>
                <a:cubicBezTo>
                  <a:pt x="550277" y="111043"/>
                  <a:pt x="556624" y="113908"/>
                  <a:pt x="564274" y="113908"/>
                </a:cubicBezTo>
                <a:cubicBezTo>
                  <a:pt x="571868" y="113908"/>
                  <a:pt x="578187" y="111029"/>
                  <a:pt x="583231" y="105269"/>
                </a:cubicBezTo>
                <a:cubicBezTo>
                  <a:pt x="588274" y="99510"/>
                  <a:pt x="590796" y="90731"/>
                  <a:pt x="590796" y="78931"/>
                </a:cubicBezTo>
                <a:cubicBezTo>
                  <a:pt x="590796" y="67807"/>
                  <a:pt x="588260" y="59380"/>
                  <a:pt x="583188" y="53649"/>
                </a:cubicBezTo>
                <a:cubicBezTo>
                  <a:pt x="578116" y="47919"/>
                  <a:pt x="571812" y="45053"/>
                  <a:pt x="564274" y="45053"/>
                </a:cubicBezTo>
                <a:cubicBezTo>
                  <a:pt x="556624" y="45053"/>
                  <a:pt x="550277" y="47904"/>
                  <a:pt x="545233" y="53607"/>
                </a:cubicBezTo>
                <a:cubicBezTo>
                  <a:pt x="540189" y="59309"/>
                  <a:pt x="537667" y="67920"/>
                  <a:pt x="537667" y="79438"/>
                </a:cubicBezTo>
                <a:close/>
                <a:moveTo>
                  <a:pt x="624261" y="124619"/>
                </a:moveTo>
                <a:lnTo>
                  <a:pt x="624261" y="34342"/>
                </a:lnTo>
                <a:lnTo>
                  <a:pt x="638032" y="34342"/>
                </a:lnTo>
                <a:lnTo>
                  <a:pt x="638032" y="47943"/>
                </a:lnTo>
                <a:cubicBezTo>
                  <a:pt x="641546" y="41575"/>
                  <a:pt x="644790" y="37376"/>
                  <a:pt x="647766" y="35347"/>
                </a:cubicBezTo>
                <a:cubicBezTo>
                  <a:pt x="650741" y="33317"/>
                  <a:pt x="654013" y="32302"/>
                  <a:pt x="657584" y="32302"/>
                </a:cubicBezTo>
                <a:cubicBezTo>
                  <a:pt x="662741" y="32302"/>
                  <a:pt x="667983" y="33939"/>
                  <a:pt x="673310" y="37211"/>
                </a:cubicBezTo>
                <a:lnTo>
                  <a:pt x="668039" y="51344"/>
                </a:lnTo>
                <a:cubicBezTo>
                  <a:pt x="664299" y="49134"/>
                  <a:pt x="660559" y="48028"/>
                  <a:pt x="656819" y="48028"/>
                </a:cubicBezTo>
                <a:cubicBezTo>
                  <a:pt x="653475" y="48028"/>
                  <a:pt x="650472" y="49036"/>
                  <a:pt x="647808" y="51051"/>
                </a:cubicBezTo>
                <a:cubicBezTo>
                  <a:pt x="645144" y="53065"/>
                  <a:pt x="643246" y="55859"/>
                  <a:pt x="642113" y="59433"/>
                </a:cubicBezTo>
                <a:cubicBezTo>
                  <a:pt x="640412" y="64878"/>
                  <a:pt x="639562" y="70835"/>
                  <a:pt x="639562" y="77302"/>
                </a:cubicBezTo>
                <a:lnTo>
                  <a:pt x="639562" y="124619"/>
                </a:lnTo>
                <a:lnTo>
                  <a:pt x="624261" y="124619"/>
                </a:lnTo>
                <a:close/>
                <a:moveTo>
                  <a:pt x="740974" y="124619"/>
                </a:moveTo>
                <a:lnTo>
                  <a:pt x="740974" y="113228"/>
                </a:lnTo>
                <a:cubicBezTo>
                  <a:pt x="735250" y="122182"/>
                  <a:pt x="726834" y="126659"/>
                  <a:pt x="715727" y="126659"/>
                </a:cubicBezTo>
                <a:cubicBezTo>
                  <a:pt x="708530" y="126659"/>
                  <a:pt x="701913" y="124676"/>
                  <a:pt x="695878" y="120709"/>
                </a:cubicBezTo>
                <a:cubicBezTo>
                  <a:pt x="689843" y="116742"/>
                  <a:pt x="685167" y="111202"/>
                  <a:pt x="681852" y="104090"/>
                </a:cubicBezTo>
                <a:cubicBezTo>
                  <a:pt x="678537" y="96978"/>
                  <a:pt x="676879" y="88803"/>
                  <a:pt x="676879" y="79566"/>
                </a:cubicBezTo>
                <a:cubicBezTo>
                  <a:pt x="676879" y="70555"/>
                  <a:pt x="678381" y="62380"/>
                  <a:pt x="681385" y="55041"/>
                </a:cubicBezTo>
                <a:cubicBezTo>
                  <a:pt x="684388" y="47703"/>
                  <a:pt x="688893" y="42078"/>
                  <a:pt x="694900" y="38168"/>
                </a:cubicBezTo>
                <a:cubicBezTo>
                  <a:pt x="700908" y="34257"/>
                  <a:pt x="707623" y="32302"/>
                  <a:pt x="715047" y="32302"/>
                </a:cubicBezTo>
                <a:cubicBezTo>
                  <a:pt x="720487" y="32302"/>
                  <a:pt x="725333" y="33450"/>
                  <a:pt x="729583" y="35745"/>
                </a:cubicBezTo>
                <a:cubicBezTo>
                  <a:pt x="733833" y="38040"/>
                  <a:pt x="737290" y="41030"/>
                  <a:pt x="739954" y="44713"/>
                </a:cubicBezTo>
                <a:lnTo>
                  <a:pt x="739954" y="0"/>
                </a:lnTo>
                <a:lnTo>
                  <a:pt x="755170" y="0"/>
                </a:lnTo>
                <a:lnTo>
                  <a:pt x="755170" y="124619"/>
                </a:lnTo>
                <a:lnTo>
                  <a:pt x="740974" y="124619"/>
                </a:lnTo>
                <a:moveTo>
                  <a:pt x="692605" y="79523"/>
                </a:moveTo>
                <a:cubicBezTo>
                  <a:pt x="692605" y="91042"/>
                  <a:pt x="695042" y="99652"/>
                  <a:pt x="699916" y="105354"/>
                </a:cubicBezTo>
                <a:cubicBezTo>
                  <a:pt x="704790" y="111057"/>
                  <a:pt x="710542" y="113908"/>
                  <a:pt x="717172" y="113908"/>
                </a:cubicBezTo>
                <a:cubicBezTo>
                  <a:pt x="723859" y="113908"/>
                  <a:pt x="729540" y="111184"/>
                  <a:pt x="734216" y="105737"/>
                </a:cubicBezTo>
                <a:cubicBezTo>
                  <a:pt x="738891" y="100288"/>
                  <a:pt x="741229" y="91973"/>
                  <a:pt x="741229" y="80793"/>
                </a:cubicBezTo>
                <a:cubicBezTo>
                  <a:pt x="741229" y="68485"/>
                  <a:pt x="738849" y="59451"/>
                  <a:pt x="734088" y="53692"/>
                </a:cubicBezTo>
                <a:cubicBezTo>
                  <a:pt x="729328" y="47933"/>
                  <a:pt x="723463" y="45053"/>
                  <a:pt x="716492" y="45053"/>
                </a:cubicBezTo>
                <a:cubicBezTo>
                  <a:pt x="709692" y="45053"/>
                  <a:pt x="704010" y="47820"/>
                  <a:pt x="699448" y="53355"/>
                </a:cubicBezTo>
                <a:cubicBezTo>
                  <a:pt x="694886" y="58887"/>
                  <a:pt x="692605" y="67610"/>
                  <a:pt x="692605" y="79523"/>
                </a:cubicBezTo>
                <a:close/>
                <a:moveTo>
                  <a:pt x="841000" y="95547"/>
                </a:moveTo>
                <a:lnTo>
                  <a:pt x="856811" y="97502"/>
                </a:lnTo>
                <a:cubicBezTo>
                  <a:pt x="854317" y="106739"/>
                  <a:pt x="849699" y="113908"/>
                  <a:pt x="842955" y="119009"/>
                </a:cubicBezTo>
                <a:cubicBezTo>
                  <a:pt x="836211" y="124109"/>
                  <a:pt x="827597" y="126659"/>
                  <a:pt x="817113" y="126659"/>
                </a:cubicBezTo>
                <a:cubicBezTo>
                  <a:pt x="803909" y="126659"/>
                  <a:pt x="793439" y="122593"/>
                  <a:pt x="785703" y="114461"/>
                </a:cubicBezTo>
                <a:cubicBezTo>
                  <a:pt x="777968" y="106328"/>
                  <a:pt x="774100" y="94923"/>
                  <a:pt x="774100" y="80246"/>
                </a:cubicBezTo>
                <a:cubicBezTo>
                  <a:pt x="774100" y="65058"/>
                  <a:pt x="778010" y="53270"/>
                  <a:pt x="785831" y="44883"/>
                </a:cubicBezTo>
                <a:cubicBezTo>
                  <a:pt x="793651" y="36496"/>
                  <a:pt x="803795" y="32302"/>
                  <a:pt x="816263" y="32302"/>
                </a:cubicBezTo>
                <a:cubicBezTo>
                  <a:pt x="828334" y="32302"/>
                  <a:pt x="838194" y="36405"/>
                  <a:pt x="845845" y="44610"/>
                </a:cubicBezTo>
                <a:cubicBezTo>
                  <a:pt x="853495" y="52813"/>
                  <a:pt x="857321" y="64354"/>
                  <a:pt x="857321" y="79234"/>
                </a:cubicBezTo>
                <a:cubicBezTo>
                  <a:pt x="857321" y="80139"/>
                  <a:pt x="857292" y="81496"/>
                  <a:pt x="857236" y="83306"/>
                </a:cubicBezTo>
                <a:lnTo>
                  <a:pt x="789911" y="83306"/>
                </a:lnTo>
                <a:cubicBezTo>
                  <a:pt x="790478" y="93195"/>
                  <a:pt x="793283" y="100768"/>
                  <a:pt x="798326" y="106024"/>
                </a:cubicBezTo>
                <a:cubicBezTo>
                  <a:pt x="803370" y="111280"/>
                  <a:pt x="809661" y="113908"/>
                  <a:pt x="817198" y="113908"/>
                </a:cubicBezTo>
                <a:cubicBezTo>
                  <a:pt x="822808" y="113908"/>
                  <a:pt x="827597" y="112449"/>
                  <a:pt x="831564" y="109530"/>
                </a:cubicBezTo>
                <a:cubicBezTo>
                  <a:pt x="835531" y="106610"/>
                  <a:pt x="838676" y="101949"/>
                  <a:pt x="841000" y="95547"/>
                </a:cubicBezTo>
                <a:moveTo>
                  <a:pt x="790761" y="70555"/>
                </a:moveTo>
                <a:lnTo>
                  <a:pt x="841170" y="70555"/>
                </a:lnTo>
                <a:cubicBezTo>
                  <a:pt x="840490" y="63085"/>
                  <a:pt x="838563" y="57483"/>
                  <a:pt x="835389" y="53748"/>
                </a:cubicBezTo>
                <a:cubicBezTo>
                  <a:pt x="830515" y="47951"/>
                  <a:pt x="824197" y="45053"/>
                  <a:pt x="816433" y="45053"/>
                </a:cubicBezTo>
                <a:cubicBezTo>
                  <a:pt x="809406" y="45053"/>
                  <a:pt x="803498" y="47367"/>
                  <a:pt x="798709" y="51995"/>
                </a:cubicBezTo>
                <a:cubicBezTo>
                  <a:pt x="793920" y="56620"/>
                  <a:pt x="791271" y="62807"/>
                  <a:pt x="790761" y="70555"/>
                </a:cubicBezTo>
                <a:close/>
                <a:moveTo>
                  <a:pt x="875825" y="124619"/>
                </a:moveTo>
                <a:lnTo>
                  <a:pt x="875825" y="34342"/>
                </a:lnTo>
                <a:lnTo>
                  <a:pt x="889596" y="34342"/>
                </a:lnTo>
                <a:lnTo>
                  <a:pt x="889596" y="47943"/>
                </a:lnTo>
                <a:cubicBezTo>
                  <a:pt x="893110" y="41575"/>
                  <a:pt x="896354" y="37376"/>
                  <a:pt x="899330" y="35347"/>
                </a:cubicBezTo>
                <a:cubicBezTo>
                  <a:pt x="902305" y="33317"/>
                  <a:pt x="905577" y="32302"/>
                  <a:pt x="909148" y="32302"/>
                </a:cubicBezTo>
                <a:cubicBezTo>
                  <a:pt x="914305" y="32302"/>
                  <a:pt x="919547" y="33939"/>
                  <a:pt x="924874" y="37211"/>
                </a:cubicBezTo>
                <a:lnTo>
                  <a:pt x="919603" y="51344"/>
                </a:lnTo>
                <a:cubicBezTo>
                  <a:pt x="915863" y="49134"/>
                  <a:pt x="912123" y="48028"/>
                  <a:pt x="908383" y="48028"/>
                </a:cubicBezTo>
                <a:cubicBezTo>
                  <a:pt x="905039" y="48028"/>
                  <a:pt x="902036" y="49036"/>
                  <a:pt x="899372" y="51051"/>
                </a:cubicBezTo>
                <a:cubicBezTo>
                  <a:pt x="896709" y="53065"/>
                  <a:pt x="894810" y="55859"/>
                  <a:pt x="893677" y="59433"/>
                </a:cubicBezTo>
                <a:cubicBezTo>
                  <a:pt x="891977" y="64878"/>
                  <a:pt x="891126" y="70835"/>
                  <a:pt x="891126" y="77302"/>
                </a:cubicBezTo>
                <a:lnTo>
                  <a:pt x="891126" y="124619"/>
                </a:lnTo>
                <a:lnTo>
                  <a:pt x="875825" y="124619"/>
                </a:lnTo>
                <a:close/>
                <a:moveTo>
                  <a:pt x="982366" y="159301"/>
                </a:moveTo>
                <a:lnTo>
                  <a:pt x="982366" y="34342"/>
                </a:lnTo>
                <a:lnTo>
                  <a:pt x="996307" y="34342"/>
                </a:lnTo>
                <a:lnTo>
                  <a:pt x="996307" y="45988"/>
                </a:lnTo>
                <a:cubicBezTo>
                  <a:pt x="999594" y="41426"/>
                  <a:pt x="1003306" y="38005"/>
                  <a:pt x="1007443" y="35724"/>
                </a:cubicBezTo>
                <a:cubicBezTo>
                  <a:pt x="1011580" y="33443"/>
                  <a:pt x="1016595" y="32302"/>
                  <a:pt x="1022489" y="32302"/>
                </a:cubicBezTo>
                <a:cubicBezTo>
                  <a:pt x="1030196" y="32302"/>
                  <a:pt x="1036996" y="34286"/>
                  <a:pt x="1042890" y="38253"/>
                </a:cubicBezTo>
                <a:cubicBezTo>
                  <a:pt x="1048784" y="42220"/>
                  <a:pt x="1053233" y="47816"/>
                  <a:pt x="1056236" y="55041"/>
                </a:cubicBezTo>
                <a:cubicBezTo>
                  <a:pt x="1059240" y="62267"/>
                  <a:pt x="1060741" y="70187"/>
                  <a:pt x="1060741" y="78801"/>
                </a:cubicBezTo>
                <a:cubicBezTo>
                  <a:pt x="1060741" y="88038"/>
                  <a:pt x="1059084" y="96354"/>
                  <a:pt x="1055769" y="103750"/>
                </a:cubicBezTo>
                <a:cubicBezTo>
                  <a:pt x="1052453" y="111145"/>
                  <a:pt x="1047636" y="116813"/>
                  <a:pt x="1041318" y="120751"/>
                </a:cubicBezTo>
                <a:cubicBezTo>
                  <a:pt x="1034999" y="124690"/>
                  <a:pt x="1028354" y="126659"/>
                  <a:pt x="1021384" y="126659"/>
                </a:cubicBezTo>
                <a:cubicBezTo>
                  <a:pt x="1016283" y="126659"/>
                  <a:pt x="1011707" y="125568"/>
                  <a:pt x="1007655" y="123386"/>
                </a:cubicBezTo>
                <a:cubicBezTo>
                  <a:pt x="1003603" y="121203"/>
                  <a:pt x="1000274" y="118445"/>
                  <a:pt x="997667" y="115114"/>
                </a:cubicBezTo>
                <a:lnTo>
                  <a:pt x="997667" y="159301"/>
                </a:lnTo>
                <a:lnTo>
                  <a:pt x="982366" y="159301"/>
                </a:lnTo>
                <a:moveTo>
                  <a:pt x="996222" y="79863"/>
                </a:moveTo>
                <a:cubicBezTo>
                  <a:pt x="996222" y="91467"/>
                  <a:pt x="998574" y="100042"/>
                  <a:pt x="1003277" y="105588"/>
                </a:cubicBezTo>
                <a:cubicBezTo>
                  <a:pt x="1007981" y="111135"/>
                  <a:pt x="1013676" y="113908"/>
                  <a:pt x="1020364" y="113908"/>
                </a:cubicBezTo>
                <a:cubicBezTo>
                  <a:pt x="1027164" y="113908"/>
                  <a:pt x="1032987" y="111036"/>
                  <a:pt x="1037832" y="105291"/>
                </a:cubicBezTo>
                <a:cubicBezTo>
                  <a:pt x="1042678" y="99546"/>
                  <a:pt x="1045100" y="90645"/>
                  <a:pt x="1045100" y="78588"/>
                </a:cubicBezTo>
                <a:cubicBezTo>
                  <a:pt x="1045100" y="67098"/>
                  <a:pt x="1042734" y="58495"/>
                  <a:pt x="1038002" y="52778"/>
                </a:cubicBezTo>
                <a:cubicBezTo>
                  <a:pt x="1033270" y="47062"/>
                  <a:pt x="1027617" y="44203"/>
                  <a:pt x="1021044" y="44203"/>
                </a:cubicBezTo>
                <a:cubicBezTo>
                  <a:pt x="1014526" y="44203"/>
                  <a:pt x="1008760" y="47246"/>
                  <a:pt x="1003745" y="53331"/>
                </a:cubicBezTo>
                <a:cubicBezTo>
                  <a:pt x="998729" y="59416"/>
                  <a:pt x="996222" y="68260"/>
                  <a:pt x="996222" y="79863"/>
                </a:cubicBezTo>
                <a:close/>
                <a:moveTo>
                  <a:pt x="1078992" y="124619"/>
                </a:moveTo>
                <a:lnTo>
                  <a:pt x="1078992" y="34342"/>
                </a:lnTo>
                <a:lnTo>
                  <a:pt x="1092763" y="34342"/>
                </a:lnTo>
                <a:lnTo>
                  <a:pt x="1092763" y="47943"/>
                </a:lnTo>
                <a:cubicBezTo>
                  <a:pt x="1096276" y="41575"/>
                  <a:pt x="1099521" y="37376"/>
                  <a:pt x="1102496" y="35347"/>
                </a:cubicBezTo>
                <a:cubicBezTo>
                  <a:pt x="1105471" y="33317"/>
                  <a:pt x="1108744" y="32302"/>
                  <a:pt x="1112314" y="32302"/>
                </a:cubicBezTo>
                <a:cubicBezTo>
                  <a:pt x="1117471" y="32302"/>
                  <a:pt x="1122713" y="33939"/>
                  <a:pt x="1128040" y="37211"/>
                </a:cubicBezTo>
                <a:lnTo>
                  <a:pt x="1122770" y="51344"/>
                </a:lnTo>
                <a:cubicBezTo>
                  <a:pt x="1119029" y="49134"/>
                  <a:pt x="1115289" y="48028"/>
                  <a:pt x="1111549" y="48028"/>
                </a:cubicBezTo>
                <a:cubicBezTo>
                  <a:pt x="1108205" y="48028"/>
                  <a:pt x="1105202" y="49036"/>
                  <a:pt x="1102538" y="51051"/>
                </a:cubicBezTo>
                <a:cubicBezTo>
                  <a:pt x="1099875" y="53065"/>
                  <a:pt x="1097976" y="55859"/>
                  <a:pt x="1096843" y="59433"/>
                </a:cubicBezTo>
                <a:cubicBezTo>
                  <a:pt x="1095143" y="64878"/>
                  <a:pt x="1094293" y="70835"/>
                  <a:pt x="1094293" y="77302"/>
                </a:cubicBezTo>
                <a:lnTo>
                  <a:pt x="1094293" y="124619"/>
                </a:lnTo>
                <a:lnTo>
                  <a:pt x="1078992" y="124619"/>
                </a:lnTo>
                <a:close/>
                <a:moveTo>
                  <a:pt x="1131438" y="79481"/>
                </a:moveTo>
                <a:cubicBezTo>
                  <a:pt x="1131438" y="62763"/>
                  <a:pt x="1136085" y="50380"/>
                  <a:pt x="1145379" y="42333"/>
                </a:cubicBezTo>
                <a:cubicBezTo>
                  <a:pt x="1153143" y="35646"/>
                  <a:pt x="1162607" y="32302"/>
                  <a:pt x="1173771" y="32302"/>
                </a:cubicBezTo>
                <a:cubicBezTo>
                  <a:pt x="1186182" y="32302"/>
                  <a:pt x="1196326" y="36368"/>
                  <a:pt x="1204204" y="44501"/>
                </a:cubicBezTo>
                <a:cubicBezTo>
                  <a:pt x="1212081" y="52633"/>
                  <a:pt x="1216019" y="63868"/>
                  <a:pt x="1216019" y="78206"/>
                </a:cubicBezTo>
                <a:cubicBezTo>
                  <a:pt x="1216019" y="89823"/>
                  <a:pt x="1214277" y="98961"/>
                  <a:pt x="1210792" y="105620"/>
                </a:cubicBezTo>
                <a:cubicBezTo>
                  <a:pt x="1207306" y="112279"/>
                  <a:pt x="1202234" y="117450"/>
                  <a:pt x="1195575" y="121134"/>
                </a:cubicBezTo>
                <a:cubicBezTo>
                  <a:pt x="1188917" y="124817"/>
                  <a:pt x="1181649" y="126659"/>
                  <a:pt x="1173771" y="126659"/>
                </a:cubicBezTo>
                <a:cubicBezTo>
                  <a:pt x="1161134" y="126659"/>
                  <a:pt x="1150919" y="122607"/>
                  <a:pt x="1143127" y="114503"/>
                </a:cubicBezTo>
                <a:cubicBezTo>
                  <a:pt x="1135334" y="106399"/>
                  <a:pt x="1131438" y="94725"/>
                  <a:pt x="1131438" y="79481"/>
                </a:cubicBezTo>
                <a:moveTo>
                  <a:pt x="1147164" y="79438"/>
                </a:moveTo>
                <a:cubicBezTo>
                  <a:pt x="1147164" y="90957"/>
                  <a:pt x="1149686" y="99581"/>
                  <a:pt x="1154730" y="105312"/>
                </a:cubicBezTo>
                <a:cubicBezTo>
                  <a:pt x="1159774" y="111043"/>
                  <a:pt x="1166121" y="113908"/>
                  <a:pt x="1173771" y="113908"/>
                </a:cubicBezTo>
                <a:cubicBezTo>
                  <a:pt x="1181365" y="113908"/>
                  <a:pt x="1187684" y="111029"/>
                  <a:pt x="1192728" y="105269"/>
                </a:cubicBezTo>
                <a:cubicBezTo>
                  <a:pt x="1197771" y="99510"/>
                  <a:pt x="1200293" y="90731"/>
                  <a:pt x="1200293" y="78931"/>
                </a:cubicBezTo>
                <a:cubicBezTo>
                  <a:pt x="1200293" y="67807"/>
                  <a:pt x="1197757" y="59380"/>
                  <a:pt x="1192685" y="53649"/>
                </a:cubicBezTo>
                <a:cubicBezTo>
                  <a:pt x="1187613" y="47919"/>
                  <a:pt x="1181309" y="45053"/>
                  <a:pt x="1173771" y="45053"/>
                </a:cubicBezTo>
                <a:cubicBezTo>
                  <a:pt x="1166121" y="45053"/>
                  <a:pt x="1159774" y="47904"/>
                  <a:pt x="1154730" y="53607"/>
                </a:cubicBezTo>
                <a:cubicBezTo>
                  <a:pt x="1149686" y="59309"/>
                  <a:pt x="1147164" y="67920"/>
                  <a:pt x="1147164" y="79438"/>
                </a:cubicBezTo>
                <a:close/>
                <a:moveTo>
                  <a:pt x="1292499" y="124619"/>
                </a:moveTo>
                <a:lnTo>
                  <a:pt x="1292499" y="113228"/>
                </a:lnTo>
                <a:cubicBezTo>
                  <a:pt x="1286775" y="122182"/>
                  <a:pt x="1278359" y="126659"/>
                  <a:pt x="1267252" y="126659"/>
                </a:cubicBezTo>
                <a:cubicBezTo>
                  <a:pt x="1260055" y="126659"/>
                  <a:pt x="1253438" y="124676"/>
                  <a:pt x="1247403" y="120709"/>
                </a:cubicBezTo>
                <a:cubicBezTo>
                  <a:pt x="1241368" y="116742"/>
                  <a:pt x="1236692" y="111202"/>
                  <a:pt x="1233377" y="104090"/>
                </a:cubicBezTo>
                <a:cubicBezTo>
                  <a:pt x="1230062" y="96978"/>
                  <a:pt x="1228404" y="88803"/>
                  <a:pt x="1228404" y="79566"/>
                </a:cubicBezTo>
                <a:cubicBezTo>
                  <a:pt x="1228404" y="70555"/>
                  <a:pt x="1229906" y="62380"/>
                  <a:pt x="1232909" y="55041"/>
                </a:cubicBezTo>
                <a:cubicBezTo>
                  <a:pt x="1235913" y="47703"/>
                  <a:pt x="1240418" y="42078"/>
                  <a:pt x="1246425" y="38168"/>
                </a:cubicBezTo>
                <a:cubicBezTo>
                  <a:pt x="1252433" y="34257"/>
                  <a:pt x="1259148" y="32302"/>
                  <a:pt x="1266572" y="32302"/>
                </a:cubicBezTo>
                <a:cubicBezTo>
                  <a:pt x="1272012" y="32302"/>
                  <a:pt x="1276858" y="33450"/>
                  <a:pt x="1281108" y="35745"/>
                </a:cubicBezTo>
                <a:cubicBezTo>
                  <a:pt x="1285358" y="38040"/>
                  <a:pt x="1288815" y="41030"/>
                  <a:pt x="1291479" y="44713"/>
                </a:cubicBezTo>
                <a:lnTo>
                  <a:pt x="1291479" y="0"/>
                </a:lnTo>
                <a:lnTo>
                  <a:pt x="1306695" y="0"/>
                </a:lnTo>
                <a:lnTo>
                  <a:pt x="1306695" y="124619"/>
                </a:lnTo>
                <a:lnTo>
                  <a:pt x="1292499" y="124619"/>
                </a:lnTo>
                <a:moveTo>
                  <a:pt x="1244130" y="79523"/>
                </a:moveTo>
                <a:cubicBezTo>
                  <a:pt x="1244130" y="91042"/>
                  <a:pt x="1246567" y="99652"/>
                  <a:pt x="1251441" y="105354"/>
                </a:cubicBezTo>
                <a:cubicBezTo>
                  <a:pt x="1256314" y="111057"/>
                  <a:pt x="1262067" y="113908"/>
                  <a:pt x="1268697" y="113908"/>
                </a:cubicBezTo>
                <a:cubicBezTo>
                  <a:pt x="1275384" y="113908"/>
                  <a:pt x="1281065" y="111184"/>
                  <a:pt x="1285741" y="105737"/>
                </a:cubicBezTo>
                <a:cubicBezTo>
                  <a:pt x="1290416" y="100288"/>
                  <a:pt x="1292754" y="91973"/>
                  <a:pt x="1292754" y="80793"/>
                </a:cubicBezTo>
                <a:cubicBezTo>
                  <a:pt x="1292754" y="68485"/>
                  <a:pt x="1290374" y="59451"/>
                  <a:pt x="1285613" y="53692"/>
                </a:cubicBezTo>
                <a:cubicBezTo>
                  <a:pt x="1280853" y="47933"/>
                  <a:pt x="1274987" y="45053"/>
                  <a:pt x="1268017" y="45053"/>
                </a:cubicBezTo>
                <a:cubicBezTo>
                  <a:pt x="1261216" y="45053"/>
                  <a:pt x="1255535" y="47820"/>
                  <a:pt x="1250973" y="53355"/>
                </a:cubicBezTo>
                <a:cubicBezTo>
                  <a:pt x="1246411" y="58887"/>
                  <a:pt x="1244130" y="67610"/>
                  <a:pt x="1244130" y="79523"/>
                </a:cubicBezTo>
                <a:close/>
                <a:moveTo>
                  <a:pt x="1389889" y="124619"/>
                </a:moveTo>
                <a:lnTo>
                  <a:pt x="1389889" y="111358"/>
                </a:lnTo>
                <a:cubicBezTo>
                  <a:pt x="1382862" y="121559"/>
                  <a:pt x="1373313" y="126659"/>
                  <a:pt x="1361242" y="126659"/>
                </a:cubicBezTo>
                <a:cubicBezTo>
                  <a:pt x="1355915" y="126659"/>
                  <a:pt x="1350942" y="125639"/>
                  <a:pt x="1346324" y="123599"/>
                </a:cubicBezTo>
                <a:cubicBezTo>
                  <a:pt x="1341705" y="121559"/>
                  <a:pt x="1338276" y="118994"/>
                  <a:pt x="1336038" y="115906"/>
                </a:cubicBezTo>
                <a:cubicBezTo>
                  <a:pt x="1333799" y="112817"/>
                  <a:pt x="1332227" y="109035"/>
                  <a:pt x="1331320" y="104558"/>
                </a:cubicBezTo>
                <a:cubicBezTo>
                  <a:pt x="1330697" y="101554"/>
                  <a:pt x="1330385" y="96794"/>
                  <a:pt x="1330385" y="90276"/>
                </a:cubicBezTo>
                <a:lnTo>
                  <a:pt x="1330385" y="34342"/>
                </a:lnTo>
                <a:lnTo>
                  <a:pt x="1345686" y="34342"/>
                </a:lnTo>
                <a:lnTo>
                  <a:pt x="1345686" y="84411"/>
                </a:lnTo>
                <a:cubicBezTo>
                  <a:pt x="1345686" y="92402"/>
                  <a:pt x="1345998" y="97785"/>
                  <a:pt x="1346621" y="100562"/>
                </a:cubicBezTo>
                <a:cubicBezTo>
                  <a:pt x="1347585" y="104586"/>
                  <a:pt x="1349625" y="107745"/>
                  <a:pt x="1352742" y="110040"/>
                </a:cubicBezTo>
                <a:cubicBezTo>
                  <a:pt x="1355859" y="112336"/>
                  <a:pt x="1359712" y="113483"/>
                  <a:pt x="1364302" y="113483"/>
                </a:cubicBezTo>
                <a:cubicBezTo>
                  <a:pt x="1368893" y="113483"/>
                  <a:pt x="1373200" y="112307"/>
                  <a:pt x="1377223" y="109955"/>
                </a:cubicBezTo>
                <a:cubicBezTo>
                  <a:pt x="1381247" y="107604"/>
                  <a:pt x="1384095" y="104402"/>
                  <a:pt x="1385767" y="100350"/>
                </a:cubicBezTo>
                <a:cubicBezTo>
                  <a:pt x="1387438" y="96298"/>
                  <a:pt x="1388274" y="90418"/>
                  <a:pt x="1388274" y="82711"/>
                </a:cubicBezTo>
                <a:lnTo>
                  <a:pt x="1388274" y="34342"/>
                </a:lnTo>
                <a:lnTo>
                  <a:pt x="1403575" y="34342"/>
                </a:lnTo>
                <a:lnTo>
                  <a:pt x="1403575" y="124619"/>
                </a:lnTo>
                <a:lnTo>
                  <a:pt x="1389889" y="124619"/>
                </a:lnTo>
                <a:close/>
                <a:moveTo>
                  <a:pt x="1486430" y="91467"/>
                </a:moveTo>
                <a:lnTo>
                  <a:pt x="1501476" y="93422"/>
                </a:lnTo>
                <a:cubicBezTo>
                  <a:pt x="1499832" y="103819"/>
                  <a:pt x="1495625" y="111958"/>
                  <a:pt x="1488852" y="117840"/>
                </a:cubicBezTo>
                <a:cubicBezTo>
                  <a:pt x="1482080" y="123719"/>
                  <a:pt x="1473764" y="126659"/>
                  <a:pt x="1463903" y="126659"/>
                </a:cubicBezTo>
                <a:cubicBezTo>
                  <a:pt x="1451549" y="126659"/>
                  <a:pt x="1441617" y="122621"/>
                  <a:pt x="1434109" y="114546"/>
                </a:cubicBezTo>
                <a:cubicBezTo>
                  <a:pt x="1426600" y="106470"/>
                  <a:pt x="1422845" y="94895"/>
                  <a:pt x="1422845" y="79821"/>
                </a:cubicBezTo>
                <a:cubicBezTo>
                  <a:pt x="1422845" y="70073"/>
                  <a:pt x="1424460" y="61544"/>
                  <a:pt x="1427691" y="54234"/>
                </a:cubicBezTo>
                <a:cubicBezTo>
                  <a:pt x="1430921" y="46923"/>
                  <a:pt x="1435837" y="41440"/>
                  <a:pt x="1442439" y="37785"/>
                </a:cubicBezTo>
                <a:cubicBezTo>
                  <a:pt x="1449041" y="34130"/>
                  <a:pt x="1456224" y="32302"/>
                  <a:pt x="1463988" y="32302"/>
                </a:cubicBezTo>
                <a:cubicBezTo>
                  <a:pt x="1473792" y="32302"/>
                  <a:pt x="1481811" y="34790"/>
                  <a:pt x="1488045" y="39764"/>
                </a:cubicBezTo>
                <a:cubicBezTo>
                  <a:pt x="1494279" y="44737"/>
                  <a:pt x="1498274" y="51799"/>
                  <a:pt x="1500031" y="60949"/>
                </a:cubicBezTo>
                <a:lnTo>
                  <a:pt x="1485155" y="63245"/>
                </a:lnTo>
                <a:cubicBezTo>
                  <a:pt x="1483738" y="57209"/>
                  <a:pt x="1481230" y="52668"/>
                  <a:pt x="1477632" y="49622"/>
                </a:cubicBezTo>
                <a:cubicBezTo>
                  <a:pt x="1474033" y="46576"/>
                  <a:pt x="1469684" y="45053"/>
                  <a:pt x="1464583" y="45053"/>
                </a:cubicBezTo>
                <a:cubicBezTo>
                  <a:pt x="1456876" y="45053"/>
                  <a:pt x="1450614" y="47803"/>
                  <a:pt x="1445797" y="53301"/>
                </a:cubicBezTo>
                <a:cubicBezTo>
                  <a:pt x="1440980" y="58799"/>
                  <a:pt x="1438571" y="67497"/>
                  <a:pt x="1438571" y="79396"/>
                </a:cubicBezTo>
                <a:cubicBezTo>
                  <a:pt x="1438571" y="91465"/>
                  <a:pt x="1440895" y="100235"/>
                  <a:pt x="1445542" y="105705"/>
                </a:cubicBezTo>
                <a:cubicBezTo>
                  <a:pt x="1450189" y="111174"/>
                  <a:pt x="1456253" y="113908"/>
                  <a:pt x="1463733" y="113908"/>
                </a:cubicBezTo>
                <a:cubicBezTo>
                  <a:pt x="1469740" y="113908"/>
                  <a:pt x="1474756" y="112073"/>
                  <a:pt x="1478779" y="108404"/>
                </a:cubicBezTo>
                <a:cubicBezTo>
                  <a:pt x="1482803" y="104735"/>
                  <a:pt x="1485353" y="99089"/>
                  <a:pt x="1486430" y="91467"/>
                </a:cubicBezTo>
                <a:close/>
                <a:moveTo>
                  <a:pt x="1547974" y="111103"/>
                </a:moveTo>
                <a:lnTo>
                  <a:pt x="1550184" y="124619"/>
                </a:lnTo>
                <a:cubicBezTo>
                  <a:pt x="1545877" y="125412"/>
                  <a:pt x="1542024" y="125809"/>
                  <a:pt x="1538623" y="125809"/>
                </a:cubicBezTo>
                <a:cubicBezTo>
                  <a:pt x="1533070" y="125809"/>
                  <a:pt x="1528763" y="124931"/>
                  <a:pt x="1525702" y="123174"/>
                </a:cubicBezTo>
                <a:cubicBezTo>
                  <a:pt x="1522642" y="121417"/>
                  <a:pt x="1520489" y="119108"/>
                  <a:pt x="1519242" y="116246"/>
                </a:cubicBezTo>
                <a:cubicBezTo>
                  <a:pt x="1517995" y="113384"/>
                  <a:pt x="1517372" y="107363"/>
                  <a:pt x="1517372" y="98182"/>
                </a:cubicBezTo>
                <a:lnTo>
                  <a:pt x="1517372" y="46243"/>
                </a:lnTo>
                <a:lnTo>
                  <a:pt x="1506151" y="46243"/>
                </a:lnTo>
                <a:lnTo>
                  <a:pt x="1506151" y="34342"/>
                </a:lnTo>
                <a:lnTo>
                  <a:pt x="1517372" y="34342"/>
                </a:lnTo>
                <a:lnTo>
                  <a:pt x="1517372" y="11925"/>
                </a:lnTo>
                <a:lnTo>
                  <a:pt x="1532588" y="2720"/>
                </a:lnTo>
                <a:lnTo>
                  <a:pt x="1532588" y="34342"/>
                </a:lnTo>
                <a:lnTo>
                  <a:pt x="1547974" y="34342"/>
                </a:lnTo>
                <a:lnTo>
                  <a:pt x="1547974" y="46243"/>
                </a:lnTo>
                <a:lnTo>
                  <a:pt x="1532588" y="46243"/>
                </a:lnTo>
                <a:lnTo>
                  <a:pt x="1532588" y="99032"/>
                </a:lnTo>
                <a:cubicBezTo>
                  <a:pt x="1532588" y="103396"/>
                  <a:pt x="1532857" y="106201"/>
                  <a:pt x="1533395" y="107448"/>
                </a:cubicBezTo>
                <a:cubicBezTo>
                  <a:pt x="1533934" y="108694"/>
                  <a:pt x="1534812" y="109686"/>
                  <a:pt x="1536031" y="110423"/>
                </a:cubicBezTo>
                <a:cubicBezTo>
                  <a:pt x="1537249" y="111160"/>
                  <a:pt x="1538992" y="111528"/>
                  <a:pt x="1541259" y="111528"/>
                </a:cubicBezTo>
                <a:cubicBezTo>
                  <a:pt x="1542959" y="111528"/>
                  <a:pt x="1545197" y="111386"/>
                  <a:pt x="1547974" y="111103"/>
                </a:cubicBezTo>
                <a:close/>
                <a:moveTo>
                  <a:pt x="1611447" y="17681"/>
                </a:moveTo>
                <a:lnTo>
                  <a:pt x="1611447" y="0"/>
                </a:lnTo>
                <a:lnTo>
                  <a:pt x="1626749" y="0"/>
                </a:lnTo>
                <a:lnTo>
                  <a:pt x="1626749" y="17681"/>
                </a:lnTo>
                <a:lnTo>
                  <a:pt x="1611447" y="17681"/>
                </a:lnTo>
                <a:moveTo>
                  <a:pt x="1611447" y="124619"/>
                </a:moveTo>
                <a:lnTo>
                  <a:pt x="1611447" y="34342"/>
                </a:lnTo>
                <a:lnTo>
                  <a:pt x="1626749" y="34342"/>
                </a:lnTo>
                <a:lnTo>
                  <a:pt x="1626749" y="124619"/>
                </a:lnTo>
                <a:lnTo>
                  <a:pt x="1611447" y="124619"/>
                </a:lnTo>
                <a:close/>
                <a:moveTo>
                  <a:pt x="1643891" y="97587"/>
                </a:moveTo>
                <a:lnTo>
                  <a:pt x="1659022" y="95207"/>
                </a:lnTo>
                <a:cubicBezTo>
                  <a:pt x="1659872" y="101244"/>
                  <a:pt x="1662238" y="105871"/>
                  <a:pt x="1666120" y="109087"/>
                </a:cubicBezTo>
                <a:cubicBezTo>
                  <a:pt x="1670002" y="112301"/>
                  <a:pt x="1675428" y="113908"/>
                  <a:pt x="1682399" y="113908"/>
                </a:cubicBezTo>
                <a:cubicBezTo>
                  <a:pt x="1689426" y="113908"/>
                  <a:pt x="1694639" y="112489"/>
                  <a:pt x="1698040" y="109650"/>
                </a:cubicBezTo>
                <a:cubicBezTo>
                  <a:pt x="1701440" y="106809"/>
                  <a:pt x="1703140" y="103478"/>
                  <a:pt x="1703140" y="99656"/>
                </a:cubicBezTo>
                <a:cubicBezTo>
                  <a:pt x="1703140" y="96226"/>
                  <a:pt x="1701638" y="93527"/>
                  <a:pt x="1698635" y="91560"/>
                </a:cubicBezTo>
                <a:cubicBezTo>
                  <a:pt x="1696538" y="90210"/>
                  <a:pt x="1691324" y="88495"/>
                  <a:pt x="1682994" y="86414"/>
                </a:cubicBezTo>
                <a:cubicBezTo>
                  <a:pt x="1671773" y="83579"/>
                  <a:pt x="1663995" y="81126"/>
                  <a:pt x="1659659" y="79056"/>
                </a:cubicBezTo>
                <a:cubicBezTo>
                  <a:pt x="1655324" y="76985"/>
                  <a:pt x="1652037" y="74121"/>
                  <a:pt x="1649799" y="70462"/>
                </a:cubicBezTo>
                <a:cubicBezTo>
                  <a:pt x="1647560" y="66803"/>
                  <a:pt x="1646441" y="62762"/>
                  <a:pt x="1646441" y="58338"/>
                </a:cubicBezTo>
                <a:cubicBezTo>
                  <a:pt x="1646441" y="54311"/>
                  <a:pt x="1647362" y="50581"/>
                  <a:pt x="1649204" y="47149"/>
                </a:cubicBezTo>
                <a:cubicBezTo>
                  <a:pt x="1651045" y="43717"/>
                  <a:pt x="1653553" y="40867"/>
                  <a:pt x="1656727" y="38598"/>
                </a:cubicBezTo>
                <a:cubicBezTo>
                  <a:pt x="1659107" y="36840"/>
                  <a:pt x="1662351" y="35351"/>
                  <a:pt x="1666460" y="34133"/>
                </a:cubicBezTo>
                <a:cubicBezTo>
                  <a:pt x="1670569" y="32912"/>
                  <a:pt x="1674975" y="32302"/>
                  <a:pt x="1679678" y="32302"/>
                </a:cubicBezTo>
                <a:cubicBezTo>
                  <a:pt x="1686762" y="32302"/>
                  <a:pt x="1692982" y="33329"/>
                  <a:pt x="1698337" y="35384"/>
                </a:cubicBezTo>
                <a:cubicBezTo>
                  <a:pt x="1703693" y="37436"/>
                  <a:pt x="1707645" y="40218"/>
                  <a:pt x="1710196" y="43728"/>
                </a:cubicBezTo>
                <a:cubicBezTo>
                  <a:pt x="1712746" y="47236"/>
                  <a:pt x="1714503" y="51928"/>
                  <a:pt x="1715466" y="57804"/>
                </a:cubicBezTo>
                <a:lnTo>
                  <a:pt x="1700505" y="59844"/>
                </a:lnTo>
                <a:cubicBezTo>
                  <a:pt x="1699825" y="55197"/>
                  <a:pt x="1697856" y="51570"/>
                  <a:pt x="1694597" y="48964"/>
                </a:cubicBezTo>
                <a:cubicBezTo>
                  <a:pt x="1691338" y="46357"/>
                  <a:pt x="1686734" y="45053"/>
                  <a:pt x="1680783" y="45053"/>
                </a:cubicBezTo>
                <a:cubicBezTo>
                  <a:pt x="1673756" y="45053"/>
                  <a:pt x="1668741" y="46210"/>
                  <a:pt x="1665737" y="48523"/>
                </a:cubicBezTo>
                <a:cubicBezTo>
                  <a:pt x="1662734" y="50834"/>
                  <a:pt x="1661232" y="53541"/>
                  <a:pt x="1661232" y="56643"/>
                </a:cubicBezTo>
                <a:cubicBezTo>
                  <a:pt x="1661232" y="58616"/>
                  <a:pt x="1661855" y="60392"/>
                  <a:pt x="1663102" y="61972"/>
                </a:cubicBezTo>
                <a:cubicBezTo>
                  <a:pt x="1664349" y="63607"/>
                  <a:pt x="1666304" y="64960"/>
                  <a:pt x="1668968" y="66031"/>
                </a:cubicBezTo>
                <a:cubicBezTo>
                  <a:pt x="1670498" y="66596"/>
                  <a:pt x="1675003" y="67893"/>
                  <a:pt x="1682484" y="69923"/>
                </a:cubicBezTo>
                <a:cubicBezTo>
                  <a:pt x="1693308" y="72811"/>
                  <a:pt x="1700859" y="75176"/>
                  <a:pt x="1705138" y="77016"/>
                </a:cubicBezTo>
                <a:cubicBezTo>
                  <a:pt x="1709416" y="78856"/>
                  <a:pt x="1712774" y="81531"/>
                  <a:pt x="1715211" y="85043"/>
                </a:cubicBezTo>
                <a:cubicBezTo>
                  <a:pt x="1717648" y="88553"/>
                  <a:pt x="1718866" y="92913"/>
                  <a:pt x="1718866" y="98121"/>
                </a:cubicBezTo>
                <a:cubicBezTo>
                  <a:pt x="1718866" y="103218"/>
                  <a:pt x="1717379" y="108017"/>
                  <a:pt x="1714403" y="112519"/>
                </a:cubicBezTo>
                <a:cubicBezTo>
                  <a:pt x="1711428" y="117019"/>
                  <a:pt x="1707135" y="120501"/>
                  <a:pt x="1701525" y="122964"/>
                </a:cubicBezTo>
                <a:cubicBezTo>
                  <a:pt x="1695915" y="125427"/>
                  <a:pt x="1689567" y="126659"/>
                  <a:pt x="1682484" y="126659"/>
                </a:cubicBezTo>
                <a:cubicBezTo>
                  <a:pt x="1670753" y="126659"/>
                  <a:pt x="1661813" y="124215"/>
                  <a:pt x="1655664" y="119327"/>
                </a:cubicBezTo>
                <a:cubicBezTo>
                  <a:pt x="1649515" y="114439"/>
                  <a:pt x="1645591" y="107193"/>
                  <a:pt x="1643891" y="97587"/>
                </a:cubicBezTo>
                <a:close/>
                <a:moveTo>
                  <a:pt x="1786856" y="124619"/>
                </a:moveTo>
                <a:lnTo>
                  <a:pt x="1786856" y="0"/>
                </a:lnTo>
                <a:lnTo>
                  <a:pt x="1879257" y="0"/>
                </a:lnTo>
                <a:lnTo>
                  <a:pt x="1879257" y="21082"/>
                </a:lnTo>
                <a:lnTo>
                  <a:pt x="1812018" y="21082"/>
                </a:lnTo>
                <a:lnTo>
                  <a:pt x="1812018" y="48623"/>
                </a:lnTo>
                <a:lnTo>
                  <a:pt x="1874582" y="48623"/>
                </a:lnTo>
                <a:lnTo>
                  <a:pt x="1874582" y="69705"/>
                </a:lnTo>
                <a:lnTo>
                  <a:pt x="1812018" y="69705"/>
                </a:lnTo>
                <a:lnTo>
                  <a:pt x="1812018" y="103537"/>
                </a:lnTo>
                <a:lnTo>
                  <a:pt x="1881638" y="103537"/>
                </a:lnTo>
                <a:lnTo>
                  <a:pt x="1881638" y="124619"/>
                </a:lnTo>
                <a:lnTo>
                  <a:pt x="1786856" y="124619"/>
                </a:lnTo>
                <a:close/>
                <a:moveTo>
                  <a:pt x="1891329" y="124619"/>
                </a:moveTo>
                <a:lnTo>
                  <a:pt x="1923886" y="78121"/>
                </a:lnTo>
                <a:lnTo>
                  <a:pt x="1892689" y="34342"/>
                </a:lnTo>
                <a:lnTo>
                  <a:pt x="1921846" y="34342"/>
                </a:lnTo>
                <a:lnTo>
                  <a:pt x="1937827" y="59164"/>
                </a:lnTo>
                <a:lnTo>
                  <a:pt x="1954659" y="34342"/>
                </a:lnTo>
                <a:lnTo>
                  <a:pt x="1982711" y="34342"/>
                </a:lnTo>
                <a:lnTo>
                  <a:pt x="1952108" y="77101"/>
                </a:lnTo>
                <a:lnTo>
                  <a:pt x="1985516" y="124619"/>
                </a:lnTo>
                <a:lnTo>
                  <a:pt x="1956189" y="124619"/>
                </a:lnTo>
                <a:lnTo>
                  <a:pt x="1937827" y="96652"/>
                </a:lnTo>
                <a:lnTo>
                  <a:pt x="1919296" y="124619"/>
                </a:lnTo>
                <a:lnTo>
                  <a:pt x="1891329" y="124619"/>
                </a:lnTo>
                <a:close/>
                <a:moveTo>
                  <a:pt x="1998921" y="34342"/>
                </a:moveTo>
                <a:lnTo>
                  <a:pt x="2021193" y="34342"/>
                </a:lnTo>
                <a:lnTo>
                  <a:pt x="2021193" y="47603"/>
                </a:lnTo>
                <a:cubicBezTo>
                  <a:pt x="2024083" y="43070"/>
                  <a:pt x="2027993" y="39386"/>
                  <a:pt x="2032924" y="36553"/>
                </a:cubicBezTo>
                <a:cubicBezTo>
                  <a:pt x="2037854" y="33719"/>
                  <a:pt x="2043323" y="32302"/>
                  <a:pt x="2049330" y="32302"/>
                </a:cubicBezTo>
                <a:cubicBezTo>
                  <a:pt x="2059814" y="32302"/>
                  <a:pt x="2068711" y="36411"/>
                  <a:pt x="2076022" y="44628"/>
                </a:cubicBezTo>
                <a:cubicBezTo>
                  <a:pt x="2083332" y="52845"/>
                  <a:pt x="2086987" y="64293"/>
                  <a:pt x="2086987" y="78971"/>
                </a:cubicBezTo>
                <a:cubicBezTo>
                  <a:pt x="2086987" y="94045"/>
                  <a:pt x="2083304" y="105762"/>
                  <a:pt x="2075937" y="114121"/>
                </a:cubicBezTo>
                <a:cubicBezTo>
                  <a:pt x="2068569" y="122480"/>
                  <a:pt x="2059644" y="126659"/>
                  <a:pt x="2049160" y="126659"/>
                </a:cubicBezTo>
                <a:cubicBezTo>
                  <a:pt x="2044173" y="126659"/>
                  <a:pt x="2039653" y="125667"/>
                  <a:pt x="2035601" y="123684"/>
                </a:cubicBezTo>
                <a:cubicBezTo>
                  <a:pt x="2031549" y="121700"/>
                  <a:pt x="2027285" y="118300"/>
                  <a:pt x="2022808" y="113483"/>
                </a:cubicBezTo>
                <a:lnTo>
                  <a:pt x="2022808" y="158961"/>
                </a:lnTo>
                <a:lnTo>
                  <a:pt x="1998921" y="158961"/>
                </a:lnTo>
                <a:lnTo>
                  <a:pt x="1998921" y="34342"/>
                </a:lnTo>
                <a:moveTo>
                  <a:pt x="2022553" y="77911"/>
                </a:moveTo>
                <a:cubicBezTo>
                  <a:pt x="2022553" y="88039"/>
                  <a:pt x="2024565" y="95522"/>
                  <a:pt x="2028588" y="100360"/>
                </a:cubicBezTo>
                <a:cubicBezTo>
                  <a:pt x="2032612" y="105199"/>
                  <a:pt x="2037514" y="107618"/>
                  <a:pt x="2043294" y="107618"/>
                </a:cubicBezTo>
                <a:cubicBezTo>
                  <a:pt x="2048848" y="107618"/>
                  <a:pt x="2053467" y="105397"/>
                  <a:pt x="2057150" y="100955"/>
                </a:cubicBezTo>
                <a:cubicBezTo>
                  <a:pt x="2060834" y="96514"/>
                  <a:pt x="2062676" y="89228"/>
                  <a:pt x="2062676" y="79098"/>
                </a:cubicBezTo>
                <a:cubicBezTo>
                  <a:pt x="2062676" y="69648"/>
                  <a:pt x="2060777" y="62632"/>
                  <a:pt x="2056980" y="58049"/>
                </a:cubicBezTo>
                <a:cubicBezTo>
                  <a:pt x="2053183" y="53465"/>
                  <a:pt x="2048480" y="51174"/>
                  <a:pt x="2042869" y="51174"/>
                </a:cubicBezTo>
                <a:cubicBezTo>
                  <a:pt x="2037032" y="51174"/>
                  <a:pt x="2032187" y="53423"/>
                  <a:pt x="2028333" y="57921"/>
                </a:cubicBezTo>
                <a:cubicBezTo>
                  <a:pt x="2024480" y="62419"/>
                  <a:pt x="2022553" y="69083"/>
                  <a:pt x="2022553" y="77911"/>
                </a:cubicBezTo>
                <a:close/>
                <a:moveTo>
                  <a:pt x="2158250" y="95887"/>
                </a:moveTo>
                <a:lnTo>
                  <a:pt x="2182052" y="99967"/>
                </a:lnTo>
                <a:cubicBezTo>
                  <a:pt x="2178991" y="108666"/>
                  <a:pt x="2174160" y="115290"/>
                  <a:pt x="2167558" y="119837"/>
                </a:cubicBezTo>
                <a:cubicBezTo>
                  <a:pt x="2160956" y="124385"/>
                  <a:pt x="2152696" y="126659"/>
                  <a:pt x="2142779" y="126659"/>
                </a:cubicBezTo>
                <a:cubicBezTo>
                  <a:pt x="2127081" y="126659"/>
                  <a:pt x="2115463" y="121530"/>
                  <a:pt x="2107926" y="111273"/>
                </a:cubicBezTo>
                <a:cubicBezTo>
                  <a:pt x="2101976" y="103056"/>
                  <a:pt x="2099001" y="92685"/>
                  <a:pt x="2099001" y="80161"/>
                </a:cubicBezTo>
                <a:cubicBezTo>
                  <a:pt x="2099001" y="65200"/>
                  <a:pt x="2102911" y="53483"/>
                  <a:pt x="2110731" y="45011"/>
                </a:cubicBezTo>
                <a:cubicBezTo>
                  <a:pt x="2118552" y="36538"/>
                  <a:pt x="2128441" y="32302"/>
                  <a:pt x="2140399" y="32302"/>
                </a:cubicBezTo>
                <a:cubicBezTo>
                  <a:pt x="2153829" y="32302"/>
                  <a:pt x="2164427" y="36737"/>
                  <a:pt x="2172191" y="45606"/>
                </a:cubicBezTo>
                <a:cubicBezTo>
                  <a:pt x="2179955" y="54475"/>
                  <a:pt x="2183667" y="68062"/>
                  <a:pt x="2183327" y="86366"/>
                </a:cubicBezTo>
                <a:lnTo>
                  <a:pt x="2123482" y="86366"/>
                </a:lnTo>
                <a:cubicBezTo>
                  <a:pt x="2123652" y="93450"/>
                  <a:pt x="2125579" y="98961"/>
                  <a:pt x="2129263" y="102900"/>
                </a:cubicBezTo>
                <a:cubicBezTo>
                  <a:pt x="2132946" y="106839"/>
                  <a:pt x="2137537" y="108808"/>
                  <a:pt x="2143034" y="108808"/>
                </a:cubicBezTo>
                <a:cubicBezTo>
                  <a:pt x="2146774" y="108808"/>
                  <a:pt x="2149919" y="107788"/>
                  <a:pt x="2152469" y="105748"/>
                </a:cubicBezTo>
                <a:cubicBezTo>
                  <a:pt x="2155020" y="103707"/>
                  <a:pt x="2156946" y="100421"/>
                  <a:pt x="2158250" y="95887"/>
                </a:cubicBezTo>
                <a:moveTo>
                  <a:pt x="2159610" y="71745"/>
                </a:moveTo>
                <a:cubicBezTo>
                  <a:pt x="2159440" y="64860"/>
                  <a:pt x="2157655" y="59625"/>
                  <a:pt x="2154255" y="56040"/>
                </a:cubicBezTo>
                <a:cubicBezTo>
                  <a:pt x="2150854" y="52456"/>
                  <a:pt x="2146717" y="50664"/>
                  <a:pt x="2141844" y="50664"/>
                </a:cubicBezTo>
                <a:cubicBezTo>
                  <a:pt x="2136630" y="50664"/>
                  <a:pt x="2132323" y="52554"/>
                  <a:pt x="2128923" y="56335"/>
                </a:cubicBezTo>
                <a:cubicBezTo>
                  <a:pt x="2125522" y="60118"/>
                  <a:pt x="2123851" y="65255"/>
                  <a:pt x="2123907" y="71745"/>
                </a:cubicBezTo>
                <a:lnTo>
                  <a:pt x="2159610" y="71745"/>
                </a:lnTo>
                <a:close/>
                <a:moveTo>
                  <a:pt x="2281482" y="61034"/>
                </a:moveTo>
                <a:lnTo>
                  <a:pt x="2257936" y="65285"/>
                </a:lnTo>
                <a:cubicBezTo>
                  <a:pt x="2257142" y="60609"/>
                  <a:pt x="2255343" y="57089"/>
                  <a:pt x="2252538" y="54723"/>
                </a:cubicBezTo>
                <a:cubicBezTo>
                  <a:pt x="2249732" y="52357"/>
                  <a:pt x="2246091" y="51174"/>
                  <a:pt x="2241614" y="51174"/>
                </a:cubicBezTo>
                <a:cubicBezTo>
                  <a:pt x="2235664" y="51174"/>
                  <a:pt x="2230918" y="53222"/>
                  <a:pt x="2227376" y="57318"/>
                </a:cubicBezTo>
                <a:cubicBezTo>
                  <a:pt x="2223834" y="61414"/>
                  <a:pt x="2222063" y="68264"/>
                  <a:pt x="2222063" y="77868"/>
                </a:cubicBezTo>
                <a:cubicBezTo>
                  <a:pt x="2222063" y="88547"/>
                  <a:pt x="2223862" y="96091"/>
                  <a:pt x="2227461" y="100498"/>
                </a:cubicBezTo>
                <a:cubicBezTo>
                  <a:pt x="2231059" y="104905"/>
                  <a:pt x="2235891" y="107108"/>
                  <a:pt x="2241954" y="107108"/>
                </a:cubicBezTo>
                <a:cubicBezTo>
                  <a:pt x="2246488" y="107108"/>
                  <a:pt x="2250200" y="105818"/>
                  <a:pt x="2253090" y="103240"/>
                </a:cubicBezTo>
                <a:cubicBezTo>
                  <a:pt x="2255980" y="100661"/>
                  <a:pt x="2258021" y="96227"/>
                  <a:pt x="2259211" y="89936"/>
                </a:cubicBezTo>
                <a:lnTo>
                  <a:pt x="2282672" y="94017"/>
                </a:lnTo>
                <a:cubicBezTo>
                  <a:pt x="2280235" y="104784"/>
                  <a:pt x="2275560" y="112916"/>
                  <a:pt x="2268646" y="118414"/>
                </a:cubicBezTo>
                <a:cubicBezTo>
                  <a:pt x="2261732" y="123911"/>
                  <a:pt x="2252467" y="126659"/>
                  <a:pt x="2240849" y="126659"/>
                </a:cubicBezTo>
                <a:cubicBezTo>
                  <a:pt x="2227645" y="126659"/>
                  <a:pt x="2217118" y="122494"/>
                  <a:pt x="2209270" y="114163"/>
                </a:cubicBezTo>
                <a:cubicBezTo>
                  <a:pt x="2201421" y="105833"/>
                  <a:pt x="2197496" y="94300"/>
                  <a:pt x="2197496" y="79566"/>
                </a:cubicBezTo>
                <a:cubicBezTo>
                  <a:pt x="2197496" y="64661"/>
                  <a:pt x="2201435" y="53058"/>
                  <a:pt x="2209312" y="44756"/>
                </a:cubicBezTo>
                <a:cubicBezTo>
                  <a:pt x="2217189" y="36453"/>
                  <a:pt x="2227843" y="32302"/>
                  <a:pt x="2241274" y="32302"/>
                </a:cubicBezTo>
                <a:cubicBezTo>
                  <a:pt x="2252268" y="32302"/>
                  <a:pt x="2261010" y="34668"/>
                  <a:pt x="2267499" y="39400"/>
                </a:cubicBezTo>
                <a:cubicBezTo>
                  <a:pt x="2273988" y="44132"/>
                  <a:pt x="2278649" y="51344"/>
                  <a:pt x="2281482" y="61034"/>
                </a:cubicBezTo>
                <a:close/>
                <a:moveTo>
                  <a:pt x="2340960" y="34342"/>
                </a:moveTo>
                <a:lnTo>
                  <a:pt x="2340960" y="53384"/>
                </a:lnTo>
                <a:lnTo>
                  <a:pt x="2324639" y="53384"/>
                </a:lnTo>
                <a:lnTo>
                  <a:pt x="2324639" y="89708"/>
                </a:lnTo>
                <a:cubicBezTo>
                  <a:pt x="2324639" y="97065"/>
                  <a:pt x="2324794" y="101351"/>
                  <a:pt x="2325106" y="102568"/>
                </a:cubicBezTo>
                <a:cubicBezTo>
                  <a:pt x="2325418" y="103783"/>
                  <a:pt x="2326126" y="104787"/>
                  <a:pt x="2327231" y="105580"/>
                </a:cubicBezTo>
                <a:cubicBezTo>
                  <a:pt x="2328336" y="106372"/>
                  <a:pt x="2329682" y="106768"/>
                  <a:pt x="2331269" y="106768"/>
                </a:cubicBezTo>
                <a:cubicBezTo>
                  <a:pt x="2333479" y="106768"/>
                  <a:pt x="2336681" y="106003"/>
                  <a:pt x="2340875" y="104473"/>
                </a:cubicBezTo>
                <a:lnTo>
                  <a:pt x="2342915" y="123073"/>
                </a:lnTo>
                <a:cubicBezTo>
                  <a:pt x="2337361" y="125464"/>
                  <a:pt x="2331071" y="126659"/>
                  <a:pt x="2324044" y="126659"/>
                </a:cubicBezTo>
                <a:cubicBezTo>
                  <a:pt x="2319737" y="126659"/>
                  <a:pt x="2315855" y="125937"/>
                  <a:pt x="2312398" y="124491"/>
                </a:cubicBezTo>
                <a:cubicBezTo>
                  <a:pt x="2308941" y="123046"/>
                  <a:pt x="2306405" y="121176"/>
                  <a:pt x="2304790" y="118881"/>
                </a:cubicBezTo>
                <a:cubicBezTo>
                  <a:pt x="2303175" y="116586"/>
                  <a:pt x="2302055" y="113483"/>
                  <a:pt x="2301432" y="109573"/>
                </a:cubicBezTo>
                <a:cubicBezTo>
                  <a:pt x="2300922" y="106796"/>
                  <a:pt x="2300667" y="101186"/>
                  <a:pt x="2300667" y="92742"/>
                </a:cubicBezTo>
                <a:lnTo>
                  <a:pt x="2300667" y="53384"/>
                </a:lnTo>
                <a:lnTo>
                  <a:pt x="2289701" y="53384"/>
                </a:lnTo>
                <a:lnTo>
                  <a:pt x="2289701" y="34342"/>
                </a:lnTo>
                <a:lnTo>
                  <a:pt x="2300667" y="34342"/>
                </a:lnTo>
                <a:lnTo>
                  <a:pt x="2300667" y="16321"/>
                </a:lnTo>
                <a:lnTo>
                  <a:pt x="2324639" y="2210"/>
                </a:lnTo>
                <a:lnTo>
                  <a:pt x="2324639" y="34342"/>
                </a:lnTo>
                <a:lnTo>
                  <a:pt x="2340960" y="34342"/>
                </a:lnTo>
                <a:close/>
                <a:moveTo>
                  <a:pt x="2409814" y="95887"/>
                </a:moveTo>
                <a:lnTo>
                  <a:pt x="2433615" y="99967"/>
                </a:lnTo>
                <a:cubicBezTo>
                  <a:pt x="2430555" y="108666"/>
                  <a:pt x="2425724" y="115290"/>
                  <a:pt x="2419122" y="119837"/>
                </a:cubicBezTo>
                <a:cubicBezTo>
                  <a:pt x="2412520" y="124385"/>
                  <a:pt x="2404260" y="126659"/>
                  <a:pt x="2394342" y="126659"/>
                </a:cubicBezTo>
                <a:cubicBezTo>
                  <a:pt x="2378645" y="126659"/>
                  <a:pt x="2367027" y="121530"/>
                  <a:pt x="2359490" y="111273"/>
                </a:cubicBezTo>
                <a:cubicBezTo>
                  <a:pt x="2353539" y="103056"/>
                  <a:pt x="2350564" y="92685"/>
                  <a:pt x="2350564" y="80161"/>
                </a:cubicBezTo>
                <a:cubicBezTo>
                  <a:pt x="2350564" y="65200"/>
                  <a:pt x="2354475" y="53483"/>
                  <a:pt x="2362295" y="45011"/>
                </a:cubicBezTo>
                <a:cubicBezTo>
                  <a:pt x="2370116" y="36538"/>
                  <a:pt x="2380005" y="32302"/>
                  <a:pt x="2391962" y="32302"/>
                </a:cubicBezTo>
                <a:cubicBezTo>
                  <a:pt x="2405393" y="32302"/>
                  <a:pt x="2415991" y="36737"/>
                  <a:pt x="2423755" y="45606"/>
                </a:cubicBezTo>
                <a:cubicBezTo>
                  <a:pt x="2431518" y="54475"/>
                  <a:pt x="2435230" y="68062"/>
                  <a:pt x="2434890" y="86366"/>
                </a:cubicBezTo>
                <a:lnTo>
                  <a:pt x="2375046" y="86366"/>
                </a:lnTo>
                <a:cubicBezTo>
                  <a:pt x="2375216" y="93450"/>
                  <a:pt x="2377143" y="98961"/>
                  <a:pt x="2380826" y="102900"/>
                </a:cubicBezTo>
                <a:cubicBezTo>
                  <a:pt x="2384510" y="106839"/>
                  <a:pt x="2389100" y="108808"/>
                  <a:pt x="2394597" y="108808"/>
                </a:cubicBezTo>
                <a:cubicBezTo>
                  <a:pt x="2398338" y="108808"/>
                  <a:pt x="2401483" y="107788"/>
                  <a:pt x="2404033" y="105748"/>
                </a:cubicBezTo>
                <a:cubicBezTo>
                  <a:pt x="2406583" y="103707"/>
                  <a:pt x="2408510" y="100421"/>
                  <a:pt x="2409814" y="95887"/>
                </a:cubicBezTo>
                <a:moveTo>
                  <a:pt x="2411174" y="71745"/>
                </a:moveTo>
                <a:cubicBezTo>
                  <a:pt x="2411004" y="64860"/>
                  <a:pt x="2409218" y="59625"/>
                  <a:pt x="2405818" y="56040"/>
                </a:cubicBezTo>
                <a:cubicBezTo>
                  <a:pt x="2402418" y="52456"/>
                  <a:pt x="2398281" y="50664"/>
                  <a:pt x="2393407" y="50664"/>
                </a:cubicBezTo>
                <a:cubicBezTo>
                  <a:pt x="2388194" y="50664"/>
                  <a:pt x="2383887" y="52554"/>
                  <a:pt x="2380486" y="56335"/>
                </a:cubicBezTo>
                <a:cubicBezTo>
                  <a:pt x="2377086" y="60118"/>
                  <a:pt x="2375414" y="65255"/>
                  <a:pt x="2375471" y="71745"/>
                </a:cubicBezTo>
                <a:lnTo>
                  <a:pt x="2411174" y="71745"/>
                </a:lnTo>
                <a:close/>
                <a:moveTo>
                  <a:pt x="2537126" y="124619"/>
                </a:moveTo>
                <a:lnTo>
                  <a:pt x="2514939" y="124619"/>
                </a:lnTo>
                <a:lnTo>
                  <a:pt x="2514939" y="111358"/>
                </a:lnTo>
                <a:cubicBezTo>
                  <a:pt x="2511255" y="116515"/>
                  <a:pt x="2506906" y="120354"/>
                  <a:pt x="2501891" y="122876"/>
                </a:cubicBezTo>
                <a:cubicBezTo>
                  <a:pt x="2496875" y="125398"/>
                  <a:pt x="2491817" y="126659"/>
                  <a:pt x="2486717" y="126659"/>
                </a:cubicBezTo>
                <a:cubicBezTo>
                  <a:pt x="2476346" y="126659"/>
                  <a:pt x="2467463" y="122480"/>
                  <a:pt x="2460068" y="114121"/>
                </a:cubicBezTo>
                <a:cubicBezTo>
                  <a:pt x="2452672" y="105762"/>
                  <a:pt x="2448974" y="94102"/>
                  <a:pt x="2448974" y="79141"/>
                </a:cubicBezTo>
                <a:cubicBezTo>
                  <a:pt x="2448974" y="63840"/>
                  <a:pt x="2452573" y="52208"/>
                  <a:pt x="2459770" y="44246"/>
                </a:cubicBezTo>
                <a:cubicBezTo>
                  <a:pt x="2466967" y="36283"/>
                  <a:pt x="2476063" y="32302"/>
                  <a:pt x="2487057" y="32302"/>
                </a:cubicBezTo>
                <a:cubicBezTo>
                  <a:pt x="2497144" y="32302"/>
                  <a:pt x="2505872" y="36496"/>
                  <a:pt x="2513239" y="44883"/>
                </a:cubicBezTo>
                <a:lnTo>
                  <a:pt x="2513239" y="0"/>
                </a:lnTo>
                <a:lnTo>
                  <a:pt x="2537126" y="0"/>
                </a:lnTo>
                <a:lnTo>
                  <a:pt x="2537126" y="124619"/>
                </a:lnTo>
                <a:moveTo>
                  <a:pt x="2473371" y="77571"/>
                </a:moveTo>
                <a:cubicBezTo>
                  <a:pt x="2473371" y="87191"/>
                  <a:pt x="2474703" y="94150"/>
                  <a:pt x="2477366" y="98450"/>
                </a:cubicBezTo>
                <a:cubicBezTo>
                  <a:pt x="2481220" y="104675"/>
                  <a:pt x="2486604" y="107788"/>
                  <a:pt x="2493518" y="107788"/>
                </a:cubicBezTo>
                <a:cubicBezTo>
                  <a:pt x="2499015" y="107788"/>
                  <a:pt x="2503690" y="105454"/>
                  <a:pt x="2507544" y="100785"/>
                </a:cubicBezTo>
                <a:cubicBezTo>
                  <a:pt x="2511397" y="96117"/>
                  <a:pt x="2513324" y="89143"/>
                  <a:pt x="2513324" y="79863"/>
                </a:cubicBezTo>
                <a:cubicBezTo>
                  <a:pt x="2513324" y="69507"/>
                  <a:pt x="2511454" y="62051"/>
                  <a:pt x="2507714" y="57496"/>
                </a:cubicBezTo>
                <a:cubicBezTo>
                  <a:pt x="2503973" y="52941"/>
                  <a:pt x="2499185" y="50664"/>
                  <a:pt x="2493348" y="50664"/>
                </a:cubicBezTo>
                <a:cubicBezTo>
                  <a:pt x="2487680" y="50664"/>
                  <a:pt x="2482934" y="52913"/>
                  <a:pt x="2479109" y="57411"/>
                </a:cubicBezTo>
                <a:cubicBezTo>
                  <a:pt x="2475284" y="61909"/>
                  <a:pt x="2473371" y="68629"/>
                  <a:pt x="2473371" y="77571"/>
                </a:cubicBezTo>
                <a:close/>
                <a:moveTo>
                  <a:pt x="2560701" y="124619"/>
                </a:moveTo>
                <a:lnTo>
                  <a:pt x="2560701" y="100647"/>
                </a:lnTo>
                <a:lnTo>
                  <a:pt x="2584588" y="100647"/>
                </a:lnTo>
                <a:lnTo>
                  <a:pt x="2584588" y="124619"/>
                </a:lnTo>
                <a:lnTo>
                  <a:pt x="2560701" y="124619"/>
                </a:lnTo>
                <a:close/>
                <a:moveTo>
                  <a:pt x="2626950" y="62224"/>
                </a:moveTo>
                <a:lnTo>
                  <a:pt x="2605273" y="58314"/>
                </a:lnTo>
                <a:cubicBezTo>
                  <a:pt x="2607710" y="49472"/>
                  <a:pt x="2611904" y="42926"/>
                  <a:pt x="2617854" y="38678"/>
                </a:cubicBezTo>
                <a:cubicBezTo>
                  <a:pt x="2623805" y="34427"/>
                  <a:pt x="2632645" y="32302"/>
                  <a:pt x="2644376" y="32302"/>
                </a:cubicBezTo>
                <a:cubicBezTo>
                  <a:pt x="2655030" y="32302"/>
                  <a:pt x="2662964" y="33563"/>
                  <a:pt x="2668178" y="36085"/>
                </a:cubicBezTo>
                <a:cubicBezTo>
                  <a:pt x="2673392" y="38607"/>
                  <a:pt x="2677061" y="41809"/>
                  <a:pt x="2679186" y="45691"/>
                </a:cubicBezTo>
                <a:cubicBezTo>
                  <a:pt x="2681311" y="49573"/>
                  <a:pt x="2682374" y="56699"/>
                  <a:pt x="2682374" y="67070"/>
                </a:cubicBezTo>
                <a:lnTo>
                  <a:pt x="2682119" y="94952"/>
                </a:lnTo>
                <a:cubicBezTo>
                  <a:pt x="2682119" y="102886"/>
                  <a:pt x="2682502" y="108737"/>
                  <a:pt x="2683267" y="112506"/>
                </a:cubicBezTo>
                <a:cubicBezTo>
                  <a:pt x="2684032" y="116274"/>
                  <a:pt x="2685463" y="120312"/>
                  <a:pt x="2687559" y="124619"/>
                </a:cubicBezTo>
                <a:lnTo>
                  <a:pt x="2663928" y="124619"/>
                </a:lnTo>
                <a:cubicBezTo>
                  <a:pt x="2663304" y="123032"/>
                  <a:pt x="2662539" y="120680"/>
                  <a:pt x="2661633" y="117563"/>
                </a:cubicBezTo>
                <a:cubicBezTo>
                  <a:pt x="2661236" y="116147"/>
                  <a:pt x="2660952" y="115212"/>
                  <a:pt x="2660782" y="114758"/>
                </a:cubicBezTo>
                <a:cubicBezTo>
                  <a:pt x="2656702" y="118725"/>
                  <a:pt x="2652339" y="121700"/>
                  <a:pt x="2647692" y="123684"/>
                </a:cubicBezTo>
                <a:cubicBezTo>
                  <a:pt x="2643045" y="125667"/>
                  <a:pt x="2638086" y="126659"/>
                  <a:pt x="2632815" y="126659"/>
                </a:cubicBezTo>
                <a:cubicBezTo>
                  <a:pt x="2623521" y="126659"/>
                  <a:pt x="2616197" y="124148"/>
                  <a:pt x="2610841" y="119125"/>
                </a:cubicBezTo>
                <a:cubicBezTo>
                  <a:pt x="2605486" y="114103"/>
                  <a:pt x="2602808" y="107754"/>
                  <a:pt x="2602808" y="100079"/>
                </a:cubicBezTo>
                <a:cubicBezTo>
                  <a:pt x="2602808" y="95000"/>
                  <a:pt x="2604027" y="90471"/>
                  <a:pt x="2606464" y="86494"/>
                </a:cubicBezTo>
                <a:cubicBezTo>
                  <a:pt x="2608900" y="82514"/>
                  <a:pt x="2612315" y="79467"/>
                  <a:pt x="2616707" y="77350"/>
                </a:cubicBezTo>
                <a:cubicBezTo>
                  <a:pt x="2621099" y="75234"/>
                  <a:pt x="2627432" y="73386"/>
                  <a:pt x="2635706" y="71806"/>
                </a:cubicBezTo>
                <a:cubicBezTo>
                  <a:pt x="2646870" y="69718"/>
                  <a:pt x="2654605" y="67771"/>
                  <a:pt x="2658912" y="65965"/>
                </a:cubicBezTo>
                <a:lnTo>
                  <a:pt x="2658912" y="63558"/>
                </a:lnTo>
                <a:cubicBezTo>
                  <a:pt x="2658912" y="58916"/>
                  <a:pt x="2657779" y="55607"/>
                  <a:pt x="2655512" y="53631"/>
                </a:cubicBezTo>
                <a:cubicBezTo>
                  <a:pt x="2653245" y="51653"/>
                  <a:pt x="2648967" y="50664"/>
                  <a:pt x="2642676" y="50664"/>
                </a:cubicBezTo>
                <a:cubicBezTo>
                  <a:pt x="2638426" y="50664"/>
                  <a:pt x="2635111" y="51519"/>
                  <a:pt x="2632730" y="53230"/>
                </a:cubicBezTo>
                <a:cubicBezTo>
                  <a:pt x="2630350" y="54939"/>
                  <a:pt x="2628423" y="57937"/>
                  <a:pt x="2626950" y="62224"/>
                </a:cubicBezTo>
                <a:moveTo>
                  <a:pt x="2658912" y="81606"/>
                </a:moveTo>
                <a:cubicBezTo>
                  <a:pt x="2655852" y="82614"/>
                  <a:pt x="2651007" y="83818"/>
                  <a:pt x="2644376" y="85219"/>
                </a:cubicBezTo>
                <a:cubicBezTo>
                  <a:pt x="2637746" y="86618"/>
                  <a:pt x="2633411" y="87989"/>
                  <a:pt x="2631370" y="89333"/>
                </a:cubicBezTo>
                <a:cubicBezTo>
                  <a:pt x="2628253" y="91517"/>
                  <a:pt x="2626695" y="94289"/>
                  <a:pt x="2626695" y="97648"/>
                </a:cubicBezTo>
                <a:cubicBezTo>
                  <a:pt x="2626695" y="100953"/>
                  <a:pt x="2627942" y="103809"/>
                  <a:pt x="2630435" y="106218"/>
                </a:cubicBezTo>
                <a:cubicBezTo>
                  <a:pt x="2632929" y="108625"/>
                  <a:pt x="2636102" y="109828"/>
                  <a:pt x="2639956" y="109828"/>
                </a:cubicBezTo>
                <a:cubicBezTo>
                  <a:pt x="2644263" y="109828"/>
                  <a:pt x="2648372" y="108428"/>
                  <a:pt x="2652282" y="105628"/>
                </a:cubicBezTo>
                <a:cubicBezTo>
                  <a:pt x="2655172" y="103501"/>
                  <a:pt x="2657071" y="100897"/>
                  <a:pt x="2657977" y="97815"/>
                </a:cubicBezTo>
                <a:cubicBezTo>
                  <a:pt x="2658601" y="95800"/>
                  <a:pt x="2658912" y="91965"/>
                  <a:pt x="2658912" y="86310"/>
                </a:cubicBezTo>
                <a:lnTo>
                  <a:pt x="2658912" y="81606"/>
                </a:lnTo>
                <a:close/>
                <a:moveTo>
                  <a:pt x="2705214" y="34342"/>
                </a:moveTo>
                <a:lnTo>
                  <a:pt x="2727486" y="34342"/>
                </a:lnTo>
                <a:lnTo>
                  <a:pt x="2727486" y="47603"/>
                </a:lnTo>
                <a:cubicBezTo>
                  <a:pt x="2730376" y="43070"/>
                  <a:pt x="2734286" y="39386"/>
                  <a:pt x="2739217" y="36553"/>
                </a:cubicBezTo>
                <a:cubicBezTo>
                  <a:pt x="2744147" y="33719"/>
                  <a:pt x="2749616" y="32302"/>
                  <a:pt x="2755623" y="32302"/>
                </a:cubicBezTo>
                <a:cubicBezTo>
                  <a:pt x="2766107" y="32302"/>
                  <a:pt x="2775004" y="36411"/>
                  <a:pt x="2782315" y="44628"/>
                </a:cubicBezTo>
                <a:cubicBezTo>
                  <a:pt x="2789625" y="52845"/>
                  <a:pt x="2793281" y="64293"/>
                  <a:pt x="2793281" y="78971"/>
                </a:cubicBezTo>
                <a:cubicBezTo>
                  <a:pt x="2793281" y="94045"/>
                  <a:pt x="2789597" y="105762"/>
                  <a:pt x="2782230" y="114121"/>
                </a:cubicBezTo>
                <a:cubicBezTo>
                  <a:pt x="2774863" y="122480"/>
                  <a:pt x="2765937" y="126659"/>
                  <a:pt x="2755453" y="126659"/>
                </a:cubicBezTo>
                <a:cubicBezTo>
                  <a:pt x="2750466" y="126659"/>
                  <a:pt x="2745946" y="125667"/>
                  <a:pt x="2741894" y="123684"/>
                </a:cubicBezTo>
                <a:cubicBezTo>
                  <a:pt x="2737842" y="121700"/>
                  <a:pt x="2733578" y="118300"/>
                  <a:pt x="2729101" y="113483"/>
                </a:cubicBezTo>
                <a:lnTo>
                  <a:pt x="2729101" y="158961"/>
                </a:lnTo>
                <a:lnTo>
                  <a:pt x="2705214" y="158961"/>
                </a:lnTo>
                <a:lnTo>
                  <a:pt x="2705214" y="34342"/>
                </a:lnTo>
                <a:moveTo>
                  <a:pt x="2728846" y="77911"/>
                </a:moveTo>
                <a:cubicBezTo>
                  <a:pt x="2728846" y="88039"/>
                  <a:pt x="2730858" y="95522"/>
                  <a:pt x="2734881" y="100360"/>
                </a:cubicBezTo>
                <a:cubicBezTo>
                  <a:pt x="2738905" y="105199"/>
                  <a:pt x="2743807" y="107618"/>
                  <a:pt x="2749587" y="107618"/>
                </a:cubicBezTo>
                <a:cubicBezTo>
                  <a:pt x="2755141" y="107618"/>
                  <a:pt x="2759760" y="105397"/>
                  <a:pt x="2763443" y="100955"/>
                </a:cubicBezTo>
                <a:cubicBezTo>
                  <a:pt x="2767127" y="96514"/>
                  <a:pt x="2768969" y="89228"/>
                  <a:pt x="2768969" y="79098"/>
                </a:cubicBezTo>
                <a:cubicBezTo>
                  <a:pt x="2768969" y="69648"/>
                  <a:pt x="2767070" y="62632"/>
                  <a:pt x="2763273" y="58049"/>
                </a:cubicBezTo>
                <a:cubicBezTo>
                  <a:pt x="2759476" y="53465"/>
                  <a:pt x="2754773" y="51174"/>
                  <a:pt x="2749162" y="51174"/>
                </a:cubicBezTo>
                <a:cubicBezTo>
                  <a:pt x="2743325" y="51174"/>
                  <a:pt x="2738480" y="53423"/>
                  <a:pt x="2734626" y="57921"/>
                </a:cubicBezTo>
                <a:cubicBezTo>
                  <a:pt x="2730773" y="62419"/>
                  <a:pt x="2728846" y="69083"/>
                  <a:pt x="2728846" y="77911"/>
                </a:cubicBezTo>
                <a:close/>
                <a:moveTo>
                  <a:pt x="2811584" y="34342"/>
                </a:moveTo>
                <a:lnTo>
                  <a:pt x="2833855" y="34342"/>
                </a:lnTo>
                <a:lnTo>
                  <a:pt x="2833855" y="47603"/>
                </a:lnTo>
                <a:cubicBezTo>
                  <a:pt x="2836746" y="43070"/>
                  <a:pt x="2840656" y="39386"/>
                  <a:pt x="2845586" y="36553"/>
                </a:cubicBezTo>
                <a:cubicBezTo>
                  <a:pt x="2850517" y="33719"/>
                  <a:pt x="2855985" y="32302"/>
                  <a:pt x="2861992" y="32302"/>
                </a:cubicBezTo>
                <a:cubicBezTo>
                  <a:pt x="2872477" y="32302"/>
                  <a:pt x="2881374" y="36411"/>
                  <a:pt x="2888684" y="44628"/>
                </a:cubicBezTo>
                <a:cubicBezTo>
                  <a:pt x="2895995" y="52845"/>
                  <a:pt x="2899650" y="64293"/>
                  <a:pt x="2899650" y="78971"/>
                </a:cubicBezTo>
                <a:cubicBezTo>
                  <a:pt x="2899650" y="94045"/>
                  <a:pt x="2895967" y="105762"/>
                  <a:pt x="2888599" y="114121"/>
                </a:cubicBezTo>
                <a:cubicBezTo>
                  <a:pt x="2881232" y="122480"/>
                  <a:pt x="2872307" y="126659"/>
                  <a:pt x="2861822" y="126659"/>
                </a:cubicBezTo>
                <a:cubicBezTo>
                  <a:pt x="2856835" y="126659"/>
                  <a:pt x="2852316" y="125667"/>
                  <a:pt x="2848264" y="123684"/>
                </a:cubicBezTo>
                <a:cubicBezTo>
                  <a:pt x="2844212" y="121700"/>
                  <a:pt x="2839948" y="118300"/>
                  <a:pt x="2835471" y="113483"/>
                </a:cubicBezTo>
                <a:lnTo>
                  <a:pt x="2835471" y="158961"/>
                </a:lnTo>
                <a:lnTo>
                  <a:pt x="2811584" y="158961"/>
                </a:lnTo>
                <a:lnTo>
                  <a:pt x="2811584" y="34342"/>
                </a:lnTo>
                <a:moveTo>
                  <a:pt x="2835216" y="77911"/>
                </a:moveTo>
                <a:cubicBezTo>
                  <a:pt x="2835216" y="88039"/>
                  <a:pt x="2837227" y="95522"/>
                  <a:pt x="2841251" y="100360"/>
                </a:cubicBezTo>
                <a:cubicBezTo>
                  <a:pt x="2845275" y="105199"/>
                  <a:pt x="2850177" y="107618"/>
                  <a:pt x="2855957" y="107618"/>
                </a:cubicBezTo>
                <a:cubicBezTo>
                  <a:pt x="2861511" y="107618"/>
                  <a:pt x="2866129" y="105397"/>
                  <a:pt x="2869813" y="100955"/>
                </a:cubicBezTo>
                <a:cubicBezTo>
                  <a:pt x="2873497" y="96514"/>
                  <a:pt x="2875338" y="89228"/>
                  <a:pt x="2875338" y="79098"/>
                </a:cubicBezTo>
                <a:cubicBezTo>
                  <a:pt x="2875338" y="69648"/>
                  <a:pt x="2873440" y="62632"/>
                  <a:pt x="2869643" y="58049"/>
                </a:cubicBezTo>
                <a:cubicBezTo>
                  <a:pt x="2865846" y="53465"/>
                  <a:pt x="2861142" y="51174"/>
                  <a:pt x="2855532" y="51174"/>
                </a:cubicBezTo>
                <a:cubicBezTo>
                  <a:pt x="2849695" y="51174"/>
                  <a:pt x="2844850" y="53423"/>
                  <a:pt x="2840996" y="57921"/>
                </a:cubicBezTo>
                <a:cubicBezTo>
                  <a:pt x="2837142" y="62419"/>
                  <a:pt x="2835216" y="69083"/>
                  <a:pt x="2835216" y="77911"/>
                </a:cubicBezTo>
                <a:close/>
                <a:moveTo>
                  <a:pt x="2936486" y="62224"/>
                </a:moveTo>
                <a:lnTo>
                  <a:pt x="2914810" y="58314"/>
                </a:lnTo>
                <a:cubicBezTo>
                  <a:pt x="2917247" y="49472"/>
                  <a:pt x="2921440" y="42926"/>
                  <a:pt x="2927391" y="38678"/>
                </a:cubicBezTo>
                <a:cubicBezTo>
                  <a:pt x="2933341" y="34427"/>
                  <a:pt x="2942182" y="32302"/>
                  <a:pt x="2953913" y="32302"/>
                </a:cubicBezTo>
                <a:cubicBezTo>
                  <a:pt x="2964567" y="32302"/>
                  <a:pt x="2972501" y="33563"/>
                  <a:pt x="2977714" y="36085"/>
                </a:cubicBezTo>
                <a:cubicBezTo>
                  <a:pt x="2982928" y="38607"/>
                  <a:pt x="2986598" y="41809"/>
                  <a:pt x="2988723" y="45691"/>
                </a:cubicBezTo>
                <a:cubicBezTo>
                  <a:pt x="2990848" y="49573"/>
                  <a:pt x="2991910" y="56699"/>
                  <a:pt x="2991910" y="67070"/>
                </a:cubicBezTo>
                <a:lnTo>
                  <a:pt x="2991655" y="94952"/>
                </a:lnTo>
                <a:cubicBezTo>
                  <a:pt x="2991655" y="102886"/>
                  <a:pt x="2992038" y="108737"/>
                  <a:pt x="2992803" y="112506"/>
                </a:cubicBezTo>
                <a:cubicBezTo>
                  <a:pt x="2993568" y="116274"/>
                  <a:pt x="2994999" y="120312"/>
                  <a:pt x="2997096" y="124619"/>
                </a:cubicBezTo>
                <a:lnTo>
                  <a:pt x="2973464" y="124619"/>
                </a:lnTo>
                <a:cubicBezTo>
                  <a:pt x="2972841" y="123032"/>
                  <a:pt x="2972076" y="120680"/>
                  <a:pt x="2971169" y="117563"/>
                </a:cubicBezTo>
                <a:cubicBezTo>
                  <a:pt x="2970772" y="116147"/>
                  <a:pt x="2970489" y="115212"/>
                  <a:pt x="2970319" y="114758"/>
                </a:cubicBezTo>
                <a:cubicBezTo>
                  <a:pt x="2966239" y="118725"/>
                  <a:pt x="2961875" y="121700"/>
                  <a:pt x="2957228" y="123684"/>
                </a:cubicBezTo>
                <a:cubicBezTo>
                  <a:pt x="2952581" y="125667"/>
                  <a:pt x="2947622" y="126659"/>
                  <a:pt x="2942352" y="126659"/>
                </a:cubicBezTo>
                <a:cubicBezTo>
                  <a:pt x="2933058" y="126659"/>
                  <a:pt x="2925733" y="124148"/>
                  <a:pt x="2920378" y="119125"/>
                </a:cubicBezTo>
                <a:cubicBezTo>
                  <a:pt x="2915022" y="114103"/>
                  <a:pt x="2912345" y="107754"/>
                  <a:pt x="2912345" y="100079"/>
                </a:cubicBezTo>
                <a:cubicBezTo>
                  <a:pt x="2912345" y="95000"/>
                  <a:pt x="2913563" y="90471"/>
                  <a:pt x="2916000" y="86494"/>
                </a:cubicBezTo>
                <a:cubicBezTo>
                  <a:pt x="2918437" y="82514"/>
                  <a:pt x="2921851" y="79467"/>
                  <a:pt x="2926243" y="77350"/>
                </a:cubicBezTo>
                <a:cubicBezTo>
                  <a:pt x="2930635" y="75234"/>
                  <a:pt x="2936968" y="73386"/>
                  <a:pt x="2945242" y="71806"/>
                </a:cubicBezTo>
                <a:cubicBezTo>
                  <a:pt x="2956406" y="69718"/>
                  <a:pt x="2964142" y="67771"/>
                  <a:pt x="2968449" y="65965"/>
                </a:cubicBezTo>
                <a:lnTo>
                  <a:pt x="2968449" y="63558"/>
                </a:lnTo>
                <a:cubicBezTo>
                  <a:pt x="2968449" y="58916"/>
                  <a:pt x="2967315" y="55607"/>
                  <a:pt x="2965049" y="53631"/>
                </a:cubicBezTo>
                <a:cubicBezTo>
                  <a:pt x="2962782" y="51653"/>
                  <a:pt x="2958503" y="50664"/>
                  <a:pt x="2952213" y="50664"/>
                </a:cubicBezTo>
                <a:cubicBezTo>
                  <a:pt x="2947962" y="50664"/>
                  <a:pt x="2944647" y="51519"/>
                  <a:pt x="2942267" y="53230"/>
                </a:cubicBezTo>
                <a:cubicBezTo>
                  <a:pt x="2939887" y="54939"/>
                  <a:pt x="2937960" y="57937"/>
                  <a:pt x="2936486" y="62224"/>
                </a:cubicBezTo>
                <a:moveTo>
                  <a:pt x="2968449" y="81606"/>
                </a:moveTo>
                <a:cubicBezTo>
                  <a:pt x="2965389" y="82614"/>
                  <a:pt x="2960543" y="83818"/>
                  <a:pt x="2953913" y="85219"/>
                </a:cubicBezTo>
                <a:cubicBezTo>
                  <a:pt x="2947282" y="86618"/>
                  <a:pt x="2942947" y="87989"/>
                  <a:pt x="2940907" y="89333"/>
                </a:cubicBezTo>
                <a:cubicBezTo>
                  <a:pt x="2937790" y="91517"/>
                  <a:pt x="2936231" y="94289"/>
                  <a:pt x="2936231" y="97648"/>
                </a:cubicBezTo>
                <a:cubicBezTo>
                  <a:pt x="2936231" y="100953"/>
                  <a:pt x="2937478" y="103809"/>
                  <a:pt x="2939972" y="106218"/>
                </a:cubicBezTo>
                <a:cubicBezTo>
                  <a:pt x="2942465" y="108625"/>
                  <a:pt x="2945639" y="109828"/>
                  <a:pt x="2949492" y="109828"/>
                </a:cubicBezTo>
                <a:cubicBezTo>
                  <a:pt x="2953799" y="109828"/>
                  <a:pt x="2957908" y="108428"/>
                  <a:pt x="2961818" y="105628"/>
                </a:cubicBezTo>
                <a:cubicBezTo>
                  <a:pt x="2964708" y="103501"/>
                  <a:pt x="2966607" y="100897"/>
                  <a:pt x="2967514" y="97815"/>
                </a:cubicBezTo>
                <a:cubicBezTo>
                  <a:pt x="2968137" y="95800"/>
                  <a:pt x="2968449" y="91965"/>
                  <a:pt x="2968449" y="86310"/>
                </a:cubicBezTo>
                <a:lnTo>
                  <a:pt x="2968449" y="81606"/>
                </a:lnTo>
                <a:close/>
                <a:moveTo>
                  <a:pt x="3038296" y="124619"/>
                </a:moveTo>
                <a:lnTo>
                  <a:pt x="3014410" y="124619"/>
                </a:lnTo>
                <a:lnTo>
                  <a:pt x="3014410" y="34342"/>
                </a:lnTo>
                <a:lnTo>
                  <a:pt x="3036596" y="34342"/>
                </a:lnTo>
                <a:lnTo>
                  <a:pt x="3036596" y="47178"/>
                </a:lnTo>
                <a:cubicBezTo>
                  <a:pt x="3040393" y="41115"/>
                  <a:pt x="3043808" y="37119"/>
                  <a:pt x="3046840" y="35193"/>
                </a:cubicBezTo>
                <a:cubicBezTo>
                  <a:pt x="3049871" y="33266"/>
                  <a:pt x="3053314" y="32302"/>
                  <a:pt x="3057168" y="32302"/>
                </a:cubicBezTo>
                <a:cubicBezTo>
                  <a:pt x="3062608" y="32302"/>
                  <a:pt x="3067850" y="33804"/>
                  <a:pt x="3072894" y="36808"/>
                </a:cubicBezTo>
                <a:lnTo>
                  <a:pt x="3065498" y="57634"/>
                </a:lnTo>
                <a:cubicBezTo>
                  <a:pt x="3061475" y="55027"/>
                  <a:pt x="3057735" y="53724"/>
                  <a:pt x="3054278" y="53724"/>
                </a:cubicBezTo>
                <a:cubicBezTo>
                  <a:pt x="3050934" y="53724"/>
                  <a:pt x="3048101" y="54645"/>
                  <a:pt x="3045777" y="56487"/>
                </a:cubicBezTo>
                <a:cubicBezTo>
                  <a:pt x="3043454" y="58328"/>
                  <a:pt x="3041626" y="61658"/>
                  <a:pt x="3040294" y="66475"/>
                </a:cubicBezTo>
                <a:cubicBezTo>
                  <a:pt x="3038962" y="71292"/>
                  <a:pt x="3038296" y="81379"/>
                  <a:pt x="3038296" y="96737"/>
                </a:cubicBezTo>
                <a:lnTo>
                  <a:pt x="3038296" y="124619"/>
                </a:lnTo>
                <a:close/>
                <a:moveTo>
                  <a:pt x="3135431" y="95887"/>
                </a:moveTo>
                <a:lnTo>
                  <a:pt x="3159233" y="99967"/>
                </a:lnTo>
                <a:cubicBezTo>
                  <a:pt x="3156173" y="108666"/>
                  <a:pt x="3151342" y="115290"/>
                  <a:pt x="3144740" y="119837"/>
                </a:cubicBezTo>
                <a:cubicBezTo>
                  <a:pt x="3138137" y="124385"/>
                  <a:pt x="3129878" y="126659"/>
                  <a:pt x="3119960" y="126659"/>
                </a:cubicBezTo>
                <a:cubicBezTo>
                  <a:pt x="3104262" y="126659"/>
                  <a:pt x="3092645" y="121530"/>
                  <a:pt x="3085108" y="111273"/>
                </a:cubicBezTo>
                <a:cubicBezTo>
                  <a:pt x="3079157" y="103056"/>
                  <a:pt x="3076182" y="92685"/>
                  <a:pt x="3076182" y="80161"/>
                </a:cubicBezTo>
                <a:cubicBezTo>
                  <a:pt x="3076182" y="65200"/>
                  <a:pt x="3080092" y="53483"/>
                  <a:pt x="3087913" y="45011"/>
                </a:cubicBezTo>
                <a:cubicBezTo>
                  <a:pt x="3095733" y="36538"/>
                  <a:pt x="3105623" y="32302"/>
                  <a:pt x="3117580" y="32302"/>
                </a:cubicBezTo>
                <a:cubicBezTo>
                  <a:pt x="3131011" y="32302"/>
                  <a:pt x="3141608" y="36737"/>
                  <a:pt x="3149372" y="45606"/>
                </a:cubicBezTo>
                <a:cubicBezTo>
                  <a:pt x="3157136" y="54475"/>
                  <a:pt x="3160848" y="68062"/>
                  <a:pt x="3160508" y="86366"/>
                </a:cubicBezTo>
                <a:lnTo>
                  <a:pt x="3100664" y="86366"/>
                </a:lnTo>
                <a:cubicBezTo>
                  <a:pt x="3100834" y="93450"/>
                  <a:pt x="3102761" y="98961"/>
                  <a:pt x="3106444" y="102900"/>
                </a:cubicBezTo>
                <a:cubicBezTo>
                  <a:pt x="3110128" y="106839"/>
                  <a:pt x="3114718" y="108808"/>
                  <a:pt x="3120215" y="108808"/>
                </a:cubicBezTo>
                <a:cubicBezTo>
                  <a:pt x="3123956" y="108808"/>
                  <a:pt x="3127101" y="107788"/>
                  <a:pt x="3129651" y="105748"/>
                </a:cubicBezTo>
                <a:cubicBezTo>
                  <a:pt x="3132201" y="103707"/>
                  <a:pt x="3134128" y="100421"/>
                  <a:pt x="3135431" y="95887"/>
                </a:cubicBezTo>
                <a:moveTo>
                  <a:pt x="3136791" y="71745"/>
                </a:moveTo>
                <a:cubicBezTo>
                  <a:pt x="3136621" y="64860"/>
                  <a:pt x="3134836" y="59625"/>
                  <a:pt x="3131436" y="56040"/>
                </a:cubicBezTo>
                <a:cubicBezTo>
                  <a:pt x="3128036" y="52456"/>
                  <a:pt x="3123899" y="50664"/>
                  <a:pt x="3119025" y="50664"/>
                </a:cubicBezTo>
                <a:cubicBezTo>
                  <a:pt x="3113811" y="50664"/>
                  <a:pt x="3109504" y="52554"/>
                  <a:pt x="3106104" y="56335"/>
                </a:cubicBezTo>
                <a:cubicBezTo>
                  <a:pt x="3102704" y="60118"/>
                  <a:pt x="3101032" y="65255"/>
                  <a:pt x="3101089" y="71745"/>
                </a:cubicBezTo>
                <a:lnTo>
                  <a:pt x="3136791" y="71745"/>
                </a:lnTo>
                <a:close/>
                <a:moveTo>
                  <a:pt x="3179947" y="124619"/>
                </a:moveTo>
                <a:lnTo>
                  <a:pt x="3179947" y="0"/>
                </a:lnTo>
                <a:lnTo>
                  <a:pt x="3203834" y="0"/>
                </a:lnTo>
                <a:lnTo>
                  <a:pt x="3203834" y="124619"/>
                </a:lnTo>
                <a:lnTo>
                  <a:pt x="3179947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1B4931-A85B-42C4-9B0E-E6E1D270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4434506"/>
            <a:ext cx="3365789" cy="362693"/>
          </a:xfrm>
          <a:custGeom xmlns:a="http://schemas.openxmlformats.org/drawingml/2006/main">
            <a:pathLst>
              <a:path w="3365789" h="362693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9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7"/>
                  <a:pt x="38062" y="357998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solidFill xmlns:a="http://schemas.openxmlformats.org/drawingml/2006/main">
            <a:srgbClr val="E6FF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4ABCF-C415-4E19-BE43-8EC3495D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877" y="4434506"/>
            <a:ext cx="3365789" cy="362693"/>
          </a:xfrm>
          <a:custGeom xmlns:a="http://schemas.openxmlformats.org/drawingml/2006/main">
            <a:pathLst>
              <a:path w="3365789" h="362693" fill="none">
                <a:moveTo>
                  <a:pt x="61658" y="0"/>
                </a:moveTo>
                <a:lnTo>
                  <a:pt x="3304131" y="0"/>
                </a:lnTo>
                <a:cubicBezTo>
                  <a:pt x="3312307" y="0"/>
                  <a:pt x="3320172" y="1564"/>
                  <a:pt x="3327726" y="4693"/>
                </a:cubicBezTo>
                <a:cubicBezTo>
                  <a:pt x="3335280" y="7822"/>
                  <a:pt x="3341948" y="12277"/>
                  <a:pt x="3347730" y="18059"/>
                </a:cubicBezTo>
                <a:cubicBezTo>
                  <a:pt x="3353511" y="23840"/>
                  <a:pt x="3357966" y="30508"/>
                  <a:pt x="3361095" y="38062"/>
                </a:cubicBezTo>
                <a:cubicBezTo>
                  <a:pt x="3364224" y="45616"/>
                  <a:pt x="3365789" y="53481"/>
                  <a:pt x="3365789" y="61658"/>
                </a:cubicBezTo>
                <a:lnTo>
                  <a:pt x="3365789" y="301035"/>
                </a:lnTo>
                <a:cubicBezTo>
                  <a:pt x="3365789" y="309211"/>
                  <a:pt x="3364224" y="317076"/>
                  <a:pt x="3361094" y="324630"/>
                </a:cubicBezTo>
                <a:cubicBezTo>
                  <a:pt x="3357966" y="332184"/>
                  <a:pt x="3353511" y="338852"/>
                  <a:pt x="3347730" y="344634"/>
                </a:cubicBezTo>
                <a:cubicBezTo>
                  <a:pt x="3341948" y="350415"/>
                  <a:pt x="3335280" y="354870"/>
                  <a:pt x="3327726" y="357999"/>
                </a:cubicBezTo>
                <a:cubicBezTo>
                  <a:pt x="3320172" y="361128"/>
                  <a:pt x="3312307" y="362692"/>
                  <a:pt x="3304131" y="362693"/>
                </a:cubicBezTo>
                <a:lnTo>
                  <a:pt x="61658" y="362693"/>
                </a:lnTo>
                <a:cubicBezTo>
                  <a:pt x="53481" y="362692"/>
                  <a:pt x="45616" y="361127"/>
                  <a:pt x="38062" y="357998"/>
                </a:cubicBezTo>
                <a:cubicBezTo>
                  <a:pt x="30508" y="354870"/>
                  <a:pt x="23841" y="350415"/>
                  <a:pt x="18059" y="344634"/>
                </a:cubicBezTo>
                <a:cubicBezTo>
                  <a:pt x="12278" y="338852"/>
                  <a:pt x="7822" y="332184"/>
                  <a:pt x="4693" y="324630"/>
                </a:cubicBezTo>
                <a:cubicBezTo>
                  <a:pt x="1564" y="317076"/>
                  <a:pt x="0" y="309211"/>
                  <a:pt x="0" y="301035"/>
                </a:cubicBezTo>
                <a:lnTo>
                  <a:pt x="0" y="61658"/>
                </a:lnTo>
                <a:cubicBezTo>
                  <a:pt x="0" y="53481"/>
                  <a:pt x="1564" y="45616"/>
                  <a:pt x="4693" y="38062"/>
                </a:cubicBezTo>
                <a:cubicBezTo>
                  <a:pt x="7822" y="30508"/>
                  <a:pt x="12278" y="23840"/>
                  <a:pt x="18059" y="18059"/>
                </a:cubicBezTo>
                <a:cubicBezTo>
                  <a:pt x="23841" y="12277"/>
                  <a:pt x="30508" y="7822"/>
                  <a:pt x="38062" y="4693"/>
                </a:cubicBezTo>
                <a:cubicBezTo>
                  <a:pt x="45616" y="1564"/>
                  <a:pt x="53481" y="0"/>
                  <a:pt x="6165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E6FFCC"/>
            </a:solidFill>
            <a:miter/>
          </a:ln>
        </p:spPr>
      </p:sp>
      <p:sp>
        <p:nvSpPr>
          <p:cNvPr id="92" name="Text assertorderproductisExpected.color">
            <a:extLst xmlns:a="http://schemas.openxmlformats.org/drawingml/2006/main">
              <a:ext uri="{FF2B5EF4-FFF2-40B4-BE49-F238E27FC236}">
                <a16:creationId xmlns:a16="http://schemas.microsoft.com/office/drawing/2014/main" id="{16D8D7D7-0229-42A6-9001-98062D9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4328" y="4549264"/>
            <a:ext cx="3024497" cy="159301"/>
          </a:xfrm>
          <a:custGeom xmlns:a="http://schemas.openxmlformats.org/drawingml/2006/main">
            <a:pathLst>
              <a:path w="3024497" h="159301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95860" y="97587"/>
                </a:moveTo>
                <a:lnTo>
                  <a:pt x="110991" y="95207"/>
                </a:lnTo>
                <a:cubicBezTo>
                  <a:pt x="111841" y="101244"/>
                  <a:pt x="114207" y="105871"/>
                  <a:pt x="118089" y="109087"/>
                </a:cubicBezTo>
                <a:cubicBezTo>
                  <a:pt x="121971" y="112301"/>
                  <a:pt x="127397" y="113908"/>
                  <a:pt x="134367" y="113908"/>
                </a:cubicBezTo>
                <a:cubicBezTo>
                  <a:pt x="141395" y="113908"/>
                  <a:pt x="146608" y="112489"/>
                  <a:pt x="150008" y="109650"/>
                </a:cubicBezTo>
                <a:cubicBezTo>
                  <a:pt x="153409" y="106809"/>
                  <a:pt x="155109" y="103478"/>
                  <a:pt x="155109" y="99656"/>
                </a:cubicBezTo>
                <a:cubicBezTo>
                  <a:pt x="155109" y="96226"/>
                  <a:pt x="153607" y="93527"/>
                  <a:pt x="150604" y="91560"/>
                </a:cubicBezTo>
                <a:cubicBezTo>
                  <a:pt x="148507" y="90210"/>
                  <a:pt x="143293" y="88495"/>
                  <a:pt x="134962" y="86414"/>
                </a:cubicBezTo>
                <a:cubicBezTo>
                  <a:pt x="123742" y="83579"/>
                  <a:pt x="115964" y="81126"/>
                  <a:pt x="111628" y="79056"/>
                </a:cubicBezTo>
                <a:cubicBezTo>
                  <a:pt x="107293" y="76985"/>
                  <a:pt x="104006" y="74121"/>
                  <a:pt x="101768" y="70462"/>
                </a:cubicBezTo>
                <a:cubicBezTo>
                  <a:pt x="99529" y="66803"/>
                  <a:pt x="98410" y="62762"/>
                  <a:pt x="98410" y="58338"/>
                </a:cubicBezTo>
                <a:cubicBezTo>
                  <a:pt x="98410" y="54311"/>
                  <a:pt x="99331" y="50581"/>
                  <a:pt x="101172" y="47149"/>
                </a:cubicBezTo>
                <a:cubicBezTo>
                  <a:pt x="103014" y="43717"/>
                  <a:pt x="105522" y="40867"/>
                  <a:pt x="108696" y="38598"/>
                </a:cubicBezTo>
                <a:cubicBezTo>
                  <a:pt x="111076" y="36840"/>
                  <a:pt x="114320" y="35351"/>
                  <a:pt x="118429" y="34133"/>
                </a:cubicBezTo>
                <a:cubicBezTo>
                  <a:pt x="122537" y="32912"/>
                  <a:pt x="126944" y="32302"/>
                  <a:pt x="131647" y="32302"/>
                </a:cubicBezTo>
                <a:cubicBezTo>
                  <a:pt x="138731" y="32302"/>
                  <a:pt x="144951" y="33329"/>
                  <a:pt x="150306" y="35384"/>
                </a:cubicBezTo>
                <a:cubicBezTo>
                  <a:pt x="155661" y="37436"/>
                  <a:pt x="159614" y="40218"/>
                  <a:pt x="162164" y="43728"/>
                </a:cubicBezTo>
                <a:cubicBezTo>
                  <a:pt x="164715" y="47236"/>
                  <a:pt x="166471" y="51928"/>
                  <a:pt x="167435" y="57804"/>
                </a:cubicBezTo>
                <a:lnTo>
                  <a:pt x="152474" y="59844"/>
                </a:lnTo>
                <a:cubicBezTo>
                  <a:pt x="151794" y="55197"/>
                  <a:pt x="149824" y="51570"/>
                  <a:pt x="146566" y="48964"/>
                </a:cubicBezTo>
                <a:cubicBezTo>
                  <a:pt x="143307" y="46357"/>
                  <a:pt x="138703" y="45053"/>
                  <a:pt x="132752" y="45053"/>
                </a:cubicBezTo>
                <a:cubicBezTo>
                  <a:pt x="125725" y="45053"/>
                  <a:pt x="120710" y="46210"/>
                  <a:pt x="117706" y="48523"/>
                </a:cubicBezTo>
                <a:cubicBezTo>
                  <a:pt x="114703" y="50834"/>
                  <a:pt x="113201" y="53541"/>
                  <a:pt x="113201" y="56643"/>
                </a:cubicBezTo>
                <a:cubicBezTo>
                  <a:pt x="113201" y="58616"/>
                  <a:pt x="113824" y="60392"/>
                  <a:pt x="115071" y="61972"/>
                </a:cubicBezTo>
                <a:cubicBezTo>
                  <a:pt x="116318" y="63607"/>
                  <a:pt x="118273" y="64960"/>
                  <a:pt x="120936" y="66031"/>
                </a:cubicBezTo>
                <a:cubicBezTo>
                  <a:pt x="122467" y="66596"/>
                  <a:pt x="126972" y="67893"/>
                  <a:pt x="134452" y="69923"/>
                </a:cubicBezTo>
                <a:cubicBezTo>
                  <a:pt x="145276" y="72811"/>
                  <a:pt x="152828" y="75176"/>
                  <a:pt x="157107" y="77016"/>
                </a:cubicBezTo>
                <a:cubicBezTo>
                  <a:pt x="161385" y="78856"/>
                  <a:pt x="164743" y="81531"/>
                  <a:pt x="167180" y="85043"/>
                </a:cubicBezTo>
                <a:cubicBezTo>
                  <a:pt x="169617" y="88553"/>
                  <a:pt x="170835" y="92913"/>
                  <a:pt x="170835" y="98121"/>
                </a:cubicBezTo>
                <a:cubicBezTo>
                  <a:pt x="170835" y="103218"/>
                  <a:pt x="169347" y="108017"/>
                  <a:pt x="166372" y="112519"/>
                </a:cubicBezTo>
                <a:cubicBezTo>
                  <a:pt x="163397" y="117019"/>
                  <a:pt x="159104" y="120501"/>
                  <a:pt x="153494" y="122964"/>
                </a:cubicBezTo>
                <a:cubicBezTo>
                  <a:pt x="147883" y="125427"/>
                  <a:pt x="141536" y="126659"/>
                  <a:pt x="134452" y="126659"/>
                </a:cubicBezTo>
                <a:cubicBezTo>
                  <a:pt x="122722" y="126659"/>
                  <a:pt x="113782" y="124215"/>
                  <a:pt x="107633" y="119327"/>
                </a:cubicBezTo>
                <a:cubicBezTo>
                  <a:pt x="101484" y="114439"/>
                  <a:pt x="97560" y="107193"/>
                  <a:pt x="95860" y="97587"/>
                </a:cubicBezTo>
                <a:close/>
                <a:moveTo>
                  <a:pt x="182906" y="97587"/>
                </a:moveTo>
                <a:lnTo>
                  <a:pt x="198037" y="95207"/>
                </a:lnTo>
                <a:cubicBezTo>
                  <a:pt x="198887" y="101244"/>
                  <a:pt x="201253" y="105871"/>
                  <a:pt x="205135" y="109087"/>
                </a:cubicBezTo>
                <a:cubicBezTo>
                  <a:pt x="209017" y="112301"/>
                  <a:pt x="214443" y="113908"/>
                  <a:pt x="221414" y="113908"/>
                </a:cubicBezTo>
                <a:cubicBezTo>
                  <a:pt x="228441" y="113908"/>
                  <a:pt x="233655" y="112489"/>
                  <a:pt x="237055" y="109650"/>
                </a:cubicBezTo>
                <a:cubicBezTo>
                  <a:pt x="240455" y="106809"/>
                  <a:pt x="242155" y="103478"/>
                  <a:pt x="242155" y="99656"/>
                </a:cubicBezTo>
                <a:cubicBezTo>
                  <a:pt x="242155" y="96226"/>
                  <a:pt x="240654" y="93527"/>
                  <a:pt x="237650" y="91560"/>
                </a:cubicBezTo>
                <a:cubicBezTo>
                  <a:pt x="235553" y="90210"/>
                  <a:pt x="230340" y="88495"/>
                  <a:pt x="222009" y="86414"/>
                </a:cubicBezTo>
                <a:cubicBezTo>
                  <a:pt x="210788" y="83579"/>
                  <a:pt x="203010" y="81126"/>
                  <a:pt x="198675" y="79056"/>
                </a:cubicBezTo>
                <a:cubicBezTo>
                  <a:pt x="194340" y="76985"/>
                  <a:pt x="191053" y="74121"/>
                  <a:pt x="188814" y="70462"/>
                </a:cubicBezTo>
                <a:cubicBezTo>
                  <a:pt x="186576" y="66803"/>
                  <a:pt x="185456" y="62762"/>
                  <a:pt x="185456" y="58338"/>
                </a:cubicBezTo>
                <a:cubicBezTo>
                  <a:pt x="185456" y="54311"/>
                  <a:pt x="186377" y="50581"/>
                  <a:pt x="188219" y="47149"/>
                </a:cubicBezTo>
                <a:cubicBezTo>
                  <a:pt x="190061" y="43717"/>
                  <a:pt x="192569" y="40867"/>
                  <a:pt x="195742" y="38598"/>
                </a:cubicBezTo>
                <a:cubicBezTo>
                  <a:pt x="198122" y="36840"/>
                  <a:pt x="201367" y="35351"/>
                  <a:pt x="205475" y="34133"/>
                </a:cubicBezTo>
                <a:cubicBezTo>
                  <a:pt x="209584" y="32912"/>
                  <a:pt x="213990" y="32302"/>
                  <a:pt x="218694" y="32302"/>
                </a:cubicBezTo>
                <a:cubicBezTo>
                  <a:pt x="225778" y="32302"/>
                  <a:pt x="231997" y="33329"/>
                  <a:pt x="237353" y="35384"/>
                </a:cubicBezTo>
                <a:cubicBezTo>
                  <a:pt x="242708" y="37436"/>
                  <a:pt x="246661" y="40218"/>
                  <a:pt x="249211" y="43728"/>
                </a:cubicBezTo>
                <a:cubicBezTo>
                  <a:pt x="251761" y="47236"/>
                  <a:pt x="253518" y="51928"/>
                  <a:pt x="254481" y="57804"/>
                </a:cubicBezTo>
                <a:lnTo>
                  <a:pt x="239520" y="59844"/>
                </a:lnTo>
                <a:cubicBezTo>
                  <a:pt x="238840" y="55197"/>
                  <a:pt x="236871" y="51570"/>
                  <a:pt x="233612" y="48964"/>
                </a:cubicBezTo>
                <a:cubicBezTo>
                  <a:pt x="230354" y="46357"/>
                  <a:pt x="225749" y="45053"/>
                  <a:pt x="219799" y="45053"/>
                </a:cubicBezTo>
                <a:cubicBezTo>
                  <a:pt x="212772" y="45053"/>
                  <a:pt x="207756" y="46210"/>
                  <a:pt x="204753" y="48523"/>
                </a:cubicBezTo>
                <a:cubicBezTo>
                  <a:pt x="201749" y="50834"/>
                  <a:pt x="200247" y="53541"/>
                  <a:pt x="200247" y="56643"/>
                </a:cubicBezTo>
                <a:cubicBezTo>
                  <a:pt x="200247" y="58616"/>
                  <a:pt x="200871" y="60392"/>
                  <a:pt x="202118" y="61972"/>
                </a:cubicBezTo>
                <a:cubicBezTo>
                  <a:pt x="203364" y="63607"/>
                  <a:pt x="205319" y="64960"/>
                  <a:pt x="207983" y="66031"/>
                </a:cubicBezTo>
                <a:cubicBezTo>
                  <a:pt x="209513" y="66596"/>
                  <a:pt x="214018" y="67893"/>
                  <a:pt x="221499" y="69923"/>
                </a:cubicBezTo>
                <a:cubicBezTo>
                  <a:pt x="232323" y="72811"/>
                  <a:pt x="239874" y="75176"/>
                  <a:pt x="244153" y="77016"/>
                </a:cubicBezTo>
                <a:cubicBezTo>
                  <a:pt x="248432" y="78856"/>
                  <a:pt x="251789" y="81531"/>
                  <a:pt x="254226" y="85043"/>
                </a:cubicBezTo>
                <a:cubicBezTo>
                  <a:pt x="256663" y="88553"/>
                  <a:pt x="257882" y="92913"/>
                  <a:pt x="257882" y="98121"/>
                </a:cubicBezTo>
                <a:cubicBezTo>
                  <a:pt x="257882" y="103218"/>
                  <a:pt x="256394" y="108017"/>
                  <a:pt x="253419" y="112519"/>
                </a:cubicBezTo>
                <a:cubicBezTo>
                  <a:pt x="250444" y="117019"/>
                  <a:pt x="246151" y="120501"/>
                  <a:pt x="240540" y="122964"/>
                </a:cubicBezTo>
                <a:cubicBezTo>
                  <a:pt x="234930" y="125427"/>
                  <a:pt x="228583" y="126659"/>
                  <a:pt x="221499" y="126659"/>
                </a:cubicBezTo>
                <a:cubicBezTo>
                  <a:pt x="209768" y="126659"/>
                  <a:pt x="200828" y="124215"/>
                  <a:pt x="194680" y="119327"/>
                </a:cubicBezTo>
                <a:cubicBezTo>
                  <a:pt x="188531" y="114439"/>
                  <a:pt x="184606" y="107193"/>
                  <a:pt x="182906" y="97587"/>
                </a:cubicBezTo>
                <a:close/>
                <a:moveTo>
                  <a:pt x="337871" y="95547"/>
                </a:moveTo>
                <a:lnTo>
                  <a:pt x="353682" y="97502"/>
                </a:lnTo>
                <a:cubicBezTo>
                  <a:pt x="351189" y="106739"/>
                  <a:pt x="346570" y="113908"/>
                  <a:pt x="339826" y="119009"/>
                </a:cubicBezTo>
                <a:cubicBezTo>
                  <a:pt x="333083" y="124109"/>
                  <a:pt x="324469" y="126659"/>
                  <a:pt x="313985" y="126659"/>
                </a:cubicBezTo>
                <a:cubicBezTo>
                  <a:pt x="300780" y="126659"/>
                  <a:pt x="290310" y="122593"/>
                  <a:pt x="282575" y="114461"/>
                </a:cubicBezTo>
                <a:cubicBezTo>
                  <a:pt x="274839" y="106328"/>
                  <a:pt x="270971" y="94923"/>
                  <a:pt x="270971" y="80246"/>
                </a:cubicBezTo>
                <a:cubicBezTo>
                  <a:pt x="270971" y="65058"/>
                  <a:pt x="274882" y="53270"/>
                  <a:pt x="282702" y="44883"/>
                </a:cubicBezTo>
                <a:cubicBezTo>
                  <a:pt x="290523" y="36496"/>
                  <a:pt x="300667" y="32302"/>
                  <a:pt x="313134" y="32302"/>
                </a:cubicBezTo>
                <a:cubicBezTo>
                  <a:pt x="325205" y="32302"/>
                  <a:pt x="335066" y="36405"/>
                  <a:pt x="342717" y="44610"/>
                </a:cubicBezTo>
                <a:cubicBezTo>
                  <a:pt x="350367" y="52813"/>
                  <a:pt x="354192" y="64354"/>
                  <a:pt x="354192" y="79234"/>
                </a:cubicBezTo>
                <a:cubicBezTo>
                  <a:pt x="354192" y="80139"/>
                  <a:pt x="354164" y="81496"/>
                  <a:pt x="354107" y="83306"/>
                </a:cubicBezTo>
                <a:lnTo>
                  <a:pt x="286783" y="83306"/>
                </a:lnTo>
                <a:cubicBezTo>
                  <a:pt x="287349" y="93195"/>
                  <a:pt x="290154" y="100768"/>
                  <a:pt x="295198" y="106024"/>
                </a:cubicBezTo>
                <a:cubicBezTo>
                  <a:pt x="300242" y="111280"/>
                  <a:pt x="306532" y="113908"/>
                  <a:pt x="314070" y="113908"/>
                </a:cubicBezTo>
                <a:cubicBezTo>
                  <a:pt x="319680" y="113908"/>
                  <a:pt x="324469" y="112449"/>
                  <a:pt x="328436" y="109530"/>
                </a:cubicBezTo>
                <a:cubicBezTo>
                  <a:pt x="332403" y="106610"/>
                  <a:pt x="335548" y="101949"/>
                  <a:pt x="337871" y="95547"/>
                </a:cubicBezTo>
                <a:moveTo>
                  <a:pt x="287633" y="70555"/>
                </a:moveTo>
                <a:lnTo>
                  <a:pt x="338041" y="70555"/>
                </a:lnTo>
                <a:cubicBezTo>
                  <a:pt x="337361" y="63085"/>
                  <a:pt x="335434" y="57483"/>
                  <a:pt x="332261" y="53748"/>
                </a:cubicBezTo>
                <a:cubicBezTo>
                  <a:pt x="327387" y="47951"/>
                  <a:pt x="321068" y="45053"/>
                  <a:pt x="313304" y="45053"/>
                </a:cubicBezTo>
                <a:cubicBezTo>
                  <a:pt x="306277" y="45053"/>
                  <a:pt x="300369" y="47367"/>
                  <a:pt x="295581" y="51995"/>
                </a:cubicBezTo>
                <a:cubicBezTo>
                  <a:pt x="290792" y="56620"/>
                  <a:pt x="288143" y="62807"/>
                  <a:pt x="287633" y="70555"/>
                </a:cubicBezTo>
                <a:close/>
                <a:moveTo>
                  <a:pt x="372698" y="124619"/>
                </a:moveTo>
                <a:lnTo>
                  <a:pt x="372698" y="34342"/>
                </a:lnTo>
                <a:lnTo>
                  <a:pt x="386469" y="34342"/>
                </a:lnTo>
                <a:lnTo>
                  <a:pt x="386469" y="47943"/>
                </a:lnTo>
                <a:cubicBezTo>
                  <a:pt x="389982" y="41575"/>
                  <a:pt x="393227" y="37376"/>
                  <a:pt x="396202" y="35347"/>
                </a:cubicBezTo>
                <a:cubicBezTo>
                  <a:pt x="399177" y="33317"/>
                  <a:pt x="402450" y="32302"/>
                  <a:pt x="406020" y="32302"/>
                </a:cubicBezTo>
                <a:cubicBezTo>
                  <a:pt x="411177" y="32302"/>
                  <a:pt x="416419" y="33939"/>
                  <a:pt x="421746" y="37211"/>
                </a:cubicBezTo>
                <a:lnTo>
                  <a:pt x="416476" y="51344"/>
                </a:lnTo>
                <a:cubicBezTo>
                  <a:pt x="412736" y="49134"/>
                  <a:pt x="408995" y="48028"/>
                  <a:pt x="405255" y="48028"/>
                </a:cubicBezTo>
                <a:cubicBezTo>
                  <a:pt x="401912" y="48028"/>
                  <a:pt x="398908" y="49036"/>
                  <a:pt x="396245" y="51051"/>
                </a:cubicBezTo>
                <a:cubicBezTo>
                  <a:pt x="393581" y="53065"/>
                  <a:pt x="391683" y="55859"/>
                  <a:pt x="390549" y="59433"/>
                </a:cubicBezTo>
                <a:cubicBezTo>
                  <a:pt x="388849" y="64878"/>
                  <a:pt x="387999" y="70835"/>
                  <a:pt x="387999" y="77302"/>
                </a:cubicBezTo>
                <a:lnTo>
                  <a:pt x="387999" y="124619"/>
                </a:lnTo>
                <a:lnTo>
                  <a:pt x="372698" y="124619"/>
                </a:lnTo>
                <a:close/>
                <a:moveTo>
                  <a:pt x="464249" y="111103"/>
                </a:moveTo>
                <a:lnTo>
                  <a:pt x="466459" y="124619"/>
                </a:lnTo>
                <a:cubicBezTo>
                  <a:pt x="462152" y="125412"/>
                  <a:pt x="458298" y="125809"/>
                  <a:pt x="454898" y="125809"/>
                </a:cubicBezTo>
                <a:cubicBezTo>
                  <a:pt x="449344" y="125809"/>
                  <a:pt x="445037" y="124931"/>
                  <a:pt x="441977" y="123174"/>
                </a:cubicBezTo>
                <a:cubicBezTo>
                  <a:pt x="438917" y="121417"/>
                  <a:pt x="436763" y="119108"/>
                  <a:pt x="435516" y="116246"/>
                </a:cubicBezTo>
                <a:cubicBezTo>
                  <a:pt x="434270" y="113384"/>
                  <a:pt x="433646" y="107363"/>
                  <a:pt x="433646" y="98182"/>
                </a:cubicBezTo>
                <a:lnTo>
                  <a:pt x="433646" y="46243"/>
                </a:lnTo>
                <a:lnTo>
                  <a:pt x="422426" y="46243"/>
                </a:lnTo>
                <a:lnTo>
                  <a:pt x="422426" y="34342"/>
                </a:lnTo>
                <a:lnTo>
                  <a:pt x="433646" y="34342"/>
                </a:lnTo>
                <a:lnTo>
                  <a:pt x="433646" y="11925"/>
                </a:lnTo>
                <a:lnTo>
                  <a:pt x="448862" y="2720"/>
                </a:lnTo>
                <a:lnTo>
                  <a:pt x="448862" y="34342"/>
                </a:lnTo>
                <a:lnTo>
                  <a:pt x="464249" y="34342"/>
                </a:lnTo>
                <a:lnTo>
                  <a:pt x="464249" y="46243"/>
                </a:lnTo>
                <a:lnTo>
                  <a:pt x="448862" y="46243"/>
                </a:lnTo>
                <a:lnTo>
                  <a:pt x="448862" y="99032"/>
                </a:lnTo>
                <a:cubicBezTo>
                  <a:pt x="448862" y="103396"/>
                  <a:pt x="449132" y="106201"/>
                  <a:pt x="449670" y="107448"/>
                </a:cubicBezTo>
                <a:cubicBezTo>
                  <a:pt x="450208" y="108694"/>
                  <a:pt x="451087" y="109686"/>
                  <a:pt x="452305" y="110423"/>
                </a:cubicBezTo>
                <a:cubicBezTo>
                  <a:pt x="453524" y="111160"/>
                  <a:pt x="455266" y="111528"/>
                  <a:pt x="457533" y="111528"/>
                </a:cubicBezTo>
                <a:cubicBezTo>
                  <a:pt x="459233" y="111528"/>
                  <a:pt x="461472" y="111386"/>
                  <a:pt x="464249" y="111103"/>
                </a:cubicBezTo>
                <a:close/>
                <a:moveTo>
                  <a:pt x="521941" y="79481"/>
                </a:moveTo>
                <a:cubicBezTo>
                  <a:pt x="521941" y="62763"/>
                  <a:pt x="526588" y="50380"/>
                  <a:pt x="535882" y="42333"/>
                </a:cubicBezTo>
                <a:cubicBezTo>
                  <a:pt x="543646" y="35646"/>
                  <a:pt x="553110" y="32302"/>
                  <a:pt x="564274" y="32302"/>
                </a:cubicBezTo>
                <a:cubicBezTo>
                  <a:pt x="576685" y="32302"/>
                  <a:pt x="586829" y="36368"/>
                  <a:pt x="594706" y="44501"/>
                </a:cubicBezTo>
                <a:cubicBezTo>
                  <a:pt x="602584" y="52633"/>
                  <a:pt x="606522" y="63868"/>
                  <a:pt x="606522" y="78206"/>
                </a:cubicBezTo>
                <a:cubicBezTo>
                  <a:pt x="606522" y="89823"/>
                  <a:pt x="604780" y="98961"/>
                  <a:pt x="601294" y="105620"/>
                </a:cubicBezTo>
                <a:cubicBezTo>
                  <a:pt x="597809" y="112279"/>
                  <a:pt x="592737" y="117450"/>
                  <a:pt x="586078" y="121134"/>
                </a:cubicBezTo>
                <a:cubicBezTo>
                  <a:pt x="579420" y="124817"/>
                  <a:pt x="572152" y="126659"/>
                  <a:pt x="564274" y="126659"/>
                </a:cubicBezTo>
                <a:cubicBezTo>
                  <a:pt x="551637" y="126659"/>
                  <a:pt x="541422" y="122607"/>
                  <a:pt x="533630" y="114503"/>
                </a:cubicBezTo>
                <a:cubicBezTo>
                  <a:pt x="525837" y="106399"/>
                  <a:pt x="521941" y="94725"/>
                  <a:pt x="521941" y="79481"/>
                </a:cubicBezTo>
                <a:moveTo>
                  <a:pt x="537667" y="79438"/>
                </a:moveTo>
                <a:cubicBezTo>
                  <a:pt x="537667" y="90957"/>
                  <a:pt x="540189" y="99581"/>
                  <a:pt x="545233" y="105312"/>
                </a:cubicBezTo>
                <a:cubicBezTo>
                  <a:pt x="550277" y="111043"/>
                  <a:pt x="556624" y="113908"/>
                  <a:pt x="564274" y="113908"/>
                </a:cubicBezTo>
                <a:cubicBezTo>
                  <a:pt x="571868" y="113908"/>
                  <a:pt x="578187" y="111029"/>
                  <a:pt x="583231" y="105269"/>
                </a:cubicBezTo>
                <a:cubicBezTo>
                  <a:pt x="588274" y="99510"/>
                  <a:pt x="590796" y="90731"/>
                  <a:pt x="590796" y="78931"/>
                </a:cubicBezTo>
                <a:cubicBezTo>
                  <a:pt x="590796" y="67807"/>
                  <a:pt x="588260" y="59380"/>
                  <a:pt x="583188" y="53649"/>
                </a:cubicBezTo>
                <a:cubicBezTo>
                  <a:pt x="578116" y="47919"/>
                  <a:pt x="571812" y="45053"/>
                  <a:pt x="564274" y="45053"/>
                </a:cubicBezTo>
                <a:cubicBezTo>
                  <a:pt x="556624" y="45053"/>
                  <a:pt x="550277" y="47904"/>
                  <a:pt x="545233" y="53607"/>
                </a:cubicBezTo>
                <a:cubicBezTo>
                  <a:pt x="540189" y="59309"/>
                  <a:pt x="537667" y="67920"/>
                  <a:pt x="537667" y="79438"/>
                </a:cubicBezTo>
                <a:close/>
                <a:moveTo>
                  <a:pt x="624261" y="124619"/>
                </a:moveTo>
                <a:lnTo>
                  <a:pt x="624261" y="34342"/>
                </a:lnTo>
                <a:lnTo>
                  <a:pt x="638032" y="34342"/>
                </a:lnTo>
                <a:lnTo>
                  <a:pt x="638032" y="47943"/>
                </a:lnTo>
                <a:cubicBezTo>
                  <a:pt x="641546" y="41575"/>
                  <a:pt x="644790" y="37376"/>
                  <a:pt x="647766" y="35347"/>
                </a:cubicBezTo>
                <a:cubicBezTo>
                  <a:pt x="650741" y="33317"/>
                  <a:pt x="654013" y="32302"/>
                  <a:pt x="657584" y="32302"/>
                </a:cubicBezTo>
                <a:cubicBezTo>
                  <a:pt x="662741" y="32302"/>
                  <a:pt x="667983" y="33939"/>
                  <a:pt x="673310" y="37211"/>
                </a:cubicBezTo>
                <a:lnTo>
                  <a:pt x="668039" y="51344"/>
                </a:lnTo>
                <a:cubicBezTo>
                  <a:pt x="664299" y="49134"/>
                  <a:pt x="660559" y="48028"/>
                  <a:pt x="656819" y="48028"/>
                </a:cubicBezTo>
                <a:cubicBezTo>
                  <a:pt x="653475" y="48028"/>
                  <a:pt x="650472" y="49036"/>
                  <a:pt x="647808" y="51051"/>
                </a:cubicBezTo>
                <a:cubicBezTo>
                  <a:pt x="645144" y="53065"/>
                  <a:pt x="643246" y="55859"/>
                  <a:pt x="642113" y="59433"/>
                </a:cubicBezTo>
                <a:cubicBezTo>
                  <a:pt x="640412" y="64878"/>
                  <a:pt x="639562" y="70835"/>
                  <a:pt x="639562" y="77302"/>
                </a:cubicBezTo>
                <a:lnTo>
                  <a:pt x="639562" y="124619"/>
                </a:lnTo>
                <a:lnTo>
                  <a:pt x="624261" y="124619"/>
                </a:lnTo>
                <a:close/>
                <a:moveTo>
                  <a:pt x="740974" y="124619"/>
                </a:moveTo>
                <a:lnTo>
                  <a:pt x="740974" y="113228"/>
                </a:lnTo>
                <a:cubicBezTo>
                  <a:pt x="735250" y="122182"/>
                  <a:pt x="726834" y="126659"/>
                  <a:pt x="715727" y="126659"/>
                </a:cubicBezTo>
                <a:cubicBezTo>
                  <a:pt x="708530" y="126659"/>
                  <a:pt x="701913" y="124676"/>
                  <a:pt x="695878" y="120709"/>
                </a:cubicBezTo>
                <a:cubicBezTo>
                  <a:pt x="689843" y="116742"/>
                  <a:pt x="685167" y="111202"/>
                  <a:pt x="681852" y="104090"/>
                </a:cubicBezTo>
                <a:cubicBezTo>
                  <a:pt x="678537" y="96978"/>
                  <a:pt x="676879" y="88803"/>
                  <a:pt x="676879" y="79566"/>
                </a:cubicBezTo>
                <a:cubicBezTo>
                  <a:pt x="676879" y="70555"/>
                  <a:pt x="678381" y="62380"/>
                  <a:pt x="681385" y="55041"/>
                </a:cubicBezTo>
                <a:cubicBezTo>
                  <a:pt x="684388" y="47703"/>
                  <a:pt x="688893" y="42078"/>
                  <a:pt x="694900" y="38168"/>
                </a:cubicBezTo>
                <a:cubicBezTo>
                  <a:pt x="700908" y="34257"/>
                  <a:pt x="707623" y="32302"/>
                  <a:pt x="715047" y="32302"/>
                </a:cubicBezTo>
                <a:cubicBezTo>
                  <a:pt x="720487" y="32302"/>
                  <a:pt x="725333" y="33450"/>
                  <a:pt x="729583" y="35745"/>
                </a:cubicBezTo>
                <a:cubicBezTo>
                  <a:pt x="733833" y="38040"/>
                  <a:pt x="737290" y="41030"/>
                  <a:pt x="739954" y="44713"/>
                </a:cubicBezTo>
                <a:lnTo>
                  <a:pt x="739954" y="0"/>
                </a:lnTo>
                <a:lnTo>
                  <a:pt x="755170" y="0"/>
                </a:lnTo>
                <a:lnTo>
                  <a:pt x="755170" y="124619"/>
                </a:lnTo>
                <a:lnTo>
                  <a:pt x="740974" y="124619"/>
                </a:lnTo>
                <a:moveTo>
                  <a:pt x="692605" y="79523"/>
                </a:moveTo>
                <a:cubicBezTo>
                  <a:pt x="692605" y="91042"/>
                  <a:pt x="695042" y="99652"/>
                  <a:pt x="699916" y="105354"/>
                </a:cubicBezTo>
                <a:cubicBezTo>
                  <a:pt x="704790" y="111057"/>
                  <a:pt x="710542" y="113908"/>
                  <a:pt x="717172" y="113908"/>
                </a:cubicBezTo>
                <a:cubicBezTo>
                  <a:pt x="723859" y="113908"/>
                  <a:pt x="729540" y="111184"/>
                  <a:pt x="734216" y="105737"/>
                </a:cubicBezTo>
                <a:cubicBezTo>
                  <a:pt x="738891" y="100288"/>
                  <a:pt x="741229" y="91973"/>
                  <a:pt x="741229" y="80793"/>
                </a:cubicBezTo>
                <a:cubicBezTo>
                  <a:pt x="741229" y="68485"/>
                  <a:pt x="738849" y="59451"/>
                  <a:pt x="734088" y="53692"/>
                </a:cubicBezTo>
                <a:cubicBezTo>
                  <a:pt x="729328" y="47933"/>
                  <a:pt x="723463" y="45053"/>
                  <a:pt x="716492" y="45053"/>
                </a:cubicBezTo>
                <a:cubicBezTo>
                  <a:pt x="709692" y="45053"/>
                  <a:pt x="704010" y="47820"/>
                  <a:pt x="699448" y="53355"/>
                </a:cubicBezTo>
                <a:cubicBezTo>
                  <a:pt x="694886" y="58887"/>
                  <a:pt x="692605" y="67610"/>
                  <a:pt x="692605" y="79523"/>
                </a:cubicBezTo>
                <a:close/>
                <a:moveTo>
                  <a:pt x="841000" y="95547"/>
                </a:moveTo>
                <a:lnTo>
                  <a:pt x="856811" y="97502"/>
                </a:lnTo>
                <a:cubicBezTo>
                  <a:pt x="854317" y="106739"/>
                  <a:pt x="849699" y="113908"/>
                  <a:pt x="842955" y="119009"/>
                </a:cubicBezTo>
                <a:cubicBezTo>
                  <a:pt x="836211" y="124109"/>
                  <a:pt x="827597" y="126659"/>
                  <a:pt x="817113" y="126659"/>
                </a:cubicBezTo>
                <a:cubicBezTo>
                  <a:pt x="803909" y="126659"/>
                  <a:pt x="793439" y="122593"/>
                  <a:pt x="785703" y="114461"/>
                </a:cubicBezTo>
                <a:cubicBezTo>
                  <a:pt x="777968" y="106328"/>
                  <a:pt x="774100" y="94923"/>
                  <a:pt x="774100" y="80246"/>
                </a:cubicBezTo>
                <a:cubicBezTo>
                  <a:pt x="774100" y="65058"/>
                  <a:pt x="778010" y="53270"/>
                  <a:pt x="785831" y="44883"/>
                </a:cubicBezTo>
                <a:cubicBezTo>
                  <a:pt x="793651" y="36496"/>
                  <a:pt x="803795" y="32302"/>
                  <a:pt x="816263" y="32302"/>
                </a:cubicBezTo>
                <a:cubicBezTo>
                  <a:pt x="828334" y="32302"/>
                  <a:pt x="838194" y="36405"/>
                  <a:pt x="845845" y="44610"/>
                </a:cubicBezTo>
                <a:cubicBezTo>
                  <a:pt x="853495" y="52813"/>
                  <a:pt x="857321" y="64354"/>
                  <a:pt x="857321" y="79234"/>
                </a:cubicBezTo>
                <a:cubicBezTo>
                  <a:pt x="857321" y="80139"/>
                  <a:pt x="857292" y="81496"/>
                  <a:pt x="857236" y="83306"/>
                </a:cubicBezTo>
                <a:lnTo>
                  <a:pt x="789911" y="83306"/>
                </a:lnTo>
                <a:cubicBezTo>
                  <a:pt x="790478" y="93195"/>
                  <a:pt x="793283" y="100768"/>
                  <a:pt x="798326" y="106024"/>
                </a:cubicBezTo>
                <a:cubicBezTo>
                  <a:pt x="803370" y="111280"/>
                  <a:pt x="809661" y="113908"/>
                  <a:pt x="817198" y="113908"/>
                </a:cubicBezTo>
                <a:cubicBezTo>
                  <a:pt x="822808" y="113908"/>
                  <a:pt x="827597" y="112449"/>
                  <a:pt x="831564" y="109530"/>
                </a:cubicBezTo>
                <a:cubicBezTo>
                  <a:pt x="835531" y="106610"/>
                  <a:pt x="838676" y="101949"/>
                  <a:pt x="841000" y="95547"/>
                </a:cubicBezTo>
                <a:moveTo>
                  <a:pt x="790761" y="70555"/>
                </a:moveTo>
                <a:lnTo>
                  <a:pt x="841170" y="70555"/>
                </a:lnTo>
                <a:cubicBezTo>
                  <a:pt x="840490" y="63085"/>
                  <a:pt x="838563" y="57483"/>
                  <a:pt x="835389" y="53748"/>
                </a:cubicBezTo>
                <a:cubicBezTo>
                  <a:pt x="830515" y="47951"/>
                  <a:pt x="824197" y="45053"/>
                  <a:pt x="816433" y="45053"/>
                </a:cubicBezTo>
                <a:cubicBezTo>
                  <a:pt x="809406" y="45053"/>
                  <a:pt x="803498" y="47367"/>
                  <a:pt x="798709" y="51995"/>
                </a:cubicBezTo>
                <a:cubicBezTo>
                  <a:pt x="793920" y="56620"/>
                  <a:pt x="791271" y="62807"/>
                  <a:pt x="790761" y="70555"/>
                </a:cubicBezTo>
                <a:close/>
                <a:moveTo>
                  <a:pt x="875825" y="124619"/>
                </a:moveTo>
                <a:lnTo>
                  <a:pt x="875825" y="34342"/>
                </a:lnTo>
                <a:lnTo>
                  <a:pt x="889596" y="34342"/>
                </a:lnTo>
                <a:lnTo>
                  <a:pt x="889596" y="47943"/>
                </a:lnTo>
                <a:cubicBezTo>
                  <a:pt x="893110" y="41575"/>
                  <a:pt x="896354" y="37376"/>
                  <a:pt x="899330" y="35347"/>
                </a:cubicBezTo>
                <a:cubicBezTo>
                  <a:pt x="902305" y="33317"/>
                  <a:pt x="905577" y="32302"/>
                  <a:pt x="909148" y="32302"/>
                </a:cubicBezTo>
                <a:cubicBezTo>
                  <a:pt x="914305" y="32302"/>
                  <a:pt x="919547" y="33939"/>
                  <a:pt x="924874" y="37211"/>
                </a:cubicBezTo>
                <a:lnTo>
                  <a:pt x="919603" y="51344"/>
                </a:lnTo>
                <a:cubicBezTo>
                  <a:pt x="915863" y="49134"/>
                  <a:pt x="912123" y="48028"/>
                  <a:pt x="908383" y="48028"/>
                </a:cubicBezTo>
                <a:cubicBezTo>
                  <a:pt x="905039" y="48028"/>
                  <a:pt x="902036" y="49036"/>
                  <a:pt x="899372" y="51051"/>
                </a:cubicBezTo>
                <a:cubicBezTo>
                  <a:pt x="896709" y="53065"/>
                  <a:pt x="894810" y="55859"/>
                  <a:pt x="893677" y="59433"/>
                </a:cubicBezTo>
                <a:cubicBezTo>
                  <a:pt x="891977" y="64878"/>
                  <a:pt x="891126" y="70835"/>
                  <a:pt x="891126" y="77302"/>
                </a:cubicBezTo>
                <a:lnTo>
                  <a:pt x="891126" y="124619"/>
                </a:lnTo>
                <a:lnTo>
                  <a:pt x="875825" y="124619"/>
                </a:lnTo>
                <a:close/>
                <a:moveTo>
                  <a:pt x="982366" y="159301"/>
                </a:moveTo>
                <a:lnTo>
                  <a:pt x="982366" y="34342"/>
                </a:lnTo>
                <a:lnTo>
                  <a:pt x="996307" y="34342"/>
                </a:lnTo>
                <a:lnTo>
                  <a:pt x="996307" y="45988"/>
                </a:lnTo>
                <a:cubicBezTo>
                  <a:pt x="999594" y="41426"/>
                  <a:pt x="1003306" y="38005"/>
                  <a:pt x="1007443" y="35724"/>
                </a:cubicBezTo>
                <a:cubicBezTo>
                  <a:pt x="1011580" y="33443"/>
                  <a:pt x="1016595" y="32302"/>
                  <a:pt x="1022489" y="32302"/>
                </a:cubicBezTo>
                <a:cubicBezTo>
                  <a:pt x="1030196" y="32302"/>
                  <a:pt x="1036996" y="34286"/>
                  <a:pt x="1042890" y="38253"/>
                </a:cubicBezTo>
                <a:cubicBezTo>
                  <a:pt x="1048784" y="42220"/>
                  <a:pt x="1053233" y="47816"/>
                  <a:pt x="1056236" y="55041"/>
                </a:cubicBezTo>
                <a:cubicBezTo>
                  <a:pt x="1059240" y="62267"/>
                  <a:pt x="1060741" y="70187"/>
                  <a:pt x="1060741" y="78801"/>
                </a:cubicBezTo>
                <a:cubicBezTo>
                  <a:pt x="1060741" y="88038"/>
                  <a:pt x="1059084" y="96354"/>
                  <a:pt x="1055769" y="103750"/>
                </a:cubicBezTo>
                <a:cubicBezTo>
                  <a:pt x="1052453" y="111145"/>
                  <a:pt x="1047636" y="116813"/>
                  <a:pt x="1041318" y="120751"/>
                </a:cubicBezTo>
                <a:cubicBezTo>
                  <a:pt x="1034999" y="124690"/>
                  <a:pt x="1028354" y="126659"/>
                  <a:pt x="1021384" y="126659"/>
                </a:cubicBezTo>
                <a:cubicBezTo>
                  <a:pt x="1016283" y="126659"/>
                  <a:pt x="1011707" y="125568"/>
                  <a:pt x="1007655" y="123386"/>
                </a:cubicBezTo>
                <a:cubicBezTo>
                  <a:pt x="1003603" y="121203"/>
                  <a:pt x="1000274" y="118445"/>
                  <a:pt x="997667" y="115114"/>
                </a:cubicBezTo>
                <a:lnTo>
                  <a:pt x="997667" y="159301"/>
                </a:lnTo>
                <a:lnTo>
                  <a:pt x="982366" y="159301"/>
                </a:lnTo>
                <a:moveTo>
                  <a:pt x="996222" y="79863"/>
                </a:moveTo>
                <a:cubicBezTo>
                  <a:pt x="996222" y="91467"/>
                  <a:pt x="998574" y="100042"/>
                  <a:pt x="1003277" y="105588"/>
                </a:cubicBezTo>
                <a:cubicBezTo>
                  <a:pt x="1007981" y="111135"/>
                  <a:pt x="1013676" y="113908"/>
                  <a:pt x="1020364" y="113908"/>
                </a:cubicBezTo>
                <a:cubicBezTo>
                  <a:pt x="1027164" y="113908"/>
                  <a:pt x="1032987" y="111036"/>
                  <a:pt x="1037832" y="105291"/>
                </a:cubicBezTo>
                <a:cubicBezTo>
                  <a:pt x="1042678" y="99546"/>
                  <a:pt x="1045100" y="90645"/>
                  <a:pt x="1045100" y="78588"/>
                </a:cubicBezTo>
                <a:cubicBezTo>
                  <a:pt x="1045100" y="67098"/>
                  <a:pt x="1042734" y="58495"/>
                  <a:pt x="1038002" y="52778"/>
                </a:cubicBezTo>
                <a:cubicBezTo>
                  <a:pt x="1033270" y="47062"/>
                  <a:pt x="1027617" y="44203"/>
                  <a:pt x="1021044" y="44203"/>
                </a:cubicBezTo>
                <a:cubicBezTo>
                  <a:pt x="1014526" y="44203"/>
                  <a:pt x="1008760" y="47246"/>
                  <a:pt x="1003745" y="53331"/>
                </a:cubicBezTo>
                <a:cubicBezTo>
                  <a:pt x="998729" y="59416"/>
                  <a:pt x="996222" y="68260"/>
                  <a:pt x="996222" y="79863"/>
                </a:cubicBezTo>
                <a:close/>
                <a:moveTo>
                  <a:pt x="1078992" y="124619"/>
                </a:moveTo>
                <a:lnTo>
                  <a:pt x="1078992" y="34342"/>
                </a:lnTo>
                <a:lnTo>
                  <a:pt x="1092763" y="34342"/>
                </a:lnTo>
                <a:lnTo>
                  <a:pt x="1092763" y="47943"/>
                </a:lnTo>
                <a:cubicBezTo>
                  <a:pt x="1096276" y="41575"/>
                  <a:pt x="1099521" y="37376"/>
                  <a:pt x="1102496" y="35347"/>
                </a:cubicBezTo>
                <a:cubicBezTo>
                  <a:pt x="1105471" y="33317"/>
                  <a:pt x="1108744" y="32302"/>
                  <a:pt x="1112314" y="32302"/>
                </a:cubicBezTo>
                <a:cubicBezTo>
                  <a:pt x="1117471" y="32302"/>
                  <a:pt x="1122713" y="33939"/>
                  <a:pt x="1128040" y="37211"/>
                </a:cubicBezTo>
                <a:lnTo>
                  <a:pt x="1122770" y="51344"/>
                </a:lnTo>
                <a:cubicBezTo>
                  <a:pt x="1119029" y="49134"/>
                  <a:pt x="1115289" y="48028"/>
                  <a:pt x="1111549" y="48028"/>
                </a:cubicBezTo>
                <a:cubicBezTo>
                  <a:pt x="1108205" y="48028"/>
                  <a:pt x="1105202" y="49036"/>
                  <a:pt x="1102538" y="51051"/>
                </a:cubicBezTo>
                <a:cubicBezTo>
                  <a:pt x="1099875" y="53065"/>
                  <a:pt x="1097976" y="55859"/>
                  <a:pt x="1096843" y="59433"/>
                </a:cubicBezTo>
                <a:cubicBezTo>
                  <a:pt x="1095143" y="64878"/>
                  <a:pt x="1094293" y="70835"/>
                  <a:pt x="1094293" y="77302"/>
                </a:cubicBezTo>
                <a:lnTo>
                  <a:pt x="1094293" y="124619"/>
                </a:lnTo>
                <a:lnTo>
                  <a:pt x="1078992" y="124619"/>
                </a:lnTo>
                <a:close/>
                <a:moveTo>
                  <a:pt x="1131438" y="79481"/>
                </a:moveTo>
                <a:cubicBezTo>
                  <a:pt x="1131438" y="62763"/>
                  <a:pt x="1136085" y="50380"/>
                  <a:pt x="1145379" y="42333"/>
                </a:cubicBezTo>
                <a:cubicBezTo>
                  <a:pt x="1153143" y="35646"/>
                  <a:pt x="1162607" y="32302"/>
                  <a:pt x="1173771" y="32302"/>
                </a:cubicBezTo>
                <a:cubicBezTo>
                  <a:pt x="1186182" y="32302"/>
                  <a:pt x="1196326" y="36368"/>
                  <a:pt x="1204204" y="44501"/>
                </a:cubicBezTo>
                <a:cubicBezTo>
                  <a:pt x="1212081" y="52633"/>
                  <a:pt x="1216019" y="63868"/>
                  <a:pt x="1216019" y="78206"/>
                </a:cubicBezTo>
                <a:cubicBezTo>
                  <a:pt x="1216019" y="89823"/>
                  <a:pt x="1214277" y="98961"/>
                  <a:pt x="1210792" y="105620"/>
                </a:cubicBezTo>
                <a:cubicBezTo>
                  <a:pt x="1207306" y="112279"/>
                  <a:pt x="1202234" y="117450"/>
                  <a:pt x="1195575" y="121134"/>
                </a:cubicBezTo>
                <a:cubicBezTo>
                  <a:pt x="1188917" y="124817"/>
                  <a:pt x="1181649" y="126659"/>
                  <a:pt x="1173771" y="126659"/>
                </a:cubicBezTo>
                <a:cubicBezTo>
                  <a:pt x="1161134" y="126659"/>
                  <a:pt x="1150919" y="122607"/>
                  <a:pt x="1143127" y="114503"/>
                </a:cubicBezTo>
                <a:cubicBezTo>
                  <a:pt x="1135334" y="106399"/>
                  <a:pt x="1131438" y="94725"/>
                  <a:pt x="1131438" y="79481"/>
                </a:cubicBezTo>
                <a:moveTo>
                  <a:pt x="1147164" y="79438"/>
                </a:moveTo>
                <a:cubicBezTo>
                  <a:pt x="1147164" y="90957"/>
                  <a:pt x="1149686" y="99581"/>
                  <a:pt x="1154730" y="105312"/>
                </a:cubicBezTo>
                <a:cubicBezTo>
                  <a:pt x="1159774" y="111043"/>
                  <a:pt x="1166121" y="113908"/>
                  <a:pt x="1173771" y="113908"/>
                </a:cubicBezTo>
                <a:cubicBezTo>
                  <a:pt x="1181365" y="113908"/>
                  <a:pt x="1187684" y="111029"/>
                  <a:pt x="1192728" y="105269"/>
                </a:cubicBezTo>
                <a:cubicBezTo>
                  <a:pt x="1197771" y="99510"/>
                  <a:pt x="1200293" y="90731"/>
                  <a:pt x="1200293" y="78931"/>
                </a:cubicBezTo>
                <a:cubicBezTo>
                  <a:pt x="1200293" y="67807"/>
                  <a:pt x="1197757" y="59380"/>
                  <a:pt x="1192685" y="53649"/>
                </a:cubicBezTo>
                <a:cubicBezTo>
                  <a:pt x="1187613" y="47919"/>
                  <a:pt x="1181309" y="45053"/>
                  <a:pt x="1173771" y="45053"/>
                </a:cubicBezTo>
                <a:cubicBezTo>
                  <a:pt x="1166121" y="45053"/>
                  <a:pt x="1159774" y="47904"/>
                  <a:pt x="1154730" y="53607"/>
                </a:cubicBezTo>
                <a:cubicBezTo>
                  <a:pt x="1149686" y="59309"/>
                  <a:pt x="1147164" y="67920"/>
                  <a:pt x="1147164" y="79438"/>
                </a:cubicBezTo>
                <a:close/>
                <a:moveTo>
                  <a:pt x="1292499" y="124619"/>
                </a:moveTo>
                <a:lnTo>
                  <a:pt x="1292499" y="113228"/>
                </a:lnTo>
                <a:cubicBezTo>
                  <a:pt x="1286775" y="122182"/>
                  <a:pt x="1278359" y="126659"/>
                  <a:pt x="1267252" y="126659"/>
                </a:cubicBezTo>
                <a:cubicBezTo>
                  <a:pt x="1260055" y="126659"/>
                  <a:pt x="1253438" y="124676"/>
                  <a:pt x="1247403" y="120709"/>
                </a:cubicBezTo>
                <a:cubicBezTo>
                  <a:pt x="1241368" y="116742"/>
                  <a:pt x="1236692" y="111202"/>
                  <a:pt x="1233377" y="104090"/>
                </a:cubicBezTo>
                <a:cubicBezTo>
                  <a:pt x="1230062" y="96978"/>
                  <a:pt x="1228404" y="88803"/>
                  <a:pt x="1228404" y="79566"/>
                </a:cubicBezTo>
                <a:cubicBezTo>
                  <a:pt x="1228404" y="70555"/>
                  <a:pt x="1229906" y="62380"/>
                  <a:pt x="1232909" y="55041"/>
                </a:cubicBezTo>
                <a:cubicBezTo>
                  <a:pt x="1235913" y="47703"/>
                  <a:pt x="1240418" y="42078"/>
                  <a:pt x="1246425" y="38168"/>
                </a:cubicBezTo>
                <a:cubicBezTo>
                  <a:pt x="1252433" y="34257"/>
                  <a:pt x="1259148" y="32302"/>
                  <a:pt x="1266572" y="32302"/>
                </a:cubicBezTo>
                <a:cubicBezTo>
                  <a:pt x="1272012" y="32302"/>
                  <a:pt x="1276858" y="33450"/>
                  <a:pt x="1281108" y="35745"/>
                </a:cubicBezTo>
                <a:cubicBezTo>
                  <a:pt x="1285358" y="38040"/>
                  <a:pt x="1288815" y="41030"/>
                  <a:pt x="1291479" y="44713"/>
                </a:cubicBezTo>
                <a:lnTo>
                  <a:pt x="1291479" y="0"/>
                </a:lnTo>
                <a:lnTo>
                  <a:pt x="1306695" y="0"/>
                </a:lnTo>
                <a:lnTo>
                  <a:pt x="1306695" y="124619"/>
                </a:lnTo>
                <a:lnTo>
                  <a:pt x="1292499" y="124619"/>
                </a:lnTo>
                <a:moveTo>
                  <a:pt x="1244130" y="79523"/>
                </a:moveTo>
                <a:cubicBezTo>
                  <a:pt x="1244130" y="91042"/>
                  <a:pt x="1246567" y="99652"/>
                  <a:pt x="1251441" y="105354"/>
                </a:cubicBezTo>
                <a:cubicBezTo>
                  <a:pt x="1256314" y="111057"/>
                  <a:pt x="1262067" y="113908"/>
                  <a:pt x="1268697" y="113908"/>
                </a:cubicBezTo>
                <a:cubicBezTo>
                  <a:pt x="1275384" y="113908"/>
                  <a:pt x="1281065" y="111184"/>
                  <a:pt x="1285741" y="105737"/>
                </a:cubicBezTo>
                <a:cubicBezTo>
                  <a:pt x="1290416" y="100288"/>
                  <a:pt x="1292754" y="91973"/>
                  <a:pt x="1292754" y="80793"/>
                </a:cubicBezTo>
                <a:cubicBezTo>
                  <a:pt x="1292754" y="68485"/>
                  <a:pt x="1290374" y="59451"/>
                  <a:pt x="1285613" y="53692"/>
                </a:cubicBezTo>
                <a:cubicBezTo>
                  <a:pt x="1280853" y="47933"/>
                  <a:pt x="1274987" y="45053"/>
                  <a:pt x="1268017" y="45053"/>
                </a:cubicBezTo>
                <a:cubicBezTo>
                  <a:pt x="1261216" y="45053"/>
                  <a:pt x="1255535" y="47820"/>
                  <a:pt x="1250973" y="53355"/>
                </a:cubicBezTo>
                <a:cubicBezTo>
                  <a:pt x="1246411" y="58887"/>
                  <a:pt x="1244130" y="67610"/>
                  <a:pt x="1244130" y="79523"/>
                </a:cubicBezTo>
                <a:close/>
                <a:moveTo>
                  <a:pt x="1389889" y="124619"/>
                </a:moveTo>
                <a:lnTo>
                  <a:pt x="1389889" y="111358"/>
                </a:lnTo>
                <a:cubicBezTo>
                  <a:pt x="1382862" y="121559"/>
                  <a:pt x="1373313" y="126659"/>
                  <a:pt x="1361242" y="126659"/>
                </a:cubicBezTo>
                <a:cubicBezTo>
                  <a:pt x="1355915" y="126659"/>
                  <a:pt x="1350942" y="125639"/>
                  <a:pt x="1346324" y="123599"/>
                </a:cubicBezTo>
                <a:cubicBezTo>
                  <a:pt x="1341705" y="121559"/>
                  <a:pt x="1338276" y="118994"/>
                  <a:pt x="1336038" y="115906"/>
                </a:cubicBezTo>
                <a:cubicBezTo>
                  <a:pt x="1333799" y="112817"/>
                  <a:pt x="1332227" y="109035"/>
                  <a:pt x="1331320" y="104558"/>
                </a:cubicBezTo>
                <a:cubicBezTo>
                  <a:pt x="1330697" y="101554"/>
                  <a:pt x="1330385" y="96794"/>
                  <a:pt x="1330385" y="90276"/>
                </a:cubicBezTo>
                <a:lnTo>
                  <a:pt x="1330385" y="34342"/>
                </a:lnTo>
                <a:lnTo>
                  <a:pt x="1345686" y="34342"/>
                </a:lnTo>
                <a:lnTo>
                  <a:pt x="1345686" y="84411"/>
                </a:lnTo>
                <a:cubicBezTo>
                  <a:pt x="1345686" y="92402"/>
                  <a:pt x="1345998" y="97785"/>
                  <a:pt x="1346621" y="100562"/>
                </a:cubicBezTo>
                <a:cubicBezTo>
                  <a:pt x="1347585" y="104586"/>
                  <a:pt x="1349625" y="107745"/>
                  <a:pt x="1352742" y="110040"/>
                </a:cubicBezTo>
                <a:cubicBezTo>
                  <a:pt x="1355859" y="112336"/>
                  <a:pt x="1359712" y="113483"/>
                  <a:pt x="1364302" y="113483"/>
                </a:cubicBezTo>
                <a:cubicBezTo>
                  <a:pt x="1368893" y="113483"/>
                  <a:pt x="1373200" y="112307"/>
                  <a:pt x="1377223" y="109955"/>
                </a:cubicBezTo>
                <a:cubicBezTo>
                  <a:pt x="1381247" y="107604"/>
                  <a:pt x="1384095" y="104402"/>
                  <a:pt x="1385767" y="100350"/>
                </a:cubicBezTo>
                <a:cubicBezTo>
                  <a:pt x="1387438" y="96298"/>
                  <a:pt x="1388274" y="90418"/>
                  <a:pt x="1388274" y="82711"/>
                </a:cubicBezTo>
                <a:lnTo>
                  <a:pt x="1388274" y="34342"/>
                </a:lnTo>
                <a:lnTo>
                  <a:pt x="1403575" y="34342"/>
                </a:lnTo>
                <a:lnTo>
                  <a:pt x="1403575" y="124619"/>
                </a:lnTo>
                <a:lnTo>
                  <a:pt x="1389889" y="124619"/>
                </a:lnTo>
                <a:close/>
                <a:moveTo>
                  <a:pt x="1486430" y="91467"/>
                </a:moveTo>
                <a:lnTo>
                  <a:pt x="1501476" y="93422"/>
                </a:lnTo>
                <a:cubicBezTo>
                  <a:pt x="1499832" y="103819"/>
                  <a:pt x="1495625" y="111958"/>
                  <a:pt x="1488852" y="117840"/>
                </a:cubicBezTo>
                <a:cubicBezTo>
                  <a:pt x="1482080" y="123719"/>
                  <a:pt x="1473764" y="126659"/>
                  <a:pt x="1463903" y="126659"/>
                </a:cubicBezTo>
                <a:cubicBezTo>
                  <a:pt x="1451549" y="126659"/>
                  <a:pt x="1441617" y="122621"/>
                  <a:pt x="1434109" y="114546"/>
                </a:cubicBezTo>
                <a:cubicBezTo>
                  <a:pt x="1426600" y="106470"/>
                  <a:pt x="1422845" y="94895"/>
                  <a:pt x="1422845" y="79821"/>
                </a:cubicBezTo>
                <a:cubicBezTo>
                  <a:pt x="1422845" y="70073"/>
                  <a:pt x="1424460" y="61544"/>
                  <a:pt x="1427691" y="54234"/>
                </a:cubicBezTo>
                <a:cubicBezTo>
                  <a:pt x="1430921" y="46923"/>
                  <a:pt x="1435837" y="41440"/>
                  <a:pt x="1442439" y="37785"/>
                </a:cubicBezTo>
                <a:cubicBezTo>
                  <a:pt x="1449041" y="34130"/>
                  <a:pt x="1456224" y="32302"/>
                  <a:pt x="1463988" y="32302"/>
                </a:cubicBezTo>
                <a:cubicBezTo>
                  <a:pt x="1473792" y="32302"/>
                  <a:pt x="1481811" y="34790"/>
                  <a:pt x="1488045" y="39764"/>
                </a:cubicBezTo>
                <a:cubicBezTo>
                  <a:pt x="1494279" y="44737"/>
                  <a:pt x="1498274" y="51799"/>
                  <a:pt x="1500031" y="60949"/>
                </a:cubicBezTo>
                <a:lnTo>
                  <a:pt x="1485155" y="63245"/>
                </a:lnTo>
                <a:cubicBezTo>
                  <a:pt x="1483738" y="57209"/>
                  <a:pt x="1481230" y="52668"/>
                  <a:pt x="1477632" y="49622"/>
                </a:cubicBezTo>
                <a:cubicBezTo>
                  <a:pt x="1474033" y="46576"/>
                  <a:pt x="1469684" y="45053"/>
                  <a:pt x="1464583" y="45053"/>
                </a:cubicBezTo>
                <a:cubicBezTo>
                  <a:pt x="1456876" y="45053"/>
                  <a:pt x="1450614" y="47803"/>
                  <a:pt x="1445797" y="53301"/>
                </a:cubicBezTo>
                <a:cubicBezTo>
                  <a:pt x="1440980" y="58799"/>
                  <a:pt x="1438571" y="67497"/>
                  <a:pt x="1438571" y="79396"/>
                </a:cubicBezTo>
                <a:cubicBezTo>
                  <a:pt x="1438571" y="91465"/>
                  <a:pt x="1440895" y="100235"/>
                  <a:pt x="1445542" y="105705"/>
                </a:cubicBezTo>
                <a:cubicBezTo>
                  <a:pt x="1450189" y="111174"/>
                  <a:pt x="1456253" y="113908"/>
                  <a:pt x="1463733" y="113908"/>
                </a:cubicBezTo>
                <a:cubicBezTo>
                  <a:pt x="1469740" y="113908"/>
                  <a:pt x="1474756" y="112073"/>
                  <a:pt x="1478779" y="108404"/>
                </a:cubicBezTo>
                <a:cubicBezTo>
                  <a:pt x="1482803" y="104735"/>
                  <a:pt x="1485353" y="99089"/>
                  <a:pt x="1486430" y="91467"/>
                </a:cubicBezTo>
                <a:close/>
                <a:moveTo>
                  <a:pt x="1547974" y="111103"/>
                </a:moveTo>
                <a:lnTo>
                  <a:pt x="1550184" y="124619"/>
                </a:lnTo>
                <a:cubicBezTo>
                  <a:pt x="1545877" y="125412"/>
                  <a:pt x="1542024" y="125809"/>
                  <a:pt x="1538623" y="125809"/>
                </a:cubicBezTo>
                <a:cubicBezTo>
                  <a:pt x="1533070" y="125809"/>
                  <a:pt x="1528763" y="124931"/>
                  <a:pt x="1525702" y="123174"/>
                </a:cubicBezTo>
                <a:cubicBezTo>
                  <a:pt x="1522642" y="121417"/>
                  <a:pt x="1520489" y="119108"/>
                  <a:pt x="1519242" y="116246"/>
                </a:cubicBezTo>
                <a:cubicBezTo>
                  <a:pt x="1517995" y="113384"/>
                  <a:pt x="1517372" y="107363"/>
                  <a:pt x="1517372" y="98182"/>
                </a:cubicBezTo>
                <a:lnTo>
                  <a:pt x="1517372" y="46243"/>
                </a:lnTo>
                <a:lnTo>
                  <a:pt x="1506151" y="46243"/>
                </a:lnTo>
                <a:lnTo>
                  <a:pt x="1506151" y="34342"/>
                </a:lnTo>
                <a:lnTo>
                  <a:pt x="1517372" y="34342"/>
                </a:lnTo>
                <a:lnTo>
                  <a:pt x="1517372" y="11925"/>
                </a:lnTo>
                <a:lnTo>
                  <a:pt x="1532588" y="2720"/>
                </a:lnTo>
                <a:lnTo>
                  <a:pt x="1532588" y="34342"/>
                </a:lnTo>
                <a:lnTo>
                  <a:pt x="1547974" y="34342"/>
                </a:lnTo>
                <a:lnTo>
                  <a:pt x="1547974" y="46243"/>
                </a:lnTo>
                <a:lnTo>
                  <a:pt x="1532588" y="46243"/>
                </a:lnTo>
                <a:lnTo>
                  <a:pt x="1532588" y="99032"/>
                </a:lnTo>
                <a:cubicBezTo>
                  <a:pt x="1532588" y="103396"/>
                  <a:pt x="1532857" y="106201"/>
                  <a:pt x="1533395" y="107448"/>
                </a:cubicBezTo>
                <a:cubicBezTo>
                  <a:pt x="1533934" y="108694"/>
                  <a:pt x="1534812" y="109686"/>
                  <a:pt x="1536031" y="110423"/>
                </a:cubicBezTo>
                <a:cubicBezTo>
                  <a:pt x="1537249" y="111160"/>
                  <a:pt x="1538992" y="111528"/>
                  <a:pt x="1541259" y="111528"/>
                </a:cubicBezTo>
                <a:cubicBezTo>
                  <a:pt x="1542959" y="111528"/>
                  <a:pt x="1545197" y="111386"/>
                  <a:pt x="1547974" y="111103"/>
                </a:cubicBezTo>
                <a:close/>
                <a:moveTo>
                  <a:pt x="1611447" y="17681"/>
                </a:moveTo>
                <a:lnTo>
                  <a:pt x="1611447" y="0"/>
                </a:lnTo>
                <a:lnTo>
                  <a:pt x="1626749" y="0"/>
                </a:lnTo>
                <a:lnTo>
                  <a:pt x="1626749" y="17681"/>
                </a:lnTo>
                <a:lnTo>
                  <a:pt x="1611447" y="17681"/>
                </a:lnTo>
                <a:moveTo>
                  <a:pt x="1611447" y="124619"/>
                </a:moveTo>
                <a:lnTo>
                  <a:pt x="1611447" y="34342"/>
                </a:lnTo>
                <a:lnTo>
                  <a:pt x="1626749" y="34342"/>
                </a:lnTo>
                <a:lnTo>
                  <a:pt x="1626749" y="124619"/>
                </a:lnTo>
                <a:lnTo>
                  <a:pt x="1611447" y="124619"/>
                </a:lnTo>
                <a:close/>
                <a:moveTo>
                  <a:pt x="1643891" y="97587"/>
                </a:moveTo>
                <a:lnTo>
                  <a:pt x="1659022" y="95207"/>
                </a:lnTo>
                <a:cubicBezTo>
                  <a:pt x="1659872" y="101244"/>
                  <a:pt x="1662238" y="105871"/>
                  <a:pt x="1666120" y="109087"/>
                </a:cubicBezTo>
                <a:cubicBezTo>
                  <a:pt x="1670002" y="112301"/>
                  <a:pt x="1675428" y="113908"/>
                  <a:pt x="1682399" y="113908"/>
                </a:cubicBezTo>
                <a:cubicBezTo>
                  <a:pt x="1689426" y="113908"/>
                  <a:pt x="1694639" y="112489"/>
                  <a:pt x="1698040" y="109650"/>
                </a:cubicBezTo>
                <a:cubicBezTo>
                  <a:pt x="1701440" y="106809"/>
                  <a:pt x="1703140" y="103478"/>
                  <a:pt x="1703140" y="99656"/>
                </a:cubicBezTo>
                <a:cubicBezTo>
                  <a:pt x="1703140" y="96226"/>
                  <a:pt x="1701638" y="93527"/>
                  <a:pt x="1698635" y="91560"/>
                </a:cubicBezTo>
                <a:cubicBezTo>
                  <a:pt x="1696538" y="90210"/>
                  <a:pt x="1691324" y="88495"/>
                  <a:pt x="1682994" y="86414"/>
                </a:cubicBezTo>
                <a:cubicBezTo>
                  <a:pt x="1671773" y="83579"/>
                  <a:pt x="1663995" y="81126"/>
                  <a:pt x="1659659" y="79056"/>
                </a:cubicBezTo>
                <a:cubicBezTo>
                  <a:pt x="1655324" y="76985"/>
                  <a:pt x="1652037" y="74121"/>
                  <a:pt x="1649799" y="70462"/>
                </a:cubicBezTo>
                <a:cubicBezTo>
                  <a:pt x="1647560" y="66803"/>
                  <a:pt x="1646441" y="62762"/>
                  <a:pt x="1646441" y="58338"/>
                </a:cubicBezTo>
                <a:cubicBezTo>
                  <a:pt x="1646441" y="54311"/>
                  <a:pt x="1647362" y="50581"/>
                  <a:pt x="1649204" y="47149"/>
                </a:cubicBezTo>
                <a:cubicBezTo>
                  <a:pt x="1651045" y="43717"/>
                  <a:pt x="1653553" y="40867"/>
                  <a:pt x="1656727" y="38598"/>
                </a:cubicBezTo>
                <a:cubicBezTo>
                  <a:pt x="1659107" y="36840"/>
                  <a:pt x="1662351" y="35351"/>
                  <a:pt x="1666460" y="34133"/>
                </a:cubicBezTo>
                <a:cubicBezTo>
                  <a:pt x="1670569" y="32912"/>
                  <a:pt x="1674975" y="32302"/>
                  <a:pt x="1679678" y="32302"/>
                </a:cubicBezTo>
                <a:cubicBezTo>
                  <a:pt x="1686762" y="32302"/>
                  <a:pt x="1692982" y="33329"/>
                  <a:pt x="1698337" y="35384"/>
                </a:cubicBezTo>
                <a:cubicBezTo>
                  <a:pt x="1703693" y="37436"/>
                  <a:pt x="1707645" y="40218"/>
                  <a:pt x="1710196" y="43728"/>
                </a:cubicBezTo>
                <a:cubicBezTo>
                  <a:pt x="1712746" y="47236"/>
                  <a:pt x="1714503" y="51928"/>
                  <a:pt x="1715466" y="57804"/>
                </a:cubicBezTo>
                <a:lnTo>
                  <a:pt x="1700505" y="59844"/>
                </a:lnTo>
                <a:cubicBezTo>
                  <a:pt x="1699825" y="55197"/>
                  <a:pt x="1697856" y="51570"/>
                  <a:pt x="1694597" y="48964"/>
                </a:cubicBezTo>
                <a:cubicBezTo>
                  <a:pt x="1691338" y="46357"/>
                  <a:pt x="1686734" y="45053"/>
                  <a:pt x="1680783" y="45053"/>
                </a:cubicBezTo>
                <a:cubicBezTo>
                  <a:pt x="1673756" y="45053"/>
                  <a:pt x="1668741" y="46210"/>
                  <a:pt x="1665737" y="48523"/>
                </a:cubicBezTo>
                <a:cubicBezTo>
                  <a:pt x="1662734" y="50834"/>
                  <a:pt x="1661232" y="53541"/>
                  <a:pt x="1661232" y="56643"/>
                </a:cubicBezTo>
                <a:cubicBezTo>
                  <a:pt x="1661232" y="58616"/>
                  <a:pt x="1661855" y="60392"/>
                  <a:pt x="1663102" y="61972"/>
                </a:cubicBezTo>
                <a:cubicBezTo>
                  <a:pt x="1664349" y="63607"/>
                  <a:pt x="1666304" y="64960"/>
                  <a:pt x="1668968" y="66031"/>
                </a:cubicBezTo>
                <a:cubicBezTo>
                  <a:pt x="1670498" y="66596"/>
                  <a:pt x="1675003" y="67893"/>
                  <a:pt x="1682484" y="69923"/>
                </a:cubicBezTo>
                <a:cubicBezTo>
                  <a:pt x="1693308" y="72811"/>
                  <a:pt x="1700859" y="75176"/>
                  <a:pt x="1705138" y="77016"/>
                </a:cubicBezTo>
                <a:cubicBezTo>
                  <a:pt x="1709416" y="78856"/>
                  <a:pt x="1712774" y="81531"/>
                  <a:pt x="1715211" y="85043"/>
                </a:cubicBezTo>
                <a:cubicBezTo>
                  <a:pt x="1717648" y="88553"/>
                  <a:pt x="1718866" y="92913"/>
                  <a:pt x="1718866" y="98121"/>
                </a:cubicBezTo>
                <a:cubicBezTo>
                  <a:pt x="1718866" y="103218"/>
                  <a:pt x="1717379" y="108017"/>
                  <a:pt x="1714403" y="112519"/>
                </a:cubicBezTo>
                <a:cubicBezTo>
                  <a:pt x="1711428" y="117019"/>
                  <a:pt x="1707135" y="120501"/>
                  <a:pt x="1701525" y="122964"/>
                </a:cubicBezTo>
                <a:cubicBezTo>
                  <a:pt x="1695915" y="125427"/>
                  <a:pt x="1689567" y="126659"/>
                  <a:pt x="1682484" y="126659"/>
                </a:cubicBezTo>
                <a:cubicBezTo>
                  <a:pt x="1670753" y="126659"/>
                  <a:pt x="1661813" y="124215"/>
                  <a:pt x="1655664" y="119327"/>
                </a:cubicBezTo>
                <a:cubicBezTo>
                  <a:pt x="1649515" y="114439"/>
                  <a:pt x="1645591" y="107193"/>
                  <a:pt x="1643891" y="97587"/>
                </a:cubicBezTo>
                <a:close/>
                <a:moveTo>
                  <a:pt x="1786856" y="124619"/>
                </a:moveTo>
                <a:lnTo>
                  <a:pt x="1786856" y="0"/>
                </a:lnTo>
                <a:lnTo>
                  <a:pt x="1879257" y="0"/>
                </a:lnTo>
                <a:lnTo>
                  <a:pt x="1879257" y="21082"/>
                </a:lnTo>
                <a:lnTo>
                  <a:pt x="1812018" y="21082"/>
                </a:lnTo>
                <a:lnTo>
                  <a:pt x="1812018" y="48623"/>
                </a:lnTo>
                <a:lnTo>
                  <a:pt x="1874582" y="48623"/>
                </a:lnTo>
                <a:lnTo>
                  <a:pt x="1874582" y="69705"/>
                </a:lnTo>
                <a:lnTo>
                  <a:pt x="1812018" y="69705"/>
                </a:lnTo>
                <a:lnTo>
                  <a:pt x="1812018" y="103537"/>
                </a:lnTo>
                <a:lnTo>
                  <a:pt x="1881638" y="103537"/>
                </a:lnTo>
                <a:lnTo>
                  <a:pt x="1881638" y="124619"/>
                </a:lnTo>
                <a:lnTo>
                  <a:pt x="1786856" y="124619"/>
                </a:lnTo>
                <a:close/>
                <a:moveTo>
                  <a:pt x="1891329" y="124619"/>
                </a:moveTo>
                <a:lnTo>
                  <a:pt x="1923886" y="78121"/>
                </a:lnTo>
                <a:lnTo>
                  <a:pt x="1892689" y="34342"/>
                </a:lnTo>
                <a:lnTo>
                  <a:pt x="1921846" y="34342"/>
                </a:lnTo>
                <a:lnTo>
                  <a:pt x="1937827" y="59164"/>
                </a:lnTo>
                <a:lnTo>
                  <a:pt x="1954659" y="34342"/>
                </a:lnTo>
                <a:lnTo>
                  <a:pt x="1982711" y="34342"/>
                </a:lnTo>
                <a:lnTo>
                  <a:pt x="1952108" y="77101"/>
                </a:lnTo>
                <a:lnTo>
                  <a:pt x="1985516" y="124619"/>
                </a:lnTo>
                <a:lnTo>
                  <a:pt x="1956189" y="124619"/>
                </a:lnTo>
                <a:lnTo>
                  <a:pt x="1937827" y="96652"/>
                </a:lnTo>
                <a:lnTo>
                  <a:pt x="1919296" y="124619"/>
                </a:lnTo>
                <a:lnTo>
                  <a:pt x="1891329" y="124619"/>
                </a:lnTo>
                <a:close/>
                <a:moveTo>
                  <a:pt x="1998921" y="34342"/>
                </a:moveTo>
                <a:lnTo>
                  <a:pt x="2021193" y="34342"/>
                </a:lnTo>
                <a:lnTo>
                  <a:pt x="2021193" y="47603"/>
                </a:lnTo>
                <a:cubicBezTo>
                  <a:pt x="2024083" y="43070"/>
                  <a:pt x="2027993" y="39386"/>
                  <a:pt x="2032924" y="36553"/>
                </a:cubicBezTo>
                <a:cubicBezTo>
                  <a:pt x="2037854" y="33719"/>
                  <a:pt x="2043323" y="32302"/>
                  <a:pt x="2049330" y="32302"/>
                </a:cubicBezTo>
                <a:cubicBezTo>
                  <a:pt x="2059814" y="32302"/>
                  <a:pt x="2068711" y="36411"/>
                  <a:pt x="2076022" y="44628"/>
                </a:cubicBezTo>
                <a:cubicBezTo>
                  <a:pt x="2083332" y="52845"/>
                  <a:pt x="2086987" y="64293"/>
                  <a:pt x="2086987" y="78971"/>
                </a:cubicBezTo>
                <a:cubicBezTo>
                  <a:pt x="2086987" y="94045"/>
                  <a:pt x="2083304" y="105762"/>
                  <a:pt x="2075937" y="114121"/>
                </a:cubicBezTo>
                <a:cubicBezTo>
                  <a:pt x="2068569" y="122480"/>
                  <a:pt x="2059644" y="126659"/>
                  <a:pt x="2049160" y="126659"/>
                </a:cubicBezTo>
                <a:cubicBezTo>
                  <a:pt x="2044173" y="126659"/>
                  <a:pt x="2039653" y="125667"/>
                  <a:pt x="2035601" y="123684"/>
                </a:cubicBezTo>
                <a:cubicBezTo>
                  <a:pt x="2031549" y="121700"/>
                  <a:pt x="2027285" y="118300"/>
                  <a:pt x="2022808" y="113483"/>
                </a:cubicBezTo>
                <a:lnTo>
                  <a:pt x="2022808" y="158961"/>
                </a:lnTo>
                <a:lnTo>
                  <a:pt x="1998921" y="158961"/>
                </a:lnTo>
                <a:lnTo>
                  <a:pt x="1998921" y="34342"/>
                </a:lnTo>
                <a:moveTo>
                  <a:pt x="2022553" y="77911"/>
                </a:moveTo>
                <a:cubicBezTo>
                  <a:pt x="2022553" y="88039"/>
                  <a:pt x="2024565" y="95522"/>
                  <a:pt x="2028588" y="100360"/>
                </a:cubicBezTo>
                <a:cubicBezTo>
                  <a:pt x="2032612" y="105199"/>
                  <a:pt x="2037514" y="107618"/>
                  <a:pt x="2043294" y="107618"/>
                </a:cubicBezTo>
                <a:cubicBezTo>
                  <a:pt x="2048848" y="107618"/>
                  <a:pt x="2053467" y="105397"/>
                  <a:pt x="2057150" y="100955"/>
                </a:cubicBezTo>
                <a:cubicBezTo>
                  <a:pt x="2060834" y="96514"/>
                  <a:pt x="2062676" y="89228"/>
                  <a:pt x="2062676" y="79098"/>
                </a:cubicBezTo>
                <a:cubicBezTo>
                  <a:pt x="2062676" y="69648"/>
                  <a:pt x="2060777" y="62632"/>
                  <a:pt x="2056980" y="58049"/>
                </a:cubicBezTo>
                <a:cubicBezTo>
                  <a:pt x="2053183" y="53465"/>
                  <a:pt x="2048480" y="51174"/>
                  <a:pt x="2042869" y="51174"/>
                </a:cubicBezTo>
                <a:cubicBezTo>
                  <a:pt x="2037032" y="51174"/>
                  <a:pt x="2032187" y="53423"/>
                  <a:pt x="2028333" y="57921"/>
                </a:cubicBezTo>
                <a:cubicBezTo>
                  <a:pt x="2024480" y="62419"/>
                  <a:pt x="2022553" y="69083"/>
                  <a:pt x="2022553" y="77911"/>
                </a:cubicBezTo>
                <a:close/>
                <a:moveTo>
                  <a:pt x="2158250" y="95887"/>
                </a:moveTo>
                <a:lnTo>
                  <a:pt x="2182052" y="99967"/>
                </a:lnTo>
                <a:cubicBezTo>
                  <a:pt x="2178991" y="108666"/>
                  <a:pt x="2174160" y="115290"/>
                  <a:pt x="2167558" y="119837"/>
                </a:cubicBezTo>
                <a:cubicBezTo>
                  <a:pt x="2160956" y="124385"/>
                  <a:pt x="2152696" y="126659"/>
                  <a:pt x="2142779" y="126659"/>
                </a:cubicBezTo>
                <a:cubicBezTo>
                  <a:pt x="2127081" y="126659"/>
                  <a:pt x="2115463" y="121530"/>
                  <a:pt x="2107926" y="111273"/>
                </a:cubicBezTo>
                <a:cubicBezTo>
                  <a:pt x="2101976" y="103056"/>
                  <a:pt x="2099001" y="92685"/>
                  <a:pt x="2099001" y="80161"/>
                </a:cubicBezTo>
                <a:cubicBezTo>
                  <a:pt x="2099001" y="65200"/>
                  <a:pt x="2102911" y="53483"/>
                  <a:pt x="2110731" y="45011"/>
                </a:cubicBezTo>
                <a:cubicBezTo>
                  <a:pt x="2118552" y="36538"/>
                  <a:pt x="2128441" y="32302"/>
                  <a:pt x="2140399" y="32302"/>
                </a:cubicBezTo>
                <a:cubicBezTo>
                  <a:pt x="2153829" y="32302"/>
                  <a:pt x="2164427" y="36737"/>
                  <a:pt x="2172191" y="45606"/>
                </a:cubicBezTo>
                <a:cubicBezTo>
                  <a:pt x="2179955" y="54475"/>
                  <a:pt x="2183667" y="68062"/>
                  <a:pt x="2183327" y="86366"/>
                </a:cubicBezTo>
                <a:lnTo>
                  <a:pt x="2123482" y="86366"/>
                </a:lnTo>
                <a:cubicBezTo>
                  <a:pt x="2123652" y="93450"/>
                  <a:pt x="2125579" y="98961"/>
                  <a:pt x="2129263" y="102900"/>
                </a:cubicBezTo>
                <a:cubicBezTo>
                  <a:pt x="2132946" y="106839"/>
                  <a:pt x="2137537" y="108808"/>
                  <a:pt x="2143034" y="108808"/>
                </a:cubicBezTo>
                <a:cubicBezTo>
                  <a:pt x="2146774" y="108808"/>
                  <a:pt x="2149919" y="107788"/>
                  <a:pt x="2152469" y="105748"/>
                </a:cubicBezTo>
                <a:cubicBezTo>
                  <a:pt x="2155020" y="103707"/>
                  <a:pt x="2156946" y="100421"/>
                  <a:pt x="2158250" y="95887"/>
                </a:cubicBezTo>
                <a:moveTo>
                  <a:pt x="2159610" y="71745"/>
                </a:moveTo>
                <a:cubicBezTo>
                  <a:pt x="2159440" y="64860"/>
                  <a:pt x="2157655" y="59625"/>
                  <a:pt x="2154255" y="56040"/>
                </a:cubicBezTo>
                <a:cubicBezTo>
                  <a:pt x="2150854" y="52456"/>
                  <a:pt x="2146717" y="50664"/>
                  <a:pt x="2141844" y="50664"/>
                </a:cubicBezTo>
                <a:cubicBezTo>
                  <a:pt x="2136630" y="50664"/>
                  <a:pt x="2132323" y="52554"/>
                  <a:pt x="2128923" y="56335"/>
                </a:cubicBezTo>
                <a:cubicBezTo>
                  <a:pt x="2125522" y="60118"/>
                  <a:pt x="2123851" y="65255"/>
                  <a:pt x="2123907" y="71745"/>
                </a:cubicBezTo>
                <a:lnTo>
                  <a:pt x="2159610" y="71745"/>
                </a:lnTo>
                <a:close/>
                <a:moveTo>
                  <a:pt x="2281482" y="61034"/>
                </a:moveTo>
                <a:lnTo>
                  <a:pt x="2257936" y="65285"/>
                </a:lnTo>
                <a:cubicBezTo>
                  <a:pt x="2257142" y="60609"/>
                  <a:pt x="2255343" y="57089"/>
                  <a:pt x="2252538" y="54723"/>
                </a:cubicBezTo>
                <a:cubicBezTo>
                  <a:pt x="2249732" y="52357"/>
                  <a:pt x="2246091" y="51174"/>
                  <a:pt x="2241614" y="51174"/>
                </a:cubicBezTo>
                <a:cubicBezTo>
                  <a:pt x="2235664" y="51174"/>
                  <a:pt x="2230918" y="53222"/>
                  <a:pt x="2227376" y="57318"/>
                </a:cubicBezTo>
                <a:cubicBezTo>
                  <a:pt x="2223834" y="61414"/>
                  <a:pt x="2222063" y="68264"/>
                  <a:pt x="2222063" y="77868"/>
                </a:cubicBezTo>
                <a:cubicBezTo>
                  <a:pt x="2222063" y="88547"/>
                  <a:pt x="2223862" y="96091"/>
                  <a:pt x="2227461" y="100498"/>
                </a:cubicBezTo>
                <a:cubicBezTo>
                  <a:pt x="2231059" y="104905"/>
                  <a:pt x="2235891" y="107108"/>
                  <a:pt x="2241954" y="107108"/>
                </a:cubicBezTo>
                <a:cubicBezTo>
                  <a:pt x="2246488" y="107108"/>
                  <a:pt x="2250200" y="105818"/>
                  <a:pt x="2253090" y="103240"/>
                </a:cubicBezTo>
                <a:cubicBezTo>
                  <a:pt x="2255980" y="100661"/>
                  <a:pt x="2258021" y="96227"/>
                  <a:pt x="2259211" y="89936"/>
                </a:cubicBezTo>
                <a:lnTo>
                  <a:pt x="2282672" y="94017"/>
                </a:lnTo>
                <a:cubicBezTo>
                  <a:pt x="2280235" y="104784"/>
                  <a:pt x="2275560" y="112916"/>
                  <a:pt x="2268646" y="118414"/>
                </a:cubicBezTo>
                <a:cubicBezTo>
                  <a:pt x="2261732" y="123911"/>
                  <a:pt x="2252467" y="126659"/>
                  <a:pt x="2240849" y="126659"/>
                </a:cubicBezTo>
                <a:cubicBezTo>
                  <a:pt x="2227645" y="126659"/>
                  <a:pt x="2217118" y="122494"/>
                  <a:pt x="2209270" y="114163"/>
                </a:cubicBezTo>
                <a:cubicBezTo>
                  <a:pt x="2201421" y="105833"/>
                  <a:pt x="2197496" y="94300"/>
                  <a:pt x="2197496" y="79566"/>
                </a:cubicBezTo>
                <a:cubicBezTo>
                  <a:pt x="2197496" y="64661"/>
                  <a:pt x="2201435" y="53058"/>
                  <a:pt x="2209312" y="44756"/>
                </a:cubicBezTo>
                <a:cubicBezTo>
                  <a:pt x="2217189" y="36453"/>
                  <a:pt x="2227843" y="32302"/>
                  <a:pt x="2241274" y="32302"/>
                </a:cubicBezTo>
                <a:cubicBezTo>
                  <a:pt x="2252268" y="32302"/>
                  <a:pt x="2261010" y="34668"/>
                  <a:pt x="2267499" y="39400"/>
                </a:cubicBezTo>
                <a:cubicBezTo>
                  <a:pt x="2273988" y="44132"/>
                  <a:pt x="2278649" y="51344"/>
                  <a:pt x="2281482" y="61034"/>
                </a:cubicBezTo>
                <a:close/>
                <a:moveTo>
                  <a:pt x="2340960" y="34342"/>
                </a:moveTo>
                <a:lnTo>
                  <a:pt x="2340960" y="53384"/>
                </a:lnTo>
                <a:lnTo>
                  <a:pt x="2324639" y="53384"/>
                </a:lnTo>
                <a:lnTo>
                  <a:pt x="2324639" y="89708"/>
                </a:lnTo>
                <a:cubicBezTo>
                  <a:pt x="2324639" y="97065"/>
                  <a:pt x="2324794" y="101351"/>
                  <a:pt x="2325106" y="102568"/>
                </a:cubicBezTo>
                <a:cubicBezTo>
                  <a:pt x="2325418" y="103783"/>
                  <a:pt x="2326126" y="104787"/>
                  <a:pt x="2327231" y="105580"/>
                </a:cubicBezTo>
                <a:cubicBezTo>
                  <a:pt x="2328336" y="106372"/>
                  <a:pt x="2329682" y="106768"/>
                  <a:pt x="2331269" y="106768"/>
                </a:cubicBezTo>
                <a:cubicBezTo>
                  <a:pt x="2333479" y="106768"/>
                  <a:pt x="2336681" y="106003"/>
                  <a:pt x="2340875" y="104473"/>
                </a:cubicBezTo>
                <a:lnTo>
                  <a:pt x="2342915" y="123073"/>
                </a:lnTo>
                <a:cubicBezTo>
                  <a:pt x="2337361" y="125464"/>
                  <a:pt x="2331071" y="126659"/>
                  <a:pt x="2324044" y="126659"/>
                </a:cubicBezTo>
                <a:cubicBezTo>
                  <a:pt x="2319737" y="126659"/>
                  <a:pt x="2315855" y="125937"/>
                  <a:pt x="2312398" y="124491"/>
                </a:cubicBezTo>
                <a:cubicBezTo>
                  <a:pt x="2308941" y="123046"/>
                  <a:pt x="2306405" y="121176"/>
                  <a:pt x="2304790" y="118881"/>
                </a:cubicBezTo>
                <a:cubicBezTo>
                  <a:pt x="2303175" y="116586"/>
                  <a:pt x="2302055" y="113483"/>
                  <a:pt x="2301432" y="109573"/>
                </a:cubicBezTo>
                <a:cubicBezTo>
                  <a:pt x="2300922" y="106796"/>
                  <a:pt x="2300667" y="101186"/>
                  <a:pt x="2300667" y="92742"/>
                </a:cubicBezTo>
                <a:lnTo>
                  <a:pt x="2300667" y="53384"/>
                </a:lnTo>
                <a:lnTo>
                  <a:pt x="2289701" y="53384"/>
                </a:lnTo>
                <a:lnTo>
                  <a:pt x="2289701" y="34342"/>
                </a:lnTo>
                <a:lnTo>
                  <a:pt x="2300667" y="34342"/>
                </a:lnTo>
                <a:lnTo>
                  <a:pt x="2300667" y="16321"/>
                </a:lnTo>
                <a:lnTo>
                  <a:pt x="2324639" y="2210"/>
                </a:lnTo>
                <a:lnTo>
                  <a:pt x="2324639" y="34342"/>
                </a:lnTo>
                <a:lnTo>
                  <a:pt x="2340960" y="34342"/>
                </a:lnTo>
                <a:close/>
                <a:moveTo>
                  <a:pt x="2409814" y="95887"/>
                </a:moveTo>
                <a:lnTo>
                  <a:pt x="2433615" y="99967"/>
                </a:lnTo>
                <a:cubicBezTo>
                  <a:pt x="2430555" y="108666"/>
                  <a:pt x="2425724" y="115290"/>
                  <a:pt x="2419122" y="119837"/>
                </a:cubicBezTo>
                <a:cubicBezTo>
                  <a:pt x="2412520" y="124385"/>
                  <a:pt x="2404260" y="126659"/>
                  <a:pt x="2394342" y="126659"/>
                </a:cubicBezTo>
                <a:cubicBezTo>
                  <a:pt x="2378645" y="126659"/>
                  <a:pt x="2367027" y="121530"/>
                  <a:pt x="2359490" y="111273"/>
                </a:cubicBezTo>
                <a:cubicBezTo>
                  <a:pt x="2353539" y="103056"/>
                  <a:pt x="2350564" y="92685"/>
                  <a:pt x="2350564" y="80161"/>
                </a:cubicBezTo>
                <a:cubicBezTo>
                  <a:pt x="2350564" y="65200"/>
                  <a:pt x="2354475" y="53483"/>
                  <a:pt x="2362295" y="45011"/>
                </a:cubicBezTo>
                <a:cubicBezTo>
                  <a:pt x="2370116" y="36538"/>
                  <a:pt x="2380005" y="32302"/>
                  <a:pt x="2391962" y="32302"/>
                </a:cubicBezTo>
                <a:cubicBezTo>
                  <a:pt x="2405393" y="32302"/>
                  <a:pt x="2415991" y="36737"/>
                  <a:pt x="2423755" y="45606"/>
                </a:cubicBezTo>
                <a:cubicBezTo>
                  <a:pt x="2431518" y="54475"/>
                  <a:pt x="2435230" y="68062"/>
                  <a:pt x="2434890" y="86366"/>
                </a:cubicBezTo>
                <a:lnTo>
                  <a:pt x="2375046" y="86366"/>
                </a:lnTo>
                <a:cubicBezTo>
                  <a:pt x="2375216" y="93450"/>
                  <a:pt x="2377143" y="98961"/>
                  <a:pt x="2380826" y="102900"/>
                </a:cubicBezTo>
                <a:cubicBezTo>
                  <a:pt x="2384510" y="106839"/>
                  <a:pt x="2389100" y="108808"/>
                  <a:pt x="2394597" y="108808"/>
                </a:cubicBezTo>
                <a:cubicBezTo>
                  <a:pt x="2398338" y="108808"/>
                  <a:pt x="2401483" y="107788"/>
                  <a:pt x="2404033" y="105748"/>
                </a:cubicBezTo>
                <a:cubicBezTo>
                  <a:pt x="2406583" y="103707"/>
                  <a:pt x="2408510" y="100421"/>
                  <a:pt x="2409814" y="95887"/>
                </a:cubicBezTo>
                <a:moveTo>
                  <a:pt x="2411174" y="71745"/>
                </a:moveTo>
                <a:cubicBezTo>
                  <a:pt x="2411004" y="64860"/>
                  <a:pt x="2409218" y="59625"/>
                  <a:pt x="2405818" y="56040"/>
                </a:cubicBezTo>
                <a:cubicBezTo>
                  <a:pt x="2402418" y="52456"/>
                  <a:pt x="2398281" y="50664"/>
                  <a:pt x="2393407" y="50664"/>
                </a:cubicBezTo>
                <a:cubicBezTo>
                  <a:pt x="2388194" y="50664"/>
                  <a:pt x="2383887" y="52554"/>
                  <a:pt x="2380486" y="56335"/>
                </a:cubicBezTo>
                <a:cubicBezTo>
                  <a:pt x="2377086" y="60118"/>
                  <a:pt x="2375414" y="65255"/>
                  <a:pt x="2375471" y="71745"/>
                </a:cubicBezTo>
                <a:lnTo>
                  <a:pt x="2411174" y="71745"/>
                </a:lnTo>
                <a:close/>
                <a:moveTo>
                  <a:pt x="2537126" y="124619"/>
                </a:moveTo>
                <a:lnTo>
                  <a:pt x="2514939" y="124619"/>
                </a:lnTo>
                <a:lnTo>
                  <a:pt x="2514939" y="111358"/>
                </a:lnTo>
                <a:cubicBezTo>
                  <a:pt x="2511255" y="116515"/>
                  <a:pt x="2506906" y="120354"/>
                  <a:pt x="2501891" y="122876"/>
                </a:cubicBezTo>
                <a:cubicBezTo>
                  <a:pt x="2496875" y="125398"/>
                  <a:pt x="2491817" y="126659"/>
                  <a:pt x="2486717" y="126659"/>
                </a:cubicBezTo>
                <a:cubicBezTo>
                  <a:pt x="2476346" y="126659"/>
                  <a:pt x="2467463" y="122480"/>
                  <a:pt x="2460068" y="114121"/>
                </a:cubicBezTo>
                <a:cubicBezTo>
                  <a:pt x="2452672" y="105762"/>
                  <a:pt x="2448974" y="94102"/>
                  <a:pt x="2448974" y="79141"/>
                </a:cubicBezTo>
                <a:cubicBezTo>
                  <a:pt x="2448974" y="63840"/>
                  <a:pt x="2452573" y="52208"/>
                  <a:pt x="2459770" y="44246"/>
                </a:cubicBezTo>
                <a:cubicBezTo>
                  <a:pt x="2466967" y="36283"/>
                  <a:pt x="2476063" y="32302"/>
                  <a:pt x="2487057" y="32302"/>
                </a:cubicBezTo>
                <a:cubicBezTo>
                  <a:pt x="2497144" y="32302"/>
                  <a:pt x="2505872" y="36496"/>
                  <a:pt x="2513239" y="44883"/>
                </a:cubicBezTo>
                <a:lnTo>
                  <a:pt x="2513239" y="0"/>
                </a:lnTo>
                <a:lnTo>
                  <a:pt x="2537126" y="0"/>
                </a:lnTo>
                <a:lnTo>
                  <a:pt x="2537126" y="124619"/>
                </a:lnTo>
                <a:moveTo>
                  <a:pt x="2473371" y="77571"/>
                </a:moveTo>
                <a:cubicBezTo>
                  <a:pt x="2473371" y="87191"/>
                  <a:pt x="2474703" y="94150"/>
                  <a:pt x="2477366" y="98450"/>
                </a:cubicBezTo>
                <a:cubicBezTo>
                  <a:pt x="2481220" y="104675"/>
                  <a:pt x="2486604" y="107788"/>
                  <a:pt x="2493518" y="107788"/>
                </a:cubicBezTo>
                <a:cubicBezTo>
                  <a:pt x="2499015" y="107788"/>
                  <a:pt x="2503690" y="105454"/>
                  <a:pt x="2507544" y="100785"/>
                </a:cubicBezTo>
                <a:cubicBezTo>
                  <a:pt x="2511397" y="96117"/>
                  <a:pt x="2513324" y="89143"/>
                  <a:pt x="2513324" y="79863"/>
                </a:cubicBezTo>
                <a:cubicBezTo>
                  <a:pt x="2513324" y="69507"/>
                  <a:pt x="2511454" y="62051"/>
                  <a:pt x="2507714" y="57496"/>
                </a:cubicBezTo>
                <a:cubicBezTo>
                  <a:pt x="2503973" y="52941"/>
                  <a:pt x="2499185" y="50664"/>
                  <a:pt x="2493348" y="50664"/>
                </a:cubicBezTo>
                <a:cubicBezTo>
                  <a:pt x="2487680" y="50664"/>
                  <a:pt x="2482934" y="52913"/>
                  <a:pt x="2479109" y="57411"/>
                </a:cubicBezTo>
                <a:cubicBezTo>
                  <a:pt x="2475284" y="61909"/>
                  <a:pt x="2473371" y="68629"/>
                  <a:pt x="2473371" y="77571"/>
                </a:cubicBezTo>
                <a:close/>
                <a:moveTo>
                  <a:pt x="2560701" y="124619"/>
                </a:moveTo>
                <a:lnTo>
                  <a:pt x="2560701" y="100647"/>
                </a:lnTo>
                <a:lnTo>
                  <a:pt x="2584588" y="100647"/>
                </a:lnTo>
                <a:lnTo>
                  <a:pt x="2584588" y="124619"/>
                </a:lnTo>
                <a:lnTo>
                  <a:pt x="2560701" y="124619"/>
                </a:lnTo>
                <a:close/>
                <a:moveTo>
                  <a:pt x="2687814" y="61034"/>
                </a:moveTo>
                <a:lnTo>
                  <a:pt x="2664268" y="65285"/>
                </a:lnTo>
                <a:cubicBezTo>
                  <a:pt x="2663474" y="60609"/>
                  <a:pt x="2661675" y="57089"/>
                  <a:pt x="2658870" y="54723"/>
                </a:cubicBezTo>
                <a:cubicBezTo>
                  <a:pt x="2656065" y="52357"/>
                  <a:pt x="2652424" y="51174"/>
                  <a:pt x="2647947" y="51174"/>
                </a:cubicBezTo>
                <a:cubicBezTo>
                  <a:pt x="2641996" y="51174"/>
                  <a:pt x="2637250" y="53222"/>
                  <a:pt x="2633708" y="57318"/>
                </a:cubicBezTo>
                <a:cubicBezTo>
                  <a:pt x="2630166" y="61414"/>
                  <a:pt x="2628395" y="68264"/>
                  <a:pt x="2628395" y="77868"/>
                </a:cubicBezTo>
                <a:cubicBezTo>
                  <a:pt x="2628395" y="88547"/>
                  <a:pt x="2630194" y="96091"/>
                  <a:pt x="2633793" y="100498"/>
                </a:cubicBezTo>
                <a:cubicBezTo>
                  <a:pt x="2637392" y="104905"/>
                  <a:pt x="2642223" y="107108"/>
                  <a:pt x="2648287" y="107108"/>
                </a:cubicBezTo>
                <a:cubicBezTo>
                  <a:pt x="2652820" y="107108"/>
                  <a:pt x="2656532" y="105818"/>
                  <a:pt x="2659422" y="103240"/>
                </a:cubicBezTo>
                <a:cubicBezTo>
                  <a:pt x="2662313" y="100661"/>
                  <a:pt x="2664353" y="96227"/>
                  <a:pt x="2665543" y="89936"/>
                </a:cubicBezTo>
                <a:lnTo>
                  <a:pt x="2689005" y="94017"/>
                </a:lnTo>
                <a:cubicBezTo>
                  <a:pt x="2686568" y="104784"/>
                  <a:pt x="2681892" y="112916"/>
                  <a:pt x="2674979" y="118414"/>
                </a:cubicBezTo>
                <a:cubicBezTo>
                  <a:pt x="2668065" y="123911"/>
                  <a:pt x="2658799" y="126659"/>
                  <a:pt x="2647182" y="126659"/>
                </a:cubicBezTo>
                <a:cubicBezTo>
                  <a:pt x="2633977" y="126659"/>
                  <a:pt x="2623451" y="122494"/>
                  <a:pt x="2615602" y="114163"/>
                </a:cubicBezTo>
                <a:cubicBezTo>
                  <a:pt x="2607753" y="105833"/>
                  <a:pt x="2603828" y="94300"/>
                  <a:pt x="2603828" y="79566"/>
                </a:cubicBezTo>
                <a:cubicBezTo>
                  <a:pt x="2603828" y="64661"/>
                  <a:pt x="2607767" y="53058"/>
                  <a:pt x="2615644" y="44756"/>
                </a:cubicBezTo>
                <a:cubicBezTo>
                  <a:pt x="2623521" y="36453"/>
                  <a:pt x="2634176" y="32302"/>
                  <a:pt x="2647607" y="32302"/>
                </a:cubicBezTo>
                <a:cubicBezTo>
                  <a:pt x="2658601" y="32302"/>
                  <a:pt x="2667342" y="34668"/>
                  <a:pt x="2673831" y="39400"/>
                </a:cubicBezTo>
                <a:cubicBezTo>
                  <a:pt x="2680320" y="44132"/>
                  <a:pt x="2684981" y="51344"/>
                  <a:pt x="2687814" y="61034"/>
                </a:cubicBezTo>
                <a:close/>
                <a:moveTo>
                  <a:pt x="2700369" y="78206"/>
                </a:moveTo>
                <a:cubicBezTo>
                  <a:pt x="2700369" y="70272"/>
                  <a:pt x="2702324" y="62593"/>
                  <a:pt x="2706234" y="55169"/>
                </a:cubicBezTo>
                <a:cubicBezTo>
                  <a:pt x="2710145" y="47745"/>
                  <a:pt x="2715684" y="42078"/>
                  <a:pt x="2722853" y="38168"/>
                </a:cubicBezTo>
                <a:cubicBezTo>
                  <a:pt x="2730022" y="34257"/>
                  <a:pt x="2738027" y="32302"/>
                  <a:pt x="2746867" y="32302"/>
                </a:cubicBezTo>
                <a:cubicBezTo>
                  <a:pt x="2760525" y="32302"/>
                  <a:pt x="2771717" y="36737"/>
                  <a:pt x="2780445" y="45606"/>
                </a:cubicBezTo>
                <a:cubicBezTo>
                  <a:pt x="2789172" y="54475"/>
                  <a:pt x="2793536" y="65681"/>
                  <a:pt x="2793536" y="79226"/>
                </a:cubicBezTo>
                <a:cubicBezTo>
                  <a:pt x="2793536" y="92883"/>
                  <a:pt x="2789129" y="104203"/>
                  <a:pt x="2780317" y="113186"/>
                </a:cubicBezTo>
                <a:cubicBezTo>
                  <a:pt x="2771505" y="122168"/>
                  <a:pt x="2760412" y="126659"/>
                  <a:pt x="2747037" y="126659"/>
                </a:cubicBezTo>
                <a:cubicBezTo>
                  <a:pt x="2738763" y="126659"/>
                  <a:pt x="2730872" y="124789"/>
                  <a:pt x="2723363" y="121049"/>
                </a:cubicBezTo>
                <a:cubicBezTo>
                  <a:pt x="2715854" y="117308"/>
                  <a:pt x="2710145" y="111826"/>
                  <a:pt x="2706234" y="104600"/>
                </a:cubicBezTo>
                <a:cubicBezTo>
                  <a:pt x="2702324" y="97375"/>
                  <a:pt x="2700369" y="88576"/>
                  <a:pt x="2700369" y="78206"/>
                </a:cubicBezTo>
                <a:moveTo>
                  <a:pt x="2724851" y="79481"/>
                </a:moveTo>
                <a:cubicBezTo>
                  <a:pt x="2724851" y="88406"/>
                  <a:pt x="2726976" y="95242"/>
                  <a:pt x="2731226" y="99988"/>
                </a:cubicBezTo>
                <a:cubicBezTo>
                  <a:pt x="2735476" y="104735"/>
                  <a:pt x="2740718" y="107108"/>
                  <a:pt x="2746952" y="107108"/>
                </a:cubicBezTo>
                <a:cubicBezTo>
                  <a:pt x="2753186" y="107108"/>
                  <a:pt x="2758414" y="104735"/>
                  <a:pt x="2762636" y="99988"/>
                </a:cubicBezTo>
                <a:cubicBezTo>
                  <a:pt x="2766858" y="95242"/>
                  <a:pt x="2768969" y="88350"/>
                  <a:pt x="2768969" y="79311"/>
                </a:cubicBezTo>
                <a:cubicBezTo>
                  <a:pt x="2768969" y="70498"/>
                  <a:pt x="2766858" y="63719"/>
                  <a:pt x="2762636" y="58973"/>
                </a:cubicBezTo>
                <a:cubicBezTo>
                  <a:pt x="2758414" y="54227"/>
                  <a:pt x="2753186" y="51854"/>
                  <a:pt x="2746952" y="51854"/>
                </a:cubicBezTo>
                <a:cubicBezTo>
                  <a:pt x="2740718" y="51854"/>
                  <a:pt x="2735476" y="54227"/>
                  <a:pt x="2731226" y="58973"/>
                </a:cubicBezTo>
                <a:cubicBezTo>
                  <a:pt x="2726976" y="63719"/>
                  <a:pt x="2724851" y="70555"/>
                  <a:pt x="2724851" y="79481"/>
                </a:cubicBezTo>
                <a:close/>
                <a:moveTo>
                  <a:pt x="2812264" y="124619"/>
                </a:moveTo>
                <a:lnTo>
                  <a:pt x="2812264" y="0"/>
                </a:lnTo>
                <a:lnTo>
                  <a:pt x="2836151" y="0"/>
                </a:lnTo>
                <a:lnTo>
                  <a:pt x="2836151" y="124619"/>
                </a:lnTo>
                <a:lnTo>
                  <a:pt x="2812264" y="124619"/>
                </a:lnTo>
                <a:close/>
                <a:moveTo>
                  <a:pt x="2855137" y="78206"/>
                </a:moveTo>
                <a:cubicBezTo>
                  <a:pt x="2855137" y="70272"/>
                  <a:pt x="2857092" y="62593"/>
                  <a:pt x="2861002" y="55169"/>
                </a:cubicBezTo>
                <a:cubicBezTo>
                  <a:pt x="2864912" y="47745"/>
                  <a:pt x="2870452" y="42078"/>
                  <a:pt x="2877621" y="38168"/>
                </a:cubicBezTo>
                <a:cubicBezTo>
                  <a:pt x="2884789" y="34257"/>
                  <a:pt x="2892794" y="32302"/>
                  <a:pt x="2901635" y="32302"/>
                </a:cubicBezTo>
                <a:cubicBezTo>
                  <a:pt x="2915293" y="32302"/>
                  <a:pt x="2926485" y="36737"/>
                  <a:pt x="2935212" y="45606"/>
                </a:cubicBezTo>
                <a:cubicBezTo>
                  <a:pt x="2943940" y="54475"/>
                  <a:pt x="2948303" y="65681"/>
                  <a:pt x="2948303" y="79226"/>
                </a:cubicBezTo>
                <a:cubicBezTo>
                  <a:pt x="2948303" y="92883"/>
                  <a:pt x="2943897" y="104203"/>
                  <a:pt x="2935085" y="113186"/>
                </a:cubicBezTo>
                <a:cubicBezTo>
                  <a:pt x="2926272" y="122168"/>
                  <a:pt x="2915179" y="126659"/>
                  <a:pt x="2901805" y="126659"/>
                </a:cubicBezTo>
                <a:cubicBezTo>
                  <a:pt x="2893531" y="126659"/>
                  <a:pt x="2885640" y="124789"/>
                  <a:pt x="2878131" y="121049"/>
                </a:cubicBezTo>
                <a:cubicBezTo>
                  <a:pt x="2870622" y="117308"/>
                  <a:pt x="2864912" y="111826"/>
                  <a:pt x="2861002" y="104600"/>
                </a:cubicBezTo>
                <a:cubicBezTo>
                  <a:pt x="2857092" y="97375"/>
                  <a:pt x="2855137" y="88576"/>
                  <a:pt x="2855137" y="78206"/>
                </a:cubicBezTo>
                <a:moveTo>
                  <a:pt x="2879618" y="79481"/>
                </a:moveTo>
                <a:cubicBezTo>
                  <a:pt x="2879618" y="88406"/>
                  <a:pt x="2881743" y="95242"/>
                  <a:pt x="2885994" y="99988"/>
                </a:cubicBezTo>
                <a:cubicBezTo>
                  <a:pt x="2890244" y="104735"/>
                  <a:pt x="2895486" y="107108"/>
                  <a:pt x="2901720" y="107108"/>
                </a:cubicBezTo>
                <a:cubicBezTo>
                  <a:pt x="2907954" y="107108"/>
                  <a:pt x="2913182" y="104735"/>
                  <a:pt x="2917404" y="99988"/>
                </a:cubicBezTo>
                <a:cubicBezTo>
                  <a:pt x="2921625" y="95242"/>
                  <a:pt x="2923736" y="88350"/>
                  <a:pt x="2923736" y="79311"/>
                </a:cubicBezTo>
                <a:cubicBezTo>
                  <a:pt x="2923736" y="70498"/>
                  <a:pt x="2921625" y="63719"/>
                  <a:pt x="2917404" y="58973"/>
                </a:cubicBezTo>
                <a:cubicBezTo>
                  <a:pt x="2913182" y="54227"/>
                  <a:pt x="2907954" y="51854"/>
                  <a:pt x="2901720" y="51854"/>
                </a:cubicBezTo>
                <a:cubicBezTo>
                  <a:pt x="2895486" y="51854"/>
                  <a:pt x="2890244" y="54227"/>
                  <a:pt x="2885994" y="58973"/>
                </a:cubicBezTo>
                <a:cubicBezTo>
                  <a:pt x="2881743" y="63719"/>
                  <a:pt x="2879618" y="70555"/>
                  <a:pt x="2879618" y="79481"/>
                </a:cubicBezTo>
                <a:close/>
                <a:moveTo>
                  <a:pt x="2989899" y="124619"/>
                </a:moveTo>
                <a:lnTo>
                  <a:pt x="2966013" y="124619"/>
                </a:lnTo>
                <a:lnTo>
                  <a:pt x="2966013" y="34342"/>
                </a:lnTo>
                <a:lnTo>
                  <a:pt x="2988199" y="34342"/>
                </a:lnTo>
                <a:lnTo>
                  <a:pt x="2988199" y="47178"/>
                </a:lnTo>
                <a:cubicBezTo>
                  <a:pt x="2991996" y="41115"/>
                  <a:pt x="2995411" y="37119"/>
                  <a:pt x="2998442" y="35193"/>
                </a:cubicBezTo>
                <a:cubicBezTo>
                  <a:pt x="3001474" y="33266"/>
                  <a:pt x="3004917" y="32302"/>
                  <a:pt x="3008771" y="32302"/>
                </a:cubicBezTo>
                <a:cubicBezTo>
                  <a:pt x="3014211" y="32302"/>
                  <a:pt x="3019453" y="33804"/>
                  <a:pt x="3024497" y="36808"/>
                </a:cubicBezTo>
                <a:lnTo>
                  <a:pt x="3017101" y="57634"/>
                </a:lnTo>
                <a:cubicBezTo>
                  <a:pt x="3013078" y="55027"/>
                  <a:pt x="3009337" y="53724"/>
                  <a:pt x="3005880" y="53724"/>
                </a:cubicBezTo>
                <a:cubicBezTo>
                  <a:pt x="3002537" y="53724"/>
                  <a:pt x="2999703" y="54645"/>
                  <a:pt x="2997380" y="56487"/>
                </a:cubicBezTo>
                <a:cubicBezTo>
                  <a:pt x="2995056" y="58328"/>
                  <a:pt x="2993229" y="61658"/>
                  <a:pt x="2991897" y="66475"/>
                </a:cubicBezTo>
                <a:cubicBezTo>
                  <a:pt x="2990565" y="71292"/>
                  <a:pt x="2989899" y="81379"/>
                  <a:pt x="2989899" y="96737"/>
                </a:cubicBezTo>
                <a:lnTo>
                  <a:pt x="2989899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C25B3-A2BB-478D-BC0F-22E3FC83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8500" y="4340205"/>
            <a:ext cx="29015" cy="145077"/>
          </a:xfrm>
          <a:custGeom xmlns:a="http://schemas.openxmlformats.org/drawingml/2006/main">
            <a:pathLst>
              <a:path w="29015" h="145077">
                <a:moveTo>
                  <a:pt x="0" y="145077"/>
                </a:moveTo>
                <a:lnTo>
                  <a:pt x="0" y="116062"/>
                </a:lnTo>
                <a:lnTo>
                  <a:pt x="29015" y="116062"/>
                </a:lnTo>
                <a:lnTo>
                  <a:pt x="29015" y="145077"/>
                </a:lnTo>
                <a:moveTo>
                  <a:pt x="0" y="29015"/>
                </a:moveTo>
                <a:lnTo>
                  <a:pt x="0" y="0"/>
                </a:lnTo>
                <a:lnTo>
                  <a:pt x="29015" y="0"/>
                </a:lnTo>
                <a:lnTo>
                  <a:pt x="29015" y="290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A147D4-569F-4FFF-ABE4-CC125A42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948" y="4325698"/>
            <a:ext cx="29015" cy="145077"/>
          </a:xfrm>
          <a:custGeom xmlns:a="http://schemas.openxmlformats.org/drawingml/2006/main">
            <a:pathLst>
              <a:path w="29015" h="145077">
                <a:moveTo>
                  <a:pt x="0" y="145077"/>
                </a:moveTo>
                <a:lnTo>
                  <a:pt x="0" y="116062"/>
                </a:lnTo>
                <a:lnTo>
                  <a:pt x="29015" y="116062"/>
                </a:lnTo>
                <a:lnTo>
                  <a:pt x="29015" y="145077"/>
                </a:lnTo>
                <a:moveTo>
                  <a:pt x="0" y="29015"/>
                </a:moveTo>
                <a:lnTo>
                  <a:pt x="0" y="0"/>
                </a:lnTo>
                <a:lnTo>
                  <a:pt x="29015" y="0"/>
                </a:lnTo>
                <a:lnTo>
                  <a:pt x="29015" y="290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4D892-E5D4-4719-9EBD-43D77D5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203" y="851101"/>
            <a:ext cx="594816" cy="377200"/>
          </a:xfrm>
          <a:custGeom xmlns:a="http://schemas.openxmlformats.org/drawingml/2006/main">
            <a:pathLst>
              <a:path w="594816" h="377200">
                <a:moveTo>
                  <a:pt x="56580" y="0"/>
                </a:moveTo>
                <a:lnTo>
                  <a:pt x="538236" y="0"/>
                </a:lnTo>
                <a:cubicBezTo>
                  <a:pt x="545739" y="0"/>
                  <a:pt x="552956" y="1436"/>
                  <a:pt x="559888" y="4307"/>
                </a:cubicBezTo>
                <a:cubicBezTo>
                  <a:pt x="566820" y="7178"/>
                  <a:pt x="572938" y="11266"/>
                  <a:pt x="578244" y="16572"/>
                </a:cubicBezTo>
                <a:cubicBezTo>
                  <a:pt x="583550" y="21877"/>
                  <a:pt x="587638" y="27996"/>
                  <a:pt x="590509" y="34928"/>
                </a:cubicBezTo>
                <a:cubicBezTo>
                  <a:pt x="593380" y="41860"/>
                  <a:pt x="594816" y="49077"/>
                  <a:pt x="594816" y="56580"/>
                </a:cubicBezTo>
                <a:lnTo>
                  <a:pt x="594816" y="320620"/>
                </a:lnTo>
                <a:cubicBezTo>
                  <a:pt x="594816" y="328123"/>
                  <a:pt x="593380" y="335341"/>
                  <a:pt x="590509" y="342273"/>
                </a:cubicBezTo>
                <a:cubicBezTo>
                  <a:pt x="587638" y="349204"/>
                  <a:pt x="583550" y="355323"/>
                  <a:pt x="578244" y="360628"/>
                </a:cubicBezTo>
                <a:cubicBezTo>
                  <a:pt x="572938" y="365934"/>
                  <a:pt x="566820" y="370022"/>
                  <a:pt x="559888" y="372894"/>
                </a:cubicBezTo>
                <a:cubicBezTo>
                  <a:pt x="552956" y="375765"/>
                  <a:pt x="545739" y="377200"/>
                  <a:pt x="538236" y="377200"/>
                </a:cubicBezTo>
                <a:lnTo>
                  <a:pt x="56580" y="377200"/>
                </a:lnTo>
                <a:cubicBezTo>
                  <a:pt x="49077" y="377200"/>
                  <a:pt x="41859" y="375765"/>
                  <a:pt x="34928" y="372894"/>
                </a:cubicBezTo>
                <a:cubicBezTo>
                  <a:pt x="27996" y="370022"/>
                  <a:pt x="21877" y="365934"/>
                  <a:pt x="16572" y="360628"/>
                </a:cubicBezTo>
                <a:cubicBezTo>
                  <a:pt x="11267" y="355323"/>
                  <a:pt x="7178" y="349204"/>
                  <a:pt x="4307" y="342273"/>
                </a:cubicBezTo>
                <a:cubicBezTo>
                  <a:pt x="1436" y="335341"/>
                  <a:pt x="0" y="328123"/>
                  <a:pt x="0" y="320620"/>
                </a:cubicBezTo>
                <a:lnTo>
                  <a:pt x="0" y="56580"/>
                </a:lnTo>
                <a:cubicBezTo>
                  <a:pt x="0" y="49077"/>
                  <a:pt x="1436" y="41860"/>
                  <a:pt x="4307" y="34928"/>
                </a:cubicBezTo>
                <a:cubicBezTo>
                  <a:pt x="7178" y="27996"/>
                  <a:pt x="11267" y="21877"/>
                  <a:pt x="16572" y="16572"/>
                </a:cubicBezTo>
                <a:cubicBezTo>
                  <a:pt x="21877" y="11266"/>
                  <a:pt x="27996" y="7178"/>
                  <a:pt x="34928" y="4307"/>
                </a:cubicBezTo>
                <a:cubicBezTo>
                  <a:pt x="41859" y="1436"/>
                  <a:pt x="49077" y="0"/>
                  <a:pt x="56580" y="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F7927-1C76-494F-A090-E9CF2802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3203" y="851101"/>
            <a:ext cx="594816" cy="377200"/>
          </a:xfrm>
          <a:custGeom xmlns:a="http://schemas.openxmlformats.org/drawingml/2006/main">
            <a:pathLst>
              <a:path w="594816" h="377200" fill="none">
                <a:moveTo>
                  <a:pt x="56580" y="0"/>
                </a:moveTo>
                <a:lnTo>
                  <a:pt x="538236" y="0"/>
                </a:lnTo>
                <a:cubicBezTo>
                  <a:pt x="545739" y="0"/>
                  <a:pt x="552956" y="1436"/>
                  <a:pt x="559888" y="4307"/>
                </a:cubicBezTo>
                <a:cubicBezTo>
                  <a:pt x="566820" y="7178"/>
                  <a:pt x="572938" y="11266"/>
                  <a:pt x="578244" y="16572"/>
                </a:cubicBezTo>
                <a:cubicBezTo>
                  <a:pt x="583550" y="21877"/>
                  <a:pt x="587638" y="27996"/>
                  <a:pt x="590509" y="34928"/>
                </a:cubicBezTo>
                <a:cubicBezTo>
                  <a:pt x="593380" y="41860"/>
                  <a:pt x="594816" y="49077"/>
                  <a:pt x="594816" y="56580"/>
                </a:cubicBezTo>
                <a:lnTo>
                  <a:pt x="594816" y="320620"/>
                </a:lnTo>
                <a:cubicBezTo>
                  <a:pt x="594816" y="328123"/>
                  <a:pt x="593380" y="335341"/>
                  <a:pt x="590509" y="342273"/>
                </a:cubicBezTo>
                <a:cubicBezTo>
                  <a:pt x="587638" y="349204"/>
                  <a:pt x="583550" y="355323"/>
                  <a:pt x="578244" y="360628"/>
                </a:cubicBezTo>
                <a:cubicBezTo>
                  <a:pt x="572938" y="365934"/>
                  <a:pt x="566820" y="370022"/>
                  <a:pt x="559888" y="372894"/>
                </a:cubicBezTo>
                <a:cubicBezTo>
                  <a:pt x="552956" y="375765"/>
                  <a:pt x="545739" y="377200"/>
                  <a:pt x="538236" y="377200"/>
                </a:cubicBezTo>
                <a:lnTo>
                  <a:pt x="56580" y="377200"/>
                </a:lnTo>
                <a:cubicBezTo>
                  <a:pt x="49077" y="377200"/>
                  <a:pt x="41859" y="375765"/>
                  <a:pt x="34928" y="372894"/>
                </a:cubicBezTo>
                <a:cubicBezTo>
                  <a:pt x="27996" y="370022"/>
                  <a:pt x="21877" y="365934"/>
                  <a:pt x="16572" y="360628"/>
                </a:cubicBezTo>
                <a:cubicBezTo>
                  <a:pt x="11267" y="355323"/>
                  <a:pt x="7178" y="349204"/>
                  <a:pt x="4307" y="342273"/>
                </a:cubicBezTo>
                <a:cubicBezTo>
                  <a:pt x="1436" y="335341"/>
                  <a:pt x="0" y="328123"/>
                  <a:pt x="0" y="320620"/>
                </a:cubicBezTo>
                <a:lnTo>
                  <a:pt x="0" y="56580"/>
                </a:lnTo>
                <a:cubicBezTo>
                  <a:pt x="0" y="49077"/>
                  <a:pt x="1436" y="41860"/>
                  <a:pt x="4307" y="34928"/>
                </a:cubicBezTo>
                <a:cubicBezTo>
                  <a:pt x="7178" y="27996"/>
                  <a:pt x="11267" y="21877"/>
                  <a:pt x="16572" y="16572"/>
                </a:cubicBezTo>
                <a:cubicBezTo>
                  <a:pt x="21877" y="11266"/>
                  <a:pt x="27996" y="7178"/>
                  <a:pt x="34928" y="4307"/>
                </a:cubicBezTo>
                <a:cubicBezTo>
                  <a:pt x="41859" y="1436"/>
                  <a:pt x="49077" y="0"/>
                  <a:pt x="5658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FFD966"/>
            </a:solidFill>
            <a:miter/>
          </a:ln>
        </p:spPr>
      </p:sp>
      <p:sp>
        <p:nvSpPr>
          <p:cNvPr id="97" name="Text Ti">
            <a:extLst xmlns:a="http://schemas.openxmlformats.org/drawingml/2006/main">
              <a:ext uri="{FF2B5EF4-FFF2-40B4-BE49-F238E27FC236}">
                <a16:creationId xmlns:a16="http://schemas.microsoft.com/office/drawing/2014/main" id="{A78125C1-360E-4A37-9EDA-E763F46B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3103" y="940811"/>
            <a:ext cx="226400" cy="207698"/>
          </a:xfrm>
          <a:custGeom xmlns:a="http://schemas.openxmlformats.org/drawingml/2006/main">
            <a:pathLst>
              <a:path w="226400" h="207698">
                <a:moveTo>
                  <a:pt x="61629" y="207698"/>
                </a:moveTo>
                <a:lnTo>
                  <a:pt x="61629" y="35136"/>
                </a:lnTo>
                <a:lnTo>
                  <a:pt x="0" y="35136"/>
                </a:lnTo>
                <a:lnTo>
                  <a:pt x="0" y="0"/>
                </a:lnTo>
                <a:lnTo>
                  <a:pt x="165054" y="0"/>
                </a:lnTo>
                <a:lnTo>
                  <a:pt x="165054" y="35136"/>
                </a:lnTo>
                <a:lnTo>
                  <a:pt x="103566" y="35136"/>
                </a:lnTo>
                <a:lnTo>
                  <a:pt x="103566" y="207698"/>
                </a:lnTo>
                <a:lnTo>
                  <a:pt x="61629" y="207698"/>
                </a:lnTo>
                <a:close/>
                <a:moveTo>
                  <a:pt x="186588" y="36836"/>
                </a:moveTo>
                <a:lnTo>
                  <a:pt x="186588" y="0"/>
                </a:lnTo>
                <a:lnTo>
                  <a:pt x="226400" y="0"/>
                </a:lnTo>
                <a:lnTo>
                  <a:pt x="226400" y="36836"/>
                </a:lnTo>
                <a:lnTo>
                  <a:pt x="186588" y="36836"/>
                </a:lnTo>
                <a:moveTo>
                  <a:pt x="186588" y="207698"/>
                </a:moveTo>
                <a:lnTo>
                  <a:pt x="186588" y="57237"/>
                </a:lnTo>
                <a:lnTo>
                  <a:pt x="226400" y="57237"/>
                </a:lnTo>
                <a:lnTo>
                  <a:pt x="226400" y="207698"/>
                </a:lnTo>
                <a:lnTo>
                  <a:pt x="186588" y="207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3F77A-3F5C-47F3-9299-F4E8707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540" y="2925704"/>
            <a:ext cx="522278" cy="377200"/>
          </a:xfrm>
          <a:custGeom xmlns:a="http://schemas.openxmlformats.org/drawingml/2006/main">
            <a:pathLst>
              <a:path w="522278" h="377200">
                <a:moveTo>
                  <a:pt x="56580" y="0"/>
                </a:moveTo>
                <a:lnTo>
                  <a:pt x="465698" y="0"/>
                </a:lnTo>
                <a:cubicBezTo>
                  <a:pt x="473200" y="0"/>
                  <a:pt x="480417" y="1436"/>
                  <a:pt x="487349" y="4306"/>
                </a:cubicBezTo>
                <a:cubicBezTo>
                  <a:pt x="494281" y="7178"/>
                  <a:pt x="500400" y="11266"/>
                  <a:pt x="505706" y="16571"/>
                </a:cubicBezTo>
                <a:cubicBezTo>
                  <a:pt x="511011" y="21877"/>
                  <a:pt x="515099" y="27996"/>
                  <a:pt x="517971" y="34927"/>
                </a:cubicBezTo>
                <a:cubicBezTo>
                  <a:pt x="520842" y="41859"/>
                  <a:pt x="522277" y="49077"/>
                  <a:pt x="522278" y="56580"/>
                </a:cubicBezTo>
                <a:lnTo>
                  <a:pt x="522278" y="320620"/>
                </a:lnTo>
                <a:cubicBezTo>
                  <a:pt x="522277" y="328124"/>
                  <a:pt x="520842" y="335341"/>
                  <a:pt x="517971" y="342272"/>
                </a:cubicBezTo>
                <a:cubicBezTo>
                  <a:pt x="515099" y="349204"/>
                  <a:pt x="511011" y="355323"/>
                  <a:pt x="505706" y="360628"/>
                </a:cubicBezTo>
                <a:cubicBezTo>
                  <a:pt x="500400" y="365934"/>
                  <a:pt x="494281" y="370022"/>
                  <a:pt x="487349" y="372893"/>
                </a:cubicBezTo>
                <a:cubicBezTo>
                  <a:pt x="480417" y="375764"/>
                  <a:pt x="473200" y="377200"/>
                  <a:pt x="465698" y="377200"/>
                </a:cubicBezTo>
                <a:lnTo>
                  <a:pt x="56580" y="377200"/>
                </a:lnTo>
                <a:cubicBezTo>
                  <a:pt x="49077" y="377200"/>
                  <a:pt x="41859" y="375764"/>
                  <a:pt x="34927" y="372893"/>
                </a:cubicBezTo>
                <a:cubicBezTo>
                  <a:pt x="27996" y="370022"/>
                  <a:pt x="21877" y="365934"/>
                  <a:pt x="16572" y="360628"/>
                </a:cubicBezTo>
                <a:cubicBezTo>
                  <a:pt x="11266" y="355323"/>
                  <a:pt x="7178" y="349204"/>
                  <a:pt x="4306" y="342272"/>
                </a:cubicBezTo>
                <a:cubicBezTo>
                  <a:pt x="1435" y="335341"/>
                  <a:pt x="0" y="328124"/>
                  <a:pt x="0" y="320620"/>
                </a:cubicBezTo>
                <a:lnTo>
                  <a:pt x="0" y="56580"/>
                </a:lnTo>
                <a:cubicBezTo>
                  <a:pt x="0" y="49077"/>
                  <a:pt x="1435" y="41859"/>
                  <a:pt x="4306" y="34927"/>
                </a:cubicBezTo>
                <a:cubicBezTo>
                  <a:pt x="7178" y="27996"/>
                  <a:pt x="11266" y="21877"/>
                  <a:pt x="16572" y="16571"/>
                </a:cubicBezTo>
                <a:cubicBezTo>
                  <a:pt x="21877" y="11266"/>
                  <a:pt x="27996" y="7178"/>
                  <a:pt x="34927" y="4307"/>
                </a:cubicBezTo>
                <a:cubicBezTo>
                  <a:pt x="41859" y="1436"/>
                  <a:pt x="49077" y="0"/>
                  <a:pt x="56580" y="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63C58-1B04-4DA1-9938-565D26DA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540" y="2925704"/>
            <a:ext cx="522278" cy="377200"/>
          </a:xfrm>
          <a:custGeom xmlns:a="http://schemas.openxmlformats.org/drawingml/2006/main">
            <a:pathLst>
              <a:path w="522278" h="377200" fill="none">
                <a:moveTo>
                  <a:pt x="56580" y="0"/>
                </a:moveTo>
                <a:lnTo>
                  <a:pt x="465698" y="0"/>
                </a:lnTo>
                <a:cubicBezTo>
                  <a:pt x="473200" y="0"/>
                  <a:pt x="480417" y="1436"/>
                  <a:pt x="487349" y="4306"/>
                </a:cubicBezTo>
                <a:cubicBezTo>
                  <a:pt x="494281" y="7178"/>
                  <a:pt x="500400" y="11266"/>
                  <a:pt x="505706" y="16571"/>
                </a:cubicBezTo>
                <a:cubicBezTo>
                  <a:pt x="511011" y="21877"/>
                  <a:pt x="515099" y="27996"/>
                  <a:pt x="517971" y="34927"/>
                </a:cubicBezTo>
                <a:cubicBezTo>
                  <a:pt x="520842" y="41859"/>
                  <a:pt x="522277" y="49077"/>
                  <a:pt x="522278" y="56580"/>
                </a:cubicBezTo>
                <a:lnTo>
                  <a:pt x="522278" y="320620"/>
                </a:lnTo>
                <a:cubicBezTo>
                  <a:pt x="522277" y="328124"/>
                  <a:pt x="520842" y="335341"/>
                  <a:pt x="517971" y="342272"/>
                </a:cubicBezTo>
                <a:cubicBezTo>
                  <a:pt x="515099" y="349204"/>
                  <a:pt x="511011" y="355323"/>
                  <a:pt x="505706" y="360628"/>
                </a:cubicBezTo>
                <a:cubicBezTo>
                  <a:pt x="500400" y="365934"/>
                  <a:pt x="494281" y="370022"/>
                  <a:pt x="487349" y="372893"/>
                </a:cubicBezTo>
                <a:cubicBezTo>
                  <a:pt x="480417" y="375764"/>
                  <a:pt x="473200" y="377200"/>
                  <a:pt x="465698" y="377200"/>
                </a:cubicBezTo>
                <a:lnTo>
                  <a:pt x="56580" y="377200"/>
                </a:lnTo>
                <a:cubicBezTo>
                  <a:pt x="49077" y="377200"/>
                  <a:pt x="41859" y="375764"/>
                  <a:pt x="34927" y="372893"/>
                </a:cubicBezTo>
                <a:cubicBezTo>
                  <a:pt x="27996" y="370022"/>
                  <a:pt x="21877" y="365934"/>
                  <a:pt x="16572" y="360628"/>
                </a:cubicBezTo>
                <a:cubicBezTo>
                  <a:pt x="11266" y="355323"/>
                  <a:pt x="7178" y="349204"/>
                  <a:pt x="4306" y="342272"/>
                </a:cubicBezTo>
                <a:cubicBezTo>
                  <a:pt x="1435" y="335341"/>
                  <a:pt x="0" y="328124"/>
                  <a:pt x="0" y="320620"/>
                </a:cubicBezTo>
                <a:lnTo>
                  <a:pt x="0" y="56580"/>
                </a:lnTo>
                <a:cubicBezTo>
                  <a:pt x="0" y="49077"/>
                  <a:pt x="1435" y="41859"/>
                  <a:pt x="4306" y="34927"/>
                </a:cubicBezTo>
                <a:cubicBezTo>
                  <a:pt x="7178" y="27996"/>
                  <a:pt x="11266" y="21877"/>
                  <a:pt x="16572" y="16571"/>
                </a:cubicBezTo>
                <a:cubicBezTo>
                  <a:pt x="21877" y="11266"/>
                  <a:pt x="27996" y="7178"/>
                  <a:pt x="34927" y="4307"/>
                </a:cubicBezTo>
                <a:cubicBezTo>
                  <a:pt x="41859" y="1436"/>
                  <a:pt x="49077" y="0"/>
                  <a:pt x="5658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FFD966"/>
            </a:solidFill>
            <a:miter/>
          </a:ln>
        </p:spPr>
      </p:sp>
      <p:sp>
        <p:nvSpPr>
          <p:cNvPr id="100" name="Text Ti">
            <a:extLst xmlns:a="http://schemas.openxmlformats.org/drawingml/2006/main">
              <a:ext uri="{FF2B5EF4-FFF2-40B4-BE49-F238E27FC236}">
                <a16:creationId xmlns:a16="http://schemas.microsoft.com/office/drawing/2014/main" id="{5C805F10-0CE7-4E92-B8C5-AE7FD765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170" y="3015414"/>
            <a:ext cx="226456" cy="207698"/>
          </a:xfrm>
          <a:custGeom xmlns:a="http://schemas.openxmlformats.org/drawingml/2006/main">
            <a:pathLst>
              <a:path w="226456" h="207698">
                <a:moveTo>
                  <a:pt x="61629" y="207698"/>
                </a:moveTo>
                <a:lnTo>
                  <a:pt x="61629" y="35136"/>
                </a:lnTo>
                <a:lnTo>
                  <a:pt x="0" y="35136"/>
                </a:lnTo>
                <a:lnTo>
                  <a:pt x="0" y="0"/>
                </a:lnTo>
                <a:lnTo>
                  <a:pt x="165054" y="0"/>
                </a:lnTo>
                <a:lnTo>
                  <a:pt x="165054" y="35136"/>
                </a:lnTo>
                <a:lnTo>
                  <a:pt x="103566" y="35136"/>
                </a:lnTo>
                <a:lnTo>
                  <a:pt x="103566" y="207698"/>
                </a:lnTo>
                <a:lnTo>
                  <a:pt x="61629" y="207698"/>
                </a:lnTo>
                <a:close/>
                <a:moveTo>
                  <a:pt x="186645" y="36836"/>
                </a:moveTo>
                <a:lnTo>
                  <a:pt x="186645" y="0"/>
                </a:lnTo>
                <a:lnTo>
                  <a:pt x="226456" y="0"/>
                </a:lnTo>
                <a:lnTo>
                  <a:pt x="226456" y="36836"/>
                </a:lnTo>
                <a:lnTo>
                  <a:pt x="186645" y="36836"/>
                </a:lnTo>
                <a:moveTo>
                  <a:pt x="186645" y="207698"/>
                </a:moveTo>
                <a:lnTo>
                  <a:pt x="186645" y="57237"/>
                </a:lnTo>
                <a:lnTo>
                  <a:pt x="226456" y="57237"/>
                </a:lnTo>
                <a:lnTo>
                  <a:pt x="226456" y="207698"/>
                </a:lnTo>
                <a:lnTo>
                  <a:pt x="186645" y="20769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V">
            <a:extLst xmlns:a="http://schemas.openxmlformats.org/drawingml/2006/main">
              <a:ext uri="{FF2B5EF4-FFF2-40B4-BE49-F238E27FC236}">
                <a16:creationId xmlns:a16="http://schemas.microsoft.com/office/drawing/2014/main" id="{ADF02E0C-86AB-4D5E-A43F-0F8637A4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1216083"/>
            <a:ext cx="140196" cy="130538"/>
          </a:xfrm>
          <a:custGeom xmlns:a="http://schemas.openxmlformats.org/drawingml/2006/main">
            <a:pathLst>
              <a:path w="140196" h="130538">
                <a:moveTo>
                  <a:pt x="0" y="50111"/>
                </a:moveTo>
                <a:lnTo>
                  <a:pt x="140196" y="0"/>
                </a:lnTo>
                <a:lnTo>
                  <a:pt x="140196" y="30698"/>
                </a:lnTo>
                <a:lnTo>
                  <a:pt x="36531" y="66177"/>
                </a:lnTo>
                <a:lnTo>
                  <a:pt x="140196" y="100509"/>
                </a:lnTo>
                <a:lnTo>
                  <a:pt x="140196" y="130538"/>
                </a:lnTo>
                <a:lnTo>
                  <a:pt x="0" y="80331"/>
                </a:lnTo>
                <a:lnTo>
                  <a:pt x="0" y="50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e">
            <a:extLst xmlns:a="http://schemas.openxmlformats.org/drawingml/2006/main">
              <a:ext uri="{FF2B5EF4-FFF2-40B4-BE49-F238E27FC236}">
                <a16:creationId xmlns:a16="http://schemas.microsoft.com/office/drawing/2014/main" id="{2A2FFB08-B8A2-4C86-B218-EABC9C85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1342222"/>
            <a:ext cx="106151" cy="95249"/>
          </a:xfrm>
          <a:custGeom xmlns:a="http://schemas.openxmlformats.org/drawingml/2006/main">
            <a:pathLst>
              <a:path w="106151" h="95249">
                <a:moveTo>
                  <a:pt x="34619" y="66655"/>
                </a:moveTo>
                <a:lnTo>
                  <a:pt x="30028" y="93432"/>
                </a:lnTo>
                <a:cubicBezTo>
                  <a:pt x="20242" y="89990"/>
                  <a:pt x="12791" y="84555"/>
                  <a:pt x="7674" y="77127"/>
                </a:cubicBezTo>
                <a:cubicBezTo>
                  <a:pt x="2558" y="69700"/>
                  <a:pt x="0" y="60407"/>
                  <a:pt x="0" y="49250"/>
                </a:cubicBezTo>
                <a:cubicBezTo>
                  <a:pt x="0" y="31590"/>
                  <a:pt x="5770" y="18521"/>
                  <a:pt x="17309" y="10041"/>
                </a:cubicBezTo>
                <a:cubicBezTo>
                  <a:pt x="26554" y="3347"/>
                  <a:pt x="38221" y="0"/>
                  <a:pt x="52311" y="0"/>
                </a:cubicBezTo>
                <a:cubicBezTo>
                  <a:pt x="69142" y="0"/>
                  <a:pt x="82323" y="4399"/>
                  <a:pt x="91854" y="13197"/>
                </a:cubicBezTo>
                <a:cubicBezTo>
                  <a:pt x="101386" y="21995"/>
                  <a:pt x="106151" y="33121"/>
                  <a:pt x="106151" y="46573"/>
                </a:cubicBezTo>
                <a:cubicBezTo>
                  <a:pt x="106151" y="61683"/>
                  <a:pt x="101163" y="73605"/>
                  <a:pt x="91185" y="82339"/>
                </a:cubicBezTo>
                <a:cubicBezTo>
                  <a:pt x="81207" y="91073"/>
                  <a:pt x="65922" y="95249"/>
                  <a:pt x="45330" y="94867"/>
                </a:cubicBezTo>
                <a:lnTo>
                  <a:pt x="45330" y="27542"/>
                </a:lnTo>
                <a:cubicBezTo>
                  <a:pt x="37360" y="27733"/>
                  <a:pt x="31160" y="29901"/>
                  <a:pt x="26729" y="34045"/>
                </a:cubicBezTo>
                <a:cubicBezTo>
                  <a:pt x="22298" y="38189"/>
                  <a:pt x="20083" y="43353"/>
                  <a:pt x="20083" y="49537"/>
                </a:cubicBezTo>
                <a:cubicBezTo>
                  <a:pt x="20083" y="53745"/>
                  <a:pt x="21230" y="57283"/>
                  <a:pt x="23525" y="60152"/>
                </a:cubicBezTo>
                <a:cubicBezTo>
                  <a:pt x="25821" y="63021"/>
                  <a:pt x="29518" y="65189"/>
                  <a:pt x="34619" y="66655"/>
                </a:cubicBezTo>
                <a:moveTo>
                  <a:pt x="61778" y="68186"/>
                </a:moveTo>
                <a:cubicBezTo>
                  <a:pt x="69524" y="67994"/>
                  <a:pt x="75414" y="65986"/>
                  <a:pt x="79446" y="62161"/>
                </a:cubicBezTo>
                <a:cubicBezTo>
                  <a:pt x="83479" y="58335"/>
                  <a:pt x="85495" y="53681"/>
                  <a:pt x="85495" y="48198"/>
                </a:cubicBezTo>
                <a:cubicBezTo>
                  <a:pt x="85495" y="42333"/>
                  <a:pt x="83368" y="37488"/>
                  <a:pt x="79114" y="33662"/>
                </a:cubicBezTo>
                <a:cubicBezTo>
                  <a:pt x="74859" y="29837"/>
                  <a:pt x="69080" y="27956"/>
                  <a:pt x="61778" y="28020"/>
                </a:cubicBezTo>
                <a:lnTo>
                  <a:pt x="61778" y="68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r">
            <a:extLst xmlns:a="http://schemas.openxmlformats.org/drawingml/2006/main">
              <a:ext uri="{FF2B5EF4-FFF2-40B4-BE49-F238E27FC236}">
                <a16:creationId xmlns:a16="http://schemas.microsoft.com/office/drawing/2014/main" id="{2310ECBF-398B-4F8D-90E0-E348094C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1457811"/>
            <a:ext cx="103856" cy="65795"/>
          </a:xfrm>
          <a:custGeom xmlns:a="http://schemas.openxmlformats.org/drawingml/2006/main">
            <a:pathLst>
              <a:path w="103856" h="65795">
                <a:moveTo>
                  <a:pt x="0" y="26873"/>
                </a:moveTo>
                <a:lnTo>
                  <a:pt x="0" y="0"/>
                </a:lnTo>
                <a:lnTo>
                  <a:pt x="101561" y="0"/>
                </a:lnTo>
                <a:lnTo>
                  <a:pt x="101561" y="24960"/>
                </a:lnTo>
                <a:lnTo>
                  <a:pt x="87121" y="24960"/>
                </a:lnTo>
                <a:cubicBezTo>
                  <a:pt x="93942" y="29231"/>
                  <a:pt x="98437" y="33073"/>
                  <a:pt x="100605" y="36484"/>
                </a:cubicBezTo>
                <a:cubicBezTo>
                  <a:pt x="102772" y="39894"/>
                  <a:pt x="103856" y="43768"/>
                  <a:pt x="103856" y="48103"/>
                </a:cubicBezTo>
                <a:cubicBezTo>
                  <a:pt x="103856" y="54223"/>
                  <a:pt x="102167" y="60121"/>
                  <a:pt x="98788" y="65795"/>
                </a:cubicBezTo>
                <a:lnTo>
                  <a:pt x="75358" y="57475"/>
                </a:lnTo>
                <a:cubicBezTo>
                  <a:pt x="78291" y="52948"/>
                  <a:pt x="79757" y="48740"/>
                  <a:pt x="79757" y="44851"/>
                </a:cubicBezTo>
                <a:cubicBezTo>
                  <a:pt x="79757" y="41090"/>
                  <a:pt x="78721" y="37902"/>
                  <a:pt x="76649" y="35288"/>
                </a:cubicBezTo>
                <a:cubicBezTo>
                  <a:pt x="74577" y="32674"/>
                  <a:pt x="70831" y="30618"/>
                  <a:pt x="65412" y="29120"/>
                </a:cubicBezTo>
                <a:cubicBezTo>
                  <a:pt x="59993" y="27622"/>
                  <a:pt x="48645" y="26873"/>
                  <a:pt x="31367" y="26873"/>
                </a:cubicBezTo>
                <a:lnTo>
                  <a:pt x="0" y="268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">
            <a:extLst xmlns:a="http://schemas.openxmlformats.org/drawingml/2006/main">
              <a:ext uri="{FF2B5EF4-FFF2-40B4-BE49-F238E27FC236}">
                <a16:creationId xmlns:a16="http://schemas.microsoft.com/office/drawing/2014/main" id="{7269230A-D282-4661-BF0F-69C6F48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1535146"/>
            <a:ext cx="140196" cy="26873"/>
          </a:xfrm>
          <a:custGeom xmlns:a="http://schemas.openxmlformats.org/drawingml/2006/main">
            <a:pathLst>
              <a:path w="140196" h="26873">
                <a:moveTo>
                  <a:pt x="115332" y="0"/>
                </a:moveTo>
                <a:lnTo>
                  <a:pt x="140196" y="0"/>
                </a:lnTo>
                <a:lnTo>
                  <a:pt x="140196" y="26873"/>
                </a:lnTo>
                <a:lnTo>
                  <a:pt x="115332" y="26873"/>
                </a:lnTo>
                <a:lnTo>
                  <a:pt x="115332" y="0"/>
                </a:lnTo>
                <a:moveTo>
                  <a:pt x="0" y="0"/>
                </a:moveTo>
                <a:lnTo>
                  <a:pt x="101561" y="0"/>
                </a:lnTo>
                <a:lnTo>
                  <a:pt x="101561" y="26873"/>
                </a:lnTo>
                <a:lnTo>
                  <a:pt x="0" y="268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f">
            <a:extLst xmlns:a="http://schemas.openxmlformats.org/drawingml/2006/main">
              <a:ext uri="{FF2B5EF4-FFF2-40B4-BE49-F238E27FC236}">
                <a16:creationId xmlns:a16="http://schemas.microsoft.com/office/drawing/2014/main" id="{80F6922B-9512-4654-BF73-5B0206B3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1577830"/>
            <a:ext cx="142683" cy="68664"/>
          </a:xfrm>
          <a:custGeom xmlns:a="http://schemas.openxmlformats.org/drawingml/2006/main">
            <a:pathLst>
              <a:path w="142683" h="68664">
                <a:moveTo>
                  <a:pt x="101561" y="0"/>
                </a:moveTo>
                <a:lnTo>
                  <a:pt x="101561" y="14919"/>
                </a:lnTo>
                <a:lnTo>
                  <a:pt x="109230" y="14919"/>
                </a:lnTo>
                <a:cubicBezTo>
                  <a:pt x="117793" y="14919"/>
                  <a:pt x="124183" y="15827"/>
                  <a:pt x="128401" y="17644"/>
                </a:cubicBezTo>
                <a:cubicBezTo>
                  <a:pt x="132619" y="19461"/>
                  <a:pt x="136053" y="22808"/>
                  <a:pt x="138705" y="27685"/>
                </a:cubicBezTo>
                <a:cubicBezTo>
                  <a:pt x="141357" y="32563"/>
                  <a:pt x="142683" y="38731"/>
                  <a:pt x="142683" y="46190"/>
                </a:cubicBezTo>
                <a:cubicBezTo>
                  <a:pt x="142683" y="53841"/>
                  <a:pt x="141535" y="61332"/>
                  <a:pt x="139240" y="68664"/>
                </a:cubicBezTo>
                <a:lnTo>
                  <a:pt x="120496" y="65030"/>
                </a:lnTo>
                <a:cubicBezTo>
                  <a:pt x="121516" y="60758"/>
                  <a:pt x="122026" y="56646"/>
                  <a:pt x="122026" y="52693"/>
                </a:cubicBezTo>
                <a:cubicBezTo>
                  <a:pt x="122026" y="48804"/>
                  <a:pt x="121113" y="46015"/>
                  <a:pt x="119286" y="44325"/>
                </a:cubicBezTo>
                <a:cubicBezTo>
                  <a:pt x="117461" y="42636"/>
                  <a:pt x="113954" y="41791"/>
                  <a:pt x="108766" y="41791"/>
                </a:cubicBezTo>
                <a:lnTo>
                  <a:pt x="101561" y="41791"/>
                </a:lnTo>
                <a:lnTo>
                  <a:pt x="101561" y="61874"/>
                </a:lnTo>
                <a:lnTo>
                  <a:pt x="80331" y="61874"/>
                </a:lnTo>
                <a:lnTo>
                  <a:pt x="80331" y="41791"/>
                </a:lnTo>
                <a:lnTo>
                  <a:pt x="0" y="41791"/>
                </a:lnTo>
                <a:lnTo>
                  <a:pt x="0" y="14919"/>
                </a:lnTo>
                <a:lnTo>
                  <a:pt x="80331" y="14919"/>
                </a:lnTo>
                <a:lnTo>
                  <a:pt x="80331" y="0"/>
                </a:lnTo>
                <a:lnTo>
                  <a:pt x="10156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y">
            <a:extLst xmlns:a="http://schemas.openxmlformats.org/drawingml/2006/main">
              <a:ext uri="{FF2B5EF4-FFF2-40B4-BE49-F238E27FC236}">
                <a16:creationId xmlns:a16="http://schemas.microsoft.com/office/drawing/2014/main" id="{936D06C0-FC9B-434D-AD98-3FE73A53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218" y="1642094"/>
            <a:ext cx="142874" cy="104430"/>
          </a:xfrm>
          <a:custGeom xmlns:a="http://schemas.openxmlformats.org/drawingml/2006/main">
            <a:pathLst>
              <a:path w="142874" h="104430">
                <a:moveTo>
                  <a:pt x="142874" y="0"/>
                </a:moveTo>
                <a:lnTo>
                  <a:pt x="142874" y="28594"/>
                </a:lnTo>
                <a:lnTo>
                  <a:pt x="70699" y="52884"/>
                </a:lnTo>
                <a:lnTo>
                  <a:pt x="142874" y="76601"/>
                </a:lnTo>
                <a:lnTo>
                  <a:pt x="142874" y="104430"/>
                </a:lnTo>
                <a:lnTo>
                  <a:pt x="45105" y="68568"/>
                </a:lnTo>
                <a:lnTo>
                  <a:pt x="27351" y="62161"/>
                </a:lnTo>
                <a:cubicBezTo>
                  <a:pt x="21422" y="59802"/>
                  <a:pt x="16895" y="57554"/>
                  <a:pt x="13771" y="55419"/>
                </a:cubicBezTo>
                <a:cubicBezTo>
                  <a:pt x="10647" y="53283"/>
                  <a:pt x="8113" y="50828"/>
                  <a:pt x="6168" y="48055"/>
                </a:cubicBezTo>
                <a:cubicBezTo>
                  <a:pt x="4224" y="45282"/>
                  <a:pt x="2710" y="41871"/>
                  <a:pt x="1626" y="37822"/>
                </a:cubicBezTo>
                <a:cubicBezTo>
                  <a:pt x="542" y="33774"/>
                  <a:pt x="0" y="29200"/>
                  <a:pt x="0" y="24099"/>
                </a:cubicBezTo>
                <a:cubicBezTo>
                  <a:pt x="0" y="18935"/>
                  <a:pt x="542" y="13867"/>
                  <a:pt x="1626" y="8894"/>
                </a:cubicBezTo>
                <a:lnTo>
                  <a:pt x="22665" y="6503"/>
                </a:lnTo>
                <a:cubicBezTo>
                  <a:pt x="21836" y="10711"/>
                  <a:pt x="21422" y="14504"/>
                  <a:pt x="21422" y="17883"/>
                </a:cubicBezTo>
                <a:cubicBezTo>
                  <a:pt x="21422" y="24131"/>
                  <a:pt x="23254" y="28753"/>
                  <a:pt x="26920" y="31750"/>
                </a:cubicBezTo>
                <a:cubicBezTo>
                  <a:pt x="30586" y="34746"/>
                  <a:pt x="35256" y="37041"/>
                  <a:pt x="40930" y="38635"/>
                </a:cubicBezTo>
                <a:lnTo>
                  <a:pt x="14287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&quot;">
            <a:extLst xmlns:a="http://schemas.openxmlformats.org/drawingml/2006/main">
              <a:ext uri="{FF2B5EF4-FFF2-40B4-BE49-F238E27FC236}">
                <a16:creationId xmlns:a16="http://schemas.microsoft.com/office/drawing/2014/main" id="{7A251E60-4DEA-4773-8EC5-3C52C126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5999" y="1813227"/>
            <a:ext cx="49729" cy="51354"/>
          </a:xfrm>
          <a:custGeom xmlns:a="http://schemas.openxmlformats.org/drawingml/2006/main">
            <a:pathLst>
              <a:path w="49729" h="51354">
                <a:moveTo>
                  <a:pt x="0" y="4782"/>
                </a:moveTo>
                <a:lnTo>
                  <a:pt x="26732" y="0"/>
                </a:lnTo>
                <a:lnTo>
                  <a:pt x="49729" y="0"/>
                </a:lnTo>
                <a:lnTo>
                  <a:pt x="49729" y="19605"/>
                </a:lnTo>
                <a:lnTo>
                  <a:pt x="26732" y="19605"/>
                </a:lnTo>
                <a:lnTo>
                  <a:pt x="0" y="15301"/>
                </a:lnTo>
                <a:lnTo>
                  <a:pt x="0" y="4782"/>
                </a:lnTo>
                <a:moveTo>
                  <a:pt x="0" y="36436"/>
                </a:moveTo>
                <a:lnTo>
                  <a:pt x="26732" y="31750"/>
                </a:lnTo>
                <a:lnTo>
                  <a:pt x="49729" y="31750"/>
                </a:lnTo>
                <a:lnTo>
                  <a:pt x="49729" y="51354"/>
                </a:lnTo>
                <a:lnTo>
                  <a:pt x="26732" y="51354"/>
                </a:lnTo>
                <a:lnTo>
                  <a:pt x="0" y="46764"/>
                </a:lnTo>
                <a:lnTo>
                  <a:pt x="0" y="36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G">
            <a:extLst xmlns:a="http://schemas.openxmlformats.org/drawingml/2006/main">
              <a:ext uri="{FF2B5EF4-FFF2-40B4-BE49-F238E27FC236}">
                <a16:creationId xmlns:a16="http://schemas.microsoft.com/office/drawing/2014/main" id="{FED741B3-0A38-4E42-8EB2-93A5066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1884190"/>
            <a:ext cx="144978" cy="129677"/>
          </a:xfrm>
          <a:custGeom xmlns:a="http://schemas.openxmlformats.org/drawingml/2006/main">
            <a:pathLst>
              <a:path w="144978" h="129677">
                <a:moveTo>
                  <a:pt x="57570" y="70289"/>
                </a:moveTo>
                <a:lnTo>
                  <a:pt x="73828" y="70289"/>
                </a:lnTo>
                <a:lnTo>
                  <a:pt x="73923" y="129677"/>
                </a:lnTo>
                <a:lnTo>
                  <a:pt x="21995" y="129677"/>
                </a:lnTo>
                <a:cubicBezTo>
                  <a:pt x="14695" y="120560"/>
                  <a:pt x="9205" y="111156"/>
                  <a:pt x="5523" y="101465"/>
                </a:cubicBezTo>
                <a:cubicBezTo>
                  <a:pt x="1841" y="91775"/>
                  <a:pt x="0" y="81829"/>
                  <a:pt x="0" y="71628"/>
                </a:cubicBezTo>
                <a:cubicBezTo>
                  <a:pt x="0" y="57857"/>
                  <a:pt x="2949" y="45345"/>
                  <a:pt x="8846" y="34093"/>
                </a:cubicBezTo>
                <a:cubicBezTo>
                  <a:pt x="14743" y="22840"/>
                  <a:pt x="23270" y="14345"/>
                  <a:pt x="34427" y="8607"/>
                </a:cubicBezTo>
                <a:cubicBezTo>
                  <a:pt x="45585" y="2869"/>
                  <a:pt x="58049" y="0"/>
                  <a:pt x="71820" y="0"/>
                </a:cubicBezTo>
                <a:cubicBezTo>
                  <a:pt x="85463" y="0"/>
                  <a:pt x="98198" y="2853"/>
                  <a:pt x="110024" y="8559"/>
                </a:cubicBezTo>
                <a:cubicBezTo>
                  <a:pt x="121851" y="14265"/>
                  <a:pt x="130633" y="22473"/>
                  <a:pt x="136371" y="33184"/>
                </a:cubicBezTo>
                <a:cubicBezTo>
                  <a:pt x="142109" y="43895"/>
                  <a:pt x="144978" y="56232"/>
                  <a:pt x="144978" y="70194"/>
                </a:cubicBezTo>
                <a:cubicBezTo>
                  <a:pt x="144978" y="80331"/>
                  <a:pt x="143340" y="89496"/>
                  <a:pt x="140065" y="97688"/>
                </a:cubicBezTo>
                <a:cubicBezTo>
                  <a:pt x="136789" y="105880"/>
                  <a:pt x="132225" y="112304"/>
                  <a:pt x="126372" y="116958"/>
                </a:cubicBezTo>
                <a:cubicBezTo>
                  <a:pt x="120520" y="121612"/>
                  <a:pt x="112887" y="125150"/>
                  <a:pt x="103474" y="127573"/>
                </a:cubicBezTo>
                <a:lnTo>
                  <a:pt x="98883" y="110837"/>
                </a:lnTo>
                <a:cubicBezTo>
                  <a:pt x="106024" y="108733"/>
                  <a:pt x="111634" y="106120"/>
                  <a:pt x="115715" y="102996"/>
                </a:cubicBezTo>
                <a:cubicBezTo>
                  <a:pt x="119795" y="99872"/>
                  <a:pt x="123062" y="95409"/>
                  <a:pt x="125517" y="89607"/>
                </a:cubicBezTo>
                <a:cubicBezTo>
                  <a:pt x="127971" y="83805"/>
                  <a:pt x="129199" y="77366"/>
                  <a:pt x="129199" y="70289"/>
                </a:cubicBezTo>
                <a:cubicBezTo>
                  <a:pt x="129199" y="61810"/>
                  <a:pt x="127907" y="54478"/>
                  <a:pt x="125323" y="48294"/>
                </a:cubicBezTo>
                <a:cubicBezTo>
                  <a:pt x="122739" y="42110"/>
                  <a:pt x="119341" y="37121"/>
                  <a:pt x="115129" y="33328"/>
                </a:cubicBezTo>
                <a:cubicBezTo>
                  <a:pt x="110917" y="29534"/>
                  <a:pt x="106291" y="26586"/>
                  <a:pt x="101250" y="24482"/>
                </a:cubicBezTo>
                <a:cubicBezTo>
                  <a:pt x="92572" y="20912"/>
                  <a:pt x="83160" y="19126"/>
                  <a:pt x="73015" y="19126"/>
                </a:cubicBezTo>
                <a:cubicBezTo>
                  <a:pt x="60509" y="19126"/>
                  <a:pt x="50044" y="21278"/>
                  <a:pt x="41621" y="25582"/>
                </a:cubicBezTo>
                <a:cubicBezTo>
                  <a:pt x="33197" y="29885"/>
                  <a:pt x="26943" y="36149"/>
                  <a:pt x="22859" y="44373"/>
                </a:cubicBezTo>
                <a:cubicBezTo>
                  <a:pt x="18777" y="52598"/>
                  <a:pt x="16736" y="61332"/>
                  <a:pt x="16736" y="70576"/>
                </a:cubicBezTo>
                <a:cubicBezTo>
                  <a:pt x="16736" y="78609"/>
                  <a:pt x="18292" y="86451"/>
                  <a:pt x="21404" y="94102"/>
                </a:cubicBezTo>
                <a:cubicBezTo>
                  <a:pt x="24516" y="101752"/>
                  <a:pt x="27837" y="107554"/>
                  <a:pt x="31367" y="111507"/>
                </a:cubicBezTo>
                <a:lnTo>
                  <a:pt x="57570" y="111507"/>
                </a:lnTo>
                <a:lnTo>
                  <a:pt x="57570" y="702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o">
            <a:extLst xmlns:a="http://schemas.openxmlformats.org/drawingml/2006/main">
              <a:ext uri="{FF2B5EF4-FFF2-40B4-BE49-F238E27FC236}">
                <a16:creationId xmlns:a16="http://schemas.microsoft.com/office/drawing/2014/main" id="{60E36003-7DE0-4E67-91D4-534FDF03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032643"/>
            <a:ext cx="106151" cy="95154"/>
          </a:xfrm>
          <a:custGeom xmlns:a="http://schemas.openxmlformats.org/drawingml/2006/main">
            <a:pathLst>
              <a:path w="106151" h="95154">
                <a:moveTo>
                  <a:pt x="53076" y="0"/>
                </a:moveTo>
                <a:cubicBezTo>
                  <a:pt x="71883" y="0"/>
                  <a:pt x="85814" y="5228"/>
                  <a:pt x="94867" y="15684"/>
                </a:cubicBezTo>
                <a:cubicBezTo>
                  <a:pt x="102390" y="24418"/>
                  <a:pt x="106151" y="35065"/>
                  <a:pt x="106151" y="47625"/>
                </a:cubicBezTo>
                <a:cubicBezTo>
                  <a:pt x="106151" y="61587"/>
                  <a:pt x="101577" y="72999"/>
                  <a:pt x="92428" y="81861"/>
                </a:cubicBezTo>
                <a:cubicBezTo>
                  <a:pt x="83279" y="90723"/>
                  <a:pt x="70640" y="95154"/>
                  <a:pt x="54510" y="95154"/>
                </a:cubicBezTo>
                <a:cubicBezTo>
                  <a:pt x="41440" y="95154"/>
                  <a:pt x="31160" y="93193"/>
                  <a:pt x="23669" y="89272"/>
                </a:cubicBezTo>
                <a:cubicBezTo>
                  <a:pt x="16178" y="85351"/>
                  <a:pt x="10360" y="79645"/>
                  <a:pt x="6216" y="72154"/>
                </a:cubicBezTo>
                <a:cubicBezTo>
                  <a:pt x="2072" y="64663"/>
                  <a:pt x="0" y="56487"/>
                  <a:pt x="0" y="47625"/>
                </a:cubicBezTo>
                <a:cubicBezTo>
                  <a:pt x="0" y="33407"/>
                  <a:pt x="4558" y="21916"/>
                  <a:pt x="13675" y="13149"/>
                </a:cubicBezTo>
                <a:cubicBezTo>
                  <a:pt x="22792" y="4383"/>
                  <a:pt x="35926" y="0"/>
                  <a:pt x="53076" y="0"/>
                </a:cubicBezTo>
                <a:moveTo>
                  <a:pt x="53124" y="17692"/>
                </a:moveTo>
                <a:cubicBezTo>
                  <a:pt x="40165" y="17692"/>
                  <a:pt x="30463" y="20529"/>
                  <a:pt x="24016" y="26203"/>
                </a:cubicBezTo>
                <a:cubicBezTo>
                  <a:pt x="17568" y="31877"/>
                  <a:pt x="14345" y="39018"/>
                  <a:pt x="14345" y="47625"/>
                </a:cubicBezTo>
                <a:cubicBezTo>
                  <a:pt x="14345" y="56168"/>
                  <a:pt x="17584" y="63276"/>
                  <a:pt x="24063" y="68951"/>
                </a:cubicBezTo>
                <a:cubicBezTo>
                  <a:pt x="30542" y="74625"/>
                  <a:pt x="40419" y="77462"/>
                  <a:pt x="53694" y="77462"/>
                </a:cubicBezTo>
                <a:cubicBezTo>
                  <a:pt x="66208" y="77462"/>
                  <a:pt x="75689" y="74609"/>
                  <a:pt x="82136" y="68903"/>
                </a:cubicBezTo>
                <a:cubicBezTo>
                  <a:pt x="88583" y="63197"/>
                  <a:pt x="91807" y="56104"/>
                  <a:pt x="91807" y="47625"/>
                </a:cubicBezTo>
                <a:cubicBezTo>
                  <a:pt x="91807" y="39018"/>
                  <a:pt x="88599" y="31877"/>
                  <a:pt x="82184" y="26203"/>
                </a:cubicBezTo>
                <a:cubicBezTo>
                  <a:pt x="75768" y="20529"/>
                  <a:pt x="66082" y="17692"/>
                  <a:pt x="53124" y="17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l">
            <a:extLst xmlns:a="http://schemas.openxmlformats.org/drawingml/2006/main">
              <a:ext uri="{FF2B5EF4-FFF2-40B4-BE49-F238E27FC236}">
                <a16:creationId xmlns:a16="http://schemas.microsoft.com/office/drawing/2014/main" id="{45B5E14F-1925-42B9-ABB7-A9A67F33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2147563"/>
            <a:ext cx="140196" cy="17214"/>
          </a:xfrm>
          <a:custGeom xmlns:a="http://schemas.openxmlformats.org/drawingml/2006/main">
            <a:pathLst>
              <a:path w="140196" h="17214">
                <a:moveTo>
                  <a:pt x="0" y="0"/>
                </a:moveTo>
                <a:lnTo>
                  <a:pt x="140196" y="0"/>
                </a:lnTo>
                <a:lnTo>
                  <a:pt x="140196" y="17214"/>
                </a:ln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d">
            <a:extLst xmlns:a="http://schemas.openxmlformats.org/drawingml/2006/main">
              <a:ext uri="{FF2B5EF4-FFF2-40B4-BE49-F238E27FC236}">
                <a16:creationId xmlns:a16="http://schemas.microsoft.com/office/drawing/2014/main" id="{2CB23E0D-B6F2-4BB7-BE7C-632CF213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185209"/>
            <a:ext cx="142492" cy="88077"/>
          </a:xfrm>
          <a:custGeom xmlns:a="http://schemas.openxmlformats.org/drawingml/2006/main">
            <a:pathLst>
              <a:path w="142492" h="88077">
                <a:moveTo>
                  <a:pt x="2295" y="72106"/>
                </a:moveTo>
                <a:lnTo>
                  <a:pt x="15110" y="72106"/>
                </a:lnTo>
                <a:cubicBezTo>
                  <a:pt x="5037" y="65667"/>
                  <a:pt x="0" y="56200"/>
                  <a:pt x="0" y="43704"/>
                </a:cubicBezTo>
                <a:cubicBezTo>
                  <a:pt x="0" y="35607"/>
                  <a:pt x="2231" y="28164"/>
                  <a:pt x="6694" y="21374"/>
                </a:cubicBezTo>
                <a:cubicBezTo>
                  <a:pt x="11157" y="14584"/>
                  <a:pt x="17389" y="9324"/>
                  <a:pt x="25390" y="5594"/>
                </a:cubicBezTo>
                <a:cubicBezTo>
                  <a:pt x="33391" y="1865"/>
                  <a:pt x="42588" y="0"/>
                  <a:pt x="52980" y="0"/>
                </a:cubicBezTo>
                <a:cubicBezTo>
                  <a:pt x="63117" y="0"/>
                  <a:pt x="72314" y="1689"/>
                  <a:pt x="80570" y="5068"/>
                </a:cubicBezTo>
                <a:cubicBezTo>
                  <a:pt x="88826" y="8447"/>
                  <a:pt x="95154" y="13516"/>
                  <a:pt x="99553" y="20274"/>
                </a:cubicBezTo>
                <a:cubicBezTo>
                  <a:pt x="103952" y="27032"/>
                  <a:pt x="106151" y="34587"/>
                  <a:pt x="106151" y="42939"/>
                </a:cubicBezTo>
                <a:cubicBezTo>
                  <a:pt x="106151" y="49059"/>
                  <a:pt x="104860" y="54510"/>
                  <a:pt x="102278" y="59292"/>
                </a:cubicBezTo>
                <a:cubicBezTo>
                  <a:pt x="99696" y="64073"/>
                  <a:pt x="96333" y="67962"/>
                  <a:pt x="92189" y="70959"/>
                </a:cubicBezTo>
                <a:lnTo>
                  <a:pt x="142492" y="70959"/>
                </a:lnTo>
                <a:lnTo>
                  <a:pt x="142492" y="88077"/>
                </a:lnTo>
                <a:lnTo>
                  <a:pt x="2295" y="88077"/>
                </a:lnTo>
                <a:lnTo>
                  <a:pt x="2295" y="72106"/>
                </a:lnTo>
                <a:moveTo>
                  <a:pt x="53028" y="17692"/>
                </a:moveTo>
                <a:cubicBezTo>
                  <a:pt x="40070" y="17692"/>
                  <a:pt x="30383" y="20433"/>
                  <a:pt x="23968" y="25916"/>
                </a:cubicBezTo>
                <a:cubicBezTo>
                  <a:pt x="17552" y="31399"/>
                  <a:pt x="14345" y="37870"/>
                  <a:pt x="14345" y="45330"/>
                </a:cubicBezTo>
                <a:cubicBezTo>
                  <a:pt x="14345" y="52853"/>
                  <a:pt x="17409" y="59244"/>
                  <a:pt x="23537" y="64504"/>
                </a:cubicBezTo>
                <a:cubicBezTo>
                  <a:pt x="29668" y="69763"/>
                  <a:pt x="39022" y="72393"/>
                  <a:pt x="51599" y="72393"/>
                </a:cubicBezTo>
                <a:cubicBezTo>
                  <a:pt x="65446" y="72393"/>
                  <a:pt x="75609" y="69716"/>
                  <a:pt x="82088" y="64360"/>
                </a:cubicBezTo>
                <a:cubicBezTo>
                  <a:pt x="88567" y="59005"/>
                  <a:pt x="91807" y="52406"/>
                  <a:pt x="91807" y="44564"/>
                </a:cubicBezTo>
                <a:cubicBezTo>
                  <a:pt x="91807" y="36914"/>
                  <a:pt x="88694" y="30523"/>
                  <a:pt x="82468" y="25390"/>
                </a:cubicBezTo>
                <a:cubicBezTo>
                  <a:pt x="76244" y="20258"/>
                  <a:pt x="66430" y="17692"/>
                  <a:pt x="53028" y="17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&quot;">
            <a:extLst xmlns:a="http://schemas.openxmlformats.org/drawingml/2006/main">
              <a:ext uri="{FF2B5EF4-FFF2-40B4-BE49-F238E27FC236}">
                <a16:creationId xmlns:a16="http://schemas.microsoft.com/office/drawing/2014/main" id="{35019C64-47A1-4F3C-99F8-3E276C96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5999" y="2296400"/>
            <a:ext cx="49729" cy="51354"/>
          </a:xfrm>
          <a:custGeom xmlns:a="http://schemas.openxmlformats.org/drawingml/2006/main">
            <a:pathLst>
              <a:path w="49729" h="51354">
                <a:moveTo>
                  <a:pt x="0" y="4782"/>
                </a:moveTo>
                <a:lnTo>
                  <a:pt x="26732" y="0"/>
                </a:lnTo>
                <a:lnTo>
                  <a:pt x="49729" y="0"/>
                </a:lnTo>
                <a:lnTo>
                  <a:pt x="49729" y="19605"/>
                </a:lnTo>
                <a:lnTo>
                  <a:pt x="26732" y="19605"/>
                </a:lnTo>
                <a:lnTo>
                  <a:pt x="0" y="15301"/>
                </a:lnTo>
                <a:lnTo>
                  <a:pt x="0" y="4782"/>
                </a:lnTo>
                <a:moveTo>
                  <a:pt x="0" y="36436"/>
                </a:moveTo>
                <a:lnTo>
                  <a:pt x="26732" y="31750"/>
                </a:lnTo>
                <a:lnTo>
                  <a:pt x="49729" y="31750"/>
                </a:lnTo>
                <a:lnTo>
                  <a:pt x="49729" y="51354"/>
                </a:lnTo>
                <a:lnTo>
                  <a:pt x="26732" y="51354"/>
                </a:lnTo>
                <a:lnTo>
                  <a:pt x="0" y="46764"/>
                </a:lnTo>
                <a:lnTo>
                  <a:pt x="0" y="364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S">
            <a:extLst xmlns:a="http://schemas.openxmlformats.org/drawingml/2006/main">
              <a:ext uri="{FF2B5EF4-FFF2-40B4-BE49-F238E27FC236}">
                <a16:creationId xmlns:a16="http://schemas.microsoft.com/office/drawing/2014/main" id="{FB58460E-2A0C-4065-A65F-F8A0C26A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420184"/>
            <a:ext cx="144978" cy="111602"/>
          </a:xfrm>
          <a:custGeom xmlns:a="http://schemas.openxmlformats.org/drawingml/2006/main">
            <a:pathLst>
              <a:path w="144978" h="111602">
                <a:moveTo>
                  <a:pt x="47433" y="0"/>
                </a:moveTo>
                <a:lnTo>
                  <a:pt x="48964" y="17501"/>
                </a:lnTo>
                <a:cubicBezTo>
                  <a:pt x="41951" y="18329"/>
                  <a:pt x="36197" y="20258"/>
                  <a:pt x="31702" y="23286"/>
                </a:cubicBezTo>
                <a:cubicBezTo>
                  <a:pt x="27207" y="26315"/>
                  <a:pt x="23573" y="31017"/>
                  <a:pt x="20800" y="37392"/>
                </a:cubicBezTo>
                <a:cubicBezTo>
                  <a:pt x="18027" y="43768"/>
                  <a:pt x="16640" y="50940"/>
                  <a:pt x="16640" y="58909"/>
                </a:cubicBezTo>
                <a:cubicBezTo>
                  <a:pt x="16640" y="65986"/>
                  <a:pt x="17692" y="72234"/>
                  <a:pt x="19796" y="77653"/>
                </a:cubicBezTo>
                <a:cubicBezTo>
                  <a:pt x="21900" y="83072"/>
                  <a:pt x="24785" y="87105"/>
                  <a:pt x="28450" y="89751"/>
                </a:cubicBezTo>
                <a:cubicBezTo>
                  <a:pt x="32116" y="92396"/>
                  <a:pt x="36117" y="93719"/>
                  <a:pt x="40452" y="93719"/>
                </a:cubicBezTo>
                <a:cubicBezTo>
                  <a:pt x="44851" y="93719"/>
                  <a:pt x="48693" y="92444"/>
                  <a:pt x="51976" y="89894"/>
                </a:cubicBezTo>
                <a:cubicBezTo>
                  <a:pt x="55259" y="87344"/>
                  <a:pt x="58017" y="83136"/>
                  <a:pt x="60248" y="77271"/>
                </a:cubicBezTo>
                <a:cubicBezTo>
                  <a:pt x="61714" y="73509"/>
                  <a:pt x="63994" y="65189"/>
                  <a:pt x="67086" y="52311"/>
                </a:cubicBezTo>
                <a:cubicBezTo>
                  <a:pt x="70178" y="39432"/>
                  <a:pt x="73095" y="30411"/>
                  <a:pt x="75836" y="25247"/>
                </a:cubicBezTo>
                <a:cubicBezTo>
                  <a:pt x="79343" y="18553"/>
                  <a:pt x="83694" y="13564"/>
                  <a:pt x="88890" y="10280"/>
                </a:cubicBezTo>
                <a:cubicBezTo>
                  <a:pt x="94086" y="6997"/>
                  <a:pt x="99903" y="5355"/>
                  <a:pt x="106343" y="5355"/>
                </a:cubicBezTo>
                <a:cubicBezTo>
                  <a:pt x="113419" y="5355"/>
                  <a:pt x="120034" y="7364"/>
                  <a:pt x="126186" y="11380"/>
                </a:cubicBezTo>
                <a:cubicBezTo>
                  <a:pt x="132339" y="15397"/>
                  <a:pt x="137009" y="21262"/>
                  <a:pt x="140196" y="28976"/>
                </a:cubicBezTo>
                <a:cubicBezTo>
                  <a:pt x="143384" y="36691"/>
                  <a:pt x="144978" y="45266"/>
                  <a:pt x="144978" y="54701"/>
                </a:cubicBezTo>
                <a:cubicBezTo>
                  <a:pt x="144978" y="65093"/>
                  <a:pt x="143304" y="74258"/>
                  <a:pt x="139957" y="82196"/>
                </a:cubicBezTo>
                <a:cubicBezTo>
                  <a:pt x="136610" y="90133"/>
                  <a:pt x="131685" y="96238"/>
                  <a:pt x="125182" y="100509"/>
                </a:cubicBezTo>
                <a:cubicBezTo>
                  <a:pt x="118679" y="104781"/>
                  <a:pt x="111316" y="107076"/>
                  <a:pt x="103091" y="107395"/>
                </a:cubicBezTo>
                <a:lnTo>
                  <a:pt x="101752" y="89607"/>
                </a:lnTo>
                <a:cubicBezTo>
                  <a:pt x="110646" y="88651"/>
                  <a:pt x="117364" y="85415"/>
                  <a:pt x="121907" y="79900"/>
                </a:cubicBezTo>
                <a:cubicBezTo>
                  <a:pt x="126449" y="74386"/>
                  <a:pt x="128721" y="66241"/>
                  <a:pt x="128721" y="55466"/>
                </a:cubicBezTo>
                <a:cubicBezTo>
                  <a:pt x="128721" y="44246"/>
                  <a:pt x="126662" y="36069"/>
                  <a:pt x="122546" y="30937"/>
                </a:cubicBezTo>
                <a:cubicBezTo>
                  <a:pt x="118432" y="25805"/>
                  <a:pt x="113472" y="23239"/>
                  <a:pt x="107667" y="23239"/>
                </a:cubicBezTo>
                <a:cubicBezTo>
                  <a:pt x="102626" y="23239"/>
                  <a:pt x="98479" y="25056"/>
                  <a:pt x="95225" y="28690"/>
                </a:cubicBezTo>
                <a:cubicBezTo>
                  <a:pt x="91970" y="32260"/>
                  <a:pt x="88636" y="41584"/>
                  <a:pt x="85223" y="56662"/>
                </a:cubicBezTo>
                <a:cubicBezTo>
                  <a:pt x="81810" y="71740"/>
                  <a:pt x="78828" y="82084"/>
                  <a:pt x="76275" y="87694"/>
                </a:cubicBezTo>
                <a:cubicBezTo>
                  <a:pt x="72512" y="95855"/>
                  <a:pt x="67742" y="101880"/>
                  <a:pt x="61966" y="105769"/>
                </a:cubicBezTo>
                <a:cubicBezTo>
                  <a:pt x="56193" y="109658"/>
                  <a:pt x="49541" y="111602"/>
                  <a:pt x="42012" y="111602"/>
                </a:cubicBezTo>
                <a:cubicBezTo>
                  <a:pt x="34549" y="111602"/>
                  <a:pt x="27515" y="109467"/>
                  <a:pt x="20911" y="105195"/>
                </a:cubicBezTo>
                <a:cubicBezTo>
                  <a:pt x="14308" y="100924"/>
                  <a:pt x="9172" y="94787"/>
                  <a:pt x="5502" y="86786"/>
                </a:cubicBezTo>
                <a:cubicBezTo>
                  <a:pt x="1834" y="78785"/>
                  <a:pt x="0" y="69779"/>
                  <a:pt x="0" y="59770"/>
                </a:cubicBezTo>
                <a:cubicBezTo>
                  <a:pt x="0" y="47083"/>
                  <a:pt x="1849" y="36452"/>
                  <a:pt x="5547" y="27877"/>
                </a:cubicBezTo>
                <a:cubicBezTo>
                  <a:pt x="9244" y="19302"/>
                  <a:pt x="14807" y="12576"/>
                  <a:pt x="22234" y="7698"/>
                </a:cubicBezTo>
                <a:cubicBezTo>
                  <a:pt x="29662" y="2821"/>
                  <a:pt x="38061" y="255"/>
                  <a:pt x="4743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o">
            <a:extLst xmlns:a="http://schemas.openxmlformats.org/drawingml/2006/main">
              <a:ext uri="{FF2B5EF4-FFF2-40B4-BE49-F238E27FC236}">
                <a16:creationId xmlns:a16="http://schemas.microsoft.com/office/drawing/2014/main" id="{65B69829-D947-47FA-8716-62AEB29D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548523"/>
            <a:ext cx="106151" cy="95154"/>
          </a:xfrm>
          <a:custGeom xmlns:a="http://schemas.openxmlformats.org/drawingml/2006/main">
            <a:pathLst>
              <a:path w="106151" h="95154">
                <a:moveTo>
                  <a:pt x="53076" y="0"/>
                </a:moveTo>
                <a:cubicBezTo>
                  <a:pt x="71883" y="0"/>
                  <a:pt x="85814" y="5228"/>
                  <a:pt x="94867" y="15684"/>
                </a:cubicBezTo>
                <a:cubicBezTo>
                  <a:pt x="102390" y="24418"/>
                  <a:pt x="106151" y="35065"/>
                  <a:pt x="106151" y="47625"/>
                </a:cubicBezTo>
                <a:cubicBezTo>
                  <a:pt x="106151" y="61587"/>
                  <a:pt x="101577" y="72999"/>
                  <a:pt x="92428" y="81861"/>
                </a:cubicBezTo>
                <a:cubicBezTo>
                  <a:pt x="83279" y="90723"/>
                  <a:pt x="70640" y="95154"/>
                  <a:pt x="54510" y="95154"/>
                </a:cubicBezTo>
                <a:cubicBezTo>
                  <a:pt x="41440" y="95154"/>
                  <a:pt x="31160" y="93193"/>
                  <a:pt x="23669" y="89272"/>
                </a:cubicBezTo>
                <a:cubicBezTo>
                  <a:pt x="16178" y="85351"/>
                  <a:pt x="10360" y="79645"/>
                  <a:pt x="6216" y="72154"/>
                </a:cubicBezTo>
                <a:cubicBezTo>
                  <a:pt x="2072" y="64663"/>
                  <a:pt x="0" y="56487"/>
                  <a:pt x="0" y="47625"/>
                </a:cubicBezTo>
                <a:cubicBezTo>
                  <a:pt x="0" y="33407"/>
                  <a:pt x="4558" y="21916"/>
                  <a:pt x="13675" y="13149"/>
                </a:cubicBezTo>
                <a:cubicBezTo>
                  <a:pt x="22792" y="4383"/>
                  <a:pt x="35926" y="0"/>
                  <a:pt x="53076" y="0"/>
                </a:cubicBezTo>
                <a:moveTo>
                  <a:pt x="53124" y="17692"/>
                </a:moveTo>
                <a:cubicBezTo>
                  <a:pt x="40165" y="17692"/>
                  <a:pt x="30463" y="20529"/>
                  <a:pt x="24016" y="26203"/>
                </a:cubicBezTo>
                <a:cubicBezTo>
                  <a:pt x="17568" y="31877"/>
                  <a:pt x="14345" y="39018"/>
                  <a:pt x="14345" y="47625"/>
                </a:cubicBezTo>
                <a:cubicBezTo>
                  <a:pt x="14345" y="56168"/>
                  <a:pt x="17584" y="63276"/>
                  <a:pt x="24063" y="68951"/>
                </a:cubicBezTo>
                <a:cubicBezTo>
                  <a:pt x="30542" y="74625"/>
                  <a:pt x="40419" y="77462"/>
                  <a:pt x="53694" y="77462"/>
                </a:cubicBezTo>
                <a:cubicBezTo>
                  <a:pt x="66208" y="77462"/>
                  <a:pt x="75689" y="74609"/>
                  <a:pt x="82136" y="68903"/>
                </a:cubicBezTo>
                <a:cubicBezTo>
                  <a:pt x="88583" y="63197"/>
                  <a:pt x="91807" y="56104"/>
                  <a:pt x="91807" y="47625"/>
                </a:cubicBezTo>
                <a:cubicBezTo>
                  <a:pt x="91807" y="39018"/>
                  <a:pt x="88599" y="31877"/>
                  <a:pt x="82184" y="26203"/>
                </a:cubicBezTo>
                <a:cubicBezTo>
                  <a:pt x="75768" y="20529"/>
                  <a:pt x="66082" y="17692"/>
                  <a:pt x="53124" y="17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l">
            <a:extLst xmlns:a="http://schemas.openxmlformats.org/drawingml/2006/main">
              <a:ext uri="{FF2B5EF4-FFF2-40B4-BE49-F238E27FC236}">
                <a16:creationId xmlns:a16="http://schemas.microsoft.com/office/drawing/2014/main" id="{352F1D4E-632F-4667-ABA7-283F717E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2663443"/>
            <a:ext cx="140196" cy="17214"/>
          </a:xfrm>
          <a:custGeom xmlns:a="http://schemas.openxmlformats.org/drawingml/2006/main">
            <a:pathLst>
              <a:path w="140196" h="17214">
                <a:moveTo>
                  <a:pt x="0" y="0"/>
                </a:moveTo>
                <a:lnTo>
                  <a:pt x="140196" y="0"/>
                </a:lnTo>
                <a:lnTo>
                  <a:pt x="140196" y="17214"/>
                </a:ln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u">
            <a:extLst xmlns:a="http://schemas.openxmlformats.org/drawingml/2006/main">
              <a:ext uri="{FF2B5EF4-FFF2-40B4-BE49-F238E27FC236}">
                <a16:creationId xmlns:a16="http://schemas.microsoft.com/office/drawing/2014/main" id="{95582053-43C8-4C07-A7DE-29CD0023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706923"/>
            <a:ext cx="103856" cy="82339"/>
          </a:xfrm>
          <a:custGeom xmlns:a="http://schemas.openxmlformats.org/drawingml/2006/main">
            <a:pathLst>
              <a:path w="103856" h="82339">
                <a:moveTo>
                  <a:pt x="2295" y="66942"/>
                </a:moveTo>
                <a:lnTo>
                  <a:pt x="17214" y="66942"/>
                </a:lnTo>
                <a:cubicBezTo>
                  <a:pt x="5738" y="59037"/>
                  <a:pt x="0" y="48294"/>
                  <a:pt x="0" y="34714"/>
                </a:cubicBezTo>
                <a:cubicBezTo>
                  <a:pt x="0" y="28721"/>
                  <a:pt x="1148" y="23127"/>
                  <a:pt x="3443" y="17931"/>
                </a:cubicBezTo>
                <a:cubicBezTo>
                  <a:pt x="5738" y="12735"/>
                  <a:pt x="8623" y="8878"/>
                  <a:pt x="12097" y="6360"/>
                </a:cubicBezTo>
                <a:cubicBezTo>
                  <a:pt x="15572" y="3841"/>
                  <a:pt x="19828" y="2072"/>
                  <a:pt x="24864" y="1052"/>
                </a:cubicBezTo>
                <a:cubicBezTo>
                  <a:pt x="28243" y="351"/>
                  <a:pt x="33599" y="0"/>
                  <a:pt x="40930" y="0"/>
                </a:cubicBezTo>
                <a:lnTo>
                  <a:pt x="103856" y="0"/>
                </a:lnTo>
                <a:lnTo>
                  <a:pt x="103856" y="17214"/>
                </a:lnTo>
                <a:lnTo>
                  <a:pt x="47529" y="17214"/>
                </a:lnTo>
                <a:cubicBezTo>
                  <a:pt x="38540" y="17214"/>
                  <a:pt x="32483" y="17564"/>
                  <a:pt x="29359" y="18266"/>
                </a:cubicBezTo>
                <a:cubicBezTo>
                  <a:pt x="24832" y="19350"/>
                  <a:pt x="21278" y="21645"/>
                  <a:pt x="18696" y="25151"/>
                </a:cubicBezTo>
                <a:cubicBezTo>
                  <a:pt x="16114" y="28658"/>
                  <a:pt x="14823" y="32993"/>
                  <a:pt x="14823" y="38157"/>
                </a:cubicBezTo>
                <a:cubicBezTo>
                  <a:pt x="14823" y="43321"/>
                  <a:pt x="16146" y="48167"/>
                  <a:pt x="18792" y="52693"/>
                </a:cubicBezTo>
                <a:cubicBezTo>
                  <a:pt x="21437" y="57220"/>
                  <a:pt x="25040" y="60423"/>
                  <a:pt x="29598" y="62304"/>
                </a:cubicBezTo>
                <a:cubicBezTo>
                  <a:pt x="34157" y="64185"/>
                  <a:pt x="40771" y="65125"/>
                  <a:pt x="49442" y="65125"/>
                </a:cubicBezTo>
                <a:lnTo>
                  <a:pt x="103856" y="65125"/>
                </a:lnTo>
                <a:lnTo>
                  <a:pt x="103856" y="82339"/>
                </a:lnTo>
                <a:lnTo>
                  <a:pt x="2295" y="82339"/>
                </a:lnTo>
                <a:lnTo>
                  <a:pt x="2295" y="66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t">
            <a:extLst xmlns:a="http://schemas.openxmlformats.org/drawingml/2006/main">
              <a:ext uri="{FF2B5EF4-FFF2-40B4-BE49-F238E27FC236}">
                <a16:creationId xmlns:a16="http://schemas.microsoft.com/office/drawing/2014/main" id="{525BDA44-90D2-48C0-9143-B98729C8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93" y="2806733"/>
            <a:ext cx="138475" cy="49537"/>
          </a:xfrm>
          <a:custGeom xmlns:a="http://schemas.openxmlformats.org/drawingml/2006/main">
            <a:pathLst>
              <a:path w="138475" h="49537">
                <a:moveTo>
                  <a:pt x="16544" y="47051"/>
                </a:moveTo>
                <a:lnTo>
                  <a:pt x="1339" y="49537"/>
                </a:lnTo>
                <a:cubicBezTo>
                  <a:pt x="446" y="44692"/>
                  <a:pt x="0" y="40357"/>
                  <a:pt x="0" y="36531"/>
                </a:cubicBezTo>
                <a:cubicBezTo>
                  <a:pt x="0" y="30283"/>
                  <a:pt x="988" y="25438"/>
                  <a:pt x="2965" y="21995"/>
                </a:cubicBezTo>
                <a:cubicBezTo>
                  <a:pt x="4941" y="18553"/>
                  <a:pt x="7539" y="16130"/>
                  <a:pt x="10759" y="14727"/>
                </a:cubicBezTo>
                <a:cubicBezTo>
                  <a:pt x="13978" y="13325"/>
                  <a:pt x="20752" y="12623"/>
                  <a:pt x="31080" y="12623"/>
                </a:cubicBezTo>
                <a:lnTo>
                  <a:pt x="89511" y="12623"/>
                </a:lnTo>
                <a:lnTo>
                  <a:pt x="89511" y="0"/>
                </a:lnTo>
                <a:lnTo>
                  <a:pt x="102900" y="0"/>
                </a:lnTo>
                <a:lnTo>
                  <a:pt x="102900" y="12623"/>
                </a:lnTo>
                <a:lnTo>
                  <a:pt x="128120" y="12623"/>
                </a:lnTo>
                <a:lnTo>
                  <a:pt x="138475" y="29742"/>
                </a:lnTo>
                <a:lnTo>
                  <a:pt x="102900" y="29742"/>
                </a:lnTo>
                <a:lnTo>
                  <a:pt x="102900" y="47051"/>
                </a:lnTo>
                <a:lnTo>
                  <a:pt x="89511" y="47051"/>
                </a:lnTo>
                <a:lnTo>
                  <a:pt x="89511" y="29742"/>
                </a:lnTo>
                <a:lnTo>
                  <a:pt x="30124" y="29742"/>
                </a:lnTo>
                <a:cubicBezTo>
                  <a:pt x="25215" y="29742"/>
                  <a:pt x="22059" y="30044"/>
                  <a:pt x="20656" y="30650"/>
                </a:cubicBezTo>
                <a:cubicBezTo>
                  <a:pt x="19254" y="31256"/>
                  <a:pt x="18138" y="32244"/>
                  <a:pt x="17309" y="33615"/>
                </a:cubicBezTo>
                <a:cubicBezTo>
                  <a:pt x="16481" y="34985"/>
                  <a:pt x="16066" y="36946"/>
                  <a:pt x="16066" y="39496"/>
                </a:cubicBezTo>
                <a:cubicBezTo>
                  <a:pt x="16066" y="41409"/>
                  <a:pt x="16226" y="43927"/>
                  <a:pt x="16544" y="470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i">
            <a:extLst xmlns:a="http://schemas.openxmlformats.org/drawingml/2006/main">
              <a:ext uri="{FF2B5EF4-FFF2-40B4-BE49-F238E27FC236}">
                <a16:creationId xmlns:a16="http://schemas.microsoft.com/office/drawing/2014/main" id="{BC51B50F-8511-4BFA-8520-FBCACF0E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2870744"/>
            <a:ext cx="140196" cy="17214"/>
          </a:xfrm>
          <a:custGeom xmlns:a="http://schemas.openxmlformats.org/drawingml/2006/main">
            <a:pathLst>
              <a:path w="140196" h="17214">
                <a:moveTo>
                  <a:pt x="120305" y="0"/>
                </a:moveTo>
                <a:lnTo>
                  <a:pt x="140196" y="0"/>
                </a:lnTo>
                <a:lnTo>
                  <a:pt x="140196" y="17214"/>
                </a:lnTo>
                <a:lnTo>
                  <a:pt x="120305" y="17214"/>
                </a:lnTo>
                <a:lnTo>
                  <a:pt x="120305" y="0"/>
                </a:lnTo>
                <a:moveTo>
                  <a:pt x="0" y="0"/>
                </a:moveTo>
                <a:lnTo>
                  <a:pt x="101561" y="0"/>
                </a:lnTo>
                <a:lnTo>
                  <a:pt x="101561" y="17214"/>
                </a:ln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o">
            <a:extLst xmlns:a="http://schemas.openxmlformats.org/drawingml/2006/main">
              <a:ext uri="{FF2B5EF4-FFF2-40B4-BE49-F238E27FC236}">
                <a16:creationId xmlns:a16="http://schemas.microsoft.com/office/drawing/2014/main" id="{D8892A4F-39FF-4A11-AA72-1123EDD4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2907720"/>
            <a:ext cx="106151" cy="95154"/>
          </a:xfrm>
          <a:custGeom xmlns:a="http://schemas.openxmlformats.org/drawingml/2006/main">
            <a:pathLst>
              <a:path w="106151" h="95154">
                <a:moveTo>
                  <a:pt x="53076" y="0"/>
                </a:moveTo>
                <a:cubicBezTo>
                  <a:pt x="71883" y="0"/>
                  <a:pt x="85814" y="5228"/>
                  <a:pt x="94867" y="15684"/>
                </a:cubicBezTo>
                <a:cubicBezTo>
                  <a:pt x="102390" y="24418"/>
                  <a:pt x="106151" y="35065"/>
                  <a:pt x="106151" y="47625"/>
                </a:cubicBezTo>
                <a:cubicBezTo>
                  <a:pt x="106151" y="61587"/>
                  <a:pt x="101577" y="72999"/>
                  <a:pt x="92428" y="81861"/>
                </a:cubicBezTo>
                <a:cubicBezTo>
                  <a:pt x="83279" y="90723"/>
                  <a:pt x="70640" y="95154"/>
                  <a:pt x="54510" y="95154"/>
                </a:cubicBezTo>
                <a:cubicBezTo>
                  <a:pt x="41440" y="95154"/>
                  <a:pt x="31160" y="93193"/>
                  <a:pt x="23669" y="89272"/>
                </a:cubicBezTo>
                <a:cubicBezTo>
                  <a:pt x="16178" y="85351"/>
                  <a:pt x="10360" y="79645"/>
                  <a:pt x="6216" y="72154"/>
                </a:cubicBezTo>
                <a:cubicBezTo>
                  <a:pt x="2072" y="64663"/>
                  <a:pt x="0" y="56487"/>
                  <a:pt x="0" y="47625"/>
                </a:cubicBezTo>
                <a:cubicBezTo>
                  <a:pt x="0" y="33407"/>
                  <a:pt x="4558" y="21916"/>
                  <a:pt x="13675" y="13149"/>
                </a:cubicBezTo>
                <a:cubicBezTo>
                  <a:pt x="22792" y="4383"/>
                  <a:pt x="35926" y="0"/>
                  <a:pt x="53076" y="0"/>
                </a:cubicBezTo>
                <a:moveTo>
                  <a:pt x="53124" y="17692"/>
                </a:moveTo>
                <a:cubicBezTo>
                  <a:pt x="40165" y="17692"/>
                  <a:pt x="30463" y="20529"/>
                  <a:pt x="24016" y="26203"/>
                </a:cubicBezTo>
                <a:cubicBezTo>
                  <a:pt x="17568" y="31877"/>
                  <a:pt x="14345" y="39018"/>
                  <a:pt x="14345" y="47625"/>
                </a:cubicBezTo>
                <a:cubicBezTo>
                  <a:pt x="14345" y="56168"/>
                  <a:pt x="17584" y="63276"/>
                  <a:pt x="24063" y="68951"/>
                </a:cubicBezTo>
                <a:cubicBezTo>
                  <a:pt x="30542" y="74625"/>
                  <a:pt x="40419" y="77462"/>
                  <a:pt x="53694" y="77462"/>
                </a:cubicBezTo>
                <a:cubicBezTo>
                  <a:pt x="66208" y="77462"/>
                  <a:pt x="75689" y="74609"/>
                  <a:pt x="82136" y="68903"/>
                </a:cubicBezTo>
                <a:cubicBezTo>
                  <a:pt x="88583" y="63197"/>
                  <a:pt x="91807" y="56104"/>
                  <a:pt x="91807" y="47625"/>
                </a:cubicBezTo>
                <a:cubicBezTo>
                  <a:pt x="91807" y="39018"/>
                  <a:pt x="88599" y="31877"/>
                  <a:pt x="82184" y="26203"/>
                </a:cubicBezTo>
                <a:cubicBezTo>
                  <a:pt x="75768" y="20529"/>
                  <a:pt x="66082" y="17692"/>
                  <a:pt x="53124" y="17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n">
            <a:extLst xmlns:a="http://schemas.openxmlformats.org/drawingml/2006/main">
              <a:ext uri="{FF2B5EF4-FFF2-40B4-BE49-F238E27FC236}">
                <a16:creationId xmlns:a16="http://schemas.microsoft.com/office/drawing/2014/main" id="{0D1DF224-C653-4841-8B6C-255AB914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3023023"/>
            <a:ext cx="103856" cy="82530"/>
          </a:xfrm>
          <a:custGeom xmlns:a="http://schemas.openxmlformats.org/drawingml/2006/main">
            <a:pathLst>
              <a:path w="103856" h="82530">
                <a:moveTo>
                  <a:pt x="0" y="0"/>
                </a:moveTo>
                <a:lnTo>
                  <a:pt x="101561" y="0"/>
                </a:lnTo>
                <a:lnTo>
                  <a:pt x="101561" y="15492"/>
                </a:lnTo>
                <a:lnTo>
                  <a:pt x="87216" y="15492"/>
                </a:lnTo>
                <a:cubicBezTo>
                  <a:pt x="98310" y="22952"/>
                  <a:pt x="103856" y="33726"/>
                  <a:pt x="103856" y="47816"/>
                </a:cubicBezTo>
                <a:cubicBezTo>
                  <a:pt x="103856" y="53936"/>
                  <a:pt x="102756" y="59563"/>
                  <a:pt x="100557" y="64695"/>
                </a:cubicBezTo>
                <a:cubicBezTo>
                  <a:pt x="98357" y="69827"/>
                  <a:pt x="95472" y="73668"/>
                  <a:pt x="91902" y="76219"/>
                </a:cubicBezTo>
                <a:cubicBezTo>
                  <a:pt x="88332" y="78769"/>
                  <a:pt x="84092" y="80554"/>
                  <a:pt x="79183" y="81574"/>
                </a:cubicBezTo>
                <a:cubicBezTo>
                  <a:pt x="75995" y="82212"/>
                  <a:pt x="70417" y="82530"/>
                  <a:pt x="62448" y="82530"/>
                </a:cubicBezTo>
                <a:lnTo>
                  <a:pt x="0" y="82530"/>
                </a:lnTo>
                <a:lnTo>
                  <a:pt x="0" y="65317"/>
                </a:lnTo>
                <a:lnTo>
                  <a:pt x="61844" y="65317"/>
                </a:lnTo>
                <a:cubicBezTo>
                  <a:pt x="68865" y="65317"/>
                  <a:pt x="74115" y="64647"/>
                  <a:pt x="77593" y="63308"/>
                </a:cubicBezTo>
                <a:cubicBezTo>
                  <a:pt x="81072" y="61969"/>
                  <a:pt x="83848" y="59595"/>
                  <a:pt x="85922" y="56184"/>
                </a:cubicBezTo>
                <a:cubicBezTo>
                  <a:pt x="87996" y="52773"/>
                  <a:pt x="89033" y="48772"/>
                  <a:pt x="89033" y="44182"/>
                </a:cubicBezTo>
                <a:cubicBezTo>
                  <a:pt x="89033" y="36850"/>
                  <a:pt x="86703" y="30523"/>
                  <a:pt x="82043" y="25199"/>
                </a:cubicBezTo>
                <a:cubicBezTo>
                  <a:pt x="77385" y="19875"/>
                  <a:pt x="68546" y="17214"/>
                  <a:pt x="55526" y="17214"/>
                </a:cubicBez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P">
            <a:extLst xmlns:a="http://schemas.openxmlformats.org/drawingml/2006/main">
              <a:ext uri="{FF2B5EF4-FFF2-40B4-BE49-F238E27FC236}">
                <a16:creationId xmlns:a16="http://schemas.microsoft.com/office/drawing/2014/main" id="{7D20C5D1-8B2C-44C6-A276-B4ADA4DC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3188565"/>
            <a:ext cx="140196" cy="107012"/>
          </a:xfrm>
          <a:custGeom xmlns:a="http://schemas.openxmlformats.org/drawingml/2006/main">
            <a:pathLst>
              <a:path w="140196" h="107012">
                <a:moveTo>
                  <a:pt x="0" y="0"/>
                </a:moveTo>
                <a:lnTo>
                  <a:pt x="140196" y="0"/>
                </a:lnTo>
                <a:lnTo>
                  <a:pt x="140196" y="52884"/>
                </a:lnTo>
                <a:cubicBezTo>
                  <a:pt x="140196" y="62193"/>
                  <a:pt x="139751" y="69301"/>
                  <a:pt x="138860" y="74210"/>
                </a:cubicBezTo>
                <a:cubicBezTo>
                  <a:pt x="137713" y="81096"/>
                  <a:pt x="135531" y="86866"/>
                  <a:pt x="132316" y="91520"/>
                </a:cubicBezTo>
                <a:cubicBezTo>
                  <a:pt x="129100" y="96174"/>
                  <a:pt x="124594" y="99919"/>
                  <a:pt x="118799" y="102756"/>
                </a:cubicBezTo>
                <a:cubicBezTo>
                  <a:pt x="113005" y="105594"/>
                  <a:pt x="106638" y="107012"/>
                  <a:pt x="99696" y="107012"/>
                </a:cubicBezTo>
                <a:cubicBezTo>
                  <a:pt x="87786" y="107012"/>
                  <a:pt x="77708" y="103219"/>
                  <a:pt x="69462" y="95632"/>
                </a:cubicBezTo>
                <a:cubicBezTo>
                  <a:pt x="61215" y="88045"/>
                  <a:pt x="57092" y="74338"/>
                  <a:pt x="57092" y="54510"/>
                </a:cubicBezTo>
                <a:lnTo>
                  <a:pt x="57092" y="18553"/>
                </a:lnTo>
                <a:lnTo>
                  <a:pt x="0" y="18553"/>
                </a:lnTo>
                <a:lnTo>
                  <a:pt x="0" y="0"/>
                </a:lnTo>
                <a:moveTo>
                  <a:pt x="73637" y="18553"/>
                </a:moveTo>
                <a:lnTo>
                  <a:pt x="73637" y="54797"/>
                </a:lnTo>
                <a:cubicBezTo>
                  <a:pt x="73637" y="66783"/>
                  <a:pt x="75863" y="75294"/>
                  <a:pt x="80316" y="80331"/>
                </a:cubicBezTo>
                <a:cubicBezTo>
                  <a:pt x="84771" y="85367"/>
                  <a:pt x="91040" y="87886"/>
                  <a:pt x="99122" y="87886"/>
                </a:cubicBezTo>
                <a:cubicBezTo>
                  <a:pt x="104976" y="87886"/>
                  <a:pt x="109987" y="86403"/>
                  <a:pt x="114155" y="83439"/>
                </a:cubicBezTo>
                <a:cubicBezTo>
                  <a:pt x="118323" y="80474"/>
                  <a:pt x="121075" y="76569"/>
                  <a:pt x="122412" y="71724"/>
                </a:cubicBezTo>
                <a:cubicBezTo>
                  <a:pt x="123239" y="68600"/>
                  <a:pt x="123652" y="62830"/>
                  <a:pt x="123652" y="54415"/>
                </a:cubicBezTo>
                <a:lnTo>
                  <a:pt x="123652" y="18553"/>
                </a:lnTo>
                <a:lnTo>
                  <a:pt x="73637" y="185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a">
            <a:extLst xmlns:a="http://schemas.openxmlformats.org/drawingml/2006/main">
              <a:ext uri="{FF2B5EF4-FFF2-40B4-BE49-F238E27FC236}">
                <a16:creationId xmlns:a16="http://schemas.microsoft.com/office/drawing/2014/main" id="{661D4407-22CA-4EC7-9FDF-AC6C027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3311166"/>
            <a:ext cx="106151" cy="93528"/>
          </a:xfrm>
          <a:custGeom xmlns:a="http://schemas.openxmlformats.org/drawingml/2006/main">
            <a:pathLst>
              <a:path w="106151" h="93528">
                <a:moveTo>
                  <a:pt x="14835" y="72106"/>
                </a:moveTo>
                <a:cubicBezTo>
                  <a:pt x="9412" y="65731"/>
                  <a:pt x="5584" y="59595"/>
                  <a:pt x="3350" y="53697"/>
                </a:cubicBezTo>
                <a:cubicBezTo>
                  <a:pt x="1117" y="47800"/>
                  <a:pt x="0" y="41472"/>
                  <a:pt x="0" y="34714"/>
                </a:cubicBezTo>
                <a:cubicBezTo>
                  <a:pt x="0" y="23557"/>
                  <a:pt x="2728" y="14982"/>
                  <a:pt x="8183" y="8989"/>
                </a:cubicBezTo>
                <a:cubicBezTo>
                  <a:pt x="13638" y="2996"/>
                  <a:pt x="20608" y="0"/>
                  <a:pt x="29093" y="0"/>
                </a:cubicBezTo>
                <a:cubicBezTo>
                  <a:pt x="34068" y="0"/>
                  <a:pt x="38612" y="1132"/>
                  <a:pt x="42727" y="3395"/>
                </a:cubicBezTo>
                <a:cubicBezTo>
                  <a:pt x="46843" y="5658"/>
                  <a:pt x="50145" y="8623"/>
                  <a:pt x="52633" y="12289"/>
                </a:cubicBezTo>
                <a:cubicBezTo>
                  <a:pt x="55122" y="15955"/>
                  <a:pt x="57004" y="20083"/>
                  <a:pt x="58279" y="24673"/>
                </a:cubicBezTo>
                <a:cubicBezTo>
                  <a:pt x="59173" y="28052"/>
                  <a:pt x="60035" y="33152"/>
                  <a:pt x="60864" y="39974"/>
                </a:cubicBezTo>
                <a:cubicBezTo>
                  <a:pt x="62509" y="53873"/>
                  <a:pt x="64472" y="64105"/>
                  <a:pt x="66751" y="70672"/>
                </a:cubicBezTo>
                <a:cubicBezTo>
                  <a:pt x="69100" y="70736"/>
                  <a:pt x="70592" y="70768"/>
                  <a:pt x="71228" y="70768"/>
                </a:cubicBezTo>
                <a:cubicBezTo>
                  <a:pt x="78215" y="70768"/>
                  <a:pt x="83137" y="69142"/>
                  <a:pt x="85994" y="65890"/>
                </a:cubicBezTo>
                <a:cubicBezTo>
                  <a:pt x="89869" y="61491"/>
                  <a:pt x="91807" y="54956"/>
                  <a:pt x="91807" y="46286"/>
                </a:cubicBezTo>
                <a:cubicBezTo>
                  <a:pt x="91807" y="38189"/>
                  <a:pt x="90388" y="32212"/>
                  <a:pt x="87551" y="28355"/>
                </a:cubicBezTo>
                <a:cubicBezTo>
                  <a:pt x="84714" y="24498"/>
                  <a:pt x="79693" y="21645"/>
                  <a:pt x="72489" y="19796"/>
                </a:cubicBezTo>
                <a:lnTo>
                  <a:pt x="74784" y="2965"/>
                </a:lnTo>
                <a:cubicBezTo>
                  <a:pt x="82010" y="4495"/>
                  <a:pt x="87846" y="7013"/>
                  <a:pt x="92291" y="10520"/>
                </a:cubicBezTo>
                <a:cubicBezTo>
                  <a:pt x="96736" y="14026"/>
                  <a:pt x="100156" y="19094"/>
                  <a:pt x="102553" y="25725"/>
                </a:cubicBezTo>
                <a:cubicBezTo>
                  <a:pt x="104952" y="32355"/>
                  <a:pt x="106151" y="40038"/>
                  <a:pt x="106151" y="48772"/>
                </a:cubicBezTo>
                <a:cubicBezTo>
                  <a:pt x="106151" y="57443"/>
                  <a:pt x="105131" y="64488"/>
                  <a:pt x="103091" y="69907"/>
                </a:cubicBezTo>
                <a:cubicBezTo>
                  <a:pt x="101051" y="75326"/>
                  <a:pt x="98485" y="79311"/>
                  <a:pt x="95393" y="81861"/>
                </a:cubicBezTo>
                <a:cubicBezTo>
                  <a:pt x="92301" y="84411"/>
                  <a:pt x="88396" y="86196"/>
                  <a:pt x="83678" y="87216"/>
                </a:cubicBezTo>
                <a:cubicBezTo>
                  <a:pt x="80745" y="87790"/>
                  <a:pt x="75454" y="88077"/>
                  <a:pt x="67803" y="88077"/>
                </a:cubicBezTo>
                <a:lnTo>
                  <a:pt x="44851" y="88077"/>
                </a:lnTo>
                <a:cubicBezTo>
                  <a:pt x="28849" y="88077"/>
                  <a:pt x="18728" y="88444"/>
                  <a:pt x="14488" y="89177"/>
                </a:cubicBezTo>
                <a:cubicBezTo>
                  <a:pt x="10249" y="89910"/>
                  <a:pt x="6184" y="91360"/>
                  <a:pt x="2295" y="93528"/>
                </a:cubicBezTo>
                <a:lnTo>
                  <a:pt x="2295" y="75549"/>
                </a:lnTo>
                <a:cubicBezTo>
                  <a:pt x="5869" y="73764"/>
                  <a:pt x="10049" y="72616"/>
                  <a:pt x="14835" y="72106"/>
                </a:cubicBezTo>
                <a:moveTo>
                  <a:pt x="53363" y="70672"/>
                </a:moveTo>
                <a:cubicBezTo>
                  <a:pt x="50790" y="64424"/>
                  <a:pt x="48605" y="55052"/>
                  <a:pt x="46806" y="42556"/>
                </a:cubicBezTo>
                <a:cubicBezTo>
                  <a:pt x="45782" y="35479"/>
                  <a:pt x="44629" y="30475"/>
                  <a:pt x="43348" y="27542"/>
                </a:cubicBezTo>
                <a:cubicBezTo>
                  <a:pt x="42069" y="24609"/>
                  <a:pt x="40196" y="22346"/>
                  <a:pt x="37730" y="20752"/>
                </a:cubicBezTo>
                <a:cubicBezTo>
                  <a:pt x="35265" y="19158"/>
                  <a:pt x="32529" y="18361"/>
                  <a:pt x="29520" y="18361"/>
                </a:cubicBezTo>
                <a:cubicBezTo>
                  <a:pt x="24912" y="18361"/>
                  <a:pt x="21071" y="20099"/>
                  <a:pt x="17997" y="23573"/>
                </a:cubicBezTo>
                <a:cubicBezTo>
                  <a:pt x="14925" y="27048"/>
                  <a:pt x="13388" y="32132"/>
                  <a:pt x="13388" y="38827"/>
                </a:cubicBezTo>
                <a:cubicBezTo>
                  <a:pt x="13388" y="45457"/>
                  <a:pt x="14846" y="51354"/>
                  <a:pt x="17761" y="56518"/>
                </a:cubicBezTo>
                <a:cubicBezTo>
                  <a:pt x="20675" y="61683"/>
                  <a:pt x="24663" y="65476"/>
                  <a:pt x="29724" y="67899"/>
                </a:cubicBezTo>
                <a:cubicBezTo>
                  <a:pt x="33633" y="69748"/>
                  <a:pt x="39398" y="70672"/>
                  <a:pt x="47021" y="70672"/>
                </a:cubicBezTo>
                <a:lnTo>
                  <a:pt x="53363" y="70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s">
            <a:extLst xmlns:a="http://schemas.openxmlformats.org/drawingml/2006/main">
              <a:ext uri="{FF2B5EF4-FFF2-40B4-BE49-F238E27FC236}">
                <a16:creationId xmlns:a16="http://schemas.microsoft.com/office/drawing/2014/main" id="{FD6E5389-F81A-447B-9311-F896BB2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3419009"/>
            <a:ext cx="106151" cy="84347"/>
          </a:xfrm>
          <a:custGeom xmlns:a="http://schemas.openxmlformats.org/drawingml/2006/main">
            <a:pathLst>
              <a:path w="106151" h="84347">
                <a:moveTo>
                  <a:pt x="32706" y="0"/>
                </a:moveTo>
                <a:lnTo>
                  <a:pt x="35384" y="17022"/>
                </a:lnTo>
                <a:cubicBezTo>
                  <a:pt x="28592" y="17979"/>
                  <a:pt x="23387" y="20641"/>
                  <a:pt x="19769" y="25008"/>
                </a:cubicBezTo>
                <a:cubicBezTo>
                  <a:pt x="16153" y="29375"/>
                  <a:pt x="14345" y="35479"/>
                  <a:pt x="14345" y="43321"/>
                </a:cubicBezTo>
                <a:cubicBezTo>
                  <a:pt x="14345" y="51227"/>
                  <a:pt x="15942" y="57092"/>
                  <a:pt x="19135" y="60918"/>
                </a:cubicBezTo>
                <a:cubicBezTo>
                  <a:pt x="22331" y="64743"/>
                  <a:pt x="26079" y="66655"/>
                  <a:pt x="30378" y="66655"/>
                </a:cubicBezTo>
                <a:cubicBezTo>
                  <a:pt x="34237" y="66655"/>
                  <a:pt x="37274" y="64966"/>
                  <a:pt x="39487" y="61587"/>
                </a:cubicBezTo>
                <a:cubicBezTo>
                  <a:pt x="41005" y="59228"/>
                  <a:pt x="42935" y="53363"/>
                  <a:pt x="45276" y="43991"/>
                </a:cubicBezTo>
                <a:cubicBezTo>
                  <a:pt x="48465" y="31367"/>
                  <a:pt x="51225" y="22617"/>
                  <a:pt x="53554" y="17740"/>
                </a:cubicBezTo>
                <a:cubicBezTo>
                  <a:pt x="55883" y="12862"/>
                  <a:pt x="59105" y="9165"/>
                  <a:pt x="63222" y="6646"/>
                </a:cubicBezTo>
                <a:cubicBezTo>
                  <a:pt x="67338" y="4128"/>
                  <a:pt x="71884" y="2869"/>
                  <a:pt x="76861" y="2869"/>
                </a:cubicBezTo>
                <a:cubicBezTo>
                  <a:pt x="81392" y="2869"/>
                  <a:pt x="85588" y="3905"/>
                  <a:pt x="89449" y="5977"/>
                </a:cubicBezTo>
                <a:cubicBezTo>
                  <a:pt x="93310" y="8049"/>
                  <a:pt x="96516" y="10870"/>
                  <a:pt x="99069" y="14440"/>
                </a:cubicBezTo>
                <a:cubicBezTo>
                  <a:pt x="101047" y="17118"/>
                  <a:pt x="102722" y="20768"/>
                  <a:pt x="104092" y="25390"/>
                </a:cubicBezTo>
                <a:cubicBezTo>
                  <a:pt x="105465" y="30012"/>
                  <a:pt x="106151" y="34969"/>
                  <a:pt x="106151" y="40261"/>
                </a:cubicBezTo>
                <a:cubicBezTo>
                  <a:pt x="106151" y="48230"/>
                  <a:pt x="104996" y="55227"/>
                  <a:pt x="102685" y="61252"/>
                </a:cubicBezTo>
                <a:cubicBezTo>
                  <a:pt x="100376" y="67277"/>
                  <a:pt x="97247" y="71724"/>
                  <a:pt x="93298" y="74593"/>
                </a:cubicBezTo>
                <a:cubicBezTo>
                  <a:pt x="89351" y="77462"/>
                  <a:pt x="84072" y="79438"/>
                  <a:pt x="77462" y="80522"/>
                </a:cubicBezTo>
                <a:lnTo>
                  <a:pt x="75167" y="63691"/>
                </a:lnTo>
                <a:cubicBezTo>
                  <a:pt x="80395" y="62926"/>
                  <a:pt x="84475" y="60710"/>
                  <a:pt x="87408" y="57044"/>
                </a:cubicBezTo>
                <a:cubicBezTo>
                  <a:pt x="90340" y="53379"/>
                  <a:pt x="91807" y="48198"/>
                  <a:pt x="91807" y="41504"/>
                </a:cubicBezTo>
                <a:cubicBezTo>
                  <a:pt x="91807" y="33599"/>
                  <a:pt x="90506" y="27956"/>
                  <a:pt x="87904" y="24577"/>
                </a:cubicBezTo>
                <a:cubicBezTo>
                  <a:pt x="85304" y="21198"/>
                  <a:pt x="82258" y="19509"/>
                  <a:pt x="78768" y="19509"/>
                </a:cubicBezTo>
                <a:cubicBezTo>
                  <a:pt x="76548" y="19509"/>
                  <a:pt x="74550" y="20210"/>
                  <a:pt x="72773" y="21613"/>
                </a:cubicBezTo>
                <a:cubicBezTo>
                  <a:pt x="70934" y="23015"/>
                  <a:pt x="69412" y="25215"/>
                  <a:pt x="68206" y="28211"/>
                </a:cubicBezTo>
                <a:cubicBezTo>
                  <a:pt x="67571" y="29933"/>
                  <a:pt x="66112" y="35001"/>
                  <a:pt x="63828" y="43417"/>
                </a:cubicBezTo>
                <a:cubicBezTo>
                  <a:pt x="60579" y="55594"/>
                  <a:pt x="57919" y="64089"/>
                  <a:pt x="55849" y="68903"/>
                </a:cubicBezTo>
                <a:cubicBezTo>
                  <a:pt x="53779" y="73716"/>
                  <a:pt x="50769" y="77494"/>
                  <a:pt x="46818" y="80235"/>
                </a:cubicBezTo>
                <a:cubicBezTo>
                  <a:pt x="42869" y="82977"/>
                  <a:pt x="37965" y="84347"/>
                  <a:pt x="32105" y="84347"/>
                </a:cubicBezTo>
                <a:cubicBezTo>
                  <a:pt x="26371" y="84347"/>
                  <a:pt x="20972" y="82674"/>
                  <a:pt x="15908" y="79327"/>
                </a:cubicBezTo>
                <a:cubicBezTo>
                  <a:pt x="10845" y="75980"/>
                  <a:pt x="6928" y="71150"/>
                  <a:pt x="4157" y="64838"/>
                </a:cubicBezTo>
                <a:cubicBezTo>
                  <a:pt x="1386" y="58527"/>
                  <a:pt x="0" y="51386"/>
                  <a:pt x="0" y="43417"/>
                </a:cubicBezTo>
                <a:cubicBezTo>
                  <a:pt x="0" y="30220"/>
                  <a:pt x="2749" y="20162"/>
                  <a:pt x="8248" y="13245"/>
                </a:cubicBezTo>
                <a:cubicBezTo>
                  <a:pt x="13747" y="6328"/>
                  <a:pt x="21900" y="1913"/>
                  <a:pt x="327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s">
            <a:extLst xmlns:a="http://schemas.openxmlformats.org/drawingml/2006/main">
              <a:ext uri="{FF2B5EF4-FFF2-40B4-BE49-F238E27FC236}">
                <a16:creationId xmlns:a16="http://schemas.microsoft.com/office/drawing/2014/main" id="{16C634E5-4AE4-4D3F-939D-F646574F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3516936"/>
            <a:ext cx="106151" cy="84347"/>
          </a:xfrm>
          <a:custGeom xmlns:a="http://schemas.openxmlformats.org/drawingml/2006/main">
            <a:pathLst>
              <a:path w="106151" h="84347">
                <a:moveTo>
                  <a:pt x="32706" y="0"/>
                </a:moveTo>
                <a:lnTo>
                  <a:pt x="35384" y="17022"/>
                </a:lnTo>
                <a:cubicBezTo>
                  <a:pt x="28592" y="17979"/>
                  <a:pt x="23387" y="20641"/>
                  <a:pt x="19769" y="25008"/>
                </a:cubicBezTo>
                <a:cubicBezTo>
                  <a:pt x="16153" y="29375"/>
                  <a:pt x="14345" y="35479"/>
                  <a:pt x="14345" y="43321"/>
                </a:cubicBezTo>
                <a:cubicBezTo>
                  <a:pt x="14345" y="51227"/>
                  <a:pt x="15942" y="57092"/>
                  <a:pt x="19135" y="60918"/>
                </a:cubicBezTo>
                <a:cubicBezTo>
                  <a:pt x="22331" y="64743"/>
                  <a:pt x="26079" y="66655"/>
                  <a:pt x="30378" y="66655"/>
                </a:cubicBezTo>
                <a:cubicBezTo>
                  <a:pt x="34237" y="66655"/>
                  <a:pt x="37274" y="64966"/>
                  <a:pt x="39487" y="61587"/>
                </a:cubicBezTo>
                <a:cubicBezTo>
                  <a:pt x="41005" y="59228"/>
                  <a:pt x="42935" y="53363"/>
                  <a:pt x="45276" y="43991"/>
                </a:cubicBezTo>
                <a:cubicBezTo>
                  <a:pt x="48465" y="31367"/>
                  <a:pt x="51225" y="22617"/>
                  <a:pt x="53554" y="17740"/>
                </a:cubicBezTo>
                <a:cubicBezTo>
                  <a:pt x="55883" y="12862"/>
                  <a:pt x="59105" y="9165"/>
                  <a:pt x="63222" y="6646"/>
                </a:cubicBezTo>
                <a:cubicBezTo>
                  <a:pt x="67338" y="4128"/>
                  <a:pt x="71884" y="2869"/>
                  <a:pt x="76861" y="2869"/>
                </a:cubicBezTo>
                <a:cubicBezTo>
                  <a:pt x="81392" y="2869"/>
                  <a:pt x="85588" y="3905"/>
                  <a:pt x="89449" y="5977"/>
                </a:cubicBezTo>
                <a:cubicBezTo>
                  <a:pt x="93310" y="8049"/>
                  <a:pt x="96516" y="10870"/>
                  <a:pt x="99069" y="14440"/>
                </a:cubicBezTo>
                <a:cubicBezTo>
                  <a:pt x="101047" y="17118"/>
                  <a:pt x="102722" y="20768"/>
                  <a:pt x="104092" y="25390"/>
                </a:cubicBezTo>
                <a:cubicBezTo>
                  <a:pt x="105465" y="30012"/>
                  <a:pt x="106151" y="34969"/>
                  <a:pt x="106151" y="40261"/>
                </a:cubicBezTo>
                <a:cubicBezTo>
                  <a:pt x="106151" y="48230"/>
                  <a:pt x="104996" y="55227"/>
                  <a:pt x="102685" y="61252"/>
                </a:cubicBezTo>
                <a:cubicBezTo>
                  <a:pt x="100376" y="67277"/>
                  <a:pt x="97247" y="71724"/>
                  <a:pt x="93298" y="74593"/>
                </a:cubicBezTo>
                <a:cubicBezTo>
                  <a:pt x="89351" y="77462"/>
                  <a:pt x="84072" y="79438"/>
                  <a:pt x="77462" y="80522"/>
                </a:cubicBezTo>
                <a:lnTo>
                  <a:pt x="75167" y="63691"/>
                </a:lnTo>
                <a:cubicBezTo>
                  <a:pt x="80395" y="62926"/>
                  <a:pt x="84475" y="60710"/>
                  <a:pt x="87408" y="57044"/>
                </a:cubicBezTo>
                <a:cubicBezTo>
                  <a:pt x="90340" y="53379"/>
                  <a:pt x="91807" y="48198"/>
                  <a:pt x="91807" y="41504"/>
                </a:cubicBezTo>
                <a:cubicBezTo>
                  <a:pt x="91807" y="33599"/>
                  <a:pt x="90506" y="27956"/>
                  <a:pt x="87904" y="24577"/>
                </a:cubicBezTo>
                <a:cubicBezTo>
                  <a:pt x="85304" y="21198"/>
                  <a:pt x="82258" y="19509"/>
                  <a:pt x="78768" y="19509"/>
                </a:cubicBezTo>
                <a:cubicBezTo>
                  <a:pt x="76548" y="19509"/>
                  <a:pt x="74550" y="20210"/>
                  <a:pt x="72773" y="21613"/>
                </a:cubicBezTo>
                <a:cubicBezTo>
                  <a:pt x="70934" y="23015"/>
                  <a:pt x="69412" y="25215"/>
                  <a:pt x="68206" y="28211"/>
                </a:cubicBezTo>
                <a:cubicBezTo>
                  <a:pt x="67571" y="29933"/>
                  <a:pt x="66112" y="35001"/>
                  <a:pt x="63828" y="43417"/>
                </a:cubicBezTo>
                <a:cubicBezTo>
                  <a:pt x="60579" y="55594"/>
                  <a:pt x="57919" y="64089"/>
                  <a:pt x="55849" y="68903"/>
                </a:cubicBezTo>
                <a:cubicBezTo>
                  <a:pt x="53779" y="73716"/>
                  <a:pt x="50769" y="77494"/>
                  <a:pt x="46818" y="80235"/>
                </a:cubicBezTo>
                <a:cubicBezTo>
                  <a:pt x="42869" y="82977"/>
                  <a:pt x="37965" y="84347"/>
                  <a:pt x="32105" y="84347"/>
                </a:cubicBezTo>
                <a:cubicBezTo>
                  <a:pt x="26371" y="84347"/>
                  <a:pt x="20972" y="82674"/>
                  <a:pt x="15908" y="79327"/>
                </a:cubicBezTo>
                <a:cubicBezTo>
                  <a:pt x="10845" y="75980"/>
                  <a:pt x="6928" y="71150"/>
                  <a:pt x="4157" y="64838"/>
                </a:cubicBezTo>
                <a:cubicBezTo>
                  <a:pt x="1386" y="58527"/>
                  <a:pt x="0" y="51386"/>
                  <a:pt x="0" y="43417"/>
                </a:cubicBezTo>
                <a:cubicBezTo>
                  <a:pt x="0" y="30220"/>
                  <a:pt x="2749" y="20162"/>
                  <a:pt x="8248" y="13245"/>
                </a:cubicBezTo>
                <a:cubicBezTo>
                  <a:pt x="13747" y="6328"/>
                  <a:pt x="21900" y="1913"/>
                  <a:pt x="327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e">
            <a:extLst xmlns:a="http://schemas.openxmlformats.org/drawingml/2006/main">
              <a:ext uri="{FF2B5EF4-FFF2-40B4-BE49-F238E27FC236}">
                <a16:creationId xmlns:a16="http://schemas.microsoft.com/office/drawing/2014/main" id="{C6F2B18C-3F47-4101-8667-88B3148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3616011"/>
            <a:ext cx="106151" cy="93624"/>
          </a:xfrm>
          <a:custGeom xmlns:a="http://schemas.openxmlformats.org/drawingml/2006/main">
            <a:pathLst>
              <a:path w="106151" h="93624">
                <a:moveTo>
                  <a:pt x="35001" y="75262"/>
                </a:moveTo>
                <a:lnTo>
                  <a:pt x="32802" y="93050"/>
                </a:lnTo>
                <a:cubicBezTo>
                  <a:pt x="22410" y="90245"/>
                  <a:pt x="14345" y="85049"/>
                  <a:pt x="8607" y="77462"/>
                </a:cubicBezTo>
                <a:cubicBezTo>
                  <a:pt x="2869" y="69875"/>
                  <a:pt x="0" y="60184"/>
                  <a:pt x="0" y="48390"/>
                </a:cubicBezTo>
                <a:cubicBezTo>
                  <a:pt x="0" y="33535"/>
                  <a:pt x="4574" y="21756"/>
                  <a:pt x="13723" y="13054"/>
                </a:cubicBezTo>
                <a:cubicBezTo>
                  <a:pt x="22872" y="4351"/>
                  <a:pt x="35703" y="0"/>
                  <a:pt x="52215" y="0"/>
                </a:cubicBezTo>
                <a:cubicBezTo>
                  <a:pt x="69301" y="0"/>
                  <a:pt x="82562" y="4399"/>
                  <a:pt x="91998" y="13197"/>
                </a:cubicBezTo>
                <a:cubicBezTo>
                  <a:pt x="101434" y="21995"/>
                  <a:pt x="106151" y="33407"/>
                  <a:pt x="106151" y="47433"/>
                </a:cubicBezTo>
                <a:cubicBezTo>
                  <a:pt x="106151" y="61013"/>
                  <a:pt x="101536" y="72106"/>
                  <a:pt x="92306" y="80713"/>
                </a:cubicBezTo>
                <a:cubicBezTo>
                  <a:pt x="83077" y="89320"/>
                  <a:pt x="70093" y="93624"/>
                  <a:pt x="53354" y="93624"/>
                </a:cubicBezTo>
                <a:cubicBezTo>
                  <a:pt x="52336" y="93624"/>
                  <a:pt x="50808" y="93592"/>
                  <a:pt x="48772" y="93528"/>
                </a:cubicBezTo>
                <a:lnTo>
                  <a:pt x="48772" y="17788"/>
                </a:lnTo>
                <a:cubicBezTo>
                  <a:pt x="37647" y="18425"/>
                  <a:pt x="29128" y="21581"/>
                  <a:pt x="23215" y="27255"/>
                </a:cubicBezTo>
                <a:cubicBezTo>
                  <a:pt x="17301" y="32929"/>
                  <a:pt x="14345" y="40006"/>
                  <a:pt x="14345" y="48485"/>
                </a:cubicBezTo>
                <a:cubicBezTo>
                  <a:pt x="14345" y="54797"/>
                  <a:pt x="15986" y="60184"/>
                  <a:pt x="19270" y="64647"/>
                </a:cubicBezTo>
                <a:cubicBezTo>
                  <a:pt x="22555" y="69110"/>
                  <a:pt x="27799" y="72648"/>
                  <a:pt x="35001" y="75262"/>
                </a:cubicBezTo>
                <a:moveTo>
                  <a:pt x="63117" y="18744"/>
                </a:moveTo>
                <a:lnTo>
                  <a:pt x="63117" y="75454"/>
                </a:lnTo>
                <a:cubicBezTo>
                  <a:pt x="71521" y="74689"/>
                  <a:pt x="77823" y="72521"/>
                  <a:pt x="82025" y="68951"/>
                </a:cubicBezTo>
                <a:cubicBezTo>
                  <a:pt x="88546" y="63468"/>
                  <a:pt x="91807" y="56359"/>
                  <a:pt x="91807" y="47625"/>
                </a:cubicBezTo>
                <a:cubicBezTo>
                  <a:pt x="91807" y="39719"/>
                  <a:pt x="89204" y="33073"/>
                  <a:pt x="83998" y="27685"/>
                </a:cubicBezTo>
                <a:cubicBezTo>
                  <a:pt x="78794" y="22298"/>
                  <a:pt x="71833" y="19318"/>
                  <a:pt x="63117" y="18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s">
            <a:extLst xmlns:a="http://schemas.openxmlformats.org/drawingml/2006/main">
              <a:ext uri="{FF2B5EF4-FFF2-40B4-BE49-F238E27FC236}">
                <a16:creationId xmlns:a16="http://schemas.microsoft.com/office/drawing/2014/main" id="{1BB1FA11-AC2B-4B7C-9AFB-696D460D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3723758"/>
            <a:ext cx="106151" cy="84347"/>
          </a:xfrm>
          <a:custGeom xmlns:a="http://schemas.openxmlformats.org/drawingml/2006/main">
            <a:pathLst>
              <a:path w="106151" h="84347">
                <a:moveTo>
                  <a:pt x="32706" y="0"/>
                </a:moveTo>
                <a:lnTo>
                  <a:pt x="35384" y="17022"/>
                </a:lnTo>
                <a:cubicBezTo>
                  <a:pt x="28592" y="17979"/>
                  <a:pt x="23387" y="20641"/>
                  <a:pt x="19769" y="25008"/>
                </a:cubicBezTo>
                <a:cubicBezTo>
                  <a:pt x="16153" y="29375"/>
                  <a:pt x="14345" y="35479"/>
                  <a:pt x="14345" y="43321"/>
                </a:cubicBezTo>
                <a:cubicBezTo>
                  <a:pt x="14345" y="51227"/>
                  <a:pt x="15942" y="57092"/>
                  <a:pt x="19135" y="60918"/>
                </a:cubicBezTo>
                <a:cubicBezTo>
                  <a:pt x="22331" y="64743"/>
                  <a:pt x="26079" y="66655"/>
                  <a:pt x="30378" y="66655"/>
                </a:cubicBezTo>
                <a:cubicBezTo>
                  <a:pt x="34237" y="66655"/>
                  <a:pt x="37274" y="64966"/>
                  <a:pt x="39487" y="61587"/>
                </a:cubicBezTo>
                <a:cubicBezTo>
                  <a:pt x="41005" y="59228"/>
                  <a:pt x="42935" y="53363"/>
                  <a:pt x="45276" y="43991"/>
                </a:cubicBezTo>
                <a:cubicBezTo>
                  <a:pt x="48465" y="31367"/>
                  <a:pt x="51225" y="22617"/>
                  <a:pt x="53554" y="17740"/>
                </a:cubicBezTo>
                <a:cubicBezTo>
                  <a:pt x="55883" y="12862"/>
                  <a:pt x="59105" y="9165"/>
                  <a:pt x="63222" y="6646"/>
                </a:cubicBezTo>
                <a:cubicBezTo>
                  <a:pt x="67338" y="4128"/>
                  <a:pt x="71884" y="2869"/>
                  <a:pt x="76861" y="2869"/>
                </a:cubicBezTo>
                <a:cubicBezTo>
                  <a:pt x="81392" y="2869"/>
                  <a:pt x="85588" y="3905"/>
                  <a:pt x="89449" y="5977"/>
                </a:cubicBezTo>
                <a:cubicBezTo>
                  <a:pt x="93310" y="8049"/>
                  <a:pt x="96516" y="10870"/>
                  <a:pt x="99069" y="14440"/>
                </a:cubicBezTo>
                <a:cubicBezTo>
                  <a:pt x="101047" y="17118"/>
                  <a:pt x="102722" y="20768"/>
                  <a:pt x="104092" y="25390"/>
                </a:cubicBezTo>
                <a:cubicBezTo>
                  <a:pt x="105465" y="30012"/>
                  <a:pt x="106151" y="34969"/>
                  <a:pt x="106151" y="40261"/>
                </a:cubicBezTo>
                <a:cubicBezTo>
                  <a:pt x="106151" y="48230"/>
                  <a:pt x="104996" y="55227"/>
                  <a:pt x="102685" y="61252"/>
                </a:cubicBezTo>
                <a:cubicBezTo>
                  <a:pt x="100376" y="67277"/>
                  <a:pt x="97247" y="71724"/>
                  <a:pt x="93298" y="74593"/>
                </a:cubicBezTo>
                <a:cubicBezTo>
                  <a:pt x="89351" y="77462"/>
                  <a:pt x="84072" y="79438"/>
                  <a:pt x="77462" y="80522"/>
                </a:cubicBezTo>
                <a:lnTo>
                  <a:pt x="75167" y="63691"/>
                </a:lnTo>
                <a:cubicBezTo>
                  <a:pt x="80395" y="62926"/>
                  <a:pt x="84475" y="60710"/>
                  <a:pt x="87408" y="57044"/>
                </a:cubicBezTo>
                <a:cubicBezTo>
                  <a:pt x="90340" y="53379"/>
                  <a:pt x="91807" y="48198"/>
                  <a:pt x="91807" y="41504"/>
                </a:cubicBezTo>
                <a:cubicBezTo>
                  <a:pt x="91807" y="33599"/>
                  <a:pt x="90506" y="27956"/>
                  <a:pt x="87904" y="24577"/>
                </a:cubicBezTo>
                <a:cubicBezTo>
                  <a:pt x="85304" y="21198"/>
                  <a:pt x="82258" y="19509"/>
                  <a:pt x="78768" y="19509"/>
                </a:cubicBezTo>
                <a:cubicBezTo>
                  <a:pt x="76548" y="19509"/>
                  <a:pt x="74550" y="20210"/>
                  <a:pt x="72773" y="21613"/>
                </a:cubicBezTo>
                <a:cubicBezTo>
                  <a:pt x="70934" y="23015"/>
                  <a:pt x="69412" y="25215"/>
                  <a:pt x="68206" y="28211"/>
                </a:cubicBezTo>
                <a:cubicBezTo>
                  <a:pt x="67571" y="29933"/>
                  <a:pt x="66112" y="35001"/>
                  <a:pt x="63828" y="43417"/>
                </a:cubicBezTo>
                <a:cubicBezTo>
                  <a:pt x="60579" y="55594"/>
                  <a:pt x="57919" y="64089"/>
                  <a:pt x="55849" y="68903"/>
                </a:cubicBezTo>
                <a:cubicBezTo>
                  <a:pt x="53779" y="73716"/>
                  <a:pt x="50769" y="77494"/>
                  <a:pt x="46818" y="80235"/>
                </a:cubicBezTo>
                <a:cubicBezTo>
                  <a:pt x="42869" y="82977"/>
                  <a:pt x="37965" y="84347"/>
                  <a:pt x="32105" y="84347"/>
                </a:cubicBezTo>
                <a:cubicBezTo>
                  <a:pt x="26371" y="84347"/>
                  <a:pt x="20972" y="82674"/>
                  <a:pt x="15908" y="79327"/>
                </a:cubicBezTo>
                <a:cubicBezTo>
                  <a:pt x="10845" y="75980"/>
                  <a:pt x="6928" y="71150"/>
                  <a:pt x="4157" y="64838"/>
                </a:cubicBezTo>
                <a:cubicBezTo>
                  <a:pt x="1386" y="58527"/>
                  <a:pt x="0" y="51386"/>
                  <a:pt x="0" y="43417"/>
                </a:cubicBezTo>
                <a:cubicBezTo>
                  <a:pt x="0" y="30220"/>
                  <a:pt x="2749" y="20162"/>
                  <a:pt x="8248" y="13245"/>
                </a:cubicBezTo>
                <a:cubicBezTo>
                  <a:pt x="13747" y="6328"/>
                  <a:pt x="21900" y="1913"/>
                  <a:pt x="327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E">
            <a:extLst xmlns:a="http://schemas.openxmlformats.org/drawingml/2006/main">
              <a:ext uri="{FF2B5EF4-FFF2-40B4-BE49-F238E27FC236}">
                <a16:creationId xmlns:a16="http://schemas.microsoft.com/office/drawing/2014/main" id="{E75906F1-9BB3-452B-BF5C-75273665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3885600"/>
            <a:ext cx="140196" cy="104621"/>
          </a:xfrm>
          <a:custGeom xmlns:a="http://schemas.openxmlformats.org/drawingml/2006/main">
            <a:pathLst>
              <a:path w="140196" h="104621">
                <a:moveTo>
                  <a:pt x="0" y="0"/>
                </a:moveTo>
                <a:lnTo>
                  <a:pt x="140196" y="0"/>
                </a:lnTo>
                <a:lnTo>
                  <a:pt x="140196" y="101370"/>
                </a:lnTo>
                <a:lnTo>
                  <a:pt x="123652" y="101370"/>
                </a:lnTo>
                <a:lnTo>
                  <a:pt x="123652" y="18553"/>
                </a:lnTo>
                <a:lnTo>
                  <a:pt x="80713" y="18553"/>
                </a:lnTo>
                <a:lnTo>
                  <a:pt x="80713" y="96110"/>
                </a:lnTo>
                <a:lnTo>
                  <a:pt x="64456" y="96110"/>
                </a:lnTo>
                <a:lnTo>
                  <a:pt x="64456" y="18553"/>
                </a:lnTo>
                <a:lnTo>
                  <a:pt x="16544" y="18553"/>
                </a:lnTo>
                <a:lnTo>
                  <a:pt x="16544" y="104621"/>
                </a:lnTo>
                <a:lnTo>
                  <a:pt x="0" y="1046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v">
            <a:extLst xmlns:a="http://schemas.openxmlformats.org/drawingml/2006/main">
              <a:ext uri="{FF2B5EF4-FFF2-40B4-BE49-F238E27FC236}">
                <a16:creationId xmlns:a16="http://schemas.microsoft.com/office/drawing/2014/main" id="{8C70FCC9-E0AF-4AAE-A43A-880C2D3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4003228"/>
            <a:ext cx="101561" cy="93145"/>
          </a:xfrm>
          <a:custGeom xmlns:a="http://schemas.openxmlformats.org/drawingml/2006/main">
            <a:pathLst>
              <a:path w="101561" h="93145">
                <a:moveTo>
                  <a:pt x="0" y="38635"/>
                </a:moveTo>
                <a:lnTo>
                  <a:pt x="101561" y="0"/>
                </a:lnTo>
                <a:lnTo>
                  <a:pt x="101561" y="18170"/>
                </a:lnTo>
                <a:lnTo>
                  <a:pt x="40739" y="39974"/>
                </a:lnTo>
                <a:cubicBezTo>
                  <a:pt x="34172" y="42333"/>
                  <a:pt x="27351" y="44501"/>
                  <a:pt x="20274" y="46477"/>
                </a:cubicBezTo>
                <a:cubicBezTo>
                  <a:pt x="25629" y="48007"/>
                  <a:pt x="32069" y="50143"/>
                  <a:pt x="39592" y="52884"/>
                </a:cubicBezTo>
                <a:lnTo>
                  <a:pt x="101561" y="75454"/>
                </a:lnTo>
                <a:lnTo>
                  <a:pt x="101561" y="93145"/>
                </a:lnTo>
                <a:lnTo>
                  <a:pt x="0" y="54701"/>
                </a:lnTo>
                <a:lnTo>
                  <a:pt x="0" y="386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a">
            <a:extLst xmlns:a="http://schemas.openxmlformats.org/drawingml/2006/main">
              <a:ext uri="{FF2B5EF4-FFF2-40B4-BE49-F238E27FC236}">
                <a16:creationId xmlns:a16="http://schemas.microsoft.com/office/drawing/2014/main" id="{4CC30860-0352-4907-B709-850ED17F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4105746"/>
            <a:ext cx="106151" cy="93528"/>
          </a:xfrm>
          <a:custGeom xmlns:a="http://schemas.openxmlformats.org/drawingml/2006/main">
            <a:pathLst>
              <a:path w="106151" h="93528">
                <a:moveTo>
                  <a:pt x="14835" y="72106"/>
                </a:moveTo>
                <a:cubicBezTo>
                  <a:pt x="9412" y="65731"/>
                  <a:pt x="5584" y="59595"/>
                  <a:pt x="3350" y="53697"/>
                </a:cubicBezTo>
                <a:cubicBezTo>
                  <a:pt x="1117" y="47800"/>
                  <a:pt x="0" y="41472"/>
                  <a:pt x="0" y="34714"/>
                </a:cubicBezTo>
                <a:cubicBezTo>
                  <a:pt x="0" y="23557"/>
                  <a:pt x="2728" y="14982"/>
                  <a:pt x="8183" y="8989"/>
                </a:cubicBezTo>
                <a:cubicBezTo>
                  <a:pt x="13638" y="2996"/>
                  <a:pt x="20608" y="0"/>
                  <a:pt x="29093" y="0"/>
                </a:cubicBezTo>
                <a:cubicBezTo>
                  <a:pt x="34068" y="0"/>
                  <a:pt x="38612" y="1132"/>
                  <a:pt x="42727" y="3395"/>
                </a:cubicBezTo>
                <a:cubicBezTo>
                  <a:pt x="46843" y="5658"/>
                  <a:pt x="50145" y="8623"/>
                  <a:pt x="52633" y="12289"/>
                </a:cubicBezTo>
                <a:cubicBezTo>
                  <a:pt x="55122" y="15955"/>
                  <a:pt x="57004" y="20083"/>
                  <a:pt x="58279" y="24673"/>
                </a:cubicBezTo>
                <a:cubicBezTo>
                  <a:pt x="59173" y="28052"/>
                  <a:pt x="60035" y="33152"/>
                  <a:pt x="60864" y="39974"/>
                </a:cubicBezTo>
                <a:cubicBezTo>
                  <a:pt x="62509" y="53873"/>
                  <a:pt x="64472" y="64105"/>
                  <a:pt x="66751" y="70672"/>
                </a:cubicBezTo>
                <a:cubicBezTo>
                  <a:pt x="69100" y="70736"/>
                  <a:pt x="70592" y="70768"/>
                  <a:pt x="71228" y="70768"/>
                </a:cubicBezTo>
                <a:cubicBezTo>
                  <a:pt x="78215" y="70768"/>
                  <a:pt x="83137" y="69142"/>
                  <a:pt x="85994" y="65890"/>
                </a:cubicBezTo>
                <a:cubicBezTo>
                  <a:pt x="89869" y="61491"/>
                  <a:pt x="91807" y="54956"/>
                  <a:pt x="91807" y="46286"/>
                </a:cubicBezTo>
                <a:cubicBezTo>
                  <a:pt x="91807" y="38189"/>
                  <a:pt x="90388" y="32212"/>
                  <a:pt x="87551" y="28355"/>
                </a:cubicBezTo>
                <a:cubicBezTo>
                  <a:pt x="84714" y="24498"/>
                  <a:pt x="79693" y="21645"/>
                  <a:pt x="72489" y="19796"/>
                </a:cubicBezTo>
                <a:lnTo>
                  <a:pt x="74784" y="2965"/>
                </a:lnTo>
                <a:cubicBezTo>
                  <a:pt x="82010" y="4495"/>
                  <a:pt x="87846" y="7013"/>
                  <a:pt x="92291" y="10520"/>
                </a:cubicBezTo>
                <a:cubicBezTo>
                  <a:pt x="96736" y="14026"/>
                  <a:pt x="100156" y="19094"/>
                  <a:pt x="102553" y="25725"/>
                </a:cubicBezTo>
                <a:cubicBezTo>
                  <a:pt x="104952" y="32355"/>
                  <a:pt x="106151" y="40038"/>
                  <a:pt x="106151" y="48772"/>
                </a:cubicBezTo>
                <a:cubicBezTo>
                  <a:pt x="106151" y="57443"/>
                  <a:pt x="105131" y="64488"/>
                  <a:pt x="103091" y="69907"/>
                </a:cubicBezTo>
                <a:cubicBezTo>
                  <a:pt x="101051" y="75326"/>
                  <a:pt x="98485" y="79311"/>
                  <a:pt x="95393" y="81861"/>
                </a:cubicBezTo>
                <a:cubicBezTo>
                  <a:pt x="92301" y="84411"/>
                  <a:pt x="88396" y="86196"/>
                  <a:pt x="83678" y="87216"/>
                </a:cubicBezTo>
                <a:cubicBezTo>
                  <a:pt x="80745" y="87790"/>
                  <a:pt x="75454" y="88077"/>
                  <a:pt x="67803" y="88077"/>
                </a:cubicBezTo>
                <a:lnTo>
                  <a:pt x="44851" y="88077"/>
                </a:lnTo>
                <a:cubicBezTo>
                  <a:pt x="28849" y="88077"/>
                  <a:pt x="18728" y="88444"/>
                  <a:pt x="14488" y="89177"/>
                </a:cubicBezTo>
                <a:cubicBezTo>
                  <a:pt x="10249" y="89910"/>
                  <a:pt x="6184" y="91360"/>
                  <a:pt x="2295" y="93528"/>
                </a:cubicBezTo>
                <a:lnTo>
                  <a:pt x="2295" y="75549"/>
                </a:lnTo>
                <a:cubicBezTo>
                  <a:pt x="5869" y="73764"/>
                  <a:pt x="10049" y="72616"/>
                  <a:pt x="14835" y="72106"/>
                </a:cubicBezTo>
                <a:moveTo>
                  <a:pt x="53363" y="70672"/>
                </a:moveTo>
                <a:cubicBezTo>
                  <a:pt x="50790" y="64424"/>
                  <a:pt x="48605" y="55052"/>
                  <a:pt x="46806" y="42556"/>
                </a:cubicBezTo>
                <a:cubicBezTo>
                  <a:pt x="45782" y="35479"/>
                  <a:pt x="44629" y="30475"/>
                  <a:pt x="43348" y="27542"/>
                </a:cubicBezTo>
                <a:cubicBezTo>
                  <a:pt x="42069" y="24609"/>
                  <a:pt x="40196" y="22346"/>
                  <a:pt x="37730" y="20752"/>
                </a:cubicBezTo>
                <a:cubicBezTo>
                  <a:pt x="35265" y="19158"/>
                  <a:pt x="32529" y="18361"/>
                  <a:pt x="29520" y="18361"/>
                </a:cubicBezTo>
                <a:cubicBezTo>
                  <a:pt x="24912" y="18361"/>
                  <a:pt x="21071" y="20099"/>
                  <a:pt x="17997" y="23573"/>
                </a:cubicBezTo>
                <a:cubicBezTo>
                  <a:pt x="14925" y="27048"/>
                  <a:pt x="13388" y="32132"/>
                  <a:pt x="13388" y="38827"/>
                </a:cubicBezTo>
                <a:cubicBezTo>
                  <a:pt x="13388" y="45457"/>
                  <a:pt x="14846" y="51354"/>
                  <a:pt x="17761" y="56518"/>
                </a:cubicBezTo>
                <a:cubicBezTo>
                  <a:pt x="20675" y="61683"/>
                  <a:pt x="24663" y="65476"/>
                  <a:pt x="29724" y="67899"/>
                </a:cubicBezTo>
                <a:cubicBezTo>
                  <a:pt x="33633" y="69748"/>
                  <a:pt x="39398" y="70672"/>
                  <a:pt x="47021" y="70672"/>
                </a:cubicBezTo>
                <a:lnTo>
                  <a:pt x="53363" y="70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l">
            <a:extLst xmlns:a="http://schemas.openxmlformats.org/drawingml/2006/main">
              <a:ext uri="{FF2B5EF4-FFF2-40B4-BE49-F238E27FC236}">
                <a16:creationId xmlns:a16="http://schemas.microsoft.com/office/drawing/2014/main" id="{E1055931-EE19-4ECC-B815-66AC9730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4220092"/>
            <a:ext cx="140196" cy="17214"/>
          </a:xfrm>
          <a:custGeom xmlns:a="http://schemas.openxmlformats.org/drawingml/2006/main">
            <a:pathLst>
              <a:path w="140196" h="17214">
                <a:moveTo>
                  <a:pt x="0" y="0"/>
                </a:moveTo>
                <a:lnTo>
                  <a:pt x="140196" y="0"/>
                </a:lnTo>
                <a:lnTo>
                  <a:pt x="140196" y="17214"/>
                </a:ln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u">
            <a:extLst xmlns:a="http://schemas.openxmlformats.org/drawingml/2006/main">
              <a:ext uri="{FF2B5EF4-FFF2-40B4-BE49-F238E27FC236}">
                <a16:creationId xmlns:a16="http://schemas.microsoft.com/office/drawing/2014/main" id="{89978CDD-EECB-4C6B-92FE-C4795F4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4263572"/>
            <a:ext cx="103856" cy="82339"/>
          </a:xfrm>
          <a:custGeom xmlns:a="http://schemas.openxmlformats.org/drawingml/2006/main">
            <a:pathLst>
              <a:path w="103856" h="82339">
                <a:moveTo>
                  <a:pt x="2295" y="66942"/>
                </a:moveTo>
                <a:lnTo>
                  <a:pt x="17214" y="66942"/>
                </a:lnTo>
                <a:cubicBezTo>
                  <a:pt x="5738" y="59037"/>
                  <a:pt x="0" y="48294"/>
                  <a:pt x="0" y="34714"/>
                </a:cubicBezTo>
                <a:cubicBezTo>
                  <a:pt x="0" y="28721"/>
                  <a:pt x="1148" y="23127"/>
                  <a:pt x="3443" y="17931"/>
                </a:cubicBezTo>
                <a:cubicBezTo>
                  <a:pt x="5738" y="12735"/>
                  <a:pt x="8623" y="8878"/>
                  <a:pt x="12097" y="6360"/>
                </a:cubicBezTo>
                <a:cubicBezTo>
                  <a:pt x="15572" y="3841"/>
                  <a:pt x="19828" y="2072"/>
                  <a:pt x="24864" y="1052"/>
                </a:cubicBezTo>
                <a:cubicBezTo>
                  <a:pt x="28243" y="351"/>
                  <a:pt x="33599" y="0"/>
                  <a:pt x="40930" y="0"/>
                </a:cubicBezTo>
                <a:lnTo>
                  <a:pt x="103856" y="0"/>
                </a:lnTo>
                <a:lnTo>
                  <a:pt x="103856" y="17214"/>
                </a:lnTo>
                <a:lnTo>
                  <a:pt x="47529" y="17214"/>
                </a:lnTo>
                <a:cubicBezTo>
                  <a:pt x="38540" y="17214"/>
                  <a:pt x="32483" y="17564"/>
                  <a:pt x="29359" y="18266"/>
                </a:cubicBezTo>
                <a:cubicBezTo>
                  <a:pt x="24832" y="19350"/>
                  <a:pt x="21278" y="21645"/>
                  <a:pt x="18696" y="25151"/>
                </a:cubicBezTo>
                <a:cubicBezTo>
                  <a:pt x="16114" y="28658"/>
                  <a:pt x="14823" y="32993"/>
                  <a:pt x="14823" y="38157"/>
                </a:cubicBezTo>
                <a:cubicBezTo>
                  <a:pt x="14823" y="43321"/>
                  <a:pt x="16146" y="48167"/>
                  <a:pt x="18792" y="52693"/>
                </a:cubicBezTo>
                <a:cubicBezTo>
                  <a:pt x="21437" y="57220"/>
                  <a:pt x="25040" y="60423"/>
                  <a:pt x="29598" y="62304"/>
                </a:cubicBezTo>
                <a:cubicBezTo>
                  <a:pt x="34157" y="64185"/>
                  <a:pt x="40771" y="65125"/>
                  <a:pt x="49442" y="65125"/>
                </a:cubicBezTo>
                <a:lnTo>
                  <a:pt x="103856" y="65125"/>
                </a:lnTo>
                <a:lnTo>
                  <a:pt x="103856" y="82339"/>
                </a:lnTo>
                <a:lnTo>
                  <a:pt x="2295" y="82339"/>
                </a:lnTo>
                <a:lnTo>
                  <a:pt x="2295" y="669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a">
            <a:extLst xmlns:a="http://schemas.openxmlformats.org/drawingml/2006/main">
              <a:ext uri="{FF2B5EF4-FFF2-40B4-BE49-F238E27FC236}">
                <a16:creationId xmlns:a16="http://schemas.microsoft.com/office/drawing/2014/main" id="{69F18B6F-73A1-43CC-91D9-CE9B6E6C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4367015"/>
            <a:ext cx="106151" cy="93528"/>
          </a:xfrm>
          <a:custGeom xmlns:a="http://schemas.openxmlformats.org/drawingml/2006/main">
            <a:pathLst>
              <a:path w="106151" h="93528">
                <a:moveTo>
                  <a:pt x="14835" y="72106"/>
                </a:moveTo>
                <a:cubicBezTo>
                  <a:pt x="9412" y="65731"/>
                  <a:pt x="5584" y="59595"/>
                  <a:pt x="3350" y="53697"/>
                </a:cubicBezTo>
                <a:cubicBezTo>
                  <a:pt x="1117" y="47800"/>
                  <a:pt x="0" y="41472"/>
                  <a:pt x="0" y="34714"/>
                </a:cubicBezTo>
                <a:cubicBezTo>
                  <a:pt x="0" y="23557"/>
                  <a:pt x="2728" y="14982"/>
                  <a:pt x="8183" y="8989"/>
                </a:cubicBezTo>
                <a:cubicBezTo>
                  <a:pt x="13638" y="2996"/>
                  <a:pt x="20608" y="0"/>
                  <a:pt x="29093" y="0"/>
                </a:cubicBezTo>
                <a:cubicBezTo>
                  <a:pt x="34068" y="0"/>
                  <a:pt x="38612" y="1132"/>
                  <a:pt x="42727" y="3395"/>
                </a:cubicBezTo>
                <a:cubicBezTo>
                  <a:pt x="46843" y="5658"/>
                  <a:pt x="50145" y="8623"/>
                  <a:pt x="52633" y="12289"/>
                </a:cubicBezTo>
                <a:cubicBezTo>
                  <a:pt x="55122" y="15955"/>
                  <a:pt x="57004" y="20083"/>
                  <a:pt x="58279" y="24673"/>
                </a:cubicBezTo>
                <a:cubicBezTo>
                  <a:pt x="59173" y="28052"/>
                  <a:pt x="60035" y="33152"/>
                  <a:pt x="60864" y="39974"/>
                </a:cubicBezTo>
                <a:cubicBezTo>
                  <a:pt x="62509" y="53873"/>
                  <a:pt x="64472" y="64105"/>
                  <a:pt x="66751" y="70672"/>
                </a:cubicBezTo>
                <a:cubicBezTo>
                  <a:pt x="69100" y="70736"/>
                  <a:pt x="70592" y="70768"/>
                  <a:pt x="71228" y="70768"/>
                </a:cubicBezTo>
                <a:cubicBezTo>
                  <a:pt x="78215" y="70768"/>
                  <a:pt x="83137" y="69142"/>
                  <a:pt x="85994" y="65890"/>
                </a:cubicBezTo>
                <a:cubicBezTo>
                  <a:pt x="89869" y="61491"/>
                  <a:pt x="91807" y="54956"/>
                  <a:pt x="91807" y="46286"/>
                </a:cubicBezTo>
                <a:cubicBezTo>
                  <a:pt x="91807" y="38189"/>
                  <a:pt x="90388" y="32212"/>
                  <a:pt x="87551" y="28355"/>
                </a:cubicBezTo>
                <a:cubicBezTo>
                  <a:pt x="84714" y="24498"/>
                  <a:pt x="79693" y="21645"/>
                  <a:pt x="72489" y="19796"/>
                </a:cubicBezTo>
                <a:lnTo>
                  <a:pt x="74784" y="2965"/>
                </a:lnTo>
                <a:cubicBezTo>
                  <a:pt x="82010" y="4495"/>
                  <a:pt x="87846" y="7013"/>
                  <a:pt x="92291" y="10520"/>
                </a:cubicBezTo>
                <a:cubicBezTo>
                  <a:pt x="96736" y="14026"/>
                  <a:pt x="100156" y="19094"/>
                  <a:pt x="102553" y="25725"/>
                </a:cubicBezTo>
                <a:cubicBezTo>
                  <a:pt x="104952" y="32355"/>
                  <a:pt x="106151" y="40038"/>
                  <a:pt x="106151" y="48772"/>
                </a:cubicBezTo>
                <a:cubicBezTo>
                  <a:pt x="106151" y="57443"/>
                  <a:pt x="105131" y="64488"/>
                  <a:pt x="103091" y="69907"/>
                </a:cubicBezTo>
                <a:cubicBezTo>
                  <a:pt x="101051" y="75326"/>
                  <a:pt x="98485" y="79311"/>
                  <a:pt x="95393" y="81861"/>
                </a:cubicBezTo>
                <a:cubicBezTo>
                  <a:pt x="92301" y="84411"/>
                  <a:pt x="88396" y="86196"/>
                  <a:pt x="83678" y="87216"/>
                </a:cubicBezTo>
                <a:cubicBezTo>
                  <a:pt x="80745" y="87790"/>
                  <a:pt x="75454" y="88077"/>
                  <a:pt x="67803" y="88077"/>
                </a:cubicBezTo>
                <a:lnTo>
                  <a:pt x="44851" y="88077"/>
                </a:lnTo>
                <a:cubicBezTo>
                  <a:pt x="28849" y="88077"/>
                  <a:pt x="18728" y="88444"/>
                  <a:pt x="14488" y="89177"/>
                </a:cubicBezTo>
                <a:cubicBezTo>
                  <a:pt x="10249" y="89910"/>
                  <a:pt x="6184" y="91360"/>
                  <a:pt x="2295" y="93528"/>
                </a:cubicBezTo>
                <a:lnTo>
                  <a:pt x="2295" y="75549"/>
                </a:lnTo>
                <a:cubicBezTo>
                  <a:pt x="5869" y="73764"/>
                  <a:pt x="10049" y="72616"/>
                  <a:pt x="14835" y="72106"/>
                </a:cubicBezTo>
                <a:moveTo>
                  <a:pt x="53363" y="70672"/>
                </a:moveTo>
                <a:cubicBezTo>
                  <a:pt x="50790" y="64424"/>
                  <a:pt x="48605" y="55052"/>
                  <a:pt x="46806" y="42556"/>
                </a:cubicBezTo>
                <a:cubicBezTo>
                  <a:pt x="45782" y="35479"/>
                  <a:pt x="44629" y="30475"/>
                  <a:pt x="43348" y="27542"/>
                </a:cubicBezTo>
                <a:cubicBezTo>
                  <a:pt x="42069" y="24609"/>
                  <a:pt x="40196" y="22346"/>
                  <a:pt x="37730" y="20752"/>
                </a:cubicBezTo>
                <a:cubicBezTo>
                  <a:pt x="35265" y="19158"/>
                  <a:pt x="32529" y="18361"/>
                  <a:pt x="29520" y="18361"/>
                </a:cubicBezTo>
                <a:cubicBezTo>
                  <a:pt x="24912" y="18361"/>
                  <a:pt x="21071" y="20099"/>
                  <a:pt x="17997" y="23573"/>
                </a:cubicBezTo>
                <a:cubicBezTo>
                  <a:pt x="14925" y="27048"/>
                  <a:pt x="13388" y="32132"/>
                  <a:pt x="13388" y="38827"/>
                </a:cubicBezTo>
                <a:cubicBezTo>
                  <a:pt x="13388" y="45457"/>
                  <a:pt x="14846" y="51354"/>
                  <a:pt x="17761" y="56518"/>
                </a:cubicBezTo>
                <a:cubicBezTo>
                  <a:pt x="20675" y="61683"/>
                  <a:pt x="24663" y="65476"/>
                  <a:pt x="29724" y="67899"/>
                </a:cubicBezTo>
                <a:cubicBezTo>
                  <a:pt x="33633" y="69748"/>
                  <a:pt x="39398" y="70672"/>
                  <a:pt x="47021" y="70672"/>
                </a:cubicBezTo>
                <a:lnTo>
                  <a:pt x="53363" y="706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t">
            <a:extLst xmlns:a="http://schemas.openxmlformats.org/drawingml/2006/main">
              <a:ext uri="{FF2B5EF4-FFF2-40B4-BE49-F238E27FC236}">
                <a16:creationId xmlns:a16="http://schemas.microsoft.com/office/drawing/2014/main" id="{87AAED22-44F4-4267-BC4D-9B01224B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93" y="4472277"/>
            <a:ext cx="138475" cy="49537"/>
          </a:xfrm>
          <a:custGeom xmlns:a="http://schemas.openxmlformats.org/drawingml/2006/main">
            <a:pathLst>
              <a:path w="138475" h="49537">
                <a:moveTo>
                  <a:pt x="16544" y="47051"/>
                </a:moveTo>
                <a:lnTo>
                  <a:pt x="1339" y="49537"/>
                </a:lnTo>
                <a:cubicBezTo>
                  <a:pt x="446" y="44692"/>
                  <a:pt x="0" y="40357"/>
                  <a:pt x="0" y="36531"/>
                </a:cubicBezTo>
                <a:cubicBezTo>
                  <a:pt x="0" y="30283"/>
                  <a:pt x="988" y="25438"/>
                  <a:pt x="2965" y="21995"/>
                </a:cubicBezTo>
                <a:cubicBezTo>
                  <a:pt x="4941" y="18553"/>
                  <a:pt x="7539" y="16130"/>
                  <a:pt x="10759" y="14727"/>
                </a:cubicBezTo>
                <a:cubicBezTo>
                  <a:pt x="13978" y="13325"/>
                  <a:pt x="20752" y="12623"/>
                  <a:pt x="31080" y="12623"/>
                </a:cubicBezTo>
                <a:lnTo>
                  <a:pt x="89511" y="12623"/>
                </a:lnTo>
                <a:lnTo>
                  <a:pt x="89511" y="0"/>
                </a:lnTo>
                <a:lnTo>
                  <a:pt x="102900" y="0"/>
                </a:lnTo>
                <a:lnTo>
                  <a:pt x="102900" y="12623"/>
                </a:lnTo>
                <a:lnTo>
                  <a:pt x="128120" y="12623"/>
                </a:lnTo>
                <a:lnTo>
                  <a:pt x="138475" y="29742"/>
                </a:lnTo>
                <a:lnTo>
                  <a:pt x="102900" y="29742"/>
                </a:lnTo>
                <a:lnTo>
                  <a:pt x="102900" y="47051"/>
                </a:lnTo>
                <a:lnTo>
                  <a:pt x="89511" y="47051"/>
                </a:lnTo>
                <a:lnTo>
                  <a:pt x="89511" y="29742"/>
                </a:lnTo>
                <a:lnTo>
                  <a:pt x="30124" y="29742"/>
                </a:lnTo>
                <a:cubicBezTo>
                  <a:pt x="25215" y="29742"/>
                  <a:pt x="22059" y="30044"/>
                  <a:pt x="20656" y="30650"/>
                </a:cubicBezTo>
                <a:cubicBezTo>
                  <a:pt x="19254" y="31256"/>
                  <a:pt x="18138" y="32244"/>
                  <a:pt x="17309" y="33615"/>
                </a:cubicBezTo>
                <a:cubicBezTo>
                  <a:pt x="16481" y="34985"/>
                  <a:pt x="16066" y="36946"/>
                  <a:pt x="16066" y="39496"/>
                </a:cubicBezTo>
                <a:cubicBezTo>
                  <a:pt x="16066" y="41409"/>
                  <a:pt x="16226" y="43927"/>
                  <a:pt x="16544" y="470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i">
            <a:extLst xmlns:a="http://schemas.openxmlformats.org/drawingml/2006/main">
              <a:ext uri="{FF2B5EF4-FFF2-40B4-BE49-F238E27FC236}">
                <a16:creationId xmlns:a16="http://schemas.microsoft.com/office/drawing/2014/main" id="{AA0B51C1-6C85-4BB2-8B28-1754EB4A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4536287"/>
            <a:ext cx="140196" cy="17214"/>
          </a:xfrm>
          <a:custGeom xmlns:a="http://schemas.openxmlformats.org/drawingml/2006/main">
            <a:pathLst>
              <a:path w="140196" h="17214">
                <a:moveTo>
                  <a:pt x="120305" y="0"/>
                </a:moveTo>
                <a:lnTo>
                  <a:pt x="140196" y="0"/>
                </a:lnTo>
                <a:lnTo>
                  <a:pt x="140196" y="17214"/>
                </a:lnTo>
                <a:lnTo>
                  <a:pt x="120305" y="17214"/>
                </a:lnTo>
                <a:lnTo>
                  <a:pt x="120305" y="0"/>
                </a:lnTo>
                <a:moveTo>
                  <a:pt x="0" y="0"/>
                </a:moveTo>
                <a:lnTo>
                  <a:pt x="101561" y="0"/>
                </a:lnTo>
                <a:lnTo>
                  <a:pt x="101561" y="17214"/>
                </a:ln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o">
            <a:extLst xmlns:a="http://schemas.openxmlformats.org/drawingml/2006/main">
              <a:ext uri="{FF2B5EF4-FFF2-40B4-BE49-F238E27FC236}">
                <a16:creationId xmlns:a16="http://schemas.microsoft.com/office/drawing/2014/main" id="{550C4974-DD26-4EA7-B2FA-C8EBB404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4573264"/>
            <a:ext cx="106151" cy="95154"/>
          </a:xfrm>
          <a:custGeom xmlns:a="http://schemas.openxmlformats.org/drawingml/2006/main">
            <a:pathLst>
              <a:path w="106151" h="95154">
                <a:moveTo>
                  <a:pt x="53076" y="0"/>
                </a:moveTo>
                <a:cubicBezTo>
                  <a:pt x="71883" y="0"/>
                  <a:pt x="85814" y="5228"/>
                  <a:pt x="94867" y="15684"/>
                </a:cubicBezTo>
                <a:cubicBezTo>
                  <a:pt x="102390" y="24418"/>
                  <a:pt x="106151" y="35065"/>
                  <a:pt x="106151" y="47625"/>
                </a:cubicBezTo>
                <a:cubicBezTo>
                  <a:pt x="106151" y="61587"/>
                  <a:pt x="101577" y="72999"/>
                  <a:pt x="92428" y="81861"/>
                </a:cubicBezTo>
                <a:cubicBezTo>
                  <a:pt x="83279" y="90723"/>
                  <a:pt x="70640" y="95154"/>
                  <a:pt x="54510" y="95154"/>
                </a:cubicBezTo>
                <a:cubicBezTo>
                  <a:pt x="41440" y="95154"/>
                  <a:pt x="31160" y="93193"/>
                  <a:pt x="23669" y="89272"/>
                </a:cubicBezTo>
                <a:cubicBezTo>
                  <a:pt x="16178" y="85351"/>
                  <a:pt x="10360" y="79645"/>
                  <a:pt x="6216" y="72154"/>
                </a:cubicBezTo>
                <a:cubicBezTo>
                  <a:pt x="2072" y="64663"/>
                  <a:pt x="0" y="56487"/>
                  <a:pt x="0" y="47625"/>
                </a:cubicBezTo>
                <a:cubicBezTo>
                  <a:pt x="0" y="33407"/>
                  <a:pt x="4558" y="21916"/>
                  <a:pt x="13675" y="13149"/>
                </a:cubicBezTo>
                <a:cubicBezTo>
                  <a:pt x="22792" y="4383"/>
                  <a:pt x="35926" y="0"/>
                  <a:pt x="53076" y="0"/>
                </a:cubicBezTo>
                <a:moveTo>
                  <a:pt x="53124" y="17692"/>
                </a:moveTo>
                <a:cubicBezTo>
                  <a:pt x="40165" y="17692"/>
                  <a:pt x="30463" y="20529"/>
                  <a:pt x="24016" y="26203"/>
                </a:cubicBezTo>
                <a:cubicBezTo>
                  <a:pt x="17568" y="31877"/>
                  <a:pt x="14345" y="39018"/>
                  <a:pt x="14345" y="47625"/>
                </a:cubicBezTo>
                <a:cubicBezTo>
                  <a:pt x="14345" y="56168"/>
                  <a:pt x="17584" y="63276"/>
                  <a:pt x="24063" y="68951"/>
                </a:cubicBezTo>
                <a:cubicBezTo>
                  <a:pt x="30542" y="74625"/>
                  <a:pt x="40419" y="77462"/>
                  <a:pt x="53694" y="77462"/>
                </a:cubicBezTo>
                <a:cubicBezTo>
                  <a:pt x="66208" y="77462"/>
                  <a:pt x="75689" y="74609"/>
                  <a:pt x="82136" y="68903"/>
                </a:cubicBezTo>
                <a:cubicBezTo>
                  <a:pt x="88583" y="63197"/>
                  <a:pt x="91807" y="56104"/>
                  <a:pt x="91807" y="47625"/>
                </a:cubicBezTo>
                <a:cubicBezTo>
                  <a:pt x="91807" y="39018"/>
                  <a:pt x="88599" y="31877"/>
                  <a:pt x="82184" y="26203"/>
                </a:cubicBezTo>
                <a:cubicBezTo>
                  <a:pt x="75768" y="20529"/>
                  <a:pt x="66082" y="17692"/>
                  <a:pt x="53124" y="176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n">
            <a:extLst xmlns:a="http://schemas.openxmlformats.org/drawingml/2006/main">
              <a:ext uri="{FF2B5EF4-FFF2-40B4-BE49-F238E27FC236}">
                <a16:creationId xmlns:a16="http://schemas.microsoft.com/office/drawing/2014/main" id="{E62297F2-D22D-478D-8013-EEB819ED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4688566"/>
            <a:ext cx="103856" cy="82530"/>
          </a:xfrm>
          <a:custGeom xmlns:a="http://schemas.openxmlformats.org/drawingml/2006/main">
            <a:pathLst>
              <a:path w="103856" h="82530">
                <a:moveTo>
                  <a:pt x="0" y="0"/>
                </a:moveTo>
                <a:lnTo>
                  <a:pt x="101561" y="0"/>
                </a:lnTo>
                <a:lnTo>
                  <a:pt x="101561" y="15492"/>
                </a:lnTo>
                <a:lnTo>
                  <a:pt x="87216" y="15492"/>
                </a:lnTo>
                <a:cubicBezTo>
                  <a:pt x="98310" y="22952"/>
                  <a:pt x="103856" y="33726"/>
                  <a:pt x="103856" y="47816"/>
                </a:cubicBezTo>
                <a:cubicBezTo>
                  <a:pt x="103856" y="53936"/>
                  <a:pt x="102756" y="59563"/>
                  <a:pt x="100557" y="64695"/>
                </a:cubicBezTo>
                <a:cubicBezTo>
                  <a:pt x="98357" y="69827"/>
                  <a:pt x="95472" y="73668"/>
                  <a:pt x="91902" y="76219"/>
                </a:cubicBezTo>
                <a:cubicBezTo>
                  <a:pt x="88332" y="78769"/>
                  <a:pt x="84092" y="80554"/>
                  <a:pt x="79183" y="81574"/>
                </a:cubicBezTo>
                <a:cubicBezTo>
                  <a:pt x="75995" y="82212"/>
                  <a:pt x="70417" y="82530"/>
                  <a:pt x="62448" y="82530"/>
                </a:cubicBezTo>
                <a:lnTo>
                  <a:pt x="0" y="82530"/>
                </a:lnTo>
                <a:lnTo>
                  <a:pt x="0" y="65317"/>
                </a:lnTo>
                <a:lnTo>
                  <a:pt x="61844" y="65317"/>
                </a:lnTo>
                <a:cubicBezTo>
                  <a:pt x="68865" y="65317"/>
                  <a:pt x="74115" y="64647"/>
                  <a:pt x="77593" y="63308"/>
                </a:cubicBezTo>
                <a:cubicBezTo>
                  <a:pt x="81072" y="61969"/>
                  <a:pt x="83848" y="59595"/>
                  <a:pt x="85922" y="56184"/>
                </a:cubicBezTo>
                <a:cubicBezTo>
                  <a:pt x="87996" y="52773"/>
                  <a:pt x="89033" y="48772"/>
                  <a:pt x="89033" y="44182"/>
                </a:cubicBezTo>
                <a:cubicBezTo>
                  <a:pt x="89033" y="36850"/>
                  <a:pt x="86703" y="30523"/>
                  <a:pt x="82043" y="25199"/>
                </a:cubicBezTo>
                <a:cubicBezTo>
                  <a:pt x="77385" y="19875"/>
                  <a:pt x="68546" y="17214"/>
                  <a:pt x="55526" y="17214"/>
                </a:cubicBezTo>
                <a:lnTo>
                  <a:pt x="0" y="17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T">
            <a:extLst xmlns:a="http://schemas.openxmlformats.org/drawingml/2006/main">
              <a:ext uri="{FF2B5EF4-FFF2-40B4-BE49-F238E27FC236}">
                <a16:creationId xmlns:a16="http://schemas.microsoft.com/office/drawing/2014/main" id="{AC374606-C1E3-4CAA-89DD-EBE55532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5531" y="4840326"/>
            <a:ext cx="140196" cy="111124"/>
          </a:xfrm>
          <a:custGeom xmlns:a="http://schemas.openxmlformats.org/drawingml/2006/main">
            <a:pathLst>
              <a:path w="140196" h="111124">
                <a:moveTo>
                  <a:pt x="0" y="46190"/>
                </a:moveTo>
                <a:lnTo>
                  <a:pt x="123652" y="46190"/>
                </a:lnTo>
                <a:lnTo>
                  <a:pt x="123652" y="0"/>
                </a:lnTo>
                <a:lnTo>
                  <a:pt x="140196" y="0"/>
                </a:lnTo>
                <a:lnTo>
                  <a:pt x="140196" y="111124"/>
                </a:lnTo>
                <a:lnTo>
                  <a:pt x="123652" y="111124"/>
                </a:lnTo>
                <a:lnTo>
                  <a:pt x="123652" y="64743"/>
                </a:lnTo>
                <a:lnTo>
                  <a:pt x="0" y="64743"/>
                </a:lnTo>
                <a:lnTo>
                  <a:pt x="0" y="461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e">
            <a:extLst xmlns:a="http://schemas.openxmlformats.org/drawingml/2006/main">
              <a:ext uri="{FF2B5EF4-FFF2-40B4-BE49-F238E27FC236}">
                <a16:creationId xmlns:a16="http://schemas.microsoft.com/office/drawing/2014/main" id="{EF34A6A2-DEEB-4EE8-B958-2887F274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4940835"/>
            <a:ext cx="106151" cy="93624"/>
          </a:xfrm>
          <a:custGeom xmlns:a="http://schemas.openxmlformats.org/drawingml/2006/main">
            <a:pathLst>
              <a:path w="106151" h="93624">
                <a:moveTo>
                  <a:pt x="35001" y="75262"/>
                </a:moveTo>
                <a:lnTo>
                  <a:pt x="32802" y="93050"/>
                </a:lnTo>
                <a:cubicBezTo>
                  <a:pt x="22410" y="90245"/>
                  <a:pt x="14345" y="85049"/>
                  <a:pt x="8607" y="77462"/>
                </a:cubicBezTo>
                <a:cubicBezTo>
                  <a:pt x="2869" y="69875"/>
                  <a:pt x="0" y="60184"/>
                  <a:pt x="0" y="48390"/>
                </a:cubicBezTo>
                <a:cubicBezTo>
                  <a:pt x="0" y="33535"/>
                  <a:pt x="4574" y="21756"/>
                  <a:pt x="13723" y="13054"/>
                </a:cubicBezTo>
                <a:cubicBezTo>
                  <a:pt x="22872" y="4351"/>
                  <a:pt x="35703" y="0"/>
                  <a:pt x="52215" y="0"/>
                </a:cubicBezTo>
                <a:cubicBezTo>
                  <a:pt x="69301" y="0"/>
                  <a:pt x="82562" y="4399"/>
                  <a:pt x="91998" y="13197"/>
                </a:cubicBezTo>
                <a:cubicBezTo>
                  <a:pt x="101434" y="21995"/>
                  <a:pt x="106151" y="33407"/>
                  <a:pt x="106151" y="47433"/>
                </a:cubicBezTo>
                <a:cubicBezTo>
                  <a:pt x="106151" y="61013"/>
                  <a:pt x="101536" y="72106"/>
                  <a:pt x="92306" y="80713"/>
                </a:cubicBezTo>
                <a:cubicBezTo>
                  <a:pt x="83077" y="89320"/>
                  <a:pt x="70093" y="93624"/>
                  <a:pt x="53354" y="93624"/>
                </a:cubicBezTo>
                <a:cubicBezTo>
                  <a:pt x="52336" y="93624"/>
                  <a:pt x="50808" y="93592"/>
                  <a:pt x="48772" y="93528"/>
                </a:cubicBezTo>
                <a:lnTo>
                  <a:pt x="48772" y="17788"/>
                </a:lnTo>
                <a:cubicBezTo>
                  <a:pt x="37647" y="18425"/>
                  <a:pt x="29128" y="21581"/>
                  <a:pt x="23215" y="27255"/>
                </a:cubicBezTo>
                <a:cubicBezTo>
                  <a:pt x="17301" y="32929"/>
                  <a:pt x="14345" y="40006"/>
                  <a:pt x="14345" y="48485"/>
                </a:cubicBezTo>
                <a:cubicBezTo>
                  <a:pt x="14345" y="54797"/>
                  <a:pt x="15986" y="60184"/>
                  <a:pt x="19270" y="64647"/>
                </a:cubicBezTo>
                <a:cubicBezTo>
                  <a:pt x="22555" y="69110"/>
                  <a:pt x="27799" y="72648"/>
                  <a:pt x="35001" y="75262"/>
                </a:cubicBezTo>
                <a:moveTo>
                  <a:pt x="63117" y="18744"/>
                </a:moveTo>
                <a:lnTo>
                  <a:pt x="63117" y="75454"/>
                </a:lnTo>
                <a:cubicBezTo>
                  <a:pt x="71521" y="74689"/>
                  <a:pt x="77823" y="72521"/>
                  <a:pt x="82025" y="68951"/>
                </a:cubicBezTo>
                <a:cubicBezTo>
                  <a:pt x="88546" y="63468"/>
                  <a:pt x="91807" y="56359"/>
                  <a:pt x="91807" y="47625"/>
                </a:cubicBezTo>
                <a:cubicBezTo>
                  <a:pt x="91807" y="39719"/>
                  <a:pt x="89204" y="33073"/>
                  <a:pt x="83998" y="27685"/>
                </a:cubicBezTo>
                <a:cubicBezTo>
                  <a:pt x="78794" y="22298"/>
                  <a:pt x="71833" y="19318"/>
                  <a:pt x="63117" y="187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s">
            <a:extLst xmlns:a="http://schemas.openxmlformats.org/drawingml/2006/main">
              <a:ext uri="{FF2B5EF4-FFF2-40B4-BE49-F238E27FC236}">
                <a16:creationId xmlns:a16="http://schemas.microsoft.com/office/drawing/2014/main" id="{513FCF11-3465-416A-A021-1E6A343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5048582"/>
            <a:ext cx="106151" cy="84347"/>
          </a:xfrm>
          <a:custGeom xmlns:a="http://schemas.openxmlformats.org/drawingml/2006/main">
            <a:pathLst>
              <a:path w="106151" h="84347">
                <a:moveTo>
                  <a:pt x="32706" y="0"/>
                </a:moveTo>
                <a:lnTo>
                  <a:pt x="35384" y="17022"/>
                </a:lnTo>
                <a:cubicBezTo>
                  <a:pt x="28592" y="17979"/>
                  <a:pt x="23387" y="20641"/>
                  <a:pt x="19769" y="25008"/>
                </a:cubicBezTo>
                <a:cubicBezTo>
                  <a:pt x="16153" y="29375"/>
                  <a:pt x="14345" y="35479"/>
                  <a:pt x="14345" y="43321"/>
                </a:cubicBezTo>
                <a:cubicBezTo>
                  <a:pt x="14345" y="51227"/>
                  <a:pt x="15942" y="57092"/>
                  <a:pt x="19135" y="60918"/>
                </a:cubicBezTo>
                <a:cubicBezTo>
                  <a:pt x="22331" y="64743"/>
                  <a:pt x="26079" y="66655"/>
                  <a:pt x="30378" y="66655"/>
                </a:cubicBezTo>
                <a:cubicBezTo>
                  <a:pt x="34237" y="66655"/>
                  <a:pt x="37274" y="64966"/>
                  <a:pt x="39487" y="61587"/>
                </a:cubicBezTo>
                <a:cubicBezTo>
                  <a:pt x="41005" y="59228"/>
                  <a:pt x="42935" y="53363"/>
                  <a:pt x="45276" y="43991"/>
                </a:cubicBezTo>
                <a:cubicBezTo>
                  <a:pt x="48465" y="31367"/>
                  <a:pt x="51225" y="22617"/>
                  <a:pt x="53554" y="17740"/>
                </a:cubicBezTo>
                <a:cubicBezTo>
                  <a:pt x="55883" y="12862"/>
                  <a:pt x="59105" y="9165"/>
                  <a:pt x="63222" y="6646"/>
                </a:cubicBezTo>
                <a:cubicBezTo>
                  <a:pt x="67338" y="4128"/>
                  <a:pt x="71884" y="2869"/>
                  <a:pt x="76861" y="2869"/>
                </a:cubicBezTo>
                <a:cubicBezTo>
                  <a:pt x="81392" y="2869"/>
                  <a:pt x="85588" y="3905"/>
                  <a:pt x="89449" y="5977"/>
                </a:cubicBezTo>
                <a:cubicBezTo>
                  <a:pt x="93310" y="8049"/>
                  <a:pt x="96516" y="10870"/>
                  <a:pt x="99069" y="14440"/>
                </a:cubicBezTo>
                <a:cubicBezTo>
                  <a:pt x="101047" y="17118"/>
                  <a:pt x="102722" y="20768"/>
                  <a:pt x="104092" y="25390"/>
                </a:cubicBezTo>
                <a:cubicBezTo>
                  <a:pt x="105465" y="30012"/>
                  <a:pt x="106151" y="34969"/>
                  <a:pt x="106151" y="40261"/>
                </a:cubicBezTo>
                <a:cubicBezTo>
                  <a:pt x="106151" y="48230"/>
                  <a:pt x="104996" y="55227"/>
                  <a:pt x="102685" y="61252"/>
                </a:cubicBezTo>
                <a:cubicBezTo>
                  <a:pt x="100376" y="67277"/>
                  <a:pt x="97247" y="71724"/>
                  <a:pt x="93298" y="74593"/>
                </a:cubicBezTo>
                <a:cubicBezTo>
                  <a:pt x="89351" y="77462"/>
                  <a:pt x="84072" y="79438"/>
                  <a:pt x="77462" y="80522"/>
                </a:cubicBezTo>
                <a:lnTo>
                  <a:pt x="75167" y="63691"/>
                </a:lnTo>
                <a:cubicBezTo>
                  <a:pt x="80395" y="62926"/>
                  <a:pt x="84475" y="60710"/>
                  <a:pt x="87408" y="57044"/>
                </a:cubicBezTo>
                <a:cubicBezTo>
                  <a:pt x="90340" y="53379"/>
                  <a:pt x="91807" y="48198"/>
                  <a:pt x="91807" y="41504"/>
                </a:cubicBezTo>
                <a:cubicBezTo>
                  <a:pt x="91807" y="33599"/>
                  <a:pt x="90506" y="27956"/>
                  <a:pt x="87904" y="24577"/>
                </a:cubicBezTo>
                <a:cubicBezTo>
                  <a:pt x="85304" y="21198"/>
                  <a:pt x="82258" y="19509"/>
                  <a:pt x="78768" y="19509"/>
                </a:cubicBezTo>
                <a:cubicBezTo>
                  <a:pt x="76548" y="19509"/>
                  <a:pt x="74550" y="20210"/>
                  <a:pt x="72773" y="21613"/>
                </a:cubicBezTo>
                <a:cubicBezTo>
                  <a:pt x="70934" y="23015"/>
                  <a:pt x="69412" y="25215"/>
                  <a:pt x="68206" y="28211"/>
                </a:cubicBezTo>
                <a:cubicBezTo>
                  <a:pt x="67571" y="29933"/>
                  <a:pt x="66112" y="35001"/>
                  <a:pt x="63828" y="43417"/>
                </a:cubicBezTo>
                <a:cubicBezTo>
                  <a:pt x="60579" y="55594"/>
                  <a:pt x="57919" y="64089"/>
                  <a:pt x="55849" y="68903"/>
                </a:cubicBezTo>
                <a:cubicBezTo>
                  <a:pt x="53779" y="73716"/>
                  <a:pt x="50769" y="77494"/>
                  <a:pt x="46818" y="80235"/>
                </a:cubicBezTo>
                <a:cubicBezTo>
                  <a:pt x="42869" y="82977"/>
                  <a:pt x="37965" y="84347"/>
                  <a:pt x="32105" y="84347"/>
                </a:cubicBezTo>
                <a:cubicBezTo>
                  <a:pt x="26371" y="84347"/>
                  <a:pt x="20972" y="82674"/>
                  <a:pt x="15908" y="79327"/>
                </a:cubicBezTo>
                <a:cubicBezTo>
                  <a:pt x="10845" y="75980"/>
                  <a:pt x="6928" y="71150"/>
                  <a:pt x="4157" y="64838"/>
                </a:cubicBezTo>
                <a:cubicBezTo>
                  <a:pt x="1386" y="58527"/>
                  <a:pt x="0" y="51386"/>
                  <a:pt x="0" y="43417"/>
                </a:cubicBezTo>
                <a:cubicBezTo>
                  <a:pt x="0" y="30220"/>
                  <a:pt x="2749" y="20162"/>
                  <a:pt x="8248" y="13245"/>
                </a:cubicBezTo>
                <a:cubicBezTo>
                  <a:pt x="13747" y="6328"/>
                  <a:pt x="21900" y="1913"/>
                  <a:pt x="327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t">
            <a:extLst xmlns:a="http://schemas.openxmlformats.org/drawingml/2006/main">
              <a:ext uri="{FF2B5EF4-FFF2-40B4-BE49-F238E27FC236}">
                <a16:creationId xmlns:a16="http://schemas.microsoft.com/office/drawing/2014/main" id="{E6422CA3-9541-4C83-A398-6153B0A7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4193" y="5143927"/>
            <a:ext cx="138475" cy="49537"/>
          </a:xfrm>
          <a:custGeom xmlns:a="http://schemas.openxmlformats.org/drawingml/2006/main">
            <a:pathLst>
              <a:path w="138475" h="49537">
                <a:moveTo>
                  <a:pt x="16544" y="47051"/>
                </a:moveTo>
                <a:lnTo>
                  <a:pt x="1339" y="49537"/>
                </a:lnTo>
                <a:cubicBezTo>
                  <a:pt x="446" y="44692"/>
                  <a:pt x="0" y="40357"/>
                  <a:pt x="0" y="36531"/>
                </a:cubicBezTo>
                <a:cubicBezTo>
                  <a:pt x="0" y="30283"/>
                  <a:pt x="988" y="25438"/>
                  <a:pt x="2965" y="21995"/>
                </a:cubicBezTo>
                <a:cubicBezTo>
                  <a:pt x="4941" y="18553"/>
                  <a:pt x="7539" y="16130"/>
                  <a:pt x="10759" y="14727"/>
                </a:cubicBezTo>
                <a:cubicBezTo>
                  <a:pt x="13978" y="13325"/>
                  <a:pt x="20752" y="12623"/>
                  <a:pt x="31080" y="12623"/>
                </a:cubicBezTo>
                <a:lnTo>
                  <a:pt x="89511" y="12623"/>
                </a:lnTo>
                <a:lnTo>
                  <a:pt x="89511" y="0"/>
                </a:lnTo>
                <a:lnTo>
                  <a:pt x="102900" y="0"/>
                </a:lnTo>
                <a:lnTo>
                  <a:pt x="102900" y="12623"/>
                </a:lnTo>
                <a:lnTo>
                  <a:pt x="128120" y="12623"/>
                </a:lnTo>
                <a:lnTo>
                  <a:pt x="138475" y="29742"/>
                </a:lnTo>
                <a:lnTo>
                  <a:pt x="102900" y="29742"/>
                </a:lnTo>
                <a:lnTo>
                  <a:pt x="102900" y="47051"/>
                </a:lnTo>
                <a:lnTo>
                  <a:pt x="89511" y="47051"/>
                </a:lnTo>
                <a:lnTo>
                  <a:pt x="89511" y="29742"/>
                </a:lnTo>
                <a:lnTo>
                  <a:pt x="30124" y="29742"/>
                </a:lnTo>
                <a:cubicBezTo>
                  <a:pt x="25215" y="29742"/>
                  <a:pt x="22059" y="30044"/>
                  <a:pt x="20656" y="30650"/>
                </a:cubicBezTo>
                <a:cubicBezTo>
                  <a:pt x="19254" y="31256"/>
                  <a:pt x="18138" y="32244"/>
                  <a:pt x="17309" y="33615"/>
                </a:cubicBezTo>
                <a:cubicBezTo>
                  <a:pt x="16481" y="34985"/>
                  <a:pt x="16066" y="36946"/>
                  <a:pt x="16066" y="39496"/>
                </a:cubicBezTo>
                <a:cubicBezTo>
                  <a:pt x="16066" y="41409"/>
                  <a:pt x="16226" y="43927"/>
                  <a:pt x="16544" y="470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s">
            <a:extLst xmlns:a="http://schemas.openxmlformats.org/drawingml/2006/main">
              <a:ext uri="{FF2B5EF4-FFF2-40B4-BE49-F238E27FC236}">
                <a16:creationId xmlns:a16="http://schemas.microsoft.com/office/drawing/2014/main" id="{F3FC6A41-D72C-4CF7-8C68-88298F0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3236" y="5200956"/>
            <a:ext cx="106151" cy="84347"/>
          </a:xfrm>
          <a:custGeom xmlns:a="http://schemas.openxmlformats.org/drawingml/2006/main">
            <a:pathLst>
              <a:path w="106151" h="84347">
                <a:moveTo>
                  <a:pt x="32706" y="0"/>
                </a:moveTo>
                <a:lnTo>
                  <a:pt x="35384" y="17022"/>
                </a:lnTo>
                <a:cubicBezTo>
                  <a:pt x="28592" y="17979"/>
                  <a:pt x="23387" y="20641"/>
                  <a:pt x="19769" y="25008"/>
                </a:cubicBezTo>
                <a:cubicBezTo>
                  <a:pt x="16153" y="29375"/>
                  <a:pt x="14345" y="35479"/>
                  <a:pt x="14345" y="43321"/>
                </a:cubicBezTo>
                <a:cubicBezTo>
                  <a:pt x="14345" y="51227"/>
                  <a:pt x="15942" y="57092"/>
                  <a:pt x="19135" y="60918"/>
                </a:cubicBezTo>
                <a:cubicBezTo>
                  <a:pt x="22331" y="64743"/>
                  <a:pt x="26079" y="66655"/>
                  <a:pt x="30378" y="66655"/>
                </a:cubicBezTo>
                <a:cubicBezTo>
                  <a:pt x="34237" y="66655"/>
                  <a:pt x="37274" y="64966"/>
                  <a:pt x="39487" y="61587"/>
                </a:cubicBezTo>
                <a:cubicBezTo>
                  <a:pt x="41005" y="59228"/>
                  <a:pt x="42935" y="53363"/>
                  <a:pt x="45276" y="43991"/>
                </a:cubicBezTo>
                <a:cubicBezTo>
                  <a:pt x="48465" y="31367"/>
                  <a:pt x="51225" y="22617"/>
                  <a:pt x="53554" y="17740"/>
                </a:cubicBezTo>
                <a:cubicBezTo>
                  <a:pt x="55883" y="12862"/>
                  <a:pt x="59105" y="9165"/>
                  <a:pt x="63222" y="6646"/>
                </a:cubicBezTo>
                <a:cubicBezTo>
                  <a:pt x="67338" y="4128"/>
                  <a:pt x="71884" y="2869"/>
                  <a:pt x="76861" y="2869"/>
                </a:cubicBezTo>
                <a:cubicBezTo>
                  <a:pt x="81392" y="2869"/>
                  <a:pt x="85588" y="3905"/>
                  <a:pt x="89449" y="5977"/>
                </a:cubicBezTo>
                <a:cubicBezTo>
                  <a:pt x="93310" y="8049"/>
                  <a:pt x="96516" y="10870"/>
                  <a:pt x="99069" y="14440"/>
                </a:cubicBezTo>
                <a:cubicBezTo>
                  <a:pt x="101047" y="17118"/>
                  <a:pt x="102722" y="20768"/>
                  <a:pt x="104092" y="25390"/>
                </a:cubicBezTo>
                <a:cubicBezTo>
                  <a:pt x="105465" y="30012"/>
                  <a:pt x="106151" y="34969"/>
                  <a:pt x="106151" y="40261"/>
                </a:cubicBezTo>
                <a:cubicBezTo>
                  <a:pt x="106151" y="48230"/>
                  <a:pt x="104996" y="55227"/>
                  <a:pt x="102685" y="61252"/>
                </a:cubicBezTo>
                <a:cubicBezTo>
                  <a:pt x="100376" y="67277"/>
                  <a:pt x="97247" y="71724"/>
                  <a:pt x="93298" y="74593"/>
                </a:cubicBezTo>
                <a:cubicBezTo>
                  <a:pt x="89351" y="77462"/>
                  <a:pt x="84072" y="79438"/>
                  <a:pt x="77462" y="80522"/>
                </a:cubicBezTo>
                <a:lnTo>
                  <a:pt x="75167" y="63691"/>
                </a:lnTo>
                <a:cubicBezTo>
                  <a:pt x="80395" y="62926"/>
                  <a:pt x="84475" y="60710"/>
                  <a:pt x="87408" y="57044"/>
                </a:cubicBezTo>
                <a:cubicBezTo>
                  <a:pt x="90340" y="53379"/>
                  <a:pt x="91807" y="48198"/>
                  <a:pt x="91807" y="41504"/>
                </a:cubicBezTo>
                <a:cubicBezTo>
                  <a:pt x="91807" y="33599"/>
                  <a:pt x="90506" y="27956"/>
                  <a:pt x="87904" y="24577"/>
                </a:cubicBezTo>
                <a:cubicBezTo>
                  <a:pt x="85304" y="21198"/>
                  <a:pt x="82258" y="19509"/>
                  <a:pt x="78768" y="19509"/>
                </a:cubicBezTo>
                <a:cubicBezTo>
                  <a:pt x="76548" y="19509"/>
                  <a:pt x="74550" y="20210"/>
                  <a:pt x="72773" y="21613"/>
                </a:cubicBezTo>
                <a:cubicBezTo>
                  <a:pt x="70934" y="23015"/>
                  <a:pt x="69412" y="25215"/>
                  <a:pt x="68206" y="28211"/>
                </a:cubicBezTo>
                <a:cubicBezTo>
                  <a:pt x="67571" y="29933"/>
                  <a:pt x="66112" y="35001"/>
                  <a:pt x="63828" y="43417"/>
                </a:cubicBezTo>
                <a:cubicBezTo>
                  <a:pt x="60579" y="55594"/>
                  <a:pt x="57919" y="64089"/>
                  <a:pt x="55849" y="68903"/>
                </a:cubicBezTo>
                <a:cubicBezTo>
                  <a:pt x="53779" y="73716"/>
                  <a:pt x="50769" y="77494"/>
                  <a:pt x="46818" y="80235"/>
                </a:cubicBezTo>
                <a:cubicBezTo>
                  <a:pt x="42869" y="82977"/>
                  <a:pt x="37965" y="84347"/>
                  <a:pt x="32105" y="84347"/>
                </a:cubicBezTo>
                <a:cubicBezTo>
                  <a:pt x="26371" y="84347"/>
                  <a:pt x="20972" y="82674"/>
                  <a:pt x="15908" y="79327"/>
                </a:cubicBezTo>
                <a:cubicBezTo>
                  <a:pt x="10845" y="75980"/>
                  <a:pt x="6928" y="71150"/>
                  <a:pt x="4157" y="64838"/>
                </a:cubicBezTo>
                <a:cubicBezTo>
                  <a:pt x="1386" y="58527"/>
                  <a:pt x="0" y="51386"/>
                  <a:pt x="0" y="43417"/>
                </a:cubicBezTo>
                <a:cubicBezTo>
                  <a:pt x="0" y="30220"/>
                  <a:pt x="2749" y="20162"/>
                  <a:pt x="8248" y="13245"/>
                </a:cubicBezTo>
                <a:cubicBezTo>
                  <a:pt x="13747" y="6328"/>
                  <a:pt x="21900" y="1913"/>
                  <a:pt x="32706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D0A4FA-F21D-4D5C-9282-9640F737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36" y="1329856"/>
            <a:ext cx="7718102" cy="10"/>
          </a:xfrm>
          <a:custGeom xmlns:a="http://schemas.openxmlformats.org/drawingml/2006/main">
            <a:pathLst>
              <a:path w="7718102" h="1" fill="none">
                <a:moveTo>
                  <a:pt x="0" y="0"/>
                </a:moveTo>
                <a:lnTo>
                  <a:pt x="77181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6BEBB-C1E8-40CD-AF4F-39B909E3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1336529"/>
            <a:ext cx="4062159" cy="10"/>
          </a:xfrm>
          <a:custGeom xmlns:a="http://schemas.openxmlformats.org/drawingml/2006/main">
            <a:pathLst>
              <a:path w="4062159" h="1" fill="none">
                <a:moveTo>
                  <a:pt x="0" y="0"/>
                </a:moveTo>
                <a:lnTo>
                  <a:pt x="4062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48F2B-86D2-4B68-9924-4D8B5178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6584" y="3440147"/>
            <a:ext cx="4062159" cy="10"/>
          </a:xfrm>
          <a:custGeom xmlns:a="http://schemas.openxmlformats.org/drawingml/2006/main">
            <a:pathLst>
              <a:path w="4062159" h="1" fill="none">
                <a:moveTo>
                  <a:pt x="0" y="0"/>
                </a:moveTo>
                <a:lnTo>
                  <a:pt x="4062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CB7FC-F5BD-4651-9521-A885EBC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023" y="1489440"/>
            <a:ext cx="5512930" cy="1030047"/>
          </a:xfrm>
          <a:custGeom xmlns:a="http://schemas.openxmlformats.org/drawingml/2006/main">
            <a:pathLst>
              <a:path w="5512930" h="1030047">
                <a:moveTo>
                  <a:pt x="41202" y="0"/>
                </a:moveTo>
                <a:lnTo>
                  <a:pt x="5471728" y="0"/>
                </a:lnTo>
                <a:cubicBezTo>
                  <a:pt x="5477192" y="0"/>
                  <a:pt x="5482447" y="1045"/>
                  <a:pt x="5487495" y="3136"/>
                </a:cubicBezTo>
                <a:cubicBezTo>
                  <a:pt x="5492543" y="5227"/>
                  <a:pt x="5496999" y="8204"/>
                  <a:pt x="5500862" y="12068"/>
                </a:cubicBezTo>
                <a:cubicBezTo>
                  <a:pt x="5504725" y="15931"/>
                  <a:pt x="5507703" y="20387"/>
                  <a:pt x="5509794" y="25434"/>
                </a:cubicBezTo>
                <a:cubicBezTo>
                  <a:pt x="5511884" y="30482"/>
                  <a:pt x="5512930" y="35738"/>
                  <a:pt x="5512930" y="41202"/>
                </a:cubicBezTo>
                <a:lnTo>
                  <a:pt x="5512930" y="988846"/>
                </a:lnTo>
                <a:cubicBezTo>
                  <a:pt x="5512930" y="994309"/>
                  <a:pt x="5511884" y="999565"/>
                  <a:pt x="5509794" y="1004613"/>
                </a:cubicBezTo>
                <a:cubicBezTo>
                  <a:pt x="5507703" y="1009660"/>
                  <a:pt x="5504726" y="1014116"/>
                  <a:pt x="5500862" y="1017979"/>
                </a:cubicBezTo>
                <a:cubicBezTo>
                  <a:pt x="5496999" y="1021843"/>
                  <a:pt x="5492543" y="1024820"/>
                  <a:pt x="5487495" y="1026911"/>
                </a:cubicBezTo>
                <a:cubicBezTo>
                  <a:pt x="5482447" y="1029002"/>
                  <a:pt x="5477192" y="1030047"/>
                  <a:pt x="5471728" y="1030047"/>
                </a:cubicBezTo>
                <a:lnTo>
                  <a:pt x="41202" y="1030047"/>
                </a:lnTo>
                <a:cubicBezTo>
                  <a:pt x="35738" y="1030047"/>
                  <a:pt x="30482" y="1029002"/>
                  <a:pt x="25435" y="1026911"/>
                </a:cubicBezTo>
                <a:cubicBezTo>
                  <a:pt x="20387" y="1024820"/>
                  <a:pt x="15931" y="1021843"/>
                  <a:pt x="12068" y="1017980"/>
                </a:cubicBezTo>
                <a:cubicBezTo>
                  <a:pt x="8205" y="1014116"/>
                  <a:pt x="5228" y="1009660"/>
                  <a:pt x="3137" y="1004613"/>
                </a:cubicBezTo>
                <a:cubicBezTo>
                  <a:pt x="1046" y="999565"/>
                  <a:pt x="0" y="994309"/>
                  <a:pt x="0" y="988846"/>
                </a:cubicBezTo>
                <a:lnTo>
                  <a:pt x="0" y="41202"/>
                </a:lnTo>
                <a:cubicBezTo>
                  <a:pt x="0" y="35738"/>
                  <a:pt x="1046" y="30482"/>
                  <a:pt x="3137" y="25434"/>
                </a:cubicBezTo>
                <a:cubicBezTo>
                  <a:pt x="5228" y="20387"/>
                  <a:pt x="8205" y="15931"/>
                  <a:pt x="12068" y="12068"/>
                </a:cubicBezTo>
                <a:cubicBezTo>
                  <a:pt x="15931" y="8204"/>
                  <a:pt x="20387" y="5227"/>
                  <a:pt x="25435" y="3136"/>
                </a:cubicBezTo>
                <a:cubicBezTo>
                  <a:pt x="30482" y="1045"/>
                  <a:pt x="35738" y="0"/>
                  <a:pt x="41202" y="0"/>
                </a:cubicBez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F38725-5321-43B0-92E3-A969EFF4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023" y="1489440"/>
            <a:ext cx="5512930" cy="1030047"/>
          </a:xfrm>
          <a:custGeom xmlns:a="http://schemas.openxmlformats.org/drawingml/2006/main">
            <a:pathLst>
              <a:path w="5512930" h="1030047" fill="none">
                <a:moveTo>
                  <a:pt x="41202" y="0"/>
                </a:moveTo>
                <a:lnTo>
                  <a:pt x="5471728" y="0"/>
                </a:lnTo>
                <a:cubicBezTo>
                  <a:pt x="5477192" y="0"/>
                  <a:pt x="5482447" y="1045"/>
                  <a:pt x="5487495" y="3136"/>
                </a:cubicBezTo>
                <a:cubicBezTo>
                  <a:pt x="5492543" y="5227"/>
                  <a:pt x="5496999" y="8204"/>
                  <a:pt x="5500862" y="12068"/>
                </a:cubicBezTo>
                <a:cubicBezTo>
                  <a:pt x="5504725" y="15931"/>
                  <a:pt x="5507703" y="20387"/>
                  <a:pt x="5509794" y="25434"/>
                </a:cubicBezTo>
                <a:cubicBezTo>
                  <a:pt x="5511884" y="30482"/>
                  <a:pt x="5512930" y="35738"/>
                  <a:pt x="5512930" y="41202"/>
                </a:cubicBezTo>
                <a:lnTo>
                  <a:pt x="5512930" y="988846"/>
                </a:lnTo>
                <a:cubicBezTo>
                  <a:pt x="5512930" y="994309"/>
                  <a:pt x="5511884" y="999565"/>
                  <a:pt x="5509794" y="1004613"/>
                </a:cubicBezTo>
                <a:cubicBezTo>
                  <a:pt x="5507703" y="1009660"/>
                  <a:pt x="5504726" y="1014116"/>
                  <a:pt x="5500862" y="1017979"/>
                </a:cubicBezTo>
                <a:cubicBezTo>
                  <a:pt x="5496999" y="1021843"/>
                  <a:pt x="5492543" y="1024820"/>
                  <a:pt x="5487495" y="1026911"/>
                </a:cubicBezTo>
                <a:cubicBezTo>
                  <a:pt x="5482447" y="1029002"/>
                  <a:pt x="5477192" y="1030047"/>
                  <a:pt x="5471728" y="1030047"/>
                </a:cubicBezTo>
                <a:lnTo>
                  <a:pt x="41202" y="1030047"/>
                </a:lnTo>
                <a:cubicBezTo>
                  <a:pt x="35738" y="1030047"/>
                  <a:pt x="30482" y="1029002"/>
                  <a:pt x="25435" y="1026911"/>
                </a:cubicBezTo>
                <a:cubicBezTo>
                  <a:pt x="20387" y="1024820"/>
                  <a:pt x="15931" y="1021843"/>
                  <a:pt x="12068" y="1017980"/>
                </a:cubicBezTo>
                <a:cubicBezTo>
                  <a:pt x="8205" y="1014116"/>
                  <a:pt x="5228" y="1009660"/>
                  <a:pt x="3137" y="1004613"/>
                </a:cubicBezTo>
                <a:cubicBezTo>
                  <a:pt x="1046" y="999565"/>
                  <a:pt x="0" y="994309"/>
                  <a:pt x="0" y="988846"/>
                </a:cubicBezTo>
                <a:lnTo>
                  <a:pt x="0" y="41202"/>
                </a:lnTo>
                <a:cubicBezTo>
                  <a:pt x="0" y="35738"/>
                  <a:pt x="1046" y="30482"/>
                  <a:pt x="3137" y="25434"/>
                </a:cubicBezTo>
                <a:cubicBezTo>
                  <a:pt x="5228" y="20387"/>
                  <a:pt x="8205" y="15931"/>
                  <a:pt x="12068" y="12068"/>
                </a:cubicBezTo>
                <a:cubicBezTo>
                  <a:pt x="15931" y="8204"/>
                  <a:pt x="20387" y="5227"/>
                  <a:pt x="25435" y="3136"/>
                </a:cubicBezTo>
                <a:cubicBezTo>
                  <a:pt x="30482" y="1045"/>
                  <a:pt x="35738" y="0"/>
                  <a:pt x="4120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47" name="Text IsWell-Defined">
            <a:extLst xmlns:a="http://schemas.openxmlformats.org/drawingml/2006/main">
              <a:ext uri="{FF2B5EF4-FFF2-40B4-BE49-F238E27FC236}">
                <a16:creationId xmlns:a16="http://schemas.microsoft.com/office/drawing/2014/main" id="{EA0B5E1D-56A0-4199-8137-EFF19D94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361" y="1939789"/>
            <a:ext cx="1243769" cy="139424"/>
          </a:xfrm>
          <a:custGeom xmlns:a="http://schemas.openxmlformats.org/drawingml/2006/main">
            <a:pathLst>
              <a:path w="1243769" h="139424">
                <a:moveTo>
                  <a:pt x="0" y="137214"/>
                </a:moveTo>
                <a:lnTo>
                  <a:pt x="0" y="2210"/>
                </a:lnTo>
                <a:lnTo>
                  <a:pt x="17865" y="2210"/>
                </a:lnTo>
                <a:lnTo>
                  <a:pt x="17865" y="137214"/>
                </a:lnTo>
                <a:lnTo>
                  <a:pt x="0" y="137214"/>
                </a:lnTo>
                <a:close/>
                <a:moveTo>
                  <a:pt x="40643" y="107929"/>
                </a:moveTo>
                <a:lnTo>
                  <a:pt x="57035" y="105351"/>
                </a:lnTo>
                <a:cubicBezTo>
                  <a:pt x="57956" y="111891"/>
                  <a:pt x="60519" y="116903"/>
                  <a:pt x="64725" y="120387"/>
                </a:cubicBezTo>
                <a:cubicBezTo>
                  <a:pt x="68930" y="123870"/>
                  <a:pt x="74809" y="125611"/>
                  <a:pt x="82360" y="125611"/>
                </a:cubicBezTo>
                <a:cubicBezTo>
                  <a:pt x="89973" y="125611"/>
                  <a:pt x="95621" y="124073"/>
                  <a:pt x="99305" y="120998"/>
                </a:cubicBezTo>
                <a:cubicBezTo>
                  <a:pt x="102988" y="117920"/>
                  <a:pt x="104830" y="114311"/>
                  <a:pt x="104830" y="110171"/>
                </a:cubicBezTo>
                <a:cubicBezTo>
                  <a:pt x="104830" y="106455"/>
                  <a:pt x="103203" y="103531"/>
                  <a:pt x="99949" y="101400"/>
                </a:cubicBezTo>
                <a:cubicBezTo>
                  <a:pt x="97678" y="99938"/>
                  <a:pt x="92029" y="98080"/>
                  <a:pt x="83005" y="95825"/>
                </a:cubicBezTo>
                <a:cubicBezTo>
                  <a:pt x="70849" y="92754"/>
                  <a:pt x="62423" y="90097"/>
                  <a:pt x="57726" y="87854"/>
                </a:cubicBezTo>
                <a:cubicBezTo>
                  <a:pt x="53029" y="85611"/>
                  <a:pt x="49469" y="82508"/>
                  <a:pt x="47044" y="78544"/>
                </a:cubicBezTo>
                <a:cubicBezTo>
                  <a:pt x="44618" y="74580"/>
                  <a:pt x="43406" y="70202"/>
                  <a:pt x="43406" y="65410"/>
                </a:cubicBezTo>
                <a:cubicBezTo>
                  <a:pt x="43406" y="61047"/>
                  <a:pt x="44404" y="57007"/>
                  <a:pt x="46399" y="53288"/>
                </a:cubicBezTo>
                <a:cubicBezTo>
                  <a:pt x="48394" y="49570"/>
                  <a:pt x="51111" y="46482"/>
                  <a:pt x="54549" y="44025"/>
                </a:cubicBezTo>
                <a:cubicBezTo>
                  <a:pt x="57127" y="42120"/>
                  <a:pt x="60642" y="40507"/>
                  <a:pt x="65093" y="39187"/>
                </a:cubicBezTo>
                <a:cubicBezTo>
                  <a:pt x="69544" y="37865"/>
                  <a:pt x="74317" y="37204"/>
                  <a:pt x="79413" y="37204"/>
                </a:cubicBezTo>
                <a:cubicBezTo>
                  <a:pt x="87087" y="37204"/>
                  <a:pt x="93825" y="38317"/>
                  <a:pt x="99627" y="40543"/>
                </a:cubicBezTo>
                <a:cubicBezTo>
                  <a:pt x="105429" y="42766"/>
                  <a:pt x="109711" y="45779"/>
                  <a:pt x="112473" y="49582"/>
                </a:cubicBezTo>
                <a:cubicBezTo>
                  <a:pt x="115236" y="53382"/>
                  <a:pt x="117139" y="58466"/>
                  <a:pt x="118183" y="64831"/>
                </a:cubicBezTo>
                <a:lnTo>
                  <a:pt x="101975" y="67042"/>
                </a:lnTo>
                <a:cubicBezTo>
                  <a:pt x="101238" y="62007"/>
                  <a:pt x="99105" y="58078"/>
                  <a:pt x="95575" y="55254"/>
                </a:cubicBezTo>
                <a:cubicBezTo>
                  <a:pt x="92045" y="52430"/>
                  <a:pt x="87057" y="51018"/>
                  <a:pt x="80610" y="51018"/>
                </a:cubicBezTo>
                <a:cubicBezTo>
                  <a:pt x="72998" y="51018"/>
                  <a:pt x="67564" y="52271"/>
                  <a:pt x="64310" y="54776"/>
                </a:cubicBezTo>
                <a:cubicBezTo>
                  <a:pt x="61057" y="57280"/>
                  <a:pt x="59430" y="60212"/>
                  <a:pt x="59430" y="63574"/>
                </a:cubicBezTo>
                <a:cubicBezTo>
                  <a:pt x="59430" y="65711"/>
                  <a:pt x="60105" y="67635"/>
                  <a:pt x="61456" y="69347"/>
                </a:cubicBezTo>
                <a:cubicBezTo>
                  <a:pt x="62806" y="71117"/>
                  <a:pt x="64924" y="72583"/>
                  <a:pt x="67810" y="73744"/>
                </a:cubicBezTo>
                <a:cubicBezTo>
                  <a:pt x="69467" y="74356"/>
                  <a:pt x="74348" y="75761"/>
                  <a:pt x="82452" y="77960"/>
                </a:cubicBezTo>
                <a:cubicBezTo>
                  <a:pt x="94178" y="81089"/>
                  <a:pt x="102359" y="83650"/>
                  <a:pt x="106994" y="85644"/>
                </a:cubicBezTo>
                <a:cubicBezTo>
                  <a:pt x="111629" y="87637"/>
                  <a:pt x="115267" y="90536"/>
                  <a:pt x="117907" y="94340"/>
                </a:cubicBezTo>
                <a:cubicBezTo>
                  <a:pt x="120547" y="98143"/>
                  <a:pt x="121867" y="102865"/>
                  <a:pt x="121867" y="108508"/>
                </a:cubicBezTo>
                <a:cubicBezTo>
                  <a:pt x="121867" y="114029"/>
                  <a:pt x="120255" y="119229"/>
                  <a:pt x="117032" y="124106"/>
                </a:cubicBezTo>
                <a:cubicBezTo>
                  <a:pt x="113809" y="128981"/>
                  <a:pt x="109158" y="132752"/>
                  <a:pt x="103080" y="135421"/>
                </a:cubicBezTo>
                <a:cubicBezTo>
                  <a:pt x="97002" y="138090"/>
                  <a:pt x="90126" y="139424"/>
                  <a:pt x="82452" y="139424"/>
                </a:cubicBezTo>
                <a:cubicBezTo>
                  <a:pt x="69744" y="139424"/>
                  <a:pt x="60059" y="136777"/>
                  <a:pt x="53398" y="131481"/>
                </a:cubicBezTo>
                <a:cubicBezTo>
                  <a:pt x="46737" y="126186"/>
                  <a:pt x="42485" y="118336"/>
                  <a:pt x="40643" y="107929"/>
                </a:cubicBezTo>
                <a:close/>
                <a:moveTo>
                  <a:pt x="219698" y="137214"/>
                </a:moveTo>
                <a:lnTo>
                  <a:pt x="183875" y="2210"/>
                </a:lnTo>
                <a:lnTo>
                  <a:pt x="202201" y="2210"/>
                </a:lnTo>
                <a:lnTo>
                  <a:pt x="222737" y="90709"/>
                </a:lnTo>
                <a:cubicBezTo>
                  <a:pt x="224947" y="99979"/>
                  <a:pt x="226850" y="109188"/>
                  <a:pt x="228447" y="118336"/>
                </a:cubicBezTo>
                <a:cubicBezTo>
                  <a:pt x="231885" y="103908"/>
                  <a:pt x="233911" y="95589"/>
                  <a:pt x="234524" y="93379"/>
                </a:cubicBezTo>
                <a:lnTo>
                  <a:pt x="260218" y="2210"/>
                </a:lnTo>
                <a:lnTo>
                  <a:pt x="281767" y="2210"/>
                </a:lnTo>
                <a:lnTo>
                  <a:pt x="301106" y="70541"/>
                </a:lnTo>
                <a:cubicBezTo>
                  <a:pt x="305956" y="87485"/>
                  <a:pt x="309455" y="103417"/>
                  <a:pt x="311604" y="118336"/>
                </a:cubicBezTo>
                <a:cubicBezTo>
                  <a:pt x="313323" y="109802"/>
                  <a:pt x="315564" y="100010"/>
                  <a:pt x="318326" y="88959"/>
                </a:cubicBezTo>
                <a:lnTo>
                  <a:pt x="339507" y="2210"/>
                </a:lnTo>
                <a:lnTo>
                  <a:pt x="357465" y="2210"/>
                </a:lnTo>
                <a:lnTo>
                  <a:pt x="320444" y="137214"/>
                </a:lnTo>
                <a:lnTo>
                  <a:pt x="303224" y="137214"/>
                </a:lnTo>
                <a:lnTo>
                  <a:pt x="274768" y="34350"/>
                </a:lnTo>
                <a:cubicBezTo>
                  <a:pt x="272373" y="25754"/>
                  <a:pt x="270961" y="20475"/>
                  <a:pt x="270532" y="18510"/>
                </a:cubicBezTo>
                <a:cubicBezTo>
                  <a:pt x="269120" y="24711"/>
                  <a:pt x="267800" y="29991"/>
                  <a:pt x="266572" y="34350"/>
                </a:cubicBezTo>
                <a:lnTo>
                  <a:pt x="237932" y="137214"/>
                </a:lnTo>
                <a:lnTo>
                  <a:pt x="219698" y="137214"/>
                </a:lnTo>
                <a:close/>
                <a:moveTo>
                  <a:pt x="435430" y="105719"/>
                </a:moveTo>
                <a:lnTo>
                  <a:pt x="452559" y="107837"/>
                </a:lnTo>
                <a:cubicBezTo>
                  <a:pt x="449857" y="117844"/>
                  <a:pt x="444854" y="125611"/>
                  <a:pt x="437548" y="131136"/>
                </a:cubicBezTo>
                <a:cubicBezTo>
                  <a:pt x="430242" y="136662"/>
                  <a:pt x="420910" y="139424"/>
                  <a:pt x="409553" y="139424"/>
                </a:cubicBezTo>
                <a:cubicBezTo>
                  <a:pt x="395248" y="139424"/>
                  <a:pt x="383906" y="135019"/>
                  <a:pt x="375525" y="126209"/>
                </a:cubicBezTo>
                <a:cubicBezTo>
                  <a:pt x="367145" y="117399"/>
                  <a:pt x="362955" y="105044"/>
                  <a:pt x="362955" y="89143"/>
                </a:cubicBezTo>
                <a:cubicBezTo>
                  <a:pt x="362955" y="72690"/>
                  <a:pt x="367191" y="59920"/>
                  <a:pt x="375664" y="50834"/>
                </a:cubicBezTo>
                <a:cubicBezTo>
                  <a:pt x="384136" y="41747"/>
                  <a:pt x="395125" y="37204"/>
                  <a:pt x="408632" y="37204"/>
                </a:cubicBezTo>
                <a:cubicBezTo>
                  <a:pt x="421709" y="37204"/>
                  <a:pt x="432391" y="41649"/>
                  <a:pt x="440679" y="50537"/>
                </a:cubicBezTo>
                <a:cubicBezTo>
                  <a:pt x="448967" y="59424"/>
                  <a:pt x="453111" y="71927"/>
                  <a:pt x="453111" y="88047"/>
                </a:cubicBezTo>
                <a:cubicBezTo>
                  <a:pt x="453111" y="89027"/>
                  <a:pt x="453080" y="90498"/>
                  <a:pt x="453019" y="92458"/>
                </a:cubicBezTo>
                <a:lnTo>
                  <a:pt x="380084" y="92458"/>
                </a:lnTo>
                <a:cubicBezTo>
                  <a:pt x="380698" y="103171"/>
                  <a:pt x="383737" y="111375"/>
                  <a:pt x="389201" y="117069"/>
                </a:cubicBezTo>
                <a:cubicBezTo>
                  <a:pt x="394665" y="122764"/>
                  <a:pt x="401479" y="125611"/>
                  <a:pt x="409645" y="125611"/>
                </a:cubicBezTo>
                <a:cubicBezTo>
                  <a:pt x="415723" y="125611"/>
                  <a:pt x="420910" y="124030"/>
                  <a:pt x="425208" y="120868"/>
                </a:cubicBezTo>
                <a:cubicBezTo>
                  <a:pt x="429505" y="117704"/>
                  <a:pt x="432913" y="112655"/>
                  <a:pt x="435430" y="105719"/>
                </a:cubicBezTo>
                <a:moveTo>
                  <a:pt x="381005" y="78645"/>
                </a:moveTo>
                <a:lnTo>
                  <a:pt x="435614" y="78645"/>
                </a:lnTo>
                <a:cubicBezTo>
                  <a:pt x="434877" y="70552"/>
                  <a:pt x="432790" y="64483"/>
                  <a:pt x="429352" y="60437"/>
                </a:cubicBezTo>
                <a:cubicBezTo>
                  <a:pt x="424072" y="54158"/>
                  <a:pt x="417227" y="51018"/>
                  <a:pt x="408816" y="51018"/>
                </a:cubicBezTo>
                <a:cubicBezTo>
                  <a:pt x="401203" y="51018"/>
                  <a:pt x="394803" y="53524"/>
                  <a:pt x="389615" y="58538"/>
                </a:cubicBezTo>
                <a:cubicBezTo>
                  <a:pt x="384427" y="63549"/>
                  <a:pt x="381557" y="70251"/>
                  <a:pt x="381005" y="78645"/>
                </a:cubicBezTo>
                <a:close/>
                <a:moveTo>
                  <a:pt x="472974" y="137214"/>
                </a:moveTo>
                <a:lnTo>
                  <a:pt x="472974" y="2210"/>
                </a:lnTo>
                <a:lnTo>
                  <a:pt x="489550" y="2210"/>
                </a:lnTo>
                <a:lnTo>
                  <a:pt x="489550" y="137214"/>
                </a:lnTo>
                <a:lnTo>
                  <a:pt x="472974" y="137214"/>
                </a:lnTo>
                <a:close/>
                <a:moveTo>
                  <a:pt x="514843" y="137214"/>
                </a:moveTo>
                <a:lnTo>
                  <a:pt x="514843" y="2210"/>
                </a:lnTo>
                <a:lnTo>
                  <a:pt x="531419" y="2210"/>
                </a:lnTo>
                <a:lnTo>
                  <a:pt x="531419" y="137214"/>
                </a:lnTo>
                <a:lnTo>
                  <a:pt x="514843" y="137214"/>
                </a:lnTo>
                <a:close/>
                <a:moveTo>
                  <a:pt x="550635" y="96694"/>
                </a:moveTo>
                <a:lnTo>
                  <a:pt x="550635" y="79934"/>
                </a:lnTo>
                <a:lnTo>
                  <a:pt x="601560" y="79934"/>
                </a:lnTo>
                <a:lnTo>
                  <a:pt x="601560" y="96694"/>
                </a:lnTo>
                <a:lnTo>
                  <a:pt x="550635" y="96694"/>
                </a:lnTo>
                <a:close/>
                <a:moveTo>
                  <a:pt x="622003" y="137214"/>
                </a:moveTo>
                <a:lnTo>
                  <a:pt x="622003" y="2210"/>
                </a:lnTo>
                <a:lnTo>
                  <a:pt x="668508" y="2210"/>
                </a:lnTo>
                <a:cubicBezTo>
                  <a:pt x="679006" y="2210"/>
                  <a:pt x="687018" y="2855"/>
                  <a:pt x="692544" y="4144"/>
                </a:cubicBezTo>
                <a:cubicBezTo>
                  <a:pt x="700279" y="5924"/>
                  <a:pt x="706879" y="9148"/>
                  <a:pt x="712343" y="13813"/>
                </a:cubicBezTo>
                <a:cubicBezTo>
                  <a:pt x="719465" y="19830"/>
                  <a:pt x="724791" y="27520"/>
                  <a:pt x="728321" y="36882"/>
                </a:cubicBezTo>
                <a:cubicBezTo>
                  <a:pt x="731851" y="46245"/>
                  <a:pt x="733616" y="56942"/>
                  <a:pt x="733616" y="68975"/>
                </a:cubicBezTo>
                <a:cubicBezTo>
                  <a:pt x="733616" y="79228"/>
                  <a:pt x="732419" y="88314"/>
                  <a:pt x="730024" y="96234"/>
                </a:cubicBezTo>
                <a:cubicBezTo>
                  <a:pt x="727630" y="104154"/>
                  <a:pt x="724560" y="110707"/>
                  <a:pt x="720815" y="115895"/>
                </a:cubicBezTo>
                <a:cubicBezTo>
                  <a:pt x="717070" y="121083"/>
                  <a:pt x="712972" y="125166"/>
                  <a:pt x="708521" y="128143"/>
                </a:cubicBezTo>
                <a:cubicBezTo>
                  <a:pt x="704070" y="131121"/>
                  <a:pt x="698698" y="133377"/>
                  <a:pt x="692406" y="134912"/>
                </a:cubicBezTo>
                <a:cubicBezTo>
                  <a:pt x="686113" y="136447"/>
                  <a:pt x="678884" y="137214"/>
                  <a:pt x="670718" y="137214"/>
                </a:cubicBezTo>
                <a:lnTo>
                  <a:pt x="622003" y="137214"/>
                </a:lnTo>
                <a:moveTo>
                  <a:pt x="639868" y="121282"/>
                </a:moveTo>
                <a:lnTo>
                  <a:pt x="668692" y="121282"/>
                </a:lnTo>
                <a:cubicBezTo>
                  <a:pt x="677594" y="121282"/>
                  <a:pt x="684578" y="120454"/>
                  <a:pt x="689643" y="118796"/>
                </a:cubicBezTo>
                <a:cubicBezTo>
                  <a:pt x="694708" y="117138"/>
                  <a:pt x="698744" y="114805"/>
                  <a:pt x="701753" y="111797"/>
                </a:cubicBezTo>
                <a:cubicBezTo>
                  <a:pt x="705989" y="107561"/>
                  <a:pt x="709289" y="101867"/>
                  <a:pt x="711652" y="94715"/>
                </a:cubicBezTo>
                <a:cubicBezTo>
                  <a:pt x="714016" y="87562"/>
                  <a:pt x="715198" y="78890"/>
                  <a:pt x="715198" y="68699"/>
                </a:cubicBezTo>
                <a:cubicBezTo>
                  <a:pt x="715198" y="54579"/>
                  <a:pt x="712880" y="43727"/>
                  <a:pt x="708245" y="36145"/>
                </a:cubicBezTo>
                <a:cubicBezTo>
                  <a:pt x="703610" y="28563"/>
                  <a:pt x="697977" y="23483"/>
                  <a:pt x="691347" y="20904"/>
                </a:cubicBezTo>
                <a:cubicBezTo>
                  <a:pt x="686558" y="19063"/>
                  <a:pt x="678853" y="18142"/>
                  <a:pt x="668232" y="18142"/>
                </a:cubicBezTo>
                <a:lnTo>
                  <a:pt x="639868" y="18142"/>
                </a:lnTo>
                <a:lnTo>
                  <a:pt x="639868" y="121282"/>
                </a:lnTo>
                <a:close/>
                <a:moveTo>
                  <a:pt x="823004" y="105719"/>
                </a:moveTo>
                <a:lnTo>
                  <a:pt x="840132" y="107837"/>
                </a:lnTo>
                <a:cubicBezTo>
                  <a:pt x="837431" y="117844"/>
                  <a:pt x="832427" y="125611"/>
                  <a:pt x="825122" y="131136"/>
                </a:cubicBezTo>
                <a:cubicBezTo>
                  <a:pt x="817816" y="136662"/>
                  <a:pt x="808484" y="139424"/>
                  <a:pt x="797126" y="139424"/>
                </a:cubicBezTo>
                <a:cubicBezTo>
                  <a:pt x="782822" y="139424"/>
                  <a:pt x="771479" y="135019"/>
                  <a:pt x="763099" y="126209"/>
                </a:cubicBezTo>
                <a:cubicBezTo>
                  <a:pt x="754719" y="117399"/>
                  <a:pt x="750529" y="105044"/>
                  <a:pt x="750529" y="89143"/>
                </a:cubicBezTo>
                <a:cubicBezTo>
                  <a:pt x="750529" y="72690"/>
                  <a:pt x="754765" y="59920"/>
                  <a:pt x="763237" y="50834"/>
                </a:cubicBezTo>
                <a:cubicBezTo>
                  <a:pt x="771709" y="41747"/>
                  <a:pt x="782699" y="37204"/>
                  <a:pt x="796205" y="37204"/>
                </a:cubicBezTo>
                <a:cubicBezTo>
                  <a:pt x="809282" y="37204"/>
                  <a:pt x="819965" y="41649"/>
                  <a:pt x="828253" y="50537"/>
                </a:cubicBezTo>
                <a:cubicBezTo>
                  <a:pt x="836541" y="59424"/>
                  <a:pt x="840685" y="71927"/>
                  <a:pt x="840685" y="88047"/>
                </a:cubicBezTo>
                <a:cubicBezTo>
                  <a:pt x="840685" y="89027"/>
                  <a:pt x="840654" y="90498"/>
                  <a:pt x="840593" y="92458"/>
                </a:cubicBezTo>
                <a:lnTo>
                  <a:pt x="767657" y="92458"/>
                </a:lnTo>
                <a:cubicBezTo>
                  <a:pt x="768271" y="103171"/>
                  <a:pt x="771310" y="111375"/>
                  <a:pt x="776774" y="117069"/>
                </a:cubicBezTo>
                <a:cubicBezTo>
                  <a:pt x="782238" y="122764"/>
                  <a:pt x="789053" y="125611"/>
                  <a:pt x="797218" y="125611"/>
                </a:cubicBezTo>
                <a:cubicBezTo>
                  <a:pt x="803296" y="125611"/>
                  <a:pt x="808484" y="124030"/>
                  <a:pt x="812782" y="120868"/>
                </a:cubicBezTo>
                <a:cubicBezTo>
                  <a:pt x="817079" y="117704"/>
                  <a:pt x="820486" y="112655"/>
                  <a:pt x="823004" y="105719"/>
                </a:cubicBezTo>
                <a:moveTo>
                  <a:pt x="768578" y="78645"/>
                </a:moveTo>
                <a:lnTo>
                  <a:pt x="823188" y="78645"/>
                </a:lnTo>
                <a:cubicBezTo>
                  <a:pt x="822451" y="70552"/>
                  <a:pt x="820364" y="64483"/>
                  <a:pt x="816926" y="60437"/>
                </a:cubicBezTo>
                <a:cubicBezTo>
                  <a:pt x="811646" y="54158"/>
                  <a:pt x="804800" y="51018"/>
                  <a:pt x="796390" y="51018"/>
                </a:cubicBezTo>
                <a:cubicBezTo>
                  <a:pt x="788777" y="51018"/>
                  <a:pt x="782376" y="53524"/>
                  <a:pt x="777189" y="58538"/>
                </a:cubicBezTo>
                <a:cubicBezTo>
                  <a:pt x="772001" y="63549"/>
                  <a:pt x="769131" y="70251"/>
                  <a:pt x="768578" y="78645"/>
                </a:cubicBezTo>
                <a:close/>
                <a:moveTo>
                  <a:pt x="864876" y="137214"/>
                </a:moveTo>
                <a:lnTo>
                  <a:pt x="864876" y="52307"/>
                </a:lnTo>
                <a:lnTo>
                  <a:pt x="850234" y="52307"/>
                </a:lnTo>
                <a:lnTo>
                  <a:pt x="850234" y="39415"/>
                </a:lnTo>
                <a:lnTo>
                  <a:pt x="864876" y="39415"/>
                </a:lnTo>
                <a:lnTo>
                  <a:pt x="864876" y="29031"/>
                </a:lnTo>
                <a:cubicBezTo>
                  <a:pt x="864876" y="22478"/>
                  <a:pt x="865459" y="17608"/>
                  <a:pt x="866626" y="14424"/>
                </a:cubicBezTo>
                <a:cubicBezTo>
                  <a:pt x="868222" y="10138"/>
                  <a:pt x="871031" y="6662"/>
                  <a:pt x="875052" y="3997"/>
                </a:cubicBezTo>
                <a:cubicBezTo>
                  <a:pt x="879073" y="1332"/>
                  <a:pt x="884706" y="0"/>
                  <a:pt x="891950" y="0"/>
                </a:cubicBezTo>
                <a:cubicBezTo>
                  <a:pt x="896616" y="0"/>
                  <a:pt x="901773" y="553"/>
                  <a:pt x="907421" y="1658"/>
                </a:cubicBezTo>
                <a:lnTo>
                  <a:pt x="904935" y="16116"/>
                </a:lnTo>
                <a:cubicBezTo>
                  <a:pt x="901497" y="15502"/>
                  <a:pt x="898243" y="15195"/>
                  <a:pt x="895174" y="15195"/>
                </a:cubicBezTo>
                <a:cubicBezTo>
                  <a:pt x="890139" y="15195"/>
                  <a:pt x="886578" y="16265"/>
                  <a:pt x="884491" y="18406"/>
                </a:cubicBezTo>
                <a:cubicBezTo>
                  <a:pt x="882404" y="20548"/>
                  <a:pt x="881360" y="24553"/>
                  <a:pt x="881360" y="30424"/>
                </a:cubicBezTo>
                <a:lnTo>
                  <a:pt x="881360" y="39415"/>
                </a:lnTo>
                <a:lnTo>
                  <a:pt x="900423" y="39415"/>
                </a:lnTo>
                <a:lnTo>
                  <a:pt x="900423" y="52307"/>
                </a:lnTo>
                <a:lnTo>
                  <a:pt x="881360" y="52307"/>
                </a:lnTo>
                <a:lnTo>
                  <a:pt x="881360" y="137214"/>
                </a:lnTo>
                <a:lnTo>
                  <a:pt x="864876" y="137214"/>
                </a:lnTo>
                <a:close/>
                <a:moveTo>
                  <a:pt x="913439" y="21365"/>
                </a:moveTo>
                <a:lnTo>
                  <a:pt x="913439" y="2210"/>
                </a:lnTo>
                <a:lnTo>
                  <a:pt x="930015" y="2210"/>
                </a:lnTo>
                <a:lnTo>
                  <a:pt x="930015" y="21365"/>
                </a:lnTo>
                <a:lnTo>
                  <a:pt x="913439" y="21365"/>
                </a:lnTo>
                <a:moveTo>
                  <a:pt x="913439" y="137214"/>
                </a:moveTo>
                <a:lnTo>
                  <a:pt x="913439" y="39415"/>
                </a:lnTo>
                <a:lnTo>
                  <a:pt x="930015" y="39415"/>
                </a:lnTo>
                <a:lnTo>
                  <a:pt x="930015" y="137214"/>
                </a:lnTo>
                <a:lnTo>
                  <a:pt x="913439" y="137214"/>
                </a:lnTo>
                <a:close/>
                <a:moveTo>
                  <a:pt x="955216" y="137214"/>
                </a:moveTo>
                <a:lnTo>
                  <a:pt x="955216" y="39415"/>
                </a:lnTo>
                <a:lnTo>
                  <a:pt x="970134" y="39415"/>
                </a:lnTo>
                <a:lnTo>
                  <a:pt x="970134" y="53228"/>
                </a:lnTo>
                <a:cubicBezTo>
                  <a:pt x="977317" y="42546"/>
                  <a:pt x="987693" y="37204"/>
                  <a:pt x="1001261" y="37204"/>
                </a:cubicBezTo>
                <a:cubicBezTo>
                  <a:pt x="1007155" y="37204"/>
                  <a:pt x="1012573" y="38263"/>
                  <a:pt x="1017515" y="40381"/>
                </a:cubicBezTo>
                <a:cubicBezTo>
                  <a:pt x="1022457" y="42500"/>
                  <a:pt x="1026156" y="45278"/>
                  <a:pt x="1028612" y="48716"/>
                </a:cubicBezTo>
                <a:cubicBezTo>
                  <a:pt x="1031067" y="52154"/>
                  <a:pt x="1032786" y="56236"/>
                  <a:pt x="1033769" y="60964"/>
                </a:cubicBezTo>
                <a:cubicBezTo>
                  <a:pt x="1034383" y="64033"/>
                  <a:pt x="1034689" y="69405"/>
                  <a:pt x="1034689" y="77079"/>
                </a:cubicBezTo>
                <a:lnTo>
                  <a:pt x="1034689" y="137214"/>
                </a:lnTo>
                <a:lnTo>
                  <a:pt x="1018113" y="137214"/>
                </a:lnTo>
                <a:lnTo>
                  <a:pt x="1018113" y="77661"/>
                </a:lnTo>
                <a:cubicBezTo>
                  <a:pt x="1018113" y="70900"/>
                  <a:pt x="1017469" y="65844"/>
                  <a:pt x="1016179" y="62495"/>
                </a:cubicBezTo>
                <a:cubicBezTo>
                  <a:pt x="1014890" y="59145"/>
                  <a:pt x="1012603" y="56471"/>
                  <a:pt x="1009319" y="54474"/>
                </a:cubicBezTo>
                <a:cubicBezTo>
                  <a:pt x="1006034" y="52477"/>
                  <a:pt x="1002182" y="51478"/>
                  <a:pt x="997761" y="51478"/>
                </a:cubicBezTo>
                <a:cubicBezTo>
                  <a:pt x="990701" y="51478"/>
                  <a:pt x="984608" y="53722"/>
                  <a:pt x="979482" y="58209"/>
                </a:cubicBezTo>
                <a:cubicBezTo>
                  <a:pt x="974355" y="62695"/>
                  <a:pt x="971792" y="71207"/>
                  <a:pt x="971792" y="83744"/>
                </a:cubicBezTo>
                <a:lnTo>
                  <a:pt x="971792" y="137214"/>
                </a:lnTo>
                <a:lnTo>
                  <a:pt x="955216" y="137214"/>
                </a:lnTo>
                <a:close/>
                <a:moveTo>
                  <a:pt x="1127027" y="105719"/>
                </a:moveTo>
                <a:lnTo>
                  <a:pt x="1144156" y="107837"/>
                </a:lnTo>
                <a:cubicBezTo>
                  <a:pt x="1141455" y="117844"/>
                  <a:pt x="1136451" y="125611"/>
                  <a:pt x="1129145" y="131136"/>
                </a:cubicBezTo>
                <a:cubicBezTo>
                  <a:pt x="1121839" y="136662"/>
                  <a:pt x="1112508" y="139424"/>
                  <a:pt x="1101150" y="139424"/>
                </a:cubicBezTo>
                <a:cubicBezTo>
                  <a:pt x="1086845" y="139424"/>
                  <a:pt x="1075503" y="135019"/>
                  <a:pt x="1067123" y="126209"/>
                </a:cubicBezTo>
                <a:cubicBezTo>
                  <a:pt x="1058743" y="117399"/>
                  <a:pt x="1054552" y="105044"/>
                  <a:pt x="1054552" y="89143"/>
                </a:cubicBezTo>
                <a:cubicBezTo>
                  <a:pt x="1054552" y="72690"/>
                  <a:pt x="1058789" y="59920"/>
                  <a:pt x="1067261" y="50834"/>
                </a:cubicBezTo>
                <a:cubicBezTo>
                  <a:pt x="1075733" y="41747"/>
                  <a:pt x="1086723" y="37204"/>
                  <a:pt x="1100229" y="37204"/>
                </a:cubicBezTo>
                <a:cubicBezTo>
                  <a:pt x="1113306" y="37204"/>
                  <a:pt x="1123988" y="41649"/>
                  <a:pt x="1132276" y="50537"/>
                </a:cubicBezTo>
                <a:cubicBezTo>
                  <a:pt x="1140564" y="59424"/>
                  <a:pt x="1144708" y="71927"/>
                  <a:pt x="1144708" y="88047"/>
                </a:cubicBezTo>
                <a:cubicBezTo>
                  <a:pt x="1144708" y="89027"/>
                  <a:pt x="1144678" y="90498"/>
                  <a:pt x="1144616" y="92458"/>
                </a:cubicBezTo>
                <a:lnTo>
                  <a:pt x="1071681" y="92458"/>
                </a:lnTo>
                <a:cubicBezTo>
                  <a:pt x="1072295" y="103171"/>
                  <a:pt x="1075334" y="111375"/>
                  <a:pt x="1080798" y="117069"/>
                </a:cubicBezTo>
                <a:cubicBezTo>
                  <a:pt x="1086262" y="122764"/>
                  <a:pt x="1093077" y="125611"/>
                  <a:pt x="1101242" y="125611"/>
                </a:cubicBezTo>
                <a:cubicBezTo>
                  <a:pt x="1107320" y="125611"/>
                  <a:pt x="1112508" y="124030"/>
                  <a:pt x="1116805" y="120868"/>
                </a:cubicBezTo>
                <a:cubicBezTo>
                  <a:pt x="1121103" y="117704"/>
                  <a:pt x="1124510" y="112655"/>
                  <a:pt x="1127027" y="105719"/>
                </a:cubicBezTo>
                <a:moveTo>
                  <a:pt x="1072602" y="78645"/>
                </a:moveTo>
                <a:lnTo>
                  <a:pt x="1127211" y="78645"/>
                </a:lnTo>
                <a:cubicBezTo>
                  <a:pt x="1126475" y="70552"/>
                  <a:pt x="1124387" y="64483"/>
                  <a:pt x="1120949" y="60437"/>
                </a:cubicBezTo>
                <a:cubicBezTo>
                  <a:pt x="1115669" y="54158"/>
                  <a:pt x="1108824" y="51018"/>
                  <a:pt x="1100413" y="51018"/>
                </a:cubicBezTo>
                <a:cubicBezTo>
                  <a:pt x="1092800" y="51018"/>
                  <a:pt x="1086400" y="53524"/>
                  <a:pt x="1081212" y="58538"/>
                </a:cubicBezTo>
                <a:cubicBezTo>
                  <a:pt x="1076025" y="63549"/>
                  <a:pt x="1073155" y="70251"/>
                  <a:pt x="1072602" y="78645"/>
                </a:cubicBezTo>
                <a:close/>
                <a:moveTo>
                  <a:pt x="1228390" y="137214"/>
                </a:moveTo>
                <a:lnTo>
                  <a:pt x="1228390" y="124874"/>
                </a:lnTo>
                <a:cubicBezTo>
                  <a:pt x="1222189" y="134574"/>
                  <a:pt x="1213072" y="139424"/>
                  <a:pt x="1201039" y="139424"/>
                </a:cubicBezTo>
                <a:cubicBezTo>
                  <a:pt x="1193242" y="139424"/>
                  <a:pt x="1186074" y="137275"/>
                  <a:pt x="1179536" y="132978"/>
                </a:cubicBezTo>
                <a:cubicBezTo>
                  <a:pt x="1172998" y="128680"/>
                  <a:pt x="1167933" y="122679"/>
                  <a:pt x="1164341" y="114974"/>
                </a:cubicBezTo>
                <a:cubicBezTo>
                  <a:pt x="1160750" y="107269"/>
                  <a:pt x="1158954" y="98413"/>
                  <a:pt x="1158954" y="88406"/>
                </a:cubicBezTo>
                <a:cubicBezTo>
                  <a:pt x="1158954" y="78645"/>
                  <a:pt x="1160581" y="69789"/>
                  <a:pt x="1163835" y="61838"/>
                </a:cubicBezTo>
                <a:cubicBezTo>
                  <a:pt x="1167089" y="53888"/>
                  <a:pt x="1171969" y="47795"/>
                  <a:pt x="1178477" y="43559"/>
                </a:cubicBezTo>
                <a:cubicBezTo>
                  <a:pt x="1184985" y="39322"/>
                  <a:pt x="1192260" y="37204"/>
                  <a:pt x="1200302" y="37204"/>
                </a:cubicBezTo>
                <a:cubicBezTo>
                  <a:pt x="1206196" y="37204"/>
                  <a:pt x="1211445" y="38448"/>
                  <a:pt x="1216050" y="40934"/>
                </a:cubicBezTo>
                <a:cubicBezTo>
                  <a:pt x="1220654" y="43420"/>
                  <a:pt x="1224399" y="46659"/>
                  <a:pt x="1227285" y="50649"/>
                </a:cubicBezTo>
                <a:lnTo>
                  <a:pt x="1227285" y="2210"/>
                </a:lnTo>
                <a:lnTo>
                  <a:pt x="1243769" y="2210"/>
                </a:lnTo>
                <a:lnTo>
                  <a:pt x="1243769" y="137214"/>
                </a:lnTo>
                <a:lnTo>
                  <a:pt x="1228390" y="137214"/>
                </a:lnTo>
                <a:moveTo>
                  <a:pt x="1175991" y="88360"/>
                </a:moveTo>
                <a:cubicBezTo>
                  <a:pt x="1175991" y="100839"/>
                  <a:pt x="1178630" y="110166"/>
                  <a:pt x="1183910" y="116344"/>
                </a:cubicBezTo>
                <a:cubicBezTo>
                  <a:pt x="1189190" y="122522"/>
                  <a:pt x="1195422" y="125611"/>
                  <a:pt x="1202605" y="125611"/>
                </a:cubicBezTo>
                <a:cubicBezTo>
                  <a:pt x="1209849" y="125611"/>
                  <a:pt x="1216004" y="122660"/>
                  <a:pt x="1221069" y="116759"/>
                </a:cubicBezTo>
                <a:cubicBezTo>
                  <a:pt x="1226134" y="110855"/>
                  <a:pt x="1228666" y="101848"/>
                  <a:pt x="1228666" y="89736"/>
                </a:cubicBezTo>
                <a:cubicBezTo>
                  <a:pt x="1228666" y="76402"/>
                  <a:pt x="1226088" y="66616"/>
                  <a:pt x="1220930" y="60376"/>
                </a:cubicBezTo>
                <a:cubicBezTo>
                  <a:pt x="1215773" y="54137"/>
                  <a:pt x="1209419" y="51018"/>
                  <a:pt x="1201868" y="51018"/>
                </a:cubicBezTo>
                <a:cubicBezTo>
                  <a:pt x="1194501" y="51018"/>
                  <a:pt x="1188346" y="54016"/>
                  <a:pt x="1183404" y="60011"/>
                </a:cubicBezTo>
                <a:cubicBezTo>
                  <a:pt x="1178462" y="66005"/>
                  <a:pt x="1175991" y="75454"/>
                  <a:pt x="1175991" y="88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HasDistractors">
            <a:extLst xmlns:a="http://schemas.openxmlformats.org/drawingml/2006/main">
              <a:ext uri="{FF2B5EF4-FFF2-40B4-BE49-F238E27FC236}">
                <a16:creationId xmlns:a16="http://schemas.microsoft.com/office/drawing/2014/main" id="{BB205D82-0B00-44A4-A6E4-F69872E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865" y="1941999"/>
            <a:ext cx="1266516" cy="137214"/>
          </a:xfrm>
          <a:custGeom xmlns:a="http://schemas.openxmlformats.org/drawingml/2006/main">
            <a:pathLst>
              <a:path w="1266516" h="137214">
                <a:moveTo>
                  <a:pt x="0" y="135004"/>
                </a:moveTo>
                <a:lnTo>
                  <a:pt x="0" y="0"/>
                </a:lnTo>
                <a:lnTo>
                  <a:pt x="17865" y="0"/>
                </a:lnTo>
                <a:lnTo>
                  <a:pt x="17865" y="55438"/>
                </a:lnTo>
                <a:lnTo>
                  <a:pt x="88038" y="55438"/>
                </a:lnTo>
                <a:lnTo>
                  <a:pt x="88038" y="0"/>
                </a:lnTo>
                <a:lnTo>
                  <a:pt x="105903" y="0"/>
                </a:lnTo>
                <a:lnTo>
                  <a:pt x="105903" y="135004"/>
                </a:lnTo>
                <a:lnTo>
                  <a:pt x="88038" y="135004"/>
                </a:lnTo>
                <a:lnTo>
                  <a:pt x="88038" y="71370"/>
                </a:lnTo>
                <a:lnTo>
                  <a:pt x="17865" y="71370"/>
                </a:lnTo>
                <a:lnTo>
                  <a:pt x="17865" y="135004"/>
                </a:lnTo>
                <a:lnTo>
                  <a:pt x="0" y="135004"/>
                </a:lnTo>
                <a:close/>
                <a:moveTo>
                  <a:pt x="197317" y="122929"/>
                </a:moveTo>
                <a:cubicBezTo>
                  <a:pt x="191178" y="128151"/>
                  <a:pt x="185269" y="131837"/>
                  <a:pt x="179590" y="133988"/>
                </a:cubicBezTo>
                <a:cubicBezTo>
                  <a:pt x="173911" y="136139"/>
                  <a:pt x="167818" y="137214"/>
                  <a:pt x="161310" y="137214"/>
                </a:cubicBezTo>
                <a:cubicBezTo>
                  <a:pt x="150566" y="137214"/>
                  <a:pt x="142309" y="134588"/>
                  <a:pt x="136538" y="129335"/>
                </a:cubicBezTo>
                <a:cubicBezTo>
                  <a:pt x="130767" y="124082"/>
                  <a:pt x="127881" y="117370"/>
                  <a:pt x="127881" y="109199"/>
                </a:cubicBezTo>
                <a:cubicBezTo>
                  <a:pt x="127881" y="104408"/>
                  <a:pt x="128971" y="100032"/>
                  <a:pt x="131150" y="96070"/>
                </a:cubicBezTo>
                <a:cubicBezTo>
                  <a:pt x="133330" y="92106"/>
                  <a:pt x="136185" y="88926"/>
                  <a:pt x="139715" y="86530"/>
                </a:cubicBezTo>
                <a:cubicBezTo>
                  <a:pt x="143245" y="84134"/>
                  <a:pt x="147220" y="82322"/>
                  <a:pt x="151640" y="81094"/>
                </a:cubicBezTo>
                <a:cubicBezTo>
                  <a:pt x="154894" y="80232"/>
                  <a:pt x="159806" y="79403"/>
                  <a:pt x="166375" y="78605"/>
                </a:cubicBezTo>
                <a:cubicBezTo>
                  <a:pt x="179759" y="77020"/>
                  <a:pt x="189612" y="75130"/>
                  <a:pt x="195936" y="72935"/>
                </a:cubicBezTo>
                <a:cubicBezTo>
                  <a:pt x="195997" y="70673"/>
                  <a:pt x="196028" y="69236"/>
                  <a:pt x="196028" y="68624"/>
                </a:cubicBezTo>
                <a:cubicBezTo>
                  <a:pt x="196028" y="61896"/>
                  <a:pt x="194462" y="57156"/>
                  <a:pt x="191331" y="54405"/>
                </a:cubicBezTo>
                <a:cubicBezTo>
                  <a:pt x="187095" y="50673"/>
                  <a:pt x="180802" y="48808"/>
                  <a:pt x="172453" y="48808"/>
                </a:cubicBezTo>
                <a:cubicBezTo>
                  <a:pt x="164656" y="48808"/>
                  <a:pt x="158900" y="50174"/>
                  <a:pt x="155186" y="52906"/>
                </a:cubicBezTo>
                <a:cubicBezTo>
                  <a:pt x="151472" y="55638"/>
                  <a:pt x="148724" y="60472"/>
                  <a:pt x="146944" y="67410"/>
                </a:cubicBezTo>
                <a:lnTo>
                  <a:pt x="130736" y="65200"/>
                </a:lnTo>
                <a:cubicBezTo>
                  <a:pt x="132209" y="58241"/>
                  <a:pt x="134634" y="52622"/>
                  <a:pt x="138011" y="48341"/>
                </a:cubicBezTo>
                <a:cubicBezTo>
                  <a:pt x="141388" y="44061"/>
                  <a:pt x="146269" y="40767"/>
                  <a:pt x="152653" y="38459"/>
                </a:cubicBezTo>
                <a:cubicBezTo>
                  <a:pt x="159038" y="36149"/>
                  <a:pt x="166436" y="34994"/>
                  <a:pt x="174847" y="34994"/>
                </a:cubicBezTo>
                <a:cubicBezTo>
                  <a:pt x="183197" y="34994"/>
                  <a:pt x="189981" y="35976"/>
                  <a:pt x="195199" y="37941"/>
                </a:cubicBezTo>
                <a:cubicBezTo>
                  <a:pt x="200417" y="39906"/>
                  <a:pt x="204254" y="42377"/>
                  <a:pt x="206710" y="45354"/>
                </a:cubicBezTo>
                <a:cubicBezTo>
                  <a:pt x="209166" y="48332"/>
                  <a:pt x="210885" y="52092"/>
                  <a:pt x="211867" y="56635"/>
                </a:cubicBezTo>
                <a:cubicBezTo>
                  <a:pt x="212420" y="59459"/>
                  <a:pt x="212696" y="64555"/>
                  <a:pt x="212696" y="71922"/>
                </a:cubicBezTo>
                <a:lnTo>
                  <a:pt x="212696" y="94024"/>
                </a:lnTo>
                <a:cubicBezTo>
                  <a:pt x="212696" y="109434"/>
                  <a:pt x="213049" y="119180"/>
                  <a:pt x="213755" y="123262"/>
                </a:cubicBezTo>
                <a:cubicBezTo>
                  <a:pt x="214461" y="127345"/>
                  <a:pt x="215858" y="131259"/>
                  <a:pt x="217945" y="135004"/>
                </a:cubicBezTo>
                <a:lnTo>
                  <a:pt x="200632" y="135004"/>
                </a:lnTo>
                <a:cubicBezTo>
                  <a:pt x="198913" y="131562"/>
                  <a:pt x="197808" y="127537"/>
                  <a:pt x="197317" y="122929"/>
                </a:cubicBezTo>
                <a:moveTo>
                  <a:pt x="195936" y="85828"/>
                </a:moveTo>
                <a:cubicBezTo>
                  <a:pt x="189919" y="88305"/>
                  <a:pt x="180894" y="90409"/>
                  <a:pt x="168861" y="92142"/>
                </a:cubicBezTo>
                <a:cubicBezTo>
                  <a:pt x="162047" y="93128"/>
                  <a:pt x="157227" y="94238"/>
                  <a:pt x="154403" y="95471"/>
                </a:cubicBezTo>
                <a:cubicBezTo>
                  <a:pt x="151579" y="96703"/>
                  <a:pt x="149400" y="98507"/>
                  <a:pt x="147865" y="100882"/>
                </a:cubicBezTo>
                <a:cubicBezTo>
                  <a:pt x="146330" y="103255"/>
                  <a:pt x="145562" y="105890"/>
                  <a:pt x="145562" y="108787"/>
                </a:cubicBezTo>
                <a:cubicBezTo>
                  <a:pt x="145562" y="113225"/>
                  <a:pt x="147235" y="116924"/>
                  <a:pt x="150581" y="119884"/>
                </a:cubicBezTo>
                <a:cubicBezTo>
                  <a:pt x="153927" y="122842"/>
                  <a:pt x="158823" y="124321"/>
                  <a:pt x="165270" y="124321"/>
                </a:cubicBezTo>
                <a:cubicBezTo>
                  <a:pt x="171655" y="124321"/>
                  <a:pt x="177334" y="122918"/>
                  <a:pt x="182306" y="120111"/>
                </a:cubicBezTo>
                <a:cubicBezTo>
                  <a:pt x="187279" y="117304"/>
                  <a:pt x="190932" y="113464"/>
                  <a:pt x="193265" y="108591"/>
                </a:cubicBezTo>
                <a:cubicBezTo>
                  <a:pt x="195045" y="104827"/>
                  <a:pt x="195936" y="99275"/>
                  <a:pt x="195936" y="91935"/>
                </a:cubicBezTo>
                <a:lnTo>
                  <a:pt x="195936" y="85828"/>
                </a:lnTo>
                <a:close/>
                <a:moveTo>
                  <a:pt x="231730" y="105719"/>
                </a:moveTo>
                <a:lnTo>
                  <a:pt x="248122" y="103141"/>
                </a:lnTo>
                <a:cubicBezTo>
                  <a:pt x="249043" y="109681"/>
                  <a:pt x="251606" y="114693"/>
                  <a:pt x="255812" y="118177"/>
                </a:cubicBezTo>
                <a:cubicBezTo>
                  <a:pt x="260017" y="121659"/>
                  <a:pt x="265896" y="123401"/>
                  <a:pt x="273447" y="123401"/>
                </a:cubicBezTo>
                <a:cubicBezTo>
                  <a:pt x="281060" y="123401"/>
                  <a:pt x="286708" y="121863"/>
                  <a:pt x="290391" y="118787"/>
                </a:cubicBezTo>
                <a:cubicBezTo>
                  <a:pt x="294075" y="115710"/>
                  <a:pt x="295917" y="112101"/>
                  <a:pt x="295917" y="107961"/>
                </a:cubicBezTo>
                <a:cubicBezTo>
                  <a:pt x="295917" y="104245"/>
                  <a:pt x="294290" y="101321"/>
                  <a:pt x="291036" y="99190"/>
                </a:cubicBezTo>
                <a:cubicBezTo>
                  <a:pt x="288765" y="97728"/>
                  <a:pt x="283116" y="95869"/>
                  <a:pt x="274092" y="93615"/>
                </a:cubicBezTo>
                <a:cubicBezTo>
                  <a:pt x="261936" y="90544"/>
                  <a:pt x="253509" y="87886"/>
                  <a:pt x="248813" y="85644"/>
                </a:cubicBezTo>
                <a:cubicBezTo>
                  <a:pt x="244116" y="83401"/>
                  <a:pt x="240555" y="80298"/>
                  <a:pt x="238130" y="76334"/>
                </a:cubicBezTo>
                <a:cubicBezTo>
                  <a:pt x="235705" y="72370"/>
                  <a:pt x="234493" y="67992"/>
                  <a:pt x="234493" y="63200"/>
                </a:cubicBezTo>
                <a:cubicBezTo>
                  <a:pt x="234493" y="58837"/>
                  <a:pt x="235491" y="54796"/>
                  <a:pt x="237486" y="51078"/>
                </a:cubicBezTo>
                <a:cubicBezTo>
                  <a:pt x="239481" y="47360"/>
                  <a:pt x="242198" y="44272"/>
                  <a:pt x="245636" y="41815"/>
                </a:cubicBezTo>
                <a:cubicBezTo>
                  <a:pt x="248214" y="39909"/>
                  <a:pt x="251729" y="38297"/>
                  <a:pt x="256180" y="36977"/>
                </a:cubicBezTo>
                <a:cubicBezTo>
                  <a:pt x="260631" y="35655"/>
                  <a:pt x="265404" y="34994"/>
                  <a:pt x="270500" y="34994"/>
                </a:cubicBezTo>
                <a:cubicBezTo>
                  <a:pt x="278174" y="34994"/>
                  <a:pt x="284912" y="36107"/>
                  <a:pt x="290714" y="38332"/>
                </a:cubicBezTo>
                <a:cubicBezTo>
                  <a:pt x="296515" y="40556"/>
                  <a:pt x="300798" y="43569"/>
                  <a:pt x="303560" y="47372"/>
                </a:cubicBezTo>
                <a:cubicBezTo>
                  <a:pt x="306323" y="51172"/>
                  <a:pt x="308226" y="56255"/>
                  <a:pt x="309270" y="62621"/>
                </a:cubicBezTo>
                <a:lnTo>
                  <a:pt x="293062" y="64831"/>
                </a:lnTo>
                <a:cubicBezTo>
                  <a:pt x="292325" y="59797"/>
                  <a:pt x="290192" y="55868"/>
                  <a:pt x="286662" y="53044"/>
                </a:cubicBezTo>
                <a:cubicBezTo>
                  <a:pt x="283132" y="50220"/>
                  <a:pt x="278144" y="48808"/>
                  <a:pt x="271697" y="48808"/>
                </a:cubicBezTo>
                <a:cubicBezTo>
                  <a:pt x="264084" y="48808"/>
                  <a:pt x="258651" y="50060"/>
                  <a:pt x="255397" y="52566"/>
                </a:cubicBezTo>
                <a:cubicBezTo>
                  <a:pt x="252143" y="55070"/>
                  <a:pt x="250517" y="58002"/>
                  <a:pt x="250517" y="61364"/>
                </a:cubicBezTo>
                <a:cubicBezTo>
                  <a:pt x="250517" y="63501"/>
                  <a:pt x="251192" y="65425"/>
                  <a:pt x="252543" y="67136"/>
                </a:cubicBezTo>
                <a:cubicBezTo>
                  <a:pt x="253893" y="68907"/>
                  <a:pt x="256011" y="70373"/>
                  <a:pt x="258897" y="71534"/>
                </a:cubicBezTo>
                <a:cubicBezTo>
                  <a:pt x="260554" y="72146"/>
                  <a:pt x="265435" y="73551"/>
                  <a:pt x="273539" y="75750"/>
                </a:cubicBezTo>
                <a:cubicBezTo>
                  <a:pt x="285265" y="78879"/>
                  <a:pt x="293446" y="81440"/>
                  <a:pt x="298081" y="83434"/>
                </a:cubicBezTo>
                <a:cubicBezTo>
                  <a:pt x="302716" y="85427"/>
                  <a:pt x="306354" y="88326"/>
                  <a:pt x="308994" y="92130"/>
                </a:cubicBezTo>
                <a:cubicBezTo>
                  <a:pt x="311634" y="95933"/>
                  <a:pt x="312954" y="100655"/>
                  <a:pt x="312954" y="106298"/>
                </a:cubicBezTo>
                <a:cubicBezTo>
                  <a:pt x="312954" y="111819"/>
                  <a:pt x="311342" y="117019"/>
                  <a:pt x="308119" y="121895"/>
                </a:cubicBezTo>
                <a:cubicBezTo>
                  <a:pt x="304896" y="126770"/>
                  <a:pt x="300245" y="130542"/>
                  <a:pt x="294167" y="133211"/>
                </a:cubicBezTo>
                <a:cubicBezTo>
                  <a:pt x="288089" y="135880"/>
                  <a:pt x="281213" y="137214"/>
                  <a:pt x="273539" y="137214"/>
                </a:cubicBezTo>
                <a:cubicBezTo>
                  <a:pt x="260831" y="137214"/>
                  <a:pt x="251146" y="134566"/>
                  <a:pt x="244485" y="129271"/>
                </a:cubicBezTo>
                <a:cubicBezTo>
                  <a:pt x="237823" y="123976"/>
                  <a:pt x="233572" y="116125"/>
                  <a:pt x="231730" y="105719"/>
                </a:cubicBezTo>
                <a:close/>
                <a:moveTo>
                  <a:pt x="387209" y="135004"/>
                </a:moveTo>
                <a:lnTo>
                  <a:pt x="387209" y="0"/>
                </a:lnTo>
                <a:lnTo>
                  <a:pt x="433715" y="0"/>
                </a:lnTo>
                <a:cubicBezTo>
                  <a:pt x="444213" y="0"/>
                  <a:pt x="452225" y="645"/>
                  <a:pt x="457750" y="1934"/>
                </a:cubicBezTo>
                <a:cubicBezTo>
                  <a:pt x="465486" y="3714"/>
                  <a:pt x="472086" y="6937"/>
                  <a:pt x="477550" y="11603"/>
                </a:cubicBezTo>
                <a:cubicBezTo>
                  <a:pt x="484671" y="17620"/>
                  <a:pt x="489997" y="25309"/>
                  <a:pt x="493527" y="34672"/>
                </a:cubicBezTo>
                <a:cubicBezTo>
                  <a:pt x="497057" y="44034"/>
                  <a:pt x="498822" y="54732"/>
                  <a:pt x="498822" y="66765"/>
                </a:cubicBezTo>
                <a:cubicBezTo>
                  <a:pt x="498822" y="77018"/>
                  <a:pt x="497625" y="86104"/>
                  <a:pt x="495231" y="94024"/>
                </a:cubicBezTo>
                <a:cubicBezTo>
                  <a:pt x="492837" y="101944"/>
                  <a:pt x="489767" y="108497"/>
                  <a:pt x="486022" y="113685"/>
                </a:cubicBezTo>
                <a:cubicBezTo>
                  <a:pt x="482277" y="118873"/>
                  <a:pt x="478179" y="122955"/>
                  <a:pt x="473728" y="125933"/>
                </a:cubicBezTo>
                <a:cubicBezTo>
                  <a:pt x="469277" y="128911"/>
                  <a:pt x="463905" y="131167"/>
                  <a:pt x="457612" y="132702"/>
                </a:cubicBezTo>
                <a:cubicBezTo>
                  <a:pt x="451319" y="134236"/>
                  <a:pt x="444090" y="135004"/>
                  <a:pt x="435925" y="135004"/>
                </a:cubicBezTo>
                <a:lnTo>
                  <a:pt x="387209" y="135004"/>
                </a:lnTo>
                <a:moveTo>
                  <a:pt x="405075" y="119072"/>
                </a:moveTo>
                <a:lnTo>
                  <a:pt x="433899" y="119072"/>
                </a:lnTo>
                <a:cubicBezTo>
                  <a:pt x="442801" y="119072"/>
                  <a:pt x="449784" y="118244"/>
                  <a:pt x="454849" y="116586"/>
                </a:cubicBezTo>
                <a:cubicBezTo>
                  <a:pt x="459914" y="114928"/>
                  <a:pt x="463951" y="112595"/>
                  <a:pt x="466959" y="109587"/>
                </a:cubicBezTo>
                <a:cubicBezTo>
                  <a:pt x="471195" y="105351"/>
                  <a:pt x="474495" y="99657"/>
                  <a:pt x="476859" y="92504"/>
                </a:cubicBezTo>
                <a:cubicBezTo>
                  <a:pt x="479223" y="85352"/>
                  <a:pt x="480404" y="76680"/>
                  <a:pt x="480404" y="66489"/>
                </a:cubicBezTo>
                <a:cubicBezTo>
                  <a:pt x="480404" y="52368"/>
                  <a:pt x="478087" y="41517"/>
                  <a:pt x="473452" y="33935"/>
                </a:cubicBezTo>
                <a:cubicBezTo>
                  <a:pt x="468816" y="26353"/>
                  <a:pt x="463184" y="21273"/>
                  <a:pt x="456553" y="18694"/>
                </a:cubicBezTo>
                <a:cubicBezTo>
                  <a:pt x="451764" y="16852"/>
                  <a:pt x="444060" y="15932"/>
                  <a:pt x="433439" y="15932"/>
                </a:cubicBezTo>
                <a:lnTo>
                  <a:pt x="405075" y="15932"/>
                </a:lnTo>
                <a:lnTo>
                  <a:pt x="405075" y="119072"/>
                </a:lnTo>
                <a:close/>
                <a:moveTo>
                  <a:pt x="521353" y="19155"/>
                </a:moveTo>
                <a:lnTo>
                  <a:pt x="521353" y="0"/>
                </a:lnTo>
                <a:lnTo>
                  <a:pt x="537929" y="0"/>
                </a:lnTo>
                <a:lnTo>
                  <a:pt x="537929" y="19155"/>
                </a:lnTo>
                <a:lnTo>
                  <a:pt x="521353" y="19155"/>
                </a:lnTo>
                <a:moveTo>
                  <a:pt x="521353" y="135004"/>
                </a:moveTo>
                <a:lnTo>
                  <a:pt x="521353" y="37204"/>
                </a:lnTo>
                <a:lnTo>
                  <a:pt x="537929" y="37204"/>
                </a:lnTo>
                <a:lnTo>
                  <a:pt x="537929" y="135004"/>
                </a:lnTo>
                <a:lnTo>
                  <a:pt x="521353" y="135004"/>
                </a:lnTo>
                <a:close/>
                <a:moveTo>
                  <a:pt x="556500" y="105719"/>
                </a:moveTo>
                <a:lnTo>
                  <a:pt x="572892" y="103141"/>
                </a:lnTo>
                <a:cubicBezTo>
                  <a:pt x="573813" y="109681"/>
                  <a:pt x="576376" y="114693"/>
                  <a:pt x="580581" y="118177"/>
                </a:cubicBezTo>
                <a:cubicBezTo>
                  <a:pt x="584787" y="121659"/>
                  <a:pt x="590665" y="123401"/>
                  <a:pt x="598216" y="123401"/>
                </a:cubicBezTo>
                <a:cubicBezTo>
                  <a:pt x="605829" y="123401"/>
                  <a:pt x="611477" y="121863"/>
                  <a:pt x="615161" y="118787"/>
                </a:cubicBezTo>
                <a:cubicBezTo>
                  <a:pt x="618845" y="115710"/>
                  <a:pt x="620686" y="112101"/>
                  <a:pt x="620686" y="107961"/>
                </a:cubicBezTo>
                <a:cubicBezTo>
                  <a:pt x="620686" y="104245"/>
                  <a:pt x="619059" y="101321"/>
                  <a:pt x="615806" y="99190"/>
                </a:cubicBezTo>
                <a:cubicBezTo>
                  <a:pt x="613534" y="97728"/>
                  <a:pt x="607886" y="95869"/>
                  <a:pt x="598861" y="93615"/>
                </a:cubicBezTo>
                <a:cubicBezTo>
                  <a:pt x="586705" y="90544"/>
                  <a:pt x="578279" y="87886"/>
                  <a:pt x="573582" y="85644"/>
                </a:cubicBezTo>
                <a:cubicBezTo>
                  <a:pt x="568886" y="83401"/>
                  <a:pt x="565325" y="80298"/>
                  <a:pt x="562900" y="76334"/>
                </a:cubicBezTo>
                <a:cubicBezTo>
                  <a:pt x="560475" y="72370"/>
                  <a:pt x="559262" y="67992"/>
                  <a:pt x="559262" y="63200"/>
                </a:cubicBezTo>
                <a:cubicBezTo>
                  <a:pt x="559262" y="58837"/>
                  <a:pt x="560260" y="54796"/>
                  <a:pt x="562255" y="51078"/>
                </a:cubicBezTo>
                <a:cubicBezTo>
                  <a:pt x="564251" y="47360"/>
                  <a:pt x="566967" y="44272"/>
                  <a:pt x="570405" y="41815"/>
                </a:cubicBezTo>
                <a:cubicBezTo>
                  <a:pt x="572984" y="39909"/>
                  <a:pt x="576498" y="38297"/>
                  <a:pt x="580950" y="36977"/>
                </a:cubicBezTo>
                <a:cubicBezTo>
                  <a:pt x="585401" y="35655"/>
                  <a:pt x="590174" y="34994"/>
                  <a:pt x="595270" y="34994"/>
                </a:cubicBezTo>
                <a:cubicBezTo>
                  <a:pt x="602944" y="34994"/>
                  <a:pt x="609682" y="36107"/>
                  <a:pt x="615483" y="38332"/>
                </a:cubicBezTo>
                <a:cubicBezTo>
                  <a:pt x="621285" y="40556"/>
                  <a:pt x="625567" y="43569"/>
                  <a:pt x="628330" y="47372"/>
                </a:cubicBezTo>
                <a:cubicBezTo>
                  <a:pt x="631093" y="51172"/>
                  <a:pt x="632996" y="56255"/>
                  <a:pt x="634039" y="62621"/>
                </a:cubicBezTo>
                <a:lnTo>
                  <a:pt x="617832" y="64831"/>
                </a:lnTo>
                <a:cubicBezTo>
                  <a:pt x="617095" y="59797"/>
                  <a:pt x="614961" y="55868"/>
                  <a:pt x="611431" y="53044"/>
                </a:cubicBezTo>
                <a:cubicBezTo>
                  <a:pt x="607901" y="50220"/>
                  <a:pt x="602913" y="48808"/>
                  <a:pt x="596467" y="48808"/>
                </a:cubicBezTo>
                <a:cubicBezTo>
                  <a:pt x="588854" y="48808"/>
                  <a:pt x="583421" y="50060"/>
                  <a:pt x="580167" y="52566"/>
                </a:cubicBezTo>
                <a:cubicBezTo>
                  <a:pt x="576913" y="55070"/>
                  <a:pt x="575286" y="58002"/>
                  <a:pt x="575286" y="61364"/>
                </a:cubicBezTo>
                <a:cubicBezTo>
                  <a:pt x="575286" y="63501"/>
                  <a:pt x="575961" y="65425"/>
                  <a:pt x="577312" y="67136"/>
                </a:cubicBezTo>
                <a:cubicBezTo>
                  <a:pt x="578663" y="68907"/>
                  <a:pt x="580781" y="70373"/>
                  <a:pt x="583666" y="71534"/>
                </a:cubicBezTo>
                <a:cubicBezTo>
                  <a:pt x="585324" y="72146"/>
                  <a:pt x="590205" y="73551"/>
                  <a:pt x="598308" y="75750"/>
                </a:cubicBezTo>
                <a:cubicBezTo>
                  <a:pt x="610035" y="78879"/>
                  <a:pt x="618215" y="81440"/>
                  <a:pt x="622850" y="83434"/>
                </a:cubicBezTo>
                <a:cubicBezTo>
                  <a:pt x="627486" y="85427"/>
                  <a:pt x="631123" y="88326"/>
                  <a:pt x="633763" y="92130"/>
                </a:cubicBezTo>
                <a:cubicBezTo>
                  <a:pt x="636403" y="95933"/>
                  <a:pt x="637723" y="100655"/>
                  <a:pt x="637723" y="106298"/>
                </a:cubicBezTo>
                <a:cubicBezTo>
                  <a:pt x="637723" y="111819"/>
                  <a:pt x="636111" y="117019"/>
                  <a:pt x="632888" y="121895"/>
                </a:cubicBezTo>
                <a:cubicBezTo>
                  <a:pt x="629665" y="126770"/>
                  <a:pt x="625015" y="130542"/>
                  <a:pt x="618937" y="133211"/>
                </a:cubicBezTo>
                <a:cubicBezTo>
                  <a:pt x="612859" y="135880"/>
                  <a:pt x="605983" y="137214"/>
                  <a:pt x="598308" y="137214"/>
                </a:cubicBezTo>
                <a:cubicBezTo>
                  <a:pt x="585600" y="137214"/>
                  <a:pt x="575915" y="134566"/>
                  <a:pt x="569254" y="129271"/>
                </a:cubicBezTo>
                <a:cubicBezTo>
                  <a:pt x="562593" y="123976"/>
                  <a:pt x="558341" y="116125"/>
                  <a:pt x="556500" y="105719"/>
                </a:cubicBezTo>
                <a:close/>
                <a:moveTo>
                  <a:pt x="693622" y="120362"/>
                </a:moveTo>
                <a:lnTo>
                  <a:pt x="696016" y="135004"/>
                </a:lnTo>
                <a:cubicBezTo>
                  <a:pt x="691350" y="135863"/>
                  <a:pt x="687175" y="136293"/>
                  <a:pt x="683492" y="136293"/>
                </a:cubicBezTo>
                <a:cubicBezTo>
                  <a:pt x="677475" y="136293"/>
                  <a:pt x="672809" y="135342"/>
                  <a:pt x="669494" y="133438"/>
                </a:cubicBezTo>
                <a:cubicBezTo>
                  <a:pt x="666179" y="131535"/>
                  <a:pt x="663846" y="129033"/>
                  <a:pt x="662495" y="125933"/>
                </a:cubicBezTo>
                <a:cubicBezTo>
                  <a:pt x="661144" y="122833"/>
                  <a:pt x="660469" y="116310"/>
                  <a:pt x="660469" y="106364"/>
                </a:cubicBezTo>
                <a:lnTo>
                  <a:pt x="660469" y="50097"/>
                </a:lnTo>
                <a:lnTo>
                  <a:pt x="648313" y="50097"/>
                </a:lnTo>
                <a:lnTo>
                  <a:pt x="648313" y="37204"/>
                </a:lnTo>
                <a:lnTo>
                  <a:pt x="660469" y="37204"/>
                </a:lnTo>
                <a:lnTo>
                  <a:pt x="660469" y="12918"/>
                </a:lnTo>
                <a:lnTo>
                  <a:pt x="676953" y="2947"/>
                </a:lnTo>
                <a:lnTo>
                  <a:pt x="676953" y="37204"/>
                </a:lnTo>
                <a:lnTo>
                  <a:pt x="693622" y="37204"/>
                </a:lnTo>
                <a:lnTo>
                  <a:pt x="693622" y="50097"/>
                </a:lnTo>
                <a:lnTo>
                  <a:pt x="676953" y="50097"/>
                </a:lnTo>
                <a:lnTo>
                  <a:pt x="676953" y="107285"/>
                </a:lnTo>
                <a:cubicBezTo>
                  <a:pt x="676953" y="112012"/>
                  <a:pt x="677245" y="115051"/>
                  <a:pt x="677828" y="116402"/>
                </a:cubicBezTo>
                <a:cubicBezTo>
                  <a:pt x="678411" y="117752"/>
                  <a:pt x="679363" y="118827"/>
                  <a:pt x="680683" y="119625"/>
                </a:cubicBezTo>
                <a:cubicBezTo>
                  <a:pt x="682003" y="120423"/>
                  <a:pt x="683891" y="120822"/>
                  <a:pt x="686346" y="120822"/>
                </a:cubicBezTo>
                <a:cubicBezTo>
                  <a:pt x="688188" y="120822"/>
                  <a:pt x="690613" y="120669"/>
                  <a:pt x="693622" y="120362"/>
                </a:cubicBezTo>
                <a:close/>
                <a:moveTo>
                  <a:pt x="709677" y="135004"/>
                </a:moveTo>
                <a:lnTo>
                  <a:pt x="709677" y="37204"/>
                </a:lnTo>
                <a:lnTo>
                  <a:pt x="724596" y="37204"/>
                </a:lnTo>
                <a:lnTo>
                  <a:pt x="724596" y="51939"/>
                </a:lnTo>
                <a:cubicBezTo>
                  <a:pt x="728402" y="45040"/>
                  <a:pt x="731917" y="40491"/>
                  <a:pt x="735140" y="38292"/>
                </a:cubicBezTo>
                <a:cubicBezTo>
                  <a:pt x="738363" y="36094"/>
                  <a:pt x="741909" y="34994"/>
                  <a:pt x="745776" y="34994"/>
                </a:cubicBezTo>
                <a:cubicBezTo>
                  <a:pt x="751363" y="34994"/>
                  <a:pt x="757042" y="36767"/>
                  <a:pt x="762813" y="40312"/>
                </a:cubicBezTo>
                <a:lnTo>
                  <a:pt x="757103" y="55622"/>
                </a:lnTo>
                <a:cubicBezTo>
                  <a:pt x="753051" y="53228"/>
                  <a:pt x="749000" y="52031"/>
                  <a:pt x="744948" y="52031"/>
                </a:cubicBezTo>
                <a:cubicBezTo>
                  <a:pt x="741325" y="52031"/>
                  <a:pt x="738072" y="53122"/>
                  <a:pt x="735186" y="55306"/>
                </a:cubicBezTo>
                <a:cubicBezTo>
                  <a:pt x="732301" y="57487"/>
                  <a:pt x="730244" y="60514"/>
                  <a:pt x="729016" y="64385"/>
                </a:cubicBezTo>
                <a:cubicBezTo>
                  <a:pt x="727174" y="70285"/>
                  <a:pt x="726253" y="76738"/>
                  <a:pt x="726253" y="83744"/>
                </a:cubicBezTo>
                <a:lnTo>
                  <a:pt x="726253" y="135004"/>
                </a:lnTo>
                <a:lnTo>
                  <a:pt x="709677" y="135004"/>
                </a:lnTo>
                <a:close/>
                <a:moveTo>
                  <a:pt x="836483" y="122929"/>
                </a:moveTo>
                <a:cubicBezTo>
                  <a:pt x="830344" y="128151"/>
                  <a:pt x="824434" y="131837"/>
                  <a:pt x="818756" y="133988"/>
                </a:cubicBezTo>
                <a:cubicBezTo>
                  <a:pt x="813077" y="136139"/>
                  <a:pt x="806983" y="137214"/>
                  <a:pt x="800476" y="137214"/>
                </a:cubicBezTo>
                <a:cubicBezTo>
                  <a:pt x="789732" y="137214"/>
                  <a:pt x="781475" y="134588"/>
                  <a:pt x="775704" y="129335"/>
                </a:cubicBezTo>
                <a:cubicBezTo>
                  <a:pt x="769933" y="124082"/>
                  <a:pt x="767047" y="117370"/>
                  <a:pt x="767047" y="109199"/>
                </a:cubicBezTo>
                <a:cubicBezTo>
                  <a:pt x="767047" y="104408"/>
                  <a:pt x="768137" y="100032"/>
                  <a:pt x="770316" y="96070"/>
                </a:cubicBezTo>
                <a:cubicBezTo>
                  <a:pt x="772496" y="92106"/>
                  <a:pt x="775351" y="88926"/>
                  <a:pt x="778881" y="86530"/>
                </a:cubicBezTo>
                <a:cubicBezTo>
                  <a:pt x="782411" y="84134"/>
                  <a:pt x="786386" y="82322"/>
                  <a:pt x="790806" y="81094"/>
                </a:cubicBezTo>
                <a:cubicBezTo>
                  <a:pt x="794060" y="80232"/>
                  <a:pt x="798972" y="79403"/>
                  <a:pt x="805541" y="78605"/>
                </a:cubicBezTo>
                <a:cubicBezTo>
                  <a:pt x="818924" y="77020"/>
                  <a:pt x="828778" y="75130"/>
                  <a:pt x="835102" y="72935"/>
                </a:cubicBezTo>
                <a:cubicBezTo>
                  <a:pt x="835163" y="70673"/>
                  <a:pt x="835194" y="69236"/>
                  <a:pt x="835194" y="68624"/>
                </a:cubicBezTo>
                <a:cubicBezTo>
                  <a:pt x="835194" y="61896"/>
                  <a:pt x="833628" y="57156"/>
                  <a:pt x="830497" y="54405"/>
                </a:cubicBezTo>
                <a:cubicBezTo>
                  <a:pt x="826261" y="50673"/>
                  <a:pt x="819968" y="48808"/>
                  <a:pt x="811619" y="48808"/>
                </a:cubicBezTo>
                <a:cubicBezTo>
                  <a:pt x="803822" y="48808"/>
                  <a:pt x="798066" y="50174"/>
                  <a:pt x="794352" y="52906"/>
                </a:cubicBezTo>
                <a:cubicBezTo>
                  <a:pt x="790637" y="55638"/>
                  <a:pt x="787890" y="60472"/>
                  <a:pt x="786110" y="67410"/>
                </a:cubicBezTo>
                <a:lnTo>
                  <a:pt x="769902" y="65200"/>
                </a:lnTo>
                <a:cubicBezTo>
                  <a:pt x="771375" y="58241"/>
                  <a:pt x="773800" y="52622"/>
                  <a:pt x="777177" y="48341"/>
                </a:cubicBezTo>
                <a:cubicBezTo>
                  <a:pt x="780554" y="44061"/>
                  <a:pt x="785434" y="40767"/>
                  <a:pt x="791819" y="38459"/>
                </a:cubicBezTo>
                <a:cubicBezTo>
                  <a:pt x="798204" y="36149"/>
                  <a:pt x="805602" y="34994"/>
                  <a:pt x="814013" y="34994"/>
                </a:cubicBezTo>
                <a:cubicBezTo>
                  <a:pt x="822362" y="34994"/>
                  <a:pt x="829146" y="35976"/>
                  <a:pt x="834365" y="37941"/>
                </a:cubicBezTo>
                <a:cubicBezTo>
                  <a:pt x="839583" y="39906"/>
                  <a:pt x="843420" y="42377"/>
                  <a:pt x="845876" y="45354"/>
                </a:cubicBezTo>
                <a:cubicBezTo>
                  <a:pt x="848332" y="48332"/>
                  <a:pt x="850051" y="52092"/>
                  <a:pt x="851033" y="56635"/>
                </a:cubicBezTo>
                <a:cubicBezTo>
                  <a:pt x="851586" y="59459"/>
                  <a:pt x="851862" y="64555"/>
                  <a:pt x="851862" y="71922"/>
                </a:cubicBezTo>
                <a:lnTo>
                  <a:pt x="851862" y="94024"/>
                </a:lnTo>
                <a:cubicBezTo>
                  <a:pt x="851862" y="109434"/>
                  <a:pt x="852215" y="119180"/>
                  <a:pt x="852921" y="123262"/>
                </a:cubicBezTo>
                <a:cubicBezTo>
                  <a:pt x="853627" y="127345"/>
                  <a:pt x="855024" y="131259"/>
                  <a:pt x="857111" y="135004"/>
                </a:cubicBezTo>
                <a:lnTo>
                  <a:pt x="839798" y="135004"/>
                </a:lnTo>
                <a:cubicBezTo>
                  <a:pt x="838079" y="131562"/>
                  <a:pt x="836974" y="127537"/>
                  <a:pt x="836483" y="122929"/>
                </a:cubicBezTo>
                <a:moveTo>
                  <a:pt x="835102" y="85828"/>
                </a:moveTo>
                <a:cubicBezTo>
                  <a:pt x="829085" y="88305"/>
                  <a:pt x="820060" y="90409"/>
                  <a:pt x="808027" y="92142"/>
                </a:cubicBezTo>
                <a:cubicBezTo>
                  <a:pt x="801212" y="93128"/>
                  <a:pt x="796393" y="94238"/>
                  <a:pt x="793569" y="95471"/>
                </a:cubicBezTo>
                <a:cubicBezTo>
                  <a:pt x="790745" y="96703"/>
                  <a:pt x="788565" y="98507"/>
                  <a:pt x="787031" y="100882"/>
                </a:cubicBezTo>
                <a:cubicBezTo>
                  <a:pt x="785496" y="103255"/>
                  <a:pt x="784728" y="105890"/>
                  <a:pt x="784728" y="108787"/>
                </a:cubicBezTo>
                <a:cubicBezTo>
                  <a:pt x="784728" y="113225"/>
                  <a:pt x="786401" y="116924"/>
                  <a:pt x="789747" y="119884"/>
                </a:cubicBezTo>
                <a:cubicBezTo>
                  <a:pt x="793093" y="122842"/>
                  <a:pt x="797989" y="124321"/>
                  <a:pt x="804436" y="124321"/>
                </a:cubicBezTo>
                <a:cubicBezTo>
                  <a:pt x="810821" y="124321"/>
                  <a:pt x="816499" y="122918"/>
                  <a:pt x="821472" y="120111"/>
                </a:cubicBezTo>
                <a:cubicBezTo>
                  <a:pt x="826445" y="117304"/>
                  <a:pt x="830098" y="113464"/>
                  <a:pt x="832431" y="108591"/>
                </a:cubicBezTo>
                <a:cubicBezTo>
                  <a:pt x="834211" y="104827"/>
                  <a:pt x="835102" y="99275"/>
                  <a:pt x="835102" y="91935"/>
                </a:cubicBezTo>
                <a:lnTo>
                  <a:pt x="835102" y="85828"/>
                </a:lnTo>
                <a:close/>
                <a:moveTo>
                  <a:pt x="941345" y="99089"/>
                </a:moveTo>
                <a:lnTo>
                  <a:pt x="957645" y="101207"/>
                </a:lnTo>
                <a:cubicBezTo>
                  <a:pt x="955864" y="112471"/>
                  <a:pt x="951306" y="121288"/>
                  <a:pt x="943969" y="127660"/>
                </a:cubicBezTo>
                <a:cubicBezTo>
                  <a:pt x="936633" y="134029"/>
                  <a:pt x="927623" y="137214"/>
                  <a:pt x="916941" y="137214"/>
                </a:cubicBezTo>
                <a:cubicBezTo>
                  <a:pt x="903557" y="137214"/>
                  <a:pt x="892798" y="132840"/>
                  <a:pt x="884664" y="124091"/>
                </a:cubicBezTo>
                <a:cubicBezTo>
                  <a:pt x="876529" y="115343"/>
                  <a:pt x="872462" y="102803"/>
                  <a:pt x="872462" y="86472"/>
                </a:cubicBezTo>
                <a:cubicBezTo>
                  <a:pt x="872462" y="75913"/>
                  <a:pt x="874211" y="66673"/>
                  <a:pt x="877711" y="58753"/>
                </a:cubicBezTo>
                <a:cubicBezTo>
                  <a:pt x="881210" y="50834"/>
                  <a:pt x="886536" y="44894"/>
                  <a:pt x="893688" y="40934"/>
                </a:cubicBezTo>
                <a:cubicBezTo>
                  <a:pt x="900841" y="36974"/>
                  <a:pt x="908622" y="34994"/>
                  <a:pt x="917033" y="34994"/>
                </a:cubicBezTo>
                <a:cubicBezTo>
                  <a:pt x="927654" y="34994"/>
                  <a:pt x="936341" y="37689"/>
                  <a:pt x="943095" y="43078"/>
                </a:cubicBezTo>
                <a:cubicBezTo>
                  <a:pt x="949848" y="48465"/>
                  <a:pt x="954176" y="56115"/>
                  <a:pt x="956079" y="66029"/>
                </a:cubicBezTo>
                <a:lnTo>
                  <a:pt x="939964" y="68515"/>
                </a:lnTo>
                <a:cubicBezTo>
                  <a:pt x="938429" y="61977"/>
                  <a:pt x="935712" y="57057"/>
                  <a:pt x="931814" y="53758"/>
                </a:cubicBezTo>
                <a:cubicBezTo>
                  <a:pt x="927915" y="50458"/>
                  <a:pt x="923203" y="48808"/>
                  <a:pt x="917678" y="48808"/>
                </a:cubicBezTo>
                <a:cubicBezTo>
                  <a:pt x="909328" y="48808"/>
                  <a:pt x="902544" y="51786"/>
                  <a:pt x="897326" y="57743"/>
                </a:cubicBezTo>
                <a:cubicBezTo>
                  <a:pt x="892107" y="63698"/>
                  <a:pt x="889498" y="73121"/>
                  <a:pt x="889498" y="86012"/>
                </a:cubicBezTo>
                <a:cubicBezTo>
                  <a:pt x="889498" y="99087"/>
                  <a:pt x="892015" y="108587"/>
                  <a:pt x="897050" y="114514"/>
                </a:cubicBezTo>
                <a:cubicBezTo>
                  <a:pt x="902084" y="120438"/>
                  <a:pt x="908653" y="123401"/>
                  <a:pt x="916757" y="123401"/>
                </a:cubicBezTo>
                <a:cubicBezTo>
                  <a:pt x="923265" y="123401"/>
                  <a:pt x="928698" y="121413"/>
                  <a:pt x="933057" y="117438"/>
                </a:cubicBezTo>
                <a:cubicBezTo>
                  <a:pt x="937416" y="113463"/>
                  <a:pt x="940178" y="107346"/>
                  <a:pt x="941345" y="99089"/>
                </a:cubicBezTo>
                <a:close/>
                <a:moveTo>
                  <a:pt x="1008018" y="120362"/>
                </a:moveTo>
                <a:lnTo>
                  <a:pt x="1010413" y="135004"/>
                </a:lnTo>
                <a:cubicBezTo>
                  <a:pt x="1005747" y="135863"/>
                  <a:pt x="1001572" y="136293"/>
                  <a:pt x="997888" y="136293"/>
                </a:cubicBezTo>
                <a:cubicBezTo>
                  <a:pt x="991872" y="136293"/>
                  <a:pt x="987206" y="135342"/>
                  <a:pt x="983891" y="133438"/>
                </a:cubicBezTo>
                <a:cubicBezTo>
                  <a:pt x="980575" y="131535"/>
                  <a:pt x="978243" y="129033"/>
                  <a:pt x="976892" y="125933"/>
                </a:cubicBezTo>
                <a:cubicBezTo>
                  <a:pt x="975541" y="122833"/>
                  <a:pt x="974866" y="116310"/>
                  <a:pt x="974866" y="106364"/>
                </a:cubicBezTo>
                <a:lnTo>
                  <a:pt x="974866" y="50097"/>
                </a:lnTo>
                <a:lnTo>
                  <a:pt x="962710" y="50097"/>
                </a:lnTo>
                <a:lnTo>
                  <a:pt x="962710" y="37204"/>
                </a:lnTo>
                <a:lnTo>
                  <a:pt x="974866" y="37204"/>
                </a:lnTo>
                <a:lnTo>
                  <a:pt x="974866" y="12918"/>
                </a:lnTo>
                <a:lnTo>
                  <a:pt x="991350" y="2947"/>
                </a:lnTo>
                <a:lnTo>
                  <a:pt x="991350" y="37204"/>
                </a:lnTo>
                <a:lnTo>
                  <a:pt x="1008018" y="37204"/>
                </a:lnTo>
                <a:lnTo>
                  <a:pt x="1008018" y="50097"/>
                </a:lnTo>
                <a:lnTo>
                  <a:pt x="991350" y="50097"/>
                </a:lnTo>
                <a:lnTo>
                  <a:pt x="991350" y="107285"/>
                </a:lnTo>
                <a:cubicBezTo>
                  <a:pt x="991350" y="112012"/>
                  <a:pt x="991642" y="115051"/>
                  <a:pt x="992225" y="116402"/>
                </a:cubicBezTo>
                <a:cubicBezTo>
                  <a:pt x="992808" y="117752"/>
                  <a:pt x="993760" y="118827"/>
                  <a:pt x="995080" y="119625"/>
                </a:cubicBezTo>
                <a:cubicBezTo>
                  <a:pt x="996400" y="120423"/>
                  <a:pt x="998287" y="120822"/>
                  <a:pt x="1000743" y="120822"/>
                </a:cubicBezTo>
                <a:cubicBezTo>
                  <a:pt x="1002585" y="120822"/>
                  <a:pt x="1005010" y="120669"/>
                  <a:pt x="1008018" y="120362"/>
                </a:cubicBezTo>
                <a:close/>
                <a:moveTo>
                  <a:pt x="1018088" y="86104"/>
                </a:moveTo>
                <a:cubicBezTo>
                  <a:pt x="1018088" y="67993"/>
                  <a:pt x="1023122" y="54579"/>
                  <a:pt x="1033190" y="45861"/>
                </a:cubicBezTo>
                <a:cubicBezTo>
                  <a:pt x="1041601" y="38616"/>
                  <a:pt x="1051854" y="34994"/>
                  <a:pt x="1063949" y="34994"/>
                </a:cubicBezTo>
                <a:cubicBezTo>
                  <a:pt x="1077394" y="34994"/>
                  <a:pt x="1088383" y="39399"/>
                  <a:pt x="1096917" y="48209"/>
                </a:cubicBezTo>
                <a:cubicBezTo>
                  <a:pt x="1105450" y="57019"/>
                  <a:pt x="1109717" y="69190"/>
                  <a:pt x="1109717" y="84723"/>
                </a:cubicBezTo>
                <a:cubicBezTo>
                  <a:pt x="1109717" y="97308"/>
                  <a:pt x="1107829" y="107208"/>
                  <a:pt x="1104054" y="114422"/>
                </a:cubicBezTo>
                <a:cubicBezTo>
                  <a:pt x="1100278" y="121635"/>
                  <a:pt x="1094783" y="127238"/>
                  <a:pt x="1087570" y="131228"/>
                </a:cubicBezTo>
                <a:cubicBezTo>
                  <a:pt x="1080356" y="135219"/>
                  <a:pt x="1072482" y="137214"/>
                  <a:pt x="1063949" y="137214"/>
                </a:cubicBezTo>
                <a:cubicBezTo>
                  <a:pt x="1050258" y="137214"/>
                  <a:pt x="1039192" y="132824"/>
                  <a:pt x="1030750" y="124045"/>
                </a:cubicBezTo>
                <a:cubicBezTo>
                  <a:pt x="1022309" y="115266"/>
                  <a:pt x="1018088" y="102619"/>
                  <a:pt x="1018088" y="86104"/>
                </a:cubicBezTo>
                <a:moveTo>
                  <a:pt x="1035124" y="86058"/>
                </a:moveTo>
                <a:cubicBezTo>
                  <a:pt x="1035124" y="98536"/>
                  <a:pt x="1037856" y="107880"/>
                  <a:pt x="1043320" y="114088"/>
                </a:cubicBezTo>
                <a:cubicBezTo>
                  <a:pt x="1048784" y="120296"/>
                  <a:pt x="1055660" y="123401"/>
                  <a:pt x="1063949" y="123401"/>
                </a:cubicBezTo>
                <a:cubicBezTo>
                  <a:pt x="1072175" y="123401"/>
                  <a:pt x="1079021" y="120281"/>
                  <a:pt x="1084485" y="114042"/>
                </a:cubicBezTo>
                <a:cubicBezTo>
                  <a:pt x="1089949" y="107803"/>
                  <a:pt x="1092681" y="98292"/>
                  <a:pt x="1092681" y="85508"/>
                </a:cubicBezTo>
                <a:cubicBezTo>
                  <a:pt x="1092681" y="73458"/>
                  <a:pt x="1089933" y="64329"/>
                  <a:pt x="1084439" y="58120"/>
                </a:cubicBezTo>
                <a:cubicBezTo>
                  <a:pt x="1078944" y="51912"/>
                  <a:pt x="1072114" y="48808"/>
                  <a:pt x="1063949" y="48808"/>
                </a:cubicBezTo>
                <a:cubicBezTo>
                  <a:pt x="1055660" y="48808"/>
                  <a:pt x="1048784" y="51897"/>
                  <a:pt x="1043320" y="58074"/>
                </a:cubicBezTo>
                <a:cubicBezTo>
                  <a:pt x="1037856" y="64252"/>
                  <a:pt x="1035124" y="73580"/>
                  <a:pt x="1035124" y="86058"/>
                </a:cubicBezTo>
                <a:close/>
                <a:moveTo>
                  <a:pt x="1128935" y="135004"/>
                </a:moveTo>
                <a:lnTo>
                  <a:pt x="1128935" y="37204"/>
                </a:lnTo>
                <a:lnTo>
                  <a:pt x="1143854" y="37204"/>
                </a:lnTo>
                <a:lnTo>
                  <a:pt x="1143854" y="51939"/>
                </a:lnTo>
                <a:cubicBezTo>
                  <a:pt x="1147660" y="45040"/>
                  <a:pt x="1151175" y="40491"/>
                  <a:pt x="1154398" y="38292"/>
                </a:cubicBezTo>
                <a:cubicBezTo>
                  <a:pt x="1157621" y="36094"/>
                  <a:pt x="1161166" y="34994"/>
                  <a:pt x="1165034" y="34994"/>
                </a:cubicBezTo>
                <a:cubicBezTo>
                  <a:pt x="1170621" y="34994"/>
                  <a:pt x="1176300" y="36767"/>
                  <a:pt x="1182071" y="40312"/>
                </a:cubicBezTo>
                <a:lnTo>
                  <a:pt x="1176361" y="55622"/>
                </a:lnTo>
                <a:cubicBezTo>
                  <a:pt x="1172309" y="53228"/>
                  <a:pt x="1168257" y="52031"/>
                  <a:pt x="1164205" y="52031"/>
                </a:cubicBezTo>
                <a:cubicBezTo>
                  <a:pt x="1160583" y="52031"/>
                  <a:pt x="1157329" y="53122"/>
                  <a:pt x="1154444" y="55306"/>
                </a:cubicBezTo>
                <a:cubicBezTo>
                  <a:pt x="1151558" y="57487"/>
                  <a:pt x="1149502" y="60514"/>
                  <a:pt x="1148274" y="64385"/>
                </a:cubicBezTo>
                <a:cubicBezTo>
                  <a:pt x="1146432" y="70285"/>
                  <a:pt x="1145511" y="76738"/>
                  <a:pt x="1145511" y="83744"/>
                </a:cubicBezTo>
                <a:lnTo>
                  <a:pt x="1145511" y="135004"/>
                </a:lnTo>
                <a:lnTo>
                  <a:pt x="1128935" y="135004"/>
                </a:lnTo>
                <a:close/>
                <a:moveTo>
                  <a:pt x="1185293" y="105719"/>
                </a:moveTo>
                <a:lnTo>
                  <a:pt x="1201685" y="103141"/>
                </a:lnTo>
                <a:cubicBezTo>
                  <a:pt x="1202605" y="109681"/>
                  <a:pt x="1205169" y="114693"/>
                  <a:pt x="1209374" y="118177"/>
                </a:cubicBezTo>
                <a:cubicBezTo>
                  <a:pt x="1213579" y="121659"/>
                  <a:pt x="1219458" y="123401"/>
                  <a:pt x="1227009" y="123401"/>
                </a:cubicBezTo>
                <a:cubicBezTo>
                  <a:pt x="1234622" y="123401"/>
                  <a:pt x="1240270" y="121863"/>
                  <a:pt x="1243954" y="118787"/>
                </a:cubicBezTo>
                <a:cubicBezTo>
                  <a:pt x="1247637" y="115710"/>
                  <a:pt x="1249479" y="112101"/>
                  <a:pt x="1249479" y="107961"/>
                </a:cubicBezTo>
                <a:cubicBezTo>
                  <a:pt x="1249479" y="104245"/>
                  <a:pt x="1247852" y="101321"/>
                  <a:pt x="1244598" y="99190"/>
                </a:cubicBezTo>
                <a:cubicBezTo>
                  <a:pt x="1242327" y="97728"/>
                  <a:pt x="1236679" y="95869"/>
                  <a:pt x="1227654" y="93615"/>
                </a:cubicBezTo>
                <a:cubicBezTo>
                  <a:pt x="1215498" y="90544"/>
                  <a:pt x="1207072" y="87886"/>
                  <a:pt x="1202375" y="85644"/>
                </a:cubicBezTo>
                <a:cubicBezTo>
                  <a:pt x="1197679" y="83401"/>
                  <a:pt x="1194118" y="80298"/>
                  <a:pt x="1191693" y="76334"/>
                </a:cubicBezTo>
                <a:cubicBezTo>
                  <a:pt x="1189268" y="72370"/>
                  <a:pt x="1188055" y="67992"/>
                  <a:pt x="1188055" y="63200"/>
                </a:cubicBezTo>
                <a:cubicBezTo>
                  <a:pt x="1188055" y="58837"/>
                  <a:pt x="1189053" y="54796"/>
                  <a:pt x="1191048" y="51078"/>
                </a:cubicBezTo>
                <a:cubicBezTo>
                  <a:pt x="1193043" y="47360"/>
                  <a:pt x="1195760" y="44272"/>
                  <a:pt x="1199198" y="41815"/>
                </a:cubicBezTo>
                <a:cubicBezTo>
                  <a:pt x="1201777" y="39909"/>
                  <a:pt x="1205291" y="38297"/>
                  <a:pt x="1209742" y="36977"/>
                </a:cubicBezTo>
                <a:cubicBezTo>
                  <a:pt x="1214193" y="35655"/>
                  <a:pt x="1218967" y="34994"/>
                  <a:pt x="1224062" y="34994"/>
                </a:cubicBezTo>
                <a:cubicBezTo>
                  <a:pt x="1231737" y="34994"/>
                  <a:pt x="1238474" y="36107"/>
                  <a:pt x="1244276" y="38332"/>
                </a:cubicBezTo>
                <a:cubicBezTo>
                  <a:pt x="1250078" y="40556"/>
                  <a:pt x="1254360" y="43569"/>
                  <a:pt x="1257123" y="47372"/>
                </a:cubicBezTo>
                <a:cubicBezTo>
                  <a:pt x="1259885" y="51172"/>
                  <a:pt x="1261789" y="56255"/>
                  <a:pt x="1262832" y="62621"/>
                </a:cubicBezTo>
                <a:lnTo>
                  <a:pt x="1246624" y="64831"/>
                </a:lnTo>
                <a:cubicBezTo>
                  <a:pt x="1245888" y="59797"/>
                  <a:pt x="1243754" y="55868"/>
                  <a:pt x="1240224" y="53044"/>
                </a:cubicBezTo>
                <a:cubicBezTo>
                  <a:pt x="1236694" y="50220"/>
                  <a:pt x="1231706" y="48808"/>
                  <a:pt x="1225260" y="48808"/>
                </a:cubicBezTo>
                <a:cubicBezTo>
                  <a:pt x="1217647" y="48808"/>
                  <a:pt x="1212213" y="50060"/>
                  <a:pt x="1208960" y="52566"/>
                </a:cubicBezTo>
                <a:cubicBezTo>
                  <a:pt x="1205706" y="55070"/>
                  <a:pt x="1204079" y="58002"/>
                  <a:pt x="1204079" y="61364"/>
                </a:cubicBezTo>
                <a:cubicBezTo>
                  <a:pt x="1204079" y="63501"/>
                  <a:pt x="1204754" y="65425"/>
                  <a:pt x="1206105" y="67136"/>
                </a:cubicBezTo>
                <a:cubicBezTo>
                  <a:pt x="1207455" y="68907"/>
                  <a:pt x="1209574" y="70373"/>
                  <a:pt x="1212459" y="71534"/>
                </a:cubicBezTo>
                <a:cubicBezTo>
                  <a:pt x="1214117" y="72146"/>
                  <a:pt x="1218997" y="73551"/>
                  <a:pt x="1227101" y="75750"/>
                </a:cubicBezTo>
                <a:cubicBezTo>
                  <a:pt x="1238827" y="78879"/>
                  <a:pt x="1247008" y="81440"/>
                  <a:pt x="1251643" y="83434"/>
                </a:cubicBezTo>
                <a:cubicBezTo>
                  <a:pt x="1256279" y="85427"/>
                  <a:pt x="1259916" y="88326"/>
                  <a:pt x="1262556" y="92130"/>
                </a:cubicBezTo>
                <a:cubicBezTo>
                  <a:pt x="1265196" y="95933"/>
                  <a:pt x="1266516" y="100655"/>
                  <a:pt x="1266516" y="106298"/>
                </a:cubicBezTo>
                <a:cubicBezTo>
                  <a:pt x="1266516" y="111819"/>
                  <a:pt x="1264904" y="117019"/>
                  <a:pt x="1261681" y="121895"/>
                </a:cubicBezTo>
                <a:cubicBezTo>
                  <a:pt x="1258458" y="126770"/>
                  <a:pt x="1253807" y="130542"/>
                  <a:pt x="1247729" y="133211"/>
                </a:cubicBezTo>
                <a:cubicBezTo>
                  <a:pt x="1241652" y="135880"/>
                  <a:pt x="1234776" y="137214"/>
                  <a:pt x="1227101" y="137214"/>
                </a:cubicBezTo>
                <a:cubicBezTo>
                  <a:pt x="1214393" y="137214"/>
                  <a:pt x="1204708" y="134566"/>
                  <a:pt x="1198047" y="129271"/>
                </a:cubicBezTo>
                <a:cubicBezTo>
                  <a:pt x="1191386" y="123976"/>
                  <a:pt x="1187134" y="116125"/>
                  <a:pt x="1185293" y="1057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HasHurdles">
            <a:extLst xmlns:a="http://schemas.openxmlformats.org/drawingml/2006/main">
              <a:ext uri="{FF2B5EF4-FFF2-40B4-BE49-F238E27FC236}">
                <a16:creationId xmlns:a16="http://schemas.microsoft.com/office/drawing/2014/main" id="{7B807FE4-64E6-4048-9692-780F331E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983" y="2159615"/>
            <a:ext cx="1015112" cy="137214"/>
          </a:xfrm>
          <a:custGeom xmlns:a="http://schemas.openxmlformats.org/drawingml/2006/main">
            <a:pathLst>
              <a:path w="1015112" h="137214">
                <a:moveTo>
                  <a:pt x="0" y="135004"/>
                </a:moveTo>
                <a:lnTo>
                  <a:pt x="0" y="0"/>
                </a:lnTo>
                <a:lnTo>
                  <a:pt x="17865" y="0"/>
                </a:lnTo>
                <a:lnTo>
                  <a:pt x="17865" y="55438"/>
                </a:lnTo>
                <a:lnTo>
                  <a:pt x="88038" y="55438"/>
                </a:lnTo>
                <a:lnTo>
                  <a:pt x="88038" y="0"/>
                </a:lnTo>
                <a:lnTo>
                  <a:pt x="105903" y="0"/>
                </a:lnTo>
                <a:lnTo>
                  <a:pt x="105903" y="135004"/>
                </a:lnTo>
                <a:lnTo>
                  <a:pt x="88038" y="135004"/>
                </a:lnTo>
                <a:lnTo>
                  <a:pt x="88038" y="71370"/>
                </a:lnTo>
                <a:lnTo>
                  <a:pt x="17865" y="71370"/>
                </a:lnTo>
                <a:lnTo>
                  <a:pt x="17865" y="135004"/>
                </a:lnTo>
                <a:lnTo>
                  <a:pt x="0" y="135004"/>
                </a:lnTo>
                <a:close/>
                <a:moveTo>
                  <a:pt x="197317" y="122929"/>
                </a:moveTo>
                <a:cubicBezTo>
                  <a:pt x="191178" y="128151"/>
                  <a:pt x="185269" y="131837"/>
                  <a:pt x="179590" y="133988"/>
                </a:cubicBezTo>
                <a:cubicBezTo>
                  <a:pt x="173911" y="136139"/>
                  <a:pt x="167818" y="137214"/>
                  <a:pt x="161310" y="137214"/>
                </a:cubicBezTo>
                <a:cubicBezTo>
                  <a:pt x="150566" y="137214"/>
                  <a:pt x="142309" y="134588"/>
                  <a:pt x="136538" y="129335"/>
                </a:cubicBezTo>
                <a:cubicBezTo>
                  <a:pt x="130767" y="124082"/>
                  <a:pt x="127881" y="117370"/>
                  <a:pt x="127881" y="109199"/>
                </a:cubicBezTo>
                <a:cubicBezTo>
                  <a:pt x="127881" y="104408"/>
                  <a:pt x="128971" y="100032"/>
                  <a:pt x="131150" y="96070"/>
                </a:cubicBezTo>
                <a:cubicBezTo>
                  <a:pt x="133330" y="92106"/>
                  <a:pt x="136185" y="88926"/>
                  <a:pt x="139715" y="86530"/>
                </a:cubicBezTo>
                <a:cubicBezTo>
                  <a:pt x="143245" y="84134"/>
                  <a:pt x="147220" y="82322"/>
                  <a:pt x="151640" y="81094"/>
                </a:cubicBezTo>
                <a:cubicBezTo>
                  <a:pt x="154894" y="80232"/>
                  <a:pt x="159806" y="79403"/>
                  <a:pt x="166375" y="78605"/>
                </a:cubicBezTo>
                <a:cubicBezTo>
                  <a:pt x="179759" y="77020"/>
                  <a:pt x="189612" y="75130"/>
                  <a:pt x="195936" y="72935"/>
                </a:cubicBezTo>
                <a:cubicBezTo>
                  <a:pt x="195997" y="70673"/>
                  <a:pt x="196028" y="69236"/>
                  <a:pt x="196028" y="68624"/>
                </a:cubicBezTo>
                <a:cubicBezTo>
                  <a:pt x="196028" y="61896"/>
                  <a:pt x="194462" y="57156"/>
                  <a:pt x="191331" y="54405"/>
                </a:cubicBezTo>
                <a:cubicBezTo>
                  <a:pt x="187095" y="50673"/>
                  <a:pt x="180802" y="48808"/>
                  <a:pt x="172453" y="48808"/>
                </a:cubicBezTo>
                <a:cubicBezTo>
                  <a:pt x="164656" y="48808"/>
                  <a:pt x="158900" y="50174"/>
                  <a:pt x="155186" y="52906"/>
                </a:cubicBezTo>
                <a:cubicBezTo>
                  <a:pt x="151472" y="55638"/>
                  <a:pt x="148724" y="60472"/>
                  <a:pt x="146944" y="67410"/>
                </a:cubicBezTo>
                <a:lnTo>
                  <a:pt x="130736" y="65200"/>
                </a:lnTo>
                <a:cubicBezTo>
                  <a:pt x="132209" y="58241"/>
                  <a:pt x="134634" y="52622"/>
                  <a:pt x="138011" y="48341"/>
                </a:cubicBezTo>
                <a:cubicBezTo>
                  <a:pt x="141388" y="44061"/>
                  <a:pt x="146269" y="40767"/>
                  <a:pt x="152653" y="38459"/>
                </a:cubicBezTo>
                <a:cubicBezTo>
                  <a:pt x="159038" y="36149"/>
                  <a:pt x="166436" y="34994"/>
                  <a:pt x="174847" y="34994"/>
                </a:cubicBezTo>
                <a:cubicBezTo>
                  <a:pt x="183197" y="34994"/>
                  <a:pt x="189981" y="35976"/>
                  <a:pt x="195199" y="37941"/>
                </a:cubicBezTo>
                <a:cubicBezTo>
                  <a:pt x="200417" y="39906"/>
                  <a:pt x="204254" y="42377"/>
                  <a:pt x="206710" y="45354"/>
                </a:cubicBezTo>
                <a:cubicBezTo>
                  <a:pt x="209166" y="48332"/>
                  <a:pt x="210885" y="52092"/>
                  <a:pt x="211867" y="56635"/>
                </a:cubicBezTo>
                <a:cubicBezTo>
                  <a:pt x="212420" y="59459"/>
                  <a:pt x="212696" y="64555"/>
                  <a:pt x="212696" y="71922"/>
                </a:cubicBezTo>
                <a:lnTo>
                  <a:pt x="212696" y="94024"/>
                </a:lnTo>
                <a:cubicBezTo>
                  <a:pt x="212696" y="109434"/>
                  <a:pt x="213049" y="119180"/>
                  <a:pt x="213755" y="123262"/>
                </a:cubicBezTo>
                <a:cubicBezTo>
                  <a:pt x="214461" y="127345"/>
                  <a:pt x="215858" y="131259"/>
                  <a:pt x="217945" y="135004"/>
                </a:cubicBezTo>
                <a:lnTo>
                  <a:pt x="200632" y="135004"/>
                </a:lnTo>
                <a:cubicBezTo>
                  <a:pt x="198913" y="131562"/>
                  <a:pt x="197808" y="127537"/>
                  <a:pt x="197317" y="122929"/>
                </a:cubicBezTo>
                <a:moveTo>
                  <a:pt x="195936" y="85828"/>
                </a:moveTo>
                <a:cubicBezTo>
                  <a:pt x="189919" y="88305"/>
                  <a:pt x="180894" y="90409"/>
                  <a:pt x="168861" y="92142"/>
                </a:cubicBezTo>
                <a:cubicBezTo>
                  <a:pt x="162047" y="93128"/>
                  <a:pt x="157227" y="94238"/>
                  <a:pt x="154403" y="95471"/>
                </a:cubicBezTo>
                <a:cubicBezTo>
                  <a:pt x="151579" y="96703"/>
                  <a:pt x="149400" y="98507"/>
                  <a:pt x="147865" y="100882"/>
                </a:cubicBezTo>
                <a:cubicBezTo>
                  <a:pt x="146330" y="103255"/>
                  <a:pt x="145562" y="105890"/>
                  <a:pt x="145562" y="108787"/>
                </a:cubicBezTo>
                <a:cubicBezTo>
                  <a:pt x="145562" y="113225"/>
                  <a:pt x="147235" y="116924"/>
                  <a:pt x="150581" y="119884"/>
                </a:cubicBezTo>
                <a:cubicBezTo>
                  <a:pt x="153927" y="122842"/>
                  <a:pt x="158823" y="124321"/>
                  <a:pt x="165270" y="124321"/>
                </a:cubicBezTo>
                <a:cubicBezTo>
                  <a:pt x="171655" y="124321"/>
                  <a:pt x="177334" y="122918"/>
                  <a:pt x="182306" y="120111"/>
                </a:cubicBezTo>
                <a:cubicBezTo>
                  <a:pt x="187279" y="117304"/>
                  <a:pt x="190932" y="113464"/>
                  <a:pt x="193265" y="108591"/>
                </a:cubicBezTo>
                <a:cubicBezTo>
                  <a:pt x="195045" y="104827"/>
                  <a:pt x="195936" y="99275"/>
                  <a:pt x="195936" y="91935"/>
                </a:cubicBezTo>
                <a:lnTo>
                  <a:pt x="195936" y="85828"/>
                </a:lnTo>
                <a:close/>
                <a:moveTo>
                  <a:pt x="231730" y="105719"/>
                </a:moveTo>
                <a:lnTo>
                  <a:pt x="248122" y="103141"/>
                </a:lnTo>
                <a:cubicBezTo>
                  <a:pt x="249043" y="109681"/>
                  <a:pt x="251606" y="114693"/>
                  <a:pt x="255811" y="118177"/>
                </a:cubicBezTo>
                <a:cubicBezTo>
                  <a:pt x="260017" y="121659"/>
                  <a:pt x="265895" y="123401"/>
                  <a:pt x="273447" y="123401"/>
                </a:cubicBezTo>
                <a:cubicBezTo>
                  <a:pt x="281059" y="123401"/>
                  <a:pt x="286708" y="121863"/>
                  <a:pt x="290391" y="118787"/>
                </a:cubicBezTo>
                <a:cubicBezTo>
                  <a:pt x="294075" y="115710"/>
                  <a:pt x="295917" y="112101"/>
                  <a:pt x="295917" y="107961"/>
                </a:cubicBezTo>
                <a:cubicBezTo>
                  <a:pt x="295917" y="104245"/>
                  <a:pt x="294290" y="101321"/>
                  <a:pt x="291036" y="99190"/>
                </a:cubicBezTo>
                <a:cubicBezTo>
                  <a:pt x="288764" y="97728"/>
                  <a:pt x="283116" y="95869"/>
                  <a:pt x="274091" y="93615"/>
                </a:cubicBezTo>
                <a:cubicBezTo>
                  <a:pt x="261935" y="90544"/>
                  <a:pt x="253509" y="87886"/>
                  <a:pt x="248813" y="85644"/>
                </a:cubicBezTo>
                <a:cubicBezTo>
                  <a:pt x="244116" y="83401"/>
                  <a:pt x="240555" y="80298"/>
                  <a:pt x="238130" y="76334"/>
                </a:cubicBezTo>
                <a:cubicBezTo>
                  <a:pt x="235705" y="72370"/>
                  <a:pt x="234493" y="67992"/>
                  <a:pt x="234493" y="63200"/>
                </a:cubicBezTo>
                <a:cubicBezTo>
                  <a:pt x="234493" y="58837"/>
                  <a:pt x="235490" y="54796"/>
                  <a:pt x="237486" y="51078"/>
                </a:cubicBezTo>
                <a:cubicBezTo>
                  <a:pt x="239481" y="47360"/>
                  <a:pt x="242197" y="44272"/>
                  <a:pt x="245635" y="41815"/>
                </a:cubicBezTo>
                <a:cubicBezTo>
                  <a:pt x="248214" y="39909"/>
                  <a:pt x="251729" y="38297"/>
                  <a:pt x="256180" y="36977"/>
                </a:cubicBezTo>
                <a:cubicBezTo>
                  <a:pt x="260631" y="35655"/>
                  <a:pt x="265404" y="34994"/>
                  <a:pt x="270500" y="34994"/>
                </a:cubicBezTo>
                <a:cubicBezTo>
                  <a:pt x="278174" y="34994"/>
                  <a:pt x="284912" y="36107"/>
                  <a:pt x="290714" y="38332"/>
                </a:cubicBezTo>
                <a:cubicBezTo>
                  <a:pt x="296515" y="40556"/>
                  <a:pt x="300797" y="43569"/>
                  <a:pt x="303560" y="47372"/>
                </a:cubicBezTo>
                <a:cubicBezTo>
                  <a:pt x="306323" y="51172"/>
                  <a:pt x="308226" y="56255"/>
                  <a:pt x="309270" y="62621"/>
                </a:cubicBezTo>
                <a:lnTo>
                  <a:pt x="293062" y="64831"/>
                </a:lnTo>
                <a:cubicBezTo>
                  <a:pt x="292325" y="59797"/>
                  <a:pt x="290192" y="55868"/>
                  <a:pt x="286662" y="53044"/>
                </a:cubicBezTo>
                <a:cubicBezTo>
                  <a:pt x="283131" y="50220"/>
                  <a:pt x="278143" y="48808"/>
                  <a:pt x="271697" y="48808"/>
                </a:cubicBezTo>
                <a:cubicBezTo>
                  <a:pt x="264084" y="48808"/>
                  <a:pt x="258651" y="50060"/>
                  <a:pt x="255397" y="52566"/>
                </a:cubicBezTo>
                <a:cubicBezTo>
                  <a:pt x="252143" y="55070"/>
                  <a:pt x="250516" y="58002"/>
                  <a:pt x="250516" y="61364"/>
                </a:cubicBezTo>
                <a:cubicBezTo>
                  <a:pt x="250516" y="63501"/>
                  <a:pt x="251192" y="65425"/>
                  <a:pt x="252542" y="67136"/>
                </a:cubicBezTo>
                <a:cubicBezTo>
                  <a:pt x="253893" y="68907"/>
                  <a:pt x="256011" y="70373"/>
                  <a:pt x="258896" y="71534"/>
                </a:cubicBezTo>
                <a:cubicBezTo>
                  <a:pt x="260554" y="72146"/>
                  <a:pt x="265435" y="73551"/>
                  <a:pt x="273539" y="75750"/>
                </a:cubicBezTo>
                <a:cubicBezTo>
                  <a:pt x="285265" y="78879"/>
                  <a:pt x="293446" y="81440"/>
                  <a:pt x="298081" y="83434"/>
                </a:cubicBezTo>
                <a:cubicBezTo>
                  <a:pt x="302716" y="85427"/>
                  <a:pt x="306353" y="88326"/>
                  <a:pt x="308993" y="92130"/>
                </a:cubicBezTo>
                <a:cubicBezTo>
                  <a:pt x="311633" y="95933"/>
                  <a:pt x="312953" y="100655"/>
                  <a:pt x="312953" y="106298"/>
                </a:cubicBezTo>
                <a:cubicBezTo>
                  <a:pt x="312953" y="111819"/>
                  <a:pt x="311342" y="117019"/>
                  <a:pt x="308119" y="121895"/>
                </a:cubicBezTo>
                <a:cubicBezTo>
                  <a:pt x="304895" y="126770"/>
                  <a:pt x="300245" y="130542"/>
                  <a:pt x="294167" y="133211"/>
                </a:cubicBezTo>
                <a:cubicBezTo>
                  <a:pt x="288089" y="135880"/>
                  <a:pt x="281213" y="137214"/>
                  <a:pt x="273539" y="137214"/>
                </a:cubicBezTo>
                <a:cubicBezTo>
                  <a:pt x="260830" y="137214"/>
                  <a:pt x="251146" y="134566"/>
                  <a:pt x="244484" y="129271"/>
                </a:cubicBezTo>
                <a:cubicBezTo>
                  <a:pt x="237823" y="123976"/>
                  <a:pt x="233572" y="116125"/>
                  <a:pt x="231730" y="105719"/>
                </a:cubicBezTo>
                <a:close/>
                <a:moveTo>
                  <a:pt x="387762" y="135004"/>
                </a:moveTo>
                <a:lnTo>
                  <a:pt x="387762" y="0"/>
                </a:lnTo>
                <a:lnTo>
                  <a:pt x="405628" y="0"/>
                </a:lnTo>
                <a:lnTo>
                  <a:pt x="405628" y="55438"/>
                </a:lnTo>
                <a:lnTo>
                  <a:pt x="475800" y="55438"/>
                </a:lnTo>
                <a:lnTo>
                  <a:pt x="475800" y="0"/>
                </a:lnTo>
                <a:lnTo>
                  <a:pt x="493666" y="0"/>
                </a:lnTo>
                <a:lnTo>
                  <a:pt x="493666" y="135004"/>
                </a:lnTo>
                <a:lnTo>
                  <a:pt x="475800" y="135004"/>
                </a:lnTo>
                <a:lnTo>
                  <a:pt x="475800" y="71370"/>
                </a:lnTo>
                <a:lnTo>
                  <a:pt x="405628" y="71370"/>
                </a:lnTo>
                <a:lnTo>
                  <a:pt x="405628" y="135004"/>
                </a:lnTo>
                <a:lnTo>
                  <a:pt x="387762" y="135004"/>
                </a:lnTo>
                <a:close/>
                <a:moveTo>
                  <a:pt x="585355" y="135004"/>
                </a:moveTo>
                <a:lnTo>
                  <a:pt x="585355" y="120638"/>
                </a:lnTo>
                <a:cubicBezTo>
                  <a:pt x="577743" y="131689"/>
                  <a:pt x="567398" y="137214"/>
                  <a:pt x="554321" y="137214"/>
                </a:cubicBezTo>
                <a:cubicBezTo>
                  <a:pt x="548550" y="137214"/>
                  <a:pt x="543163" y="136109"/>
                  <a:pt x="538159" y="133899"/>
                </a:cubicBezTo>
                <a:cubicBezTo>
                  <a:pt x="533156" y="131689"/>
                  <a:pt x="529442" y="128911"/>
                  <a:pt x="527016" y="125565"/>
                </a:cubicBezTo>
                <a:cubicBezTo>
                  <a:pt x="524591" y="122219"/>
                  <a:pt x="522888" y="118121"/>
                  <a:pt x="521906" y="113271"/>
                </a:cubicBezTo>
                <a:cubicBezTo>
                  <a:pt x="521230" y="110017"/>
                  <a:pt x="520893" y="104860"/>
                  <a:pt x="520893" y="97800"/>
                </a:cubicBezTo>
                <a:lnTo>
                  <a:pt x="520893" y="37204"/>
                </a:lnTo>
                <a:lnTo>
                  <a:pt x="537469" y="37204"/>
                </a:lnTo>
                <a:lnTo>
                  <a:pt x="537469" y="91445"/>
                </a:lnTo>
                <a:cubicBezTo>
                  <a:pt x="537469" y="100102"/>
                  <a:pt x="537806" y="105934"/>
                  <a:pt x="538482" y="108942"/>
                </a:cubicBezTo>
                <a:cubicBezTo>
                  <a:pt x="539525" y="113301"/>
                  <a:pt x="541736" y="116724"/>
                  <a:pt x="545112" y="119210"/>
                </a:cubicBezTo>
                <a:cubicBezTo>
                  <a:pt x="548489" y="121697"/>
                  <a:pt x="552664" y="122940"/>
                  <a:pt x="557636" y="122940"/>
                </a:cubicBezTo>
                <a:cubicBezTo>
                  <a:pt x="562609" y="122940"/>
                  <a:pt x="567275" y="121666"/>
                  <a:pt x="571634" y="119118"/>
                </a:cubicBezTo>
                <a:cubicBezTo>
                  <a:pt x="575993" y="116571"/>
                  <a:pt x="579078" y="113102"/>
                  <a:pt x="580889" y="108712"/>
                </a:cubicBezTo>
                <a:cubicBezTo>
                  <a:pt x="582700" y="104323"/>
                  <a:pt x="583606" y="97953"/>
                  <a:pt x="583606" y="89604"/>
                </a:cubicBezTo>
                <a:lnTo>
                  <a:pt x="583606" y="37204"/>
                </a:lnTo>
                <a:lnTo>
                  <a:pt x="600182" y="37204"/>
                </a:lnTo>
                <a:lnTo>
                  <a:pt x="600182" y="135004"/>
                </a:lnTo>
                <a:lnTo>
                  <a:pt x="585355" y="135004"/>
                </a:lnTo>
                <a:close/>
                <a:moveTo>
                  <a:pt x="625938" y="135004"/>
                </a:moveTo>
                <a:lnTo>
                  <a:pt x="625938" y="37204"/>
                </a:lnTo>
                <a:lnTo>
                  <a:pt x="640857" y="37204"/>
                </a:lnTo>
                <a:lnTo>
                  <a:pt x="640857" y="51939"/>
                </a:lnTo>
                <a:cubicBezTo>
                  <a:pt x="644663" y="45040"/>
                  <a:pt x="648178" y="40491"/>
                  <a:pt x="651401" y="38292"/>
                </a:cubicBezTo>
                <a:cubicBezTo>
                  <a:pt x="654624" y="36094"/>
                  <a:pt x="658170" y="34994"/>
                  <a:pt x="662038" y="34994"/>
                </a:cubicBezTo>
                <a:cubicBezTo>
                  <a:pt x="667624" y="34994"/>
                  <a:pt x="673303" y="36767"/>
                  <a:pt x="679074" y="40312"/>
                </a:cubicBezTo>
                <a:lnTo>
                  <a:pt x="673365" y="55622"/>
                </a:lnTo>
                <a:cubicBezTo>
                  <a:pt x="669313" y="53228"/>
                  <a:pt x="665261" y="52031"/>
                  <a:pt x="661209" y="52031"/>
                </a:cubicBezTo>
                <a:cubicBezTo>
                  <a:pt x="657587" y="52031"/>
                  <a:pt x="654333" y="53122"/>
                  <a:pt x="651447" y="55306"/>
                </a:cubicBezTo>
                <a:cubicBezTo>
                  <a:pt x="648562" y="57487"/>
                  <a:pt x="646505" y="60514"/>
                  <a:pt x="645277" y="64385"/>
                </a:cubicBezTo>
                <a:cubicBezTo>
                  <a:pt x="643435" y="70285"/>
                  <a:pt x="642515" y="76738"/>
                  <a:pt x="642515" y="83744"/>
                </a:cubicBezTo>
                <a:lnTo>
                  <a:pt x="642515" y="135004"/>
                </a:lnTo>
                <a:lnTo>
                  <a:pt x="625938" y="135004"/>
                </a:lnTo>
                <a:close/>
                <a:moveTo>
                  <a:pt x="752376" y="135004"/>
                </a:moveTo>
                <a:lnTo>
                  <a:pt x="752376" y="122664"/>
                </a:lnTo>
                <a:cubicBezTo>
                  <a:pt x="746176" y="132364"/>
                  <a:pt x="737059" y="137214"/>
                  <a:pt x="725026" y="137214"/>
                </a:cubicBezTo>
                <a:cubicBezTo>
                  <a:pt x="717229" y="137214"/>
                  <a:pt x="710061" y="135065"/>
                  <a:pt x="703523" y="130768"/>
                </a:cubicBezTo>
                <a:cubicBezTo>
                  <a:pt x="696984" y="126470"/>
                  <a:pt x="691919" y="120469"/>
                  <a:pt x="688328" y="112764"/>
                </a:cubicBezTo>
                <a:cubicBezTo>
                  <a:pt x="684736" y="105059"/>
                  <a:pt x="682941" y="96203"/>
                  <a:pt x="682941" y="86196"/>
                </a:cubicBezTo>
                <a:cubicBezTo>
                  <a:pt x="682941" y="76435"/>
                  <a:pt x="684567" y="67579"/>
                  <a:pt x="687821" y="59628"/>
                </a:cubicBezTo>
                <a:cubicBezTo>
                  <a:pt x="691075" y="51678"/>
                  <a:pt x="695956" y="45585"/>
                  <a:pt x="702464" y="41348"/>
                </a:cubicBezTo>
                <a:cubicBezTo>
                  <a:pt x="708971" y="37112"/>
                  <a:pt x="716246" y="34994"/>
                  <a:pt x="724289" y="34994"/>
                </a:cubicBezTo>
                <a:cubicBezTo>
                  <a:pt x="730183" y="34994"/>
                  <a:pt x="735432" y="36237"/>
                  <a:pt x="740036" y="38724"/>
                </a:cubicBezTo>
                <a:cubicBezTo>
                  <a:pt x="744641" y="41210"/>
                  <a:pt x="748386" y="44449"/>
                  <a:pt x="751271" y="48439"/>
                </a:cubicBezTo>
                <a:lnTo>
                  <a:pt x="751271" y="0"/>
                </a:lnTo>
                <a:lnTo>
                  <a:pt x="767755" y="0"/>
                </a:lnTo>
                <a:lnTo>
                  <a:pt x="767755" y="135004"/>
                </a:lnTo>
                <a:lnTo>
                  <a:pt x="752376" y="135004"/>
                </a:lnTo>
                <a:moveTo>
                  <a:pt x="699977" y="86150"/>
                </a:moveTo>
                <a:cubicBezTo>
                  <a:pt x="699977" y="98628"/>
                  <a:pt x="702617" y="107956"/>
                  <a:pt x="707897" y="114134"/>
                </a:cubicBezTo>
                <a:cubicBezTo>
                  <a:pt x="713177" y="120312"/>
                  <a:pt x="719408" y="123401"/>
                  <a:pt x="726591" y="123401"/>
                </a:cubicBezTo>
                <a:cubicBezTo>
                  <a:pt x="733836" y="123401"/>
                  <a:pt x="739990" y="120450"/>
                  <a:pt x="745055" y="114548"/>
                </a:cubicBezTo>
                <a:cubicBezTo>
                  <a:pt x="750120" y="108645"/>
                  <a:pt x="752653" y="99638"/>
                  <a:pt x="752653" y="87526"/>
                </a:cubicBezTo>
                <a:cubicBezTo>
                  <a:pt x="752653" y="74192"/>
                  <a:pt x="750074" y="64405"/>
                  <a:pt x="744917" y="58166"/>
                </a:cubicBezTo>
                <a:cubicBezTo>
                  <a:pt x="739760" y="51927"/>
                  <a:pt x="733406" y="48808"/>
                  <a:pt x="725854" y="48808"/>
                </a:cubicBezTo>
                <a:cubicBezTo>
                  <a:pt x="718487" y="48808"/>
                  <a:pt x="712333" y="51805"/>
                  <a:pt x="707390" y="57801"/>
                </a:cubicBezTo>
                <a:cubicBezTo>
                  <a:pt x="702448" y="63794"/>
                  <a:pt x="699977" y="73244"/>
                  <a:pt x="699977" y="86150"/>
                </a:cubicBezTo>
                <a:close/>
                <a:moveTo>
                  <a:pt x="793420" y="135004"/>
                </a:moveTo>
                <a:lnTo>
                  <a:pt x="793420" y="0"/>
                </a:lnTo>
                <a:lnTo>
                  <a:pt x="809996" y="0"/>
                </a:lnTo>
                <a:lnTo>
                  <a:pt x="809996" y="135004"/>
                </a:lnTo>
                <a:lnTo>
                  <a:pt x="793420" y="135004"/>
                </a:lnTo>
                <a:close/>
                <a:moveTo>
                  <a:pt x="902607" y="103509"/>
                </a:moveTo>
                <a:lnTo>
                  <a:pt x="919735" y="105627"/>
                </a:lnTo>
                <a:cubicBezTo>
                  <a:pt x="917034" y="115634"/>
                  <a:pt x="912031" y="123401"/>
                  <a:pt x="904725" y="128926"/>
                </a:cubicBezTo>
                <a:cubicBezTo>
                  <a:pt x="897419" y="134451"/>
                  <a:pt x="888087" y="137214"/>
                  <a:pt x="876729" y="137214"/>
                </a:cubicBezTo>
                <a:cubicBezTo>
                  <a:pt x="862425" y="137214"/>
                  <a:pt x="851082" y="132809"/>
                  <a:pt x="842702" y="123999"/>
                </a:cubicBezTo>
                <a:cubicBezTo>
                  <a:pt x="834322" y="115189"/>
                  <a:pt x="830132" y="102834"/>
                  <a:pt x="830132" y="86933"/>
                </a:cubicBezTo>
                <a:cubicBezTo>
                  <a:pt x="830132" y="70480"/>
                  <a:pt x="834368" y="57710"/>
                  <a:pt x="842840" y="48624"/>
                </a:cubicBezTo>
                <a:cubicBezTo>
                  <a:pt x="851313" y="39537"/>
                  <a:pt x="862302" y="34994"/>
                  <a:pt x="875809" y="34994"/>
                </a:cubicBezTo>
                <a:cubicBezTo>
                  <a:pt x="888885" y="34994"/>
                  <a:pt x="899568" y="39438"/>
                  <a:pt x="907856" y="48327"/>
                </a:cubicBezTo>
                <a:cubicBezTo>
                  <a:pt x="916144" y="57214"/>
                  <a:pt x="920288" y="69717"/>
                  <a:pt x="920288" y="85836"/>
                </a:cubicBezTo>
                <a:cubicBezTo>
                  <a:pt x="920288" y="86817"/>
                  <a:pt x="920257" y="88287"/>
                  <a:pt x="920196" y="90248"/>
                </a:cubicBezTo>
                <a:lnTo>
                  <a:pt x="847261" y="90248"/>
                </a:lnTo>
                <a:cubicBezTo>
                  <a:pt x="847875" y="100961"/>
                  <a:pt x="850914" y="109165"/>
                  <a:pt x="856378" y="114859"/>
                </a:cubicBezTo>
                <a:cubicBezTo>
                  <a:pt x="861842" y="120553"/>
                  <a:pt x="868656" y="123401"/>
                  <a:pt x="876822" y="123401"/>
                </a:cubicBezTo>
                <a:cubicBezTo>
                  <a:pt x="882899" y="123401"/>
                  <a:pt x="888087" y="121820"/>
                  <a:pt x="892385" y="118658"/>
                </a:cubicBezTo>
                <a:cubicBezTo>
                  <a:pt x="896682" y="115494"/>
                  <a:pt x="900090" y="110445"/>
                  <a:pt x="902607" y="103509"/>
                </a:cubicBezTo>
                <a:moveTo>
                  <a:pt x="848182" y="76435"/>
                </a:moveTo>
                <a:lnTo>
                  <a:pt x="902791" y="76435"/>
                </a:lnTo>
                <a:cubicBezTo>
                  <a:pt x="902054" y="68342"/>
                  <a:pt x="899967" y="62273"/>
                  <a:pt x="896529" y="58227"/>
                </a:cubicBezTo>
                <a:cubicBezTo>
                  <a:pt x="891249" y="51947"/>
                  <a:pt x="884404" y="48808"/>
                  <a:pt x="875993" y="48808"/>
                </a:cubicBezTo>
                <a:cubicBezTo>
                  <a:pt x="868380" y="48808"/>
                  <a:pt x="861980" y="51314"/>
                  <a:pt x="856792" y="56327"/>
                </a:cubicBezTo>
                <a:cubicBezTo>
                  <a:pt x="851604" y="61339"/>
                  <a:pt x="848734" y="68041"/>
                  <a:pt x="848182" y="76435"/>
                </a:cubicBezTo>
                <a:close/>
                <a:moveTo>
                  <a:pt x="933889" y="105719"/>
                </a:moveTo>
                <a:lnTo>
                  <a:pt x="950281" y="103141"/>
                </a:lnTo>
                <a:cubicBezTo>
                  <a:pt x="951202" y="109681"/>
                  <a:pt x="953765" y="114693"/>
                  <a:pt x="957970" y="118177"/>
                </a:cubicBezTo>
                <a:cubicBezTo>
                  <a:pt x="962176" y="121659"/>
                  <a:pt x="968054" y="123401"/>
                  <a:pt x="975606" y="123401"/>
                </a:cubicBezTo>
                <a:cubicBezTo>
                  <a:pt x="983218" y="123401"/>
                  <a:pt x="988867" y="121863"/>
                  <a:pt x="992550" y="118787"/>
                </a:cubicBezTo>
                <a:cubicBezTo>
                  <a:pt x="996234" y="115710"/>
                  <a:pt x="998076" y="112101"/>
                  <a:pt x="998076" y="107961"/>
                </a:cubicBezTo>
                <a:cubicBezTo>
                  <a:pt x="998076" y="104245"/>
                  <a:pt x="996449" y="101321"/>
                  <a:pt x="993195" y="99190"/>
                </a:cubicBezTo>
                <a:cubicBezTo>
                  <a:pt x="990923" y="97728"/>
                  <a:pt x="985275" y="95869"/>
                  <a:pt x="976250" y="93615"/>
                </a:cubicBezTo>
                <a:cubicBezTo>
                  <a:pt x="964094" y="90544"/>
                  <a:pt x="955668" y="87886"/>
                  <a:pt x="950971" y="85644"/>
                </a:cubicBezTo>
                <a:cubicBezTo>
                  <a:pt x="946275" y="83401"/>
                  <a:pt x="942714" y="80298"/>
                  <a:pt x="940289" y="76334"/>
                </a:cubicBezTo>
                <a:cubicBezTo>
                  <a:pt x="937864" y="72370"/>
                  <a:pt x="936651" y="67992"/>
                  <a:pt x="936651" y="63200"/>
                </a:cubicBezTo>
                <a:cubicBezTo>
                  <a:pt x="936651" y="58837"/>
                  <a:pt x="937649" y="54796"/>
                  <a:pt x="939644" y="51078"/>
                </a:cubicBezTo>
                <a:cubicBezTo>
                  <a:pt x="941640" y="47360"/>
                  <a:pt x="944356" y="44272"/>
                  <a:pt x="947794" y="41815"/>
                </a:cubicBezTo>
                <a:cubicBezTo>
                  <a:pt x="950373" y="39909"/>
                  <a:pt x="953888" y="38297"/>
                  <a:pt x="958339" y="36977"/>
                </a:cubicBezTo>
                <a:cubicBezTo>
                  <a:pt x="962790" y="35655"/>
                  <a:pt x="967563" y="34994"/>
                  <a:pt x="972659" y="34994"/>
                </a:cubicBezTo>
                <a:cubicBezTo>
                  <a:pt x="980333" y="34994"/>
                  <a:pt x="987071" y="36107"/>
                  <a:pt x="992872" y="38332"/>
                </a:cubicBezTo>
                <a:cubicBezTo>
                  <a:pt x="998674" y="40556"/>
                  <a:pt x="1002956" y="43569"/>
                  <a:pt x="1005719" y="47372"/>
                </a:cubicBezTo>
                <a:cubicBezTo>
                  <a:pt x="1008482" y="51172"/>
                  <a:pt x="1010385" y="56255"/>
                  <a:pt x="1011429" y="62621"/>
                </a:cubicBezTo>
                <a:lnTo>
                  <a:pt x="995221" y="64831"/>
                </a:lnTo>
                <a:cubicBezTo>
                  <a:pt x="994484" y="59797"/>
                  <a:pt x="992351" y="55868"/>
                  <a:pt x="988820" y="53044"/>
                </a:cubicBezTo>
                <a:cubicBezTo>
                  <a:pt x="985290" y="50220"/>
                  <a:pt x="980302" y="48808"/>
                  <a:pt x="973856" y="48808"/>
                </a:cubicBezTo>
                <a:cubicBezTo>
                  <a:pt x="966243" y="48808"/>
                  <a:pt x="960810" y="50060"/>
                  <a:pt x="957556" y="52566"/>
                </a:cubicBezTo>
                <a:cubicBezTo>
                  <a:pt x="954302" y="55070"/>
                  <a:pt x="952675" y="58002"/>
                  <a:pt x="952675" y="61364"/>
                </a:cubicBezTo>
                <a:cubicBezTo>
                  <a:pt x="952675" y="63501"/>
                  <a:pt x="953350" y="65425"/>
                  <a:pt x="954701" y="67136"/>
                </a:cubicBezTo>
                <a:cubicBezTo>
                  <a:pt x="956052" y="68907"/>
                  <a:pt x="958170" y="70373"/>
                  <a:pt x="961055" y="71534"/>
                </a:cubicBezTo>
                <a:cubicBezTo>
                  <a:pt x="962713" y="72146"/>
                  <a:pt x="967594" y="73551"/>
                  <a:pt x="975698" y="75750"/>
                </a:cubicBezTo>
                <a:cubicBezTo>
                  <a:pt x="987424" y="78879"/>
                  <a:pt x="995604" y="81440"/>
                  <a:pt x="1000240" y="83434"/>
                </a:cubicBezTo>
                <a:cubicBezTo>
                  <a:pt x="1004875" y="85427"/>
                  <a:pt x="1008512" y="88326"/>
                  <a:pt x="1011152" y="92130"/>
                </a:cubicBezTo>
                <a:cubicBezTo>
                  <a:pt x="1013792" y="95933"/>
                  <a:pt x="1015112" y="100655"/>
                  <a:pt x="1015112" y="106298"/>
                </a:cubicBezTo>
                <a:cubicBezTo>
                  <a:pt x="1015112" y="111819"/>
                  <a:pt x="1013501" y="117019"/>
                  <a:pt x="1010277" y="121895"/>
                </a:cubicBezTo>
                <a:cubicBezTo>
                  <a:pt x="1007054" y="126770"/>
                  <a:pt x="1002404" y="130542"/>
                  <a:pt x="996326" y="133211"/>
                </a:cubicBezTo>
                <a:cubicBezTo>
                  <a:pt x="990248" y="135880"/>
                  <a:pt x="983372" y="137214"/>
                  <a:pt x="975698" y="137214"/>
                </a:cubicBezTo>
                <a:cubicBezTo>
                  <a:pt x="962989" y="137214"/>
                  <a:pt x="953304" y="134566"/>
                  <a:pt x="946643" y="129271"/>
                </a:cubicBezTo>
                <a:cubicBezTo>
                  <a:pt x="939982" y="123976"/>
                  <a:pt x="935731" y="116125"/>
                  <a:pt x="933889" y="1057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FormsaContrastSetwithOthers">
            <a:extLst xmlns:a="http://schemas.openxmlformats.org/drawingml/2006/main">
              <a:ext uri="{FF2B5EF4-FFF2-40B4-BE49-F238E27FC236}">
                <a16:creationId xmlns:a16="http://schemas.microsoft.com/office/drawing/2014/main" id="{63B638CC-E7F1-4B1F-B5FA-4736F26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597" y="2157220"/>
            <a:ext cx="2775704" cy="139608"/>
          </a:xfrm>
          <a:custGeom xmlns:a="http://schemas.openxmlformats.org/drawingml/2006/main">
            <a:pathLst>
              <a:path w="2775704" h="139608">
                <a:moveTo>
                  <a:pt x="0" y="137398"/>
                </a:moveTo>
                <a:lnTo>
                  <a:pt x="0" y="2394"/>
                </a:lnTo>
                <a:lnTo>
                  <a:pt x="91077" y="2394"/>
                </a:lnTo>
                <a:lnTo>
                  <a:pt x="91077" y="18326"/>
                </a:lnTo>
                <a:lnTo>
                  <a:pt x="17865" y="18326"/>
                </a:lnTo>
                <a:lnTo>
                  <a:pt x="17865" y="60043"/>
                </a:lnTo>
                <a:lnTo>
                  <a:pt x="81223" y="60043"/>
                </a:lnTo>
                <a:lnTo>
                  <a:pt x="81223" y="75974"/>
                </a:lnTo>
                <a:lnTo>
                  <a:pt x="17865" y="75974"/>
                </a:lnTo>
                <a:lnTo>
                  <a:pt x="17865" y="137398"/>
                </a:lnTo>
                <a:lnTo>
                  <a:pt x="0" y="137398"/>
                </a:lnTo>
                <a:close/>
                <a:moveTo>
                  <a:pt x="106025" y="88498"/>
                </a:moveTo>
                <a:cubicBezTo>
                  <a:pt x="106025" y="70387"/>
                  <a:pt x="111060" y="56973"/>
                  <a:pt x="121128" y="48255"/>
                </a:cubicBezTo>
                <a:cubicBezTo>
                  <a:pt x="129539" y="41011"/>
                  <a:pt x="139792" y="37389"/>
                  <a:pt x="151886" y="37389"/>
                </a:cubicBezTo>
                <a:cubicBezTo>
                  <a:pt x="165331" y="37389"/>
                  <a:pt x="176321" y="41793"/>
                  <a:pt x="184854" y="50603"/>
                </a:cubicBezTo>
                <a:cubicBezTo>
                  <a:pt x="193388" y="59413"/>
                  <a:pt x="197655" y="71585"/>
                  <a:pt x="197655" y="87117"/>
                </a:cubicBezTo>
                <a:cubicBezTo>
                  <a:pt x="197655" y="99703"/>
                  <a:pt x="195767" y="109602"/>
                  <a:pt x="191991" y="116816"/>
                </a:cubicBezTo>
                <a:cubicBezTo>
                  <a:pt x="188216" y="124030"/>
                  <a:pt x="182721" y="129632"/>
                  <a:pt x="175507" y="133623"/>
                </a:cubicBezTo>
                <a:cubicBezTo>
                  <a:pt x="168294" y="137613"/>
                  <a:pt x="160420" y="139608"/>
                  <a:pt x="151886" y="139608"/>
                </a:cubicBezTo>
                <a:cubicBezTo>
                  <a:pt x="138196" y="139608"/>
                  <a:pt x="127129" y="135219"/>
                  <a:pt x="118688" y="126440"/>
                </a:cubicBezTo>
                <a:cubicBezTo>
                  <a:pt x="110246" y="117660"/>
                  <a:pt x="106025" y="105013"/>
                  <a:pt x="106025" y="88498"/>
                </a:cubicBezTo>
                <a:moveTo>
                  <a:pt x="123062" y="88452"/>
                </a:moveTo>
                <a:cubicBezTo>
                  <a:pt x="123062" y="100931"/>
                  <a:pt x="125794" y="110274"/>
                  <a:pt x="131258" y="116482"/>
                </a:cubicBezTo>
                <a:cubicBezTo>
                  <a:pt x="136722" y="122691"/>
                  <a:pt x="143598" y="125795"/>
                  <a:pt x="151886" y="125795"/>
                </a:cubicBezTo>
                <a:cubicBezTo>
                  <a:pt x="160113" y="125795"/>
                  <a:pt x="166958" y="122675"/>
                  <a:pt x="172422" y="116436"/>
                </a:cubicBezTo>
                <a:cubicBezTo>
                  <a:pt x="177886" y="110197"/>
                  <a:pt x="180618" y="100686"/>
                  <a:pt x="180618" y="87903"/>
                </a:cubicBezTo>
                <a:cubicBezTo>
                  <a:pt x="180618" y="75852"/>
                  <a:pt x="177871" y="66723"/>
                  <a:pt x="172376" y="60515"/>
                </a:cubicBezTo>
                <a:cubicBezTo>
                  <a:pt x="166882" y="54306"/>
                  <a:pt x="160052" y="51202"/>
                  <a:pt x="151886" y="51202"/>
                </a:cubicBezTo>
                <a:cubicBezTo>
                  <a:pt x="143598" y="51202"/>
                  <a:pt x="136722" y="54291"/>
                  <a:pt x="131258" y="60469"/>
                </a:cubicBezTo>
                <a:cubicBezTo>
                  <a:pt x="125794" y="66646"/>
                  <a:pt x="123062" y="75974"/>
                  <a:pt x="123062" y="88452"/>
                </a:cubicBezTo>
                <a:close/>
                <a:moveTo>
                  <a:pt x="216873" y="137398"/>
                </a:moveTo>
                <a:lnTo>
                  <a:pt x="216873" y="39599"/>
                </a:lnTo>
                <a:lnTo>
                  <a:pt x="231792" y="39599"/>
                </a:lnTo>
                <a:lnTo>
                  <a:pt x="231792" y="54333"/>
                </a:lnTo>
                <a:cubicBezTo>
                  <a:pt x="235598" y="47434"/>
                  <a:pt x="239113" y="42885"/>
                  <a:pt x="242336" y="40686"/>
                </a:cubicBezTo>
                <a:cubicBezTo>
                  <a:pt x="245559" y="38488"/>
                  <a:pt x="249105" y="37389"/>
                  <a:pt x="252972" y="37389"/>
                </a:cubicBezTo>
                <a:cubicBezTo>
                  <a:pt x="258559" y="37389"/>
                  <a:pt x="264238" y="39161"/>
                  <a:pt x="270009" y="42707"/>
                </a:cubicBezTo>
                <a:lnTo>
                  <a:pt x="264300" y="58017"/>
                </a:lnTo>
                <a:cubicBezTo>
                  <a:pt x="260248" y="55622"/>
                  <a:pt x="256196" y="54425"/>
                  <a:pt x="252144" y="54425"/>
                </a:cubicBezTo>
                <a:cubicBezTo>
                  <a:pt x="248521" y="54425"/>
                  <a:pt x="245268" y="55517"/>
                  <a:pt x="242382" y="57700"/>
                </a:cubicBezTo>
                <a:cubicBezTo>
                  <a:pt x="239497" y="59881"/>
                  <a:pt x="237440" y="62908"/>
                  <a:pt x="236212" y="66780"/>
                </a:cubicBezTo>
                <a:cubicBezTo>
                  <a:pt x="234370" y="72679"/>
                  <a:pt x="233449" y="79132"/>
                  <a:pt x="233449" y="86139"/>
                </a:cubicBezTo>
                <a:lnTo>
                  <a:pt x="233449" y="137398"/>
                </a:lnTo>
                <a:lnTo>
                  <a:pt x="216873" y="137398"/>
                </a:lnTo>
                <a:close/>
                <a:moveTo>
                  <a:pt x="279861" y="137398"/>
                </a:moveTo>
                <a:lnTo>
                  <a:pt x="279861" y="39599"/>
                </a:lnTo>
                <a:lnTo>
                  <a:pt x="294688" y="39599"/>
                </a:lnTo>
                <a:lnTo>
                  <a:pt x="294688" y="53228"/>
                </a:lnTo>
                <a:cubicBezTo>
                  <a:pt x="297757" y="48466"/>
                  <a:pt x="301840" y="44636"/>
                  <a:pt x="306936" y="41737"/>
                </a:cubicBezTo>
                <a:cubicBezTo>
                  <a:pt x="312031" y="38838"/>
                  <a:pt x="317833" y="37389"/>
                  <a:pt x="324341" y="37389"/>
                </a:cubicBezTo>
                <a:cubicBezTo>
                  <a:pt x="331585" y="37389"/>
                  <a:pt x="337525" y="38885"/>
                  <a:pt x="342160" y="41878"/>
                </a:cubicBezTo>
                <a:cubicBezTo>
                  <a:pt x="346795" y="44869"/>
                  <a:pt x="350064" y="49051"/>
                  <a:pt x="351968" y="54425"/>
                </a:cubicBezTo>
                <a:cubicBezTo>
                  <a:pt x="359703" y="43067"/>
                  <a:pt x="369772" y="37389"/>
                  <a:pt x="382173" y="37389"/>
                </a:cubicBezTo>
                <a:cubicBezTo>
                  <a:pt x="391873" y="37389"/>
                  <a:pt x="399333" y="40074"/>
                  <a:pt x="404551" y="45446"/>
                </a:cubicBezTo>
                <a:cubicBezTo>
                  <a:pt x="409769" y="50818"/>
                  <a:pt x="412379" y="59091"/>
                  <a:pt x="412379" y="70265"/>
                </a:cubicBezTo>
                <a:lnTo>
                  <a:pt x="412379" y="137398"/>
                </a:lnTo>
                <a:lnTo>
                  <a:pt x="395895" y="137398"/>
                </a:lnTo>
                <a:lnTo>
                  <a:pt x="395895" y="75724"/>
                </a:lnTo>
                <a:cubicBezTo>
                  <a:pt x="395895" y="69086"/>
                  <a:pt x="395357" y="64308"/>
                  <a:pt x="394283" y="61389"/>
                </a:cubicBezTo>
                <a:cubicBezTo>
                  <a:pt x="393209" y="58469"/>
                  <a:pt x="391259" y="56118"/>
                  <a:pt x="388435" y="54336"/>
                </a:cubicBezTo>
                <a:cubicBezTo>
                  <a:pt x="385611" y="52554"/>
                  <a:pt x="382296" y="51662"/>
                  <a:pt x="378490" y="51662"/>
                </a:cubicBezTo>
                <a:cubicBezTo>
                  <a:pt x="371614" y="51662"/>
                  <a:pt x="365904" y="53952"/>
                  <a:pt x="361361" y="58532"/>
                </a:cubicBezTo>
                <a:cubicBezTo>
                  <a:pt x="356818" y="63109"/>
                  <a:pt x="354546" y="70438"/>
                  <a:pt x="354546" y="80518"/>
                </a:cubicBezTo>
                <a:lnTo>
                  <a:pt x="354546" y="137398"/>
                </a:lnTo>
                <a:lnTo>
                  <a:pt x="337970" y="137398"/>
                </a:lnTo>
                <a:lnTo>
                  <a:pt x="337970" y="73787"/>
                </a:lnTo>
                <a:cubicBezTo>
                  <a:pt x="337970" y="66412"/>
                  <a:pt x="336619" y="60881"/>
                  <a:pt x="333918" y="57194"/>
                </a:cubicBezTo>
                <a:cubicBezTo>
                  <a:pt x="331217" y="53506"/>
                  <a:pt x="326796" y="51662"/>
                  <a:pt x="320657" y="51662"/>
                </a:cubicBezTo>
                <a:cubicBezTo>
                  <a:pt x="315991" y="51662"/>
                  <a:pt x="311678" y="52892"/>
                  <a:pt x="307718" y="55352"/>
                </a:cubicBezTo>
                <a:cubicBezTo>
                  <a:pt x="303759" y="57809"/>
                  <a:pt x="300888" y="61405"/>
                  <a:pt x="299108" y="66138"/>
                </a:cubicBezTo>
                <a:cubicBezTo>
                  <a:pt x="297328" y="70869"/>
                  <a:pt x="296437" y="77690"/>
                  <a:pt x="296437" y="86602"/>
                </a:cubicBezTo>
                <a:lnTo>
                  <a:pt x="296437" y="137398"/>
                </a:lnTo>
                <a:lnTo>
                  <a:pt x="279861" y="137398"/>
                </a:lnTo>
                <a:close/>
                <a:moveTo>
                  <a:pt x="430335" y="108114"/>
                </a:moveTo>
                <a:lnTo>
                  <a:pt x="446727" y="105535"/>
                </a:lnTo>
                <a:cubicBezTo>
                  <a:pt x="447648" y="112075"/>
                  <a:pt x="450211" y="117088"/>
                  <a:pt x="454417" y="120572"/>
                </a:cubicBezTo>
                <a:cubicBezTo>
                  <a:pt x="458622" y="124054"/>
                  <a:pt x="464500" y="125795"/>
                  <a:pt x="472052" y="125795"/>
                </a:cubicBezTo>
                <a:cubicBezTo>
                  <a:pt x="479665" y="125795"/>
                  <a:pt x="485313" y="124257"/>
                  <a:pt x="488996" y="121182"/>
                </a:cubicBezTo>
                <a:cubicBezTo>
                  <a:pt x="492680" y="118104"/>
                  <a:pt x="494522" y="114496"/>
                  <a:pt x="494522" y="110355"/>
                </a:cubicBezTo>
                <a:cubicBezTo>
                  <a:pt x="494522" y="106639"/>
                  <a:pt x="492895" y="103715"/>
                  <a:pt x="489641" y="101584"/>
                </a:cubicBezTo>
                <a:cubicBezTo>
                  <a:pt x="487369" y="100122"/>
                  <a:pt x="481721" y="98264"/>
                  <a:pt x="472696" y="96010"/>
                </a:cubicBezTo>
                <a:cubicBezTo>
                  <a:pt x="460540" y="92938"/>
                  <a:pt x="452114" y="90281"/>
                  <a:pt x="447418" y="88038"/>
                </a:cubicBezTo>
                <a:cubicBezTo>
                  <a:pt x="442721" y="85795"/>
                  <a:pt x="439160" y="82692"/>
                  <a:pt x="436735" y="78728"/>
                </a:cubicBezTo>
                <a:cubicBezTo>
                  <a:pt x="434310" y="74765"/>
                  <a:pt x="433098" y="70386"/>
                  <a:pt x="433098" y="65594"/>
                </a:cubicBezTo>
                <a:cubicBezTo>
                  <a:pt x="433098" y="61231"/>
                  <a:pt x="434095" y="57191"/>
                  <a:pt x="436091" y="53473"/>
                </a:cubicBezTo>
                <a:cubicBezTo>
                  <a:pt x="438086" y="49754"/>
                  <a:pt x="440803" y="46667"/>
                  <a:pt x="444241" y="44209"/>
                </a:cubicBezTo>
                <a:cubicBezTo>
                  <a:pt x="446819" y="42304"/>
                  <a:pt x="450334" y="40691"/>
                  <a:pt x="454785" y="39371"/>
                </a:cubicBezTo>
                <a:cubicBezTo>
                  <a:pt x="459236" y="38049"/>
                  <a:pt x="464009" y="37389"/>
                  <a:pt x="469105" y="37389"/>
                </a:cubicBezTo>
                <a:cubicBezTo>
                  <a:pt x="476779" y="37389"/>
                  <a:pt x="483517" y="38501"/>
                  <a:pt x="489319" y="40727"/>
                </a:cubicBezTo>
                <a:cubicBezTo>
                  <a:pt x="495120" y="42950"/>
                  <a:pt x="499402" y="45963"/>
                  <a:pt x="502165" y="49766"/>
                </a:cubicBezTo>
                <a:cubicBezTo>
                  <a:pt x="504928" y="53567"/>
                  <a:pt x="506831" y="58650"/>
                  <a:pt x="507875" y="65016"/>
                </a:cubicBezTo>
                <a:lnTo>
                  <a:pt x="491667" y="67226"/>
                </a:lnTo>
                <a:cubicBezTo>
                  <a:pt x="490930" y="62191"/>
                  <a:pt x="488797" y="58262"/>
                  <a:pt x="485267" y="55438"/>
                </a:cubicBezTo>
                <a:cubicBezTo>
                  <a:pt x="481737" y="52614"/>
                  <a:pt x="476748" y="51202"/>
                  <a:pt x="470302" y="51202"/>
                </a:cubicBezTo>
                <a:cubicBezTo>
                  <a:pt x="462689" y="51202"/>
                  <a:pt x="457256" y="52455"/>
                  <a:pt x="454002" y="54960"/>
                </a:cubicBezTo>
                <a:cubicBezTo>
                  <a:pt x="450748" y="57464"/>
                  <a:pt x="449121" y="60397"/>
                  <a:pt x="449121" y="63758"/>
                </a:cubicBezTo>
                <a:cubicBezTo>
                  <a:pt x="449121" y="65895"/>
                  <a:pt x="449797" y="67819"/>
                  <a:pt x="451147" y="69531"/>
                </a:cubicBezTo>
                <a:cubicBezTo>
                  <a:pt x="452498" y="71302"/>
                  <a:pt x="454616" y="72767"/>
                  <a:pt x="457502" y="73928"/>
                </a:cubicBezTo>
                <a:cubicBezTo>
                  <a:pt x="459159" y="74540"/>
                  <a:pt x="464040" y="75945"/>
                  <a:pt x="472144" y="78144"/>
                </a:cubicBezTo>
                <a:cubicBezTo>
                  <a:pt x="483870" y="81273"/>
                  <a:pt x="492051" y="83834"/>
                  <a:pt x="496686" y="85828"/>
                </a:cubicBezTo>
                <a:cubicBezTo>
                  <a:pt x="501321" y="87821"/>
                  <a:pt x="504959" y="90720"/>
                  <a:pt x="507598" y="94525"/>
                </a:cubicBezTo>
                <a:cubicBezTo>
                  <a:pt x="510238" y="98327"/>
                  <a:pt x="511558" y="103050"/>
                  <a:pt x="511558" y="108692"/>
                </a:cubicBezTo>
                <a:cubicBezTo>
                  <a:pt x="511558" y="114214"/>
                  <a:pt x="509947" y="119413"/>
                  <a:pt x="506724" y="124290"/>
                </a:cubicBezTo>
                <a:cubicBezTo>
                  <a:pt x="503500" y="129165"/>
                  <a:pt x="498850" y="132937"/>
                  <a:pt x="492772" y="135605"/>
                </a:cubicBezTo>
                <a:cubicBezTo>
                  <a:pt x="486694" y="138274"/>
                  <a:pt x="479818" y="139608"/>
                  <a:pt x="472144" y="139608"/>
                </a:cubicBezTo>
                <a:cubicBezTo>
                  <a:pt x="459435" y="139608"/>
                  <a:pt x="449751" y="136961"/>
                  <a:pt x="443089" y="131666"/>
                </a:cubicBezTo>
                <a:cubicBezTo>
                  <a:pt x="436428" y="126370"/>
                  <a:pt x="432177" y="118520"/>
                  <a:pt x="430335" y="108114"/>
                </a:cubicBezTo>
                <a:close/>
                <a:moveTo>
                  <a:pt x="647515" y="125323"/>
                </a:moveTo>
                <a:cubicBezTo>
                  <a:pt x="641376" y="130545"/>
                  <a:pt x="635467" y="134232"/>
                  <a:pt x="629788" y="136382"/>
                </a:cubicBezTo>
                <a:cubicBezTo>
                  <a:pt x="624109" y="138533"/>
                  <a:pt x="618016" y="139608"/>
                  <a:pt x="611508" y="139608"/>
                </a:cubicBezTo>
                <a:cubicBezTo>
                  <a:pt x="600764" y="139608"/>
                  <a:pt x="592507" y="136982"/>
                  <a:pt x="586736" y="131729"/>
                </a:cubicBezTo>
                <a:cubicBezTo>
                  <a:pt x="580965" y="126476"/>
                  <a:pt x="578079" y="119764"/>
                  <a:pt x="578079" y="111593"/>
                </a:cubicBezTo>
                <a:cubicBezTo>
                  <a:pt x="578079" y="106802"/>
                  <a:pt x="579169" y="102426"/>
                  <a:pt x="581348" y="98464"/>
                </a:cubicBezTo>
                <a:cubicBezTo>
                  <a:pt x="583528" y="94501"/>
                  <a:pt x="586383" y="91321"/>
                  <a:pt x="589913" y="88924"/>
                </a:cubicBezTo>
                <a:cubicBezTo>
                  <a:pt x="593443" y="86528"/>
                  <a:pt x="597418" y="84716"/>
                  <a:pt x="601838" y="83488"/>
                </a:cubicBezTo>
                <a:cubicBezTo>
                  <a:pt x="605092" y="82627"/>
                  <a:pt x="610004" y="81797"/>
                  <a:pt x="616573" y="80999"/>
                </a:cubicBezTo>
                <a:cubicBezTo>
                  <a:pt x="629957" y="79414"/>
                  <a:pt x="639810" y="77524"/>
                  <a:pt x="646134" y="75330"/>
                </a:cubicBezTo>
                <a:cubicBezTo>
                  <a:pt x="646195" y="73068"/>
                  <a:pt x="646226" y="71631"/>
                  <a:pt x="646226" y="71019"/>
                </a:cubicBezTo>
                <a:cubicBezTo>
                  <a:pt x="646226" y="64290"/>
                  <a:pt x="644660" y="59551"/>
                  <a:pt x="641529" y="56799"/>
                </a:cubicBezTo>
                <a:cubicBezTo>
                  <a:pt x="637293" y="53068"/>
                  <a:pt x="631000" y="51202"/>
                  <a:pt x="622651" y="51202"/>
                </a:cubicBezTo>
                <a:cubicBezTo>
                  <a:pt x="614854" y="51202"/>
                  <a:pt x="609098" y="52568"/>
                  <a:pt x="605384" y="55300"/>
                </a:cubicBezTo>
                <a:cubicBezTo>
                  <a:pt x="601670" y="58032"/>
                  <a:pt x="598922" y="62867"/>
                  <a:pt x="597142" y="69804"/>
                </a:cubicBezTo>
                <a:lnTo>
                  <a:pt x="580934" y="67594"/>
                </a:lnTo>
                <a:cubicBezTo>
                  <a:pt x="582407" y="60635"/>
                  <a:pt x="584832" y="55016"/>
                  <a:pt x="588209" y="50736"/>
                </a:cubicBezTo>
                <a:cubicBezTo>
                  <a:pt x="591586" y="46456"/>
                  <a:pt x="596466" y="43161"/>
                  <a:pt x="602851" y="40853"/>
                </a:cubicBezTo>
                <a:cubicBezTo>
                  <a:pt x="609236" y="38543"/>
                  <a:pt x="616634" y="37389"/>
                  <a:pt x="625045" y="37389"/>
                </a:cubicBezTo>
                <a:cubicBezTo>
                  <a:pt x="633395" y="37389"/>
                  <a:pt x="640178" y="38371"/>
                  <a:pt x="645397" y="40335"/>
                </a:cubicBezTo>
                <a:cubicBezTo>
                  <a:pt x="650615" y="42300"/>
                  <a:pt x="654452" y="44771"/>
                  <a:pt x="656908" y="47749"/>
                </a:cubicBezTo>
                <a:cubicBezTo>
                  <a:pt x="659364" y="50726"/>
                  <a:pt x="661083" y="54487"/>
                  <a:pt x="662065" y="59030"/>
                </a:cubicBezTo>
                <a:cubicBezTo>
                  <a:pt x="662618" y="61854"/>
                  <a:pt x="662894" y="66949"/>
                  <a:pt x="662894" y="74317"/>
                </a:cubicBezTo>
                <a:lnTo>
                  <a:pt x="662894" y="96418"/>
                </a:lnTo>
                <a:cubicBezTo>
                  <a:pt x="662894" y="111828"/>
                  <a:pt x="663247" y="121574"/>
                  <a:pt x="663953" y="125657"/>
                </a:cubicBezTo>
                <a:cubicBezTo>
                  <a:pt x="664659" y="129739"/>
                  <a:pt x="666056" y="133653"/>
                  <a:pt x="668143" y="137398"/>
                </a:cubicBezTo>
                <a:lnTo>
                  <a:pt x="650830" y="137398"/>
                </a:lnTo>
                <a:cubicBezTo>
                  <a:pt x="649111" y="133956"/>
                  <a:pt x="648006" y="129931"/>
                  <a:pt x="647515" y="125323"/>
                </a:cubicBezTo>
                <a:moveTo>
                  <a:pt x="646134" y="88222"/>
                </a:moveTo>
                <a:cubicBezTo>
                  <a:pt x="640117" y="90699"/>
                  <a:pt x="631092" y="92804"/>
                  <a:pt x="619059" y="94536"/>
                </a:cubicBezTo>
                <a:cubicBezTo>
                  <a:pt x="612245" y="95522"/>
                  <a:pt x="607425" y="96632"/>
                  <a:pt x="604601" y="97866"/>
                </a:cubicBezTo>
                <a:cubicBezTo>
                  <a:pt x="601777" y="99097"/>
                  <a:pt x="599598" y="100901"/>
                  <a:pt x="598063" y="103276"/>
                </a:cubicBezTo>
                <a:cubicBezTo>
                  <a:pt x="596528" y="105649"/>
                  <a:pt x="595760" y="108284"/>
                  <a:pt x="595760" y="111181"/>
                </a:cubicBezTo>
                <a:cubicBezTo>
                  <a:pt x="595760" y="115619"/>
                  <a:pt x="597433" y="119318"/>
                  <a:pt x="600779" y="122278"/>
                </a:cubicBezTo>
                <a:cubicBezTo>
                  <a:pt x="604125" y="125237"/>
                  <a:pt x="609021" y="126716"/>
                  <a:pt x="615468" y="126716"/>
                </a:cubicBezTo>
                <a:cubicBezTo>
                  <a:pt x="621853" y="126716"/>
                  <a:pt x="627531" y="125312"/>
                  <a:pt x="632504" y="122506"/>
                </a:cubicBezTo>
                <a:cubicBezTo>
                  <a:pt x="637477" y="119699"/>
                  <a:pt x="641130" y="115859"/>
                  <a:pt x="643463" y="110986"/>
                </a:cubicBezTo>
                <a:cubicBezTo>
                  <a:pt x="645243" y="107221"/>
                  <a:pt x="646134" y="101669"/>
                  <a:pt x="646134" y="94329"/>
                </a:cubicBezTo>
                <a:lnTo>
                  <a:pt x="646134" y="88222"/>
                </a:lnTo>
                <a:close/>
                <a:moveTo>
                  <a:pt x="839433" y="89880"/>
                </a:moveTo>
                <a:lnTo>
                  <a:pt x="857299" y="94392"/>
                </a:lnTo>
                <a:cubicBezTo>
                  <a:pt x="853554" y="109096"/>
                  <a:pt x="846816" y="120308"/>
                  <a:pt x="837085" y="128028"/>
                </a:cubicBezTo>
                <a:cubicBezTo>
                  <a:pt x="827354" y="135748"/>
                  <a:pt x="815459" y="139608"/>
                  <a:pt x="801400" y="139608"/>
                </a:cubicBezTo>
                <a:cubicBezTo>
                  <a:pt x="786850" y="139608"/>
                  <a:pt x="775016" y="136646"/>
                  <a:pt x="765899" y="130722"/>
                </a:cubicBezTo>
                <a:cubicBezTo>
                  <a:pt x="756782" y="124797"/>
                  <a:pt x="749845" y="116218"/>
                  <a:pt x="745087" y="104983"/>
                </a:cubicBezTo>
                <a:cubicBezTo>
                  <a:pt x="740329" y="93748"/>
                  <a:pt x="737950" y="81684"/>
                  <a:pt x="737950" y="68791"/>
                </a:cubicBezTo>
                <a:cubicBezTo>
                  <a:pt x="737950" y="54732"/>
                  <a:pt x="740636" y="42469"/>
                  <a:pt x="746008" y="32001"/>
                </a:cubicBezTo>
                <a:cubicBezTo>
                  <a:pt x="751380" y="21534"/>
                  <a:pt x="759023" y="13583"/>
                  <a:pt x="768938" y="8150"/>
                </a:cubicBezTo>
                <a:cubicBezTo>
                  <a:pt x="778853" y="2717"/>
                  <a:pt x="789766" y="0"/>
                  <a:pt x="801676" y="0"/>
                </a:cubicBezTo>
                <a:cubicBezTo>
                  <a:pt x="815183" y="0"/>
                  <a:pt x="826540" y="3438"/>
                  <a:pt x="835749" y="10314"/>
                </a:cubicBezTo>
                <a:cubicBezTo>
                  <a:pt x="844958" y="17190"/>
                  <a:pt x="851374" y="26860"/>
                  <a:pt x="854996" y="39322"/>
                </a:cubicBezTo>
                <a:lnTo>
                  <a:pt x="837407" y="43466"/>
                </a:lnTo>
                <a:cubicBezTo>
                  <a:pt x="834276" y="33611"/>
                  <a:pt x="829733" y="26436"/>
                  <a:pt x="823778" y="21940"/>
                </a:cubicBezTo>
                <a:cubicBezTo>
                  <a:pt x="817823" y="17443"/>
                  <a:pt x="810333" y="15195"/>
                  <a:pt x="801308" y="15195"/>
                </a:cubicBezTo>
                <a:cubicBezTo>
                  <a:pt x="790932" y="15195"/>
                  <a:pt x="782261" y="17686"/>
                  <a:pt x="775292" y="22669"/>
                </a:cubicBezTo>
                <a:cubicBezTo>
                  <a:pt x="768324" y="27649"/>
                  <a:pt x="763428" y="34337"/>
                  <a:pt x="760604" y="42733"/>
                </a:cubicBezTo>
                <a:cubicBezTo>
                  <a:pt x="757780" y="51126"/>
                  <a:pt x="756368" y="59781"/>
                  <a:pt x="756368" y="68696"/>
                </a:cubicBezTo>
                <a:cubicBezTo>
                  <a:pt x="756368" y="80196"/>
                  <a:pt x="758041" y="90236"/>
                  <a:pt x="761387" y="98815"/>
                </a:cubicBezTo>
                <a:cubicBezTo>
                  <a:pt x="764733" y="107395"/>
                  <a:pt x="769936" y="113807"/>
                  <a:pt x="776996" y="118051"/>
                </a:cubicBezTo>
                <a:cubicBezTo>
                  <a:pt x="784056" y="122293"/>
                  <a:pt x="791700" y="124414"/>
                  <a:pt x="799926" y="124414"/>
                </a:cubicBezTo>
                <a:cubicBezTo>
                  <a:pt x="809934" y="124414"/>
                  <a:pt x="818406" y="121513"/>
                  <a:pt x="825343" y="115711"/>
                </a:cubicBezTo>
                <a:cubicBezTo>
                  <a:pt x="832281" y="109909"/>
                  <a:pt x="836977" y="101299"/>
                  <a:pt x="839433" y="89880"/>
                </a:cubicBezTo>
                <a:close/>
                <a:moveTo>
                  <a:pt x="870988" y="88498"/>
                </a:moveTo>
                <a:cubicBezTo>
                  <a:pt x="870988" y="70387"/>
                  <a:pt x="876023" y="56973"/>
                  <a:pt x="886091" y="48255"/>
                </a:cubicBezTo>
                <a:cubicBezTo>
                  <a:pt x="894502" y="41011"/>
                  <a:pt x="904755" y="37389"/>
                  <a:pt x="916849" y="37389"/>
                </a:cubicBezTo>
                <a:cubicBezTo>
                  <a:pt x="930294" y="37389"/>
                  <a:pt x="941284" y="41793"/>
                  <a:pt x="949817" y="50603"/>
                </a:cubicBezTo>
                <a:cubicBezTo>
                  <a:pt x="958351" y="59413"/>
                  <a:pt x="962618" y="71585"/>
                  <a:pt x="962618" y="87117"/>
                </a:cubicBezTo>
                <a:cubicBezTo>
                  <a:pt x="962618" y="99703"/>
                  <a:pt x="960730" y="109602"/>
                  <a:pt x="956954" y="116816"/>
                </a:cubicBezTo>
                <a:cubicBezTo>
                  <a:pt x="953179" y="124030"/>
                  <a:pt x="947684" y="129632"/>
                  <a:pt x="940470" y="133623"/>
                </a:cubicBezTo>
                <a:cubicBezTo>
                  <a:pt x="933257" y="137613"/>
                  <a:pt x="925383" y="139608"/>
                  <a:pt x="916849" y="139608"/>
                </a:cubicBezTo>
                <a:cubicBezTo>
                  <a:pt x="903159" y="139608"/>
                  <a:pt x="892092" y="135219"/>
                  <a:pt x="883651" y="126440"/>
                </a:cubicBezTo>
                <a:cubicBezTo>
                  <a:pt x="875209" y="117660"/>
                  <a:pt x="870988" y="105013"/>
                  <a:pt x="870988" y="88498"/>
                </a:cubicBezTo>
                <a:moveTo>
                  <a:pt x="888025" y="88452"/>
                </a:moveTo>
                <a:cubicBezTo>
                  <a:pt x="888025" y="100931"/>
                  <a:pt x="890757" y="110274"/>
                  <a:pt x="896221" y="116482"/>
                </a:cubicBezTo>
                <a:cubicBezTo>
                  <a:pt x="901685" y="122691"/>
                  <a:pt x="908561" y="125795"/>
                  <a:pt x="916849" y="125795"/>
                </a:cubicBezTo>
                <a:cubicBezTo>
                  <a:pt x="925076" y="125795"/>
                  <a:pt x="931921" y="122675"/>
                  <a:pt x="937385" y="116436"/>
                </a:cubicBezTo>
                <a:cubicBezTo>
                  <a:pt x="942849" y="110197"/>
                  <a:pt x="945581" y="100686"/>
                  <a:pt x="945581" y="87903"/>
                </a:cubicBezTo>
                <a:cubicBezTo>
                  <a:pt x="945581" y="75852"/>
                  <a:pt x="942834" y="66723"/>
                  <a:pt x="937339" y="60515"/>
                </a:cubicBezTo>
                <a:cubicBezTo>
                  <a:pt x="931845" y="54306"/>
                  <a:pt x="925015" y="51202"/>
                  <a:pt x="916849" y="51202"/>
                </a:cubicBezTo>
                <a:cubicBezTo>
                  <a:pt x="908561" y="51202"/>
                  <a:pt x="901685" y="54291"/>
                  <a:pt x="896221" y="60469"/>
                </a:cubicBezTo>
                <a:cubicBezTo>
                  <a:pt x="890757" y="66646"/>
                  <a:pt x="888025" y="75974"/>
                  <a:pt x="888025" y="88452"/>
                </a:cubicBezTo>
                <a:close/>
                <a:moveTo>
                  <a:pt x="982020" y="137398"/>
                </a:moveTo>
                <a:lnTo>
                  <a:pt x="982020" y="39599"/>
                </a:lnTo>
                <a:lnTo>
                  <a:pt x="996938" y="39599"/>
                </a:lnTo>
                <a:lnTo>
                  <a:pt x="996938" y="53412"/>
                </a:lnTo>
                <a:cubicBezTo>
                  <a:pt x="1004121" y="42730"/>
                  <a:pt x="1014497" y="37389"/>
                  <a:pt x="1028065" y="37389"/>
                </a:cubicBezTo>
                <a:cubicBezTo>
                  <a:pt x="1033959" y="37389"/>
                  <a:pt x="1039377" y="38448"/>
                  <a:pt x="1044319" y="40566"/>
                </a:cubicBezTo>
                <a:cubicBezTo>
                  <a:pt x="1049261" y="42684"/>
                  <a:pt x="1052960" y="45462"/>
                  <a:pt x="1055416" y="48900"/>
                </a:cubicBezTo>
                <a:cubicBezTo>
                  <a:pt x="1057871" y="52338"/>
                  <a:pt x="1059590" y="56420"/>
                  <a:pt x="1060573" y="61148"/>
                </a:cubicBezTo>
                <a:cubicBezTo>
                  <a:pt x="1061187" y="64217"/>
                  <a:pt x="1061494" y="69589"/>
                  <a:pt x="1061494" y="77263"/>
                </a:cubicBezTo>
                <a:lnTo>
                  <a:pt x="1061494" y="137398"/>
                </a:lnTo>
                <a:lnTo>
                  <a:pt x="1044917" y="137398"/>
                </a:lnTo>
                <a:lnTo>
                  <a:pt x="1044917" y="77845"/>
                </a:lnTo>
                <a:cubicBezTo>
                  <a:pt x="1044917" y="71084"/>
                  <a:pt x="1044273" y="66028"/>
                  <a:pt x="1042983" y="62679"/>
                </a:cubicBezTo>
                <a:cubicBezTo>
                  <a:pt x="1041694" y="59329"/>
                  <a:pt x="1039407" y="56655"/>
                  <a:pt x="1036123" y="54658"/>
                </a:cubicBezTo>
                <a:cubicBezTo>
                  <a:pt x="1032838" y="52661"/>
                  <a:pt x="1028986" y="51662"/>
                  <a:pt x="1024565" y="51662"/>
                </a:cubicBezTo>
                <a:cubicBezTo>
                  <a:pt x="1017505" y="51662"/>
                  <a:pt x="1011412" y="53906"/>
                  <a:pt x="1006286" y="58394"/>
                </a:cubicBezTo>
                <a:cubicBezTo>
                  <a:pt x="1001159" y="62879"/>
                  <a:pt x="998596" y="71391"/>
                  <a:pt x="998596" y="83928"/>
                </a:cubicBezTo>
                <a:lnTo>
                  <a:pt x="998596" y="137398"/>
                </a:lnTo>
                <a:lnTo>
                  <a:pt x="982020" y="137398"/>
                </a:lnTo>
                <a:close/>
                <a:moveTo>
                  <a:pt x="1123073" y="122756"/>
                </a:moveTo>
                <a:lnTo>
                  <a:pt x="1125468" y="137398"/>
                </a:lnTo>
                <a:cubicBezTo>
                  <a:pt x="1120802" y="138258"/>
                  <a:pt x="1116627" y="138687"/>
                  <a:pt x="1112943" y="138687"/>
                </a:cubicBezTo>
                <a:cubicBezTo>
                  <a:pt x="1106927" y="138687"/>
                  <a:pt x="1102261" y="137736"/>
                  <a:pt x="1098946" y="135833"/>
                </a:cubicBezTo>
                <a:cubicBezTo>
                  <a:pt x="1095630" y="133930"/>
                  <a:pt x="1093297" y="131428"/>
                  <a:pt x="1091947" y="128327"/>
                </a:cubicBezTo>
                <a:cubicBezTo>
                  <a:pt x="1090596" y="125227"/>
                  <a:pt x="1089921" y="118704"/>
                  <a:pt x="1089921" y="108758"/>
                </a:cubicBezTo>
                <a:lnTo>
                  <a:pt x="1089921" y="52491"/>
                </a:lnTo>
                <a:lnTo>
                  <a:pt x="1077765" y="52491"/>
                </a:lnTo>
                <a:lnTo>
                  <a:pt x="1077765" y="39599"/>
                </a:lnTo>
                <a:lnTo>
                  <a:pt x="1089921" y="39599"/>
                </a:lnTo>
                <a:lnTo>
                  <a:pt x="1089921" y="15313"/>
                </a:lnTo>
                <a:lnTo>
                  <a:pt x="1106405" y="5341"/>
                </a:lnTo>
                <a:lnTo>
                  <a:pt x="1106405" y="39599"/>
                </a:lnTo>
                <a:lnTo>
                  <a:pt x="1123073" y="39599"/>
                </a:lnTo>
                <a:lnTo>
                  <a:pt x="1123073" y="52491"/>
                </a:lnTo>
                <a:lnTo>
                  <a:pt x="1106405" y="52491"/>
                </a:lnTo>
                <a:lnTo>
                  <a:pt x="1106405" y="109679"/>
                </a:lnTo>
                <a:cubicBezTo>
                  <a:pt x="1106405" y="114406"/>
                  <a:pt x="1106697" y="117445"/>
                  <a:pt x="1107280" y="118796"/>
                </a:cubicBezTo>
                <a:cubicBezTo>
                  <a:pt x="1107863" y="120147"/>
                  <a:pt x="1108815" y="121221"/>
                  <a:pt x="1110135" y="122019"/>
                </a:cubicBezTo>
                <a:cubicBezTo>
                  <a:pt x="1111454" y="122817"/>
                  <a:pt x="1113342" y="123216"/>
                  <a:pt x="1115798" y="123216"/>
                </a:cubicBezTo>
                <a:cubicBezTo>
                  <a:pt x="1117640" y="123216"/>
                  <a:pt x="1120065" y="123063"/>
                  <a:pt x="1123073" y="122756"/>
                </a:cubicBezTo>
                <a:close/>
                <a:moveTo>
                  <a:pt x="1139129" y="137398"/>
                </a:moveTo>
                <a:lnTo>
                  <a:pt x="1139129" y="39599"/>
                </a:lnTo>
                <a:lnTo>
                  <a:pt x="1154047" y="39599"/>
                </a:lnTo>
                <a:lnTo>
                  <a:pt x="1154047" y="54333"/>
                </a:lnTo>
                <a:cubicBezTo>
                  <a:pt x="1157854" y="47434"/>
                  <a:pt x="1161368" y="42885"/>
                  <a:pt x="1164592" y="40686"/>
                </a:cubicBezTo>
                <a:cubicBezTo>
                  <a:pt x="1167815" y="38488"/>
                  <a:pt x="1171360" y="37389"/>
                  <a:pt x="1175228" y="37389"/>
                </a:cubicBezTo>
                <a:cubicBezTo>
                  <a:pt x="1180815" y="37389"/>
                  <a:pt x="1186494" y="39161"/>
                  <a:pt x="1192265" y="42707"/>
                </a:cubicBezTo>
                <a:lnTo>
                  <a:pt x="1186555" y="58017"/>
                </a:lnTo>
                <a:cubicBezTo>
                  <a:pt x="1182503" y="55622"/>
                  <a:pt x="1178451" y="54425"/>
                  <a:pt x="1174399" y="54425"/>
                </a:cubicBezTo>
                <a:cubicBezTo>
                  <a:pt x="1170777" y="54425"/>
                  <a:pt x="1167523" y="55517"/>
                  <a:pt x="1164638" y="57700"/>
                </a:cubicBezTo>
                <a:cubicBezTo>
                  <a:pt x="1161752" y="59881"/>
                  <a:pt x="1159696" y="62908"/>
                  <a:pt x="1158468" y="66780"/>
                </a:cubicBezTo>
                <a:cubicBezTo>
                  <a:pt x="1156626" y="72679"/>
                  <a:pt x="1155705" y="79132"/>
                  <a:pt x="1155705" y="86139"/>
                </a:cubicBezTo>
                <a:lnTo>
                  <a:pt x="1155705" y="137398"/>
                </a:lnTo>
                <a:lnTo>
                  <a:pt x="1139129" y="137398"/>
                </a:lnTo>
                <a:close/>
                <a:moveTo>
                  <a:pt x="1265935" y="125323"/>
                </a:moveTo>
                <a:cubicBezTo>
                  <a:pt x="1259796" y="130545"/>
                  <a:pt x="1253887" y="134232"/>
                  <a:pt x="1248208" y="136382"/>
                </a:cubicBezTo>
                <a:cubicBezTo>
                  <a:pt x="1242529" y="138533"/>
                  <a:pt x="1236436" y="139608"/>
                  <a:pt x="1229928" y="139608"/>
                </a:cubicBezTo>
                <a:cubicBezTo>
                  <a:pt x="1219184" y="139608"/>
                  <a:pt x="1210927" y="136982"/>
                  <a:pt x="1205156" y="131729"/>
                </a:cubicBezTo>
                <a:cubicBezTo>
                  <a:pt x="1199385" y="126476"/>
                  <a:pt x="1196499" y="119764"/>
                  <a:pt x="1196499" y="111593"/>
                </a:cubicBezTo>
                <a:cubicBezTo>
                  <a:pt x="1196499" y="106802"/>
                  <a:pt x="1197589" y="102426"/>
                  <a:pt x="1199769" y="98464"/>
                </a:cubicBezTo>
                <a:cubicBezTo>
                  <a:pt x="1201948" y="94501"/>
                  <a:pt x="1204803" y="91321"/>
                  <a:pt x="1208333" y="88924"/>
                </a:cubicBezTo>
                <a:cubicBezTo>
                  <a:pt x="1211863" y="86528"/>
                  <a:pt x="1215838" y="84716"/>
                  <a:pt x="1220259" y="83488"/>
                </a:cubicBezTo>
                <a:cubicBezTo>
                  <a:pt x="1223512" y="82627"/>
                  <a:pt x="1228424" y="81797"/>
                  <a:pt x="1234993" y="80999"/>
                </a:cubicBezTo>
                <a:cubicBezTo>
                  <a:pt x="1248377" y="79414"/>
                  <a:pt x="1258230" y="77524"/>
                  <a:pt x="1264554" y="75330"/>
                </a:cubicBezTo>
                <a:cubicBezTo>
                  <a:pt x="1264615" y="73068"/>
                  <a:pt x="1264646" y="71631"/>
                  <a:pt x="1264646" y="71019"/>
                </a:cubicBezTo>
                <a:cubicBezTo>
                  <a:pt x="1264646" y="64290"/>
                  <a:pt x="1263080" y="59551"/>
                  <a:pt x="1259949" y="56799"/>
                </a:cubicBezTo>
                <a:cubicBezTo>
                  <a:pt x="1255713" y="53068"/>
                  <a:pt x="1249420" y="51202"/>
                  <a:pt x="1241071" y="51202"/>
                </a:cubicBezTo>
                <a:cubicBezTo>
                  <a:pt x="1233274" y="51202"/>
                  <a:pt x="1227518" y="52568"/>
                  <a:pt x="1223804" y="55300"/>
                </a:cubicBezTo>
                <a:cubicBezTo>
                  <a:pt x="1220090" y="58032"/>
                  <a:pt x="1217342" y="62867"/>
                  <a:pt x="1215562" y="69804"/>
                </a:cubicBezTo>
                <a:lnTo>
                  <a:pt x="1199354" y="67594"/>
                </a:lnTo>
                <a:cubicBezTo>
                  <a:pt x="1200828" y="60635"/>
                  <a:pt x="1203253" y="55016"/>
                  <a:pt x="1206629" y="50736"/>
                </a:cubicBezTo>
                <a:cubicBezTo>
                  <a:pt x="1210006" y="46456"/>
                  <a:pt x="1214887" y="43161"/>
                  <a:pt x="1221272" y="40853"/>
                </a:cubicBezTo>
                <a:cubicBezTo>
                  <a:pt x="1227656" y="38543"/>
                  <a:pt x="1235054" y="37389"/>
                  <a:pt x="1243465" y="37389"/>
                </a:cubicBezTo>
                <a:cubicBezTo>
                  <a:pt x="1251815" y="37389"/>
                  <a:pt x="1258599" y="38371"/>
                  <a:pt x="1263817" y="40335"/>
                </a:cubicBezTo>
                <a:cubicBezTo>
                  <a:pt x="1269036" y="42300"/>
                  <a:pt x="1272873" y="44771"/>
                  <a:pt x="1275328" y="47749"/>
                </a:cubicBezTo>
                <a:cubicBezTo>
                  <a:pt x="1277784" y="50726"/>
                  <a:pt x="1279503" y="54487"/>
                  <a:pt x="1280485" y="59030"/>
                </a:cubicBezTo>
                <a:cubicBezTo>
                  <a:pt x="1281038" y="61854"/>
                  <a:pt x="1281314" y="66949"/>
                  <a:pt x="1281314" y="74317"/>
                </a:cubicBezTo>
                <a:lnTo>
                  <a:pt x="1281314" y="96418"/>
                </a:lnTo>
                <a:cubicBezTo>
                  <a:pt x="1281314" y="111828"/>
                  <a:pt x="1281667" y="121574"/>
                  <a:pt x="1282373" y="125657"/>
                </a:cubicBezTo>
                <a:cubicBezTo>
                  <a:pt x="1283079" y="129739"/>
                  <a:pt x="1284476" y="133653"/>
                  <a:pt x="1286563" y="137398"/>
                </a:cubicBezTo>
                <a:lnTo>
                  <a:pt x="1269250" y="137398"/>
                </a:lnTo>
                <a:cubicBezTo>
                  <a:pt x="1267531" y="133956"/>
                  <a:pt x="1266426" y="129931"/>
                  <a:pt x="1265935" y="125323"/>
                </a:cubicBezTo>
                <a:moveTo>
                  <a:pt x="1264554" y="88222"/>
                </a:moveTo>
                <a:cubicBezTo>
                  <a:pt x="1258537" y="90699"/>
                  <a:pt x="1249512" y="92804"/>
                  <a:pt x="1237479" y="94536"/>
                </a:cubicBezTo>
                <a:cubicBezTo>
                  <a:pt x="1230665" y="95522"/>
                  <a:pt x="1225845" y="96632"/>
                  <a:pt x="1223021" y="97866"/>
                </a:cubicBezTo>
                <a:cubicBezTo>
                  <a:pt x="1220197" y="99097"/>
                  <a:pt x="1218018" y="100901"/>
                  <a:pt x="1216483" y="103276"/>
                </a:cubicBezTo>
                <a:cubicBezTo>
                  <a:pt x="1214948" y="105649"/>
                  <a:pt x="1214181" y="108284"/>
                  <a:pt x="1214181" y="111181"/>
                </a:cubicBezTo>
                <a:cubicBezTo>
                  <a:pt x="1214181" y="115619"/>
                  <a:pt x="1215854" y="119318"/>
                  <a:pt x="1219199" y="122278"/>
                </a:cubicBezTo>
                <a:cubicBezTo>
                  <a:pt x="1222545" y="125237"/>
                  <a:pt x="1227442" y="126716"/>
                  <a:pt x="1233888" y="126716"/>
                </a:cubicBezTo>
                <a:cubicBezTo>
                  <a:pt x="1240273" y="126716"/>
                  <a:pt x="1245952" y="125312"/>
                  <a:pt x="1250924" y="122506"/>
                </a:cubicBezTo>
                <a:cubicBezTo>
                  <a:pt x="1255897" y="119699"/>
                  <a:pt x="1259550" y="115859"/>
                  <a:pt x="1261883" y="110986"/>
                </a:cubicBezTo>
                <a:cubicBezTo>
                  <a:pt x="1263664" y="107221"/>
                  <a:pt x="1264554" y="101669"/>
                  <a:pt x="1264554" y="94329"/>
                </a:cubicBezTo>
                <a:lnTo>
                  <a:pt x="1264554" y="88222"/>
                </a:lnTo>
                <a:close/>
                <a:moveTo>
                  <a:pt x="1300348" y="108114"/>
                </a:moveTo>
                <a:lnTo>
                  <a:pt x="1316740" y="105535"/>
                </a:lnTo>
                <a:cubicBezTo>
                  <a:pt x="1317661" y="112075"/>
                  <a:pt x="1320224" y="117088"/>
                  <a:pt x="1324430" y="120572"/>
                </a:cubicBezTo>
                <a:cubicBezTo>
                  <a:pt x="1328635" y="124054"/>
                  <a:pt x="1334513" y="125795"/>
                  <a:pt x="1342065" y="125795"/>
                </a:cubicBezTo>
                <a:cubicBezTo>
                  <a:pt x="1349678" y="125795"/>
                  <a:pt x="1355326" y="124257"/>
                  <a:pt x="1359009" y="121182"/>
                </a:cubicBezTo>
                <a:cubicBezTo>
                  <a:pt x="1362693" y="118104"/>
                  <a:pt x="1364535" y="114496"/>
                  <a:pt x="1364535" y="110355"/>
                </a:cubicBezTo>
                <a:cubicBezTo>
                  <a:pt x="1364535" y="106639"/>
                  <a:pt x="1362908" y="103715"/>
                  <a:pt x="1359654" y="101584"/>
                </a:cubicBezTo>
                <a:cubicBezTo>
                  <a:pt x="1357382" y="100122"/>
                  <a:pt x="1351734" y="98264"/>
                  <a:pt x="1342709" y="96010"/>
                </a:cubicBezTo>
                <a:cubicBezTo>
                  <a:pt x="1330554" y="92938"/>
                  <a:pt x="1322127" y="90281"/>
                  <a:pt x="1317431" y="88038"/>
                </a:cubicBezTo>
                <a:cubicBezTo>
                  <a:pt x="1312734" y="85795"/>
                  <a:pt x="1309173" y="82692"/>
                  <a:pt x="1306748" y="78728"/>
                </a:cubicBezTo>
                <a:cubicBezTo>
                  <a:pt x="1304323" y="74765"/>
                  <a:pt x="1303111" y="70386"/>
                  <a:pt x="1303111" y="65594"/>
                </a:cubicBezTo>
                <a:cubicBezTo>
                  <a:pt x="1303111" y="61231"/>
                  <a:pt x="1304108" y="57191"/>
                  <a:pt x="1306104" y="53473"/>
                </a:cubicBezTo>
                <a:cubicBezTo>
                  <a:pt x="1308099" y="49754"/>
                  <a:pt x="1310816" y="46667"/>
                  <a:pt x="1314254" y="44209"/>
                </a:cubicBezTo>
                <a:cubicBezTo>
                  <a:pt x="1316832" y="42304"/>
                  <a:pt x="1320347" y="40691"/>
                  <a:pt x="1324798" y="39371"/>
                </a:cubicBezTo>
                <a:cubicBezTo>
                  <a:pt x="1329249" y="38049"/>
                  <a:pt x="1334022" y="37389"/>
                  <a:pt x="1339118" y="37389"/>
                </a:cubicBezTo>
                <a:cubicBezTo>
                  <a:pt x="1346792" y="37389"/>
                  <a:pt x="1353530" y="38501"/>
                  <a:pt x="1359332" y="40727"/>
                </a:cubicBezTo>
                <a:cubicBezTo>
                  <a:pt x="1365133" y="42950"/>
                  <a:pt x="1369415" y="45963"/>
                  <a:pt x="1372178" y="49766"/>
                </a:cubicBezTo>
                <a:cubicBezTo>
                  <a:pt x="1374941" y="53567"/>
                  <a:pt x="1376844" y="58650"/>
                  <a:pt x="1377888" y="65016"/>
                </a:cubicBezTo>
                <a:lnTo>
                  <a:pt x="1361680" y="67226"/>
                </a:lnTo>
                <a:cubicBezTo>
                  <a:pt x="1360943" y="62191"/>
                  <a:pt x="1358810" y="58262"/>
                  <a:pt x="1355280" y="55438"/>
                </a:cubicBezTo>
                <a:cubicBezTo>
                  <a:pt x="1351750" y="52614"/>
                  <a:pt x="1346761" y="51202"/>
                  <a:pt x="1340315" y="51202"/>
                </a:cubicBezTo>
                <a:cubicBezTo>
                  <a:pt x="1332702" y="51202"/>
                  <a:pt x="1327269" y="52455"/>
                  <a:pt x="1324015" y="54960"/>
                </a:cubicBezTo>
                <a:cubicBezTo>
                  <a:pt x="1320761" y="57464"/>
                  <a:pt x="1319134" y="60397"/>
                  <a:pt x="1319134" y="63758"/>
                </a:cubicBezTo>
                <a:cubicBezTo>
                  <a:pt x="1319134" y="65895"/>
                  <a:pt x="1319810" y="67819"/>
                  <a:pt x="1321160" y="69531"/>
                </a:cubicBezTo>
                <a:cubicBezTo>
                  <a:pt x="1322511" y="71302"/>
                  <a:pt x="1324629" y="72767"/>
                  <a:pt x="1327515" y="73928"/>
                </a:cubicBezTo>
                <a:cubicBezTo>
                  <a:pt x="1329172" y="74540"/>
                  <a:pt x="1334053" y="75945"/>
                  <a:pt x="1342157" y="78144"/>
                </a:cubicBezTo>
                <a:cubicBezTo>
                  <a:pt x="1353883" y="81273"/>
                  <a:pt x="1362064" y="83834"/>
                  <a:pt x="1366699" y="85828"/>
                </a:cubicBezTo>
                <a:cubicBezTo>
                  <a:pt x="1371334" y="87821"/>
                  <a:pt x="1374972" y="90720"/>
                  <a:pt x="1377611" y="94525"/>
                </a:cubicBezTo>
                <a:cubicBezTo>
                  <a:pt x="1380251" y="98327"/>
                  <a:pt x="1381571" y="103050"/>
                  <a:pt x="1381571" y="108692"/>
                </a:cubicBezTo>
                <a:cubicBezTo>
                  <a:pt x="1381571" y="114214"/>
                  <a:pt x="1379960" y="119413"/>
                  <a:pt x="1376737" y="124290"/>
                </a:cubicBezTo>
                <a:cubicBezTo>
                  <a:pt x="1373513" y="129165"/>
                  <a:pt x="1368863" y="132937"/>
                  <a:pt x="1362785" y="135605"/>
                </a:cubicBezTo>
                <a:cubicBezTo>
                  <a:pt x="1356707" y="138274"/>
                  <a:pt x="1349831" y="139608"/>
                  <a:pt x="1342157" y="139608"/>
                </a:cubicBezTo>
                <a:cubicBezTo>
                  <a:pt x="1329448" y="139608"/>
                  <a:pt x="1319764" y="136961"/>
                  <a:pt x="1313102" y="131666"/>
                </a:cubicBezTo>
                <a:cubicBezTo>
                  <a:pt x="1306441" y="126370"/>
                  <a:pt x="1302190" y="118520"/>
                  <a:pt x="1300348" y="108114"/>
                </a:cubicBezTo>
                <a:close/>
                <a:moveTo>
                  <a:pt x="1437470" y="122756"/>
                </a:moveTo>
                <a:lnTo>
                  <a:pt x="1439864" y="137398"/>
                </a:lnTo>
                <a:cubicBezTo>
                  <a:pt x="1435198" y="138258"/>
                  <a:pt x="1431023" y="138687"/>
                  <a:pt x="1427340" y="138687"/>
                </a:cubicBezTo>
                <a:cubicBezTo>
                  <a:pt x="1421323" y="138687"/>
                  <a:pt x="1416657" y="137736"/>
                  <a:pt x="1413342" y="135833"/>
                </a:cubicBezTo>
                <a:cubicBezTo>
                  <a:pt x="1410027" y="133930"/>
                  <a:pt x="1407694" y="131428"/>
                  <a:pt x="1406343" y="128327"/>
                </a:cubicBezTo>
                <a:cubicBezTo>
                  <a:pt x="1404993" y="125227"/>
                  <a:pt x="1404317" y="118704"/>
                  <a:pt x="1404317" y="108758"/>
                </a:cubicBezTo>
                <a:lnTo>
                  <a:pt x="1404317" y="52491"/>
                </a:lnTo>
                <a:lnTo>
                  <a:pt x="1392161" y="52491"/>
                </a:lnTo>
                <a:lnTo>
                  <a:pt x="1392161" y="39599"/>
                </a:lnTo>
                <a:lnTo>
                  <a:pt x="1404317" y="39599"/>
                </a:lnTo>
                <a:lnTo>
                  <a:pt x="1404317" y="15313"/>
                </a:lnTo>
                <a:lnTo>
                  <a:pt x="1420801" y="5341"/>
                </a:lnTo>
                <a:lnTo>
                  <a:pt x="1420801" y="39599"/>
                </a:lnTo>
                <a:lnTo>
                  <a:pt x="1437470" y="39599"/>
                </a:lnTo>
                <a:lnTo>
                  <a:pt x="1437470" y="52491"/>
                </a:lnTo>
                <a:lnTo>
                  <a:pt x="1420801" y="52491"/>
                </a:lnTo>
                <a:lnTo>
                  <a:pt x="1420801" y="109679"/>
                </a:lnTo>
                <a:cubicBezTo>
                  <a:pt x="1420801" y="114406"/>
                  <a:pt x="1421093" y="117445"/>
                  <a:pt x="1421676" y="118796"/>
                </a:cubicBezTo>
                <a:cubicBezTo>
                  <a:pt x="1422259" y="120147"/>
                  <a:pt x="1423211" y="121221"/>
                  <a:pt x="1424531" y="122019"/>
                </a:cubicBezTo>
                <a:cubicBezTo>
                  <a:pt x="1425851" y="122817"/>
                  <a:pt x="1427739" y="123216"/>
                  <a:pt x="1430195" y="123216"/>
                </a:cubicBezTo>
                <a:cubicBezTo>
                  <a:pt x="1432036" y="123216"/>
                  <a:pt x="1434461" y="123063"/>
                  <a:pt x="1437470" y="122756"/>
                </a:cubicBezTo>
                <a:close/>
                <a:moveTo>
                  <a:pt x="1502180" y="93932"/>
                </a:moveTo>
                <a:lnTo>
                  <a:pt x="1519033" y="92458"/>
                </a:lnTo>
                <a:cubicBezTo>
                  <a:pt x="1519831" y="99212"/>
                  <a:pt x="1521688" y="104752"/>
                  <a:pt x="1524604" y="109081"/>
                </a:cubicBezTo>
                <a:cubicBezTo>
                  <a:pt x="1527520" y="113409"/>
                  <a:pt x="1532048" y="116908"/>
                  <a:pt x="1538188" y="119579"/>
                </a:cubicBezTo>
                <a:cubicBezTo>
                  <a:pt x="1544327" y="122249"/>
                  <a:pt x="1551234" y="123585"/>
                  <a:pt x="1558908" y="123585"/>
                </a:cubicBezTo>
                <a:cubicBezTo>
                  <a:pt x="1565722" y="123585"/>
                  <a:pt x="1571739" y="122572"/>
                  <a:pt x="1576957" y="120546"/>
                </a:cubicBezTo>
                <a:cubicBezTo>
                  <a:pt x="1582176" y="118520"/>
                  <a:pt x="1586059" y="115742"/>
                  <a:pt x="1588607" y="112212"/>
                </a:cubicBezTo>
                <a:cubicBezTo>
                  <a:pt x="1591155" y="108682"/>
                  <a:pt x="1592429" y="104829"/>
                  <a:pt x="1592429" y="100654"/>
                </a:cubicBezTo>
                <a:cubicBezTo>
                  <a:pt x="1592429" y="96418"/>
                  <a:pt x="1591201" y="92719"/>
                  <a:pt x="1588745" y="89557"/>
                </a:cubicBezTo>
                <a:cubicBezTo>
                  <a:pt x="1586289" y="86396"/>
                  <a:pt x="1582237" y="83740"/>
                  <a:pt x="1576589" y="81592"/>
                </a:cubicBezTo>
                <a:cubicBezTo>
                  <a:pt x="1572967" y="80180"/>
                  <a:pt x="1564955" y="77985"/>
                  <a:pt x="1552554" y="75007"/>
                </a:cubicBezTo>
                <a:cubicBezTo>
                  <a:pt x="1540152" y="72030"/>
                  <a:pt x="1531465" y="69221"/>
                  <a:pt x="1526492" y="66581"/>
                </a:cubicBezTo>
                <a:cubicBezTo>
                  <a:pt x="1520046" y="63204"/>
                  <a:pt x="1515242" y="59014"/>
                  <a:pt x="1512080" y="54011"/>
                </a:cubicBezTo>
                <a:cubicBezTo>
                  <a:pt x="1508918" y="49007"/>
                  <a:pt x="1507337" y="43405"/>
                  <a:pt x="1507337" y="37204"/>
                </a:cubicBezTo>
                <a:cubicBezTo>
                  <a:pt x="1507337" y="30390"/>
                  <a:pt x="1509271" y="24020"/>
                  <a:pt x="1513139" y="18096"/>
                </a:cubicBezTo>
                <a:cubicBezTo>
                  <a:pt x="1517007" y="12171"/>
                  <a:pt x="1522655" y="7674"/>
                  <a:pt x="1530084" y="4604"/>
                </a:cubicBezTo>
                <a:cubicBezTo>
                  <a:pt x="1537512" y="1535"/>
                  <a:pt x="1545770" y="0"/>
                  <a:pt x="1554856" y="0"/>
                </a:cubicBezTo>
                <a:cubicBezTo>
                  <a:pt x="1564863" y="0"/>
                  <a:pt x="1573688" y="1612"/>
                  <a:pt x="1581332" y="4835"/>
                </a:cubicBezTo>
                <a:cubicBezTo>
                  <a:pt x="1588975" y="8058"/>
                  <a:pt x="1594854" y="12800"/>
                  <a:pt x="1598967" y="19063"/>
                </a:cubicBezTo>
                <a:cubicBezTo>
                  <a:pt x="1603080" y="25325"/>
                  <a:pt x="1605290" y="32416"/>
                  <a:pt x="1605597" y="40335"/>
                </a:cubicBezTo>
                <a:lnTo>
                  <a:pt x="1588469" y="41625"/>
                </a:lnTo>
                <a:cubicBezTo>
                  <a:pt x="1587548" y="33060"/>
                  <a:pt x="1584432" y="26591"/>
                  <a:pt x="1579122" y="22217"/>
                </a:cubicBezTo>
                <a:cubicBezTo>
                  <a:pt x="1573811" y="17842"/>
                  <a:pt x="1565968" y="15655"/>
                  <a:pt x="1555593" y="15655"/>
                </a:cubicBezTo>
                <a:cubicBezTo>
                  <a:pt x="1544787" y="15655"/>
                  <a:pt x="1536914" y="17637"/>
                  <a:pt x="1531971" y="21601"/>
                </a:cubicBezTo>
                <a:cubicBezTo>
                  <a:pt x="1527029" y="25563"/>
                  <a:pt x="1524558" y="30339"/>
                  <a:pt x="1524558" y="35929"/>
                </a:cubicBezTo>
                <a:cubicBezTo>
                  <a:pt x="1524558" y="40783"/>
                  <a:pt x="1526308" y="44777"/>
                  <a:pt x="1529807" y="47910"/>
                </a:cubicBezTo>
                <a:cubicBezTo>
                  <a:pt x="1533245" y="51045"/>
                  <a:pt x="1542224" y="54255"/>
                  <a:pt x="1556744" y="57542"/>
                </a:cubicBezTo>
                <a:cubicBezTo>
                  <a:pt x="1571263" y="60828"/>
                  <a:pt x="1581224" y="63700"/>
                  <a:pt x="1586627" y="66158"/>
                </a:cubicBezTo>
                <a:cubicBezTo>
                  <a:pt x="1594485" y="69782"/>
                  <a:pt x="1600287" y="74375"/>
                  <a:pt x="1604032" y="79937"/>
                </a:cubicBezTo>
                <a:cubicBezTo>
                  <a:pt x="1607777" y="85497"/>
                  <a:pt x="1609649" y="91902"/>
                  <a:pt x="1609649" y="99152"/>
                </a:cubicBezTo>
                <a:cubicBezTo>
                  <a:pt x="1609649" y="106339"/>
                  <a:pt x="1607593" y="113112"/>
                  <a:pt x="1603479" y="119472"/>
                </a:cubicBezTo>
                <a:cubicBezTo>
                  <a:pt x="1599366" y="125830"/>
                  <a:pt x="1593457" y="130776"/>
                  <a:pt x="1585752" y="134310"/>
                </a:cubicBezTo>
                <a:cubicBezTo>
                  <a:pt x="1578047" y="137842"/>
                  <a:pt x="1569375" y="139608"/>
                  <a:pt x="1559737" y="139608"/>
                </a:cubicBezTo>
                <a:cubicBezTo>
                  <a:pt x="1547519" y="139608"/>
                  <a:pt x="1537282" y="137828"/>
                  <a:pt x="1529025" y="134267"/>
                </a:cubicBezTo>
                <a:cubicBezTo>
                  <a:pt x="1520767" y="130706"/>
                  <a:pt x="1514290" y="125350"/>
                  <a:pt x="1509594" y="118197"/>
                </a:cubicBezTo>
                <a:cubicBezTo>
                  <a:pt x="1504897" y="111045"/>
                  <a:pt x="1502426" y="102957"/>
                  <a:pt x="1502180" y="93932"/>
                </a:cubicBezTo>
                <a:close/>
                <a:moveTo>
                  <a:pt x="1698886" y="105903"/>
                </a:moveTo>
                <a:lnTo>
                  <a:pt x="1716015" y="108022"/>
                </a:lnTo>
                <a:cubicBezTo>
                  <a:pt x="1713314" y="118029"/>
                  <a:pt x="1708310" y="125795"/>
                  <a:pt x="1701004" y="131320"/>
                </a:cubicBezTo>
                <a:cubicBezTo>
                  <a:pt x="1693698" y="136846"/>
                  <a:pt x="1684367" y="139608"/>
                  <a:pt x="1673009" y="139608"/>
                </a:cubicBezTo>
                <a:cubicBezTo>
                  <a:pt x="1658704" y="139608"/>
                  <a:pt x="1647362" y="135203"/>
                  <a:pt x="1638982" y="126393"/>
                </a:cubicBezTo>
                <a:cubicBezTo>
                  <a:pt x="1630602" y="117584"/>
                  <a:pt x="1626411" y="105228"/>
                  <a:pt x="1626411" y="89327"/>
                </a:cubicBezTo>
                <a:cubicBezTo>
                  <a:pt x="1626411" y="72874"/>
                  <a:pt x="1630648" y="60104"/>
                  <a:pt x="1639120" y="51018"/>
                </a:cubicBezTo>
                <a:cubicBezTo>
                  <a:pt x="1647592" y="41932"/>
                  <a:pt x="1658582" y="37389"/>
                  <a:pt x="1672088" y="37389"/>
                </a:cubicBezTo>
                <a:cubicBezTo>
                  <a:pt x="1685165" y="37389"/>
                  <a:pt x="1695847" y="41833"/>
                  <a:pt x="1704135" y="50721"/>
                </a:cubicBezTo>
                <a:cubicBezTo>
                  <a:pt x="1712423" y="59608"/>
                  <a:pt x="1716567" y="72111"/>
                  <a:pt x="1716567" y="88231"/>
                </a:cubicBezTo>
                <a:cubicBezTo>
                  <a:pt x="1716567" y="89211"/>
                  <a:pt x="1716537" y="90682"/>
                  <a:pt x="1716475" y="92643"/>
                </a:cubicBezTo>
                <a:lnTo>
                  <a:pt x="1643540" y="92643"/>
                </a:lnTo>
                <a:cubicBezTo>
                  <a:pt x="1644154" y="103356"/>
                  <a:pt x="1647193" y="111559"/>
                  <a:pt x="1652657" y="117254"/>
                </a:cubicBezTo>
                <a:cubicBezTo>
                  <a:pt x="1658121" y="122948"/>
                  <a:pt x="1664936" y="125795"/>
                  <a:pt x="1673101" y="125795"/>
                </a:cubicBezTo>
                <a:cubicBezTo>
                  <a:pt x="1679179" y="125795"/>
                  <a:pt x="1684367" y="124214"/>
                  <a:pt x="1688664" y="121052"/>
                </a:cubicBezTo>
                <a:cubicBezTo>
                  <a:pt x="1692962" y="117889"/>
                  <a:pt x="1696369" y="112839"/>
                  <a:pt x="1698886" y="105903"/>
                </a:cubicBezTo>
                <a:moveTo>
                  <a:pt x="1644461" y="78829"/>
                </a:moveTo>
                <a:lnTo>
                  <a:pt x="1699070" y="78829"/>
                </a:lnTo>
                <a:cubicBezTo>
                  <a:pt x="1698334" y="70737"/>
                  <a:pt x="1696246" y="64667"/>
                  <a:pt x="1692808" y="60621"/>
                </a:cubicBezTo>
                <a:cubicBezTo>
                  <a:pt x="1687528" y="54342"/>
                  <a:pt x="1680683" y="51202"/>
                  <a:pt x="1672272" y="51202"/>
                </a:cubicBezTo>
                <a:cubicBezTo>
                  <a:pt x="1664659" y="51202"/>
                  <a:pt x="1658259" y="53709"/>
                  <a:pt x="1653071" y="58722"/>
                </a:cubicBezTo>
                <a:cubicBezTo>
                  <a:pt x="1647884" y="63733"/>
                  <a:pt x="1645014" y="70435"/>
                  <a:pt x="1644461" y="78829"/>
                </a:cubicBezTo>
                <a:close/>
                <a:moveTo>
                  <a:pt x="1772990" y="122756"/>
                </a:moveTo>
                <a:lnTo>
                  <a:pt x="1775384" y="137398"/>
                </a:lnTo>
                <a:cubicBezTo>
                  <a:pt x="1770718" y="138258"/>
                  <a:pt x="1766543" y="138687"/>
                  <a:pt x="1762860" y="138687"/>
                </a:cubicBezTo>
                <a:cubicBezTo>
                  <a:pt x="1756843" y="138687"/>
                  <a:pt x="1752177" y="137736"/>
                  <a:pt x="1748862" y="135833"/>
                </a:cubicBezTo>
                <a:cubicBezTo>
                  <a:pt x="1745547" y="133930"/>
                  <a:pt x="1743214" y="131428"/>
                  <a:pt x="1741863" y="128327"/>
                </a:cubicBezTo>
                <a:cubicBezTo>
                  <a:pt x="1740512" y="125227"/>
                  <a:pt x="1739837" y="118704"/>
                  <a:pt x="1739837" y="108758"/>
                </a:cubicBezTo>
                <a:lnTo>
                  <a:pt x="1739837" y="52491"/>
                </a:lnTo>
                <a:lnTo>
                  <a:pt x="1727681" y="52491"/>
                </a:lnTo>
                <a:lnTo>
                  <a:pt x="1727681" y="39599"/>
                </a:lnTo>
                <a:lnTo>
                  <a:pt x="1739837" y="39599"/>
                </a:lnTo>
                <a:lnTo>
                  <a:pt x="1739837" y="15313"/>
                </a:lnTo>
                <a:lnTo>
                  <a:pt x="1756321" y="5341"/>
                </a:lnTo>
                <a:lnTo>
                  <a:pt x="1756321" y="39599"/>
                </a:lnTo>
                <a:lnTo>
                  <a:pt x="1772990" y="39599"/>
                </a:lnTo>
                <a:lnTo>
                  <a:pt x="1772990" y="52491"/>
                </a:lnTo>
                <a:lnTo>
                  <a:pt x="1756321" y="52491"/>
                </a:lnTo>
                <a:lnTo>
                  <a:pt x="1756321" y="109679"/>
                </a:lnTo>
                <a:cubicBezTo>
                  <a:pt x="1756321" y="114406"/>
                  <a:pt x="1756613" y="117445"/>
                  <a:pt x="1757196" y="118796"/>
                </a:cubicBezTo>
                <a:cubicBezTo>
                  <a:pt x="1757779" y="120147"/>
                  <a:pt x="1758731" y="121221"/>
                  <a:pt x="1760051" y="122019"/>
                </a:cubicBezTo>
                <a:cubicBezTo>
                  <a:pt x="1761371" y="122817"/>
                  <a:pt x="1763259" y="123216"/>
                  <a:pt x="1765714" y="123216"/>
                </a:cubicBezTo>
                <a:cubicBezTo>
                  <a:pt x="1767556" y="123216"/>
                  <a:pt x="1769981" y="123063"/>
                  <a:pt x="1772990" y="122756"/>
                </a:cubicBezTo>
                <a:close/>
                <a:moveTo>
                  <a:pt x="1859710" y="137398"/>
                </a:moveTo>
                <a:lnTo>
                  <a:pt x="1829781" y="39599"/>
                </a:lnTo>
                <a:lnTo>
                  <a:pt x="1846909" y="39599"/>
                </a:lnTo>
                <a:lnTo>
                  <a:pt x="1862472" y="96041"/>
                </a:lnTo>
                <a:lnTo>
                  <a:pt x="1868274" y="117046"/>
                </a:lnTo>
                <a:cubicBezTo>
                  <a:pt x="1868520" y="116005"/>
                  <a:pt x="1870208" y="109289"/>
                  <a:pt x="1873339" y="96899"/>
                </a:cubicBezTo>
                <a:lnTo>
                  <a:pt x="1888902" y="39599"/>
                </a:lnTo>
                <a:lnTo>
                  <a:pt x="1905939" y="39599"/>
                </a:lnTo>
                <a:lnTo>
                  <a:pt x="1920581" y="96315"/>
                </a:lnTo>
                <a:lnTo>
                  <a:pt x="1925462" y="115020"/>
                </a:lnTo>
                <a:lnTo>
                  <a:pt x="1931080" y="96139"/>
                </a:lnTo>
                <a:lnTo>
                  <a:pt x="1947840" y="39599"/>
                </a:lnTo>
                <a:lnTo>
                  <a:pt x="1963956" y="39599"/>
                </a:lnTo>
                <a:lnTo>
                  <a:pt x="1933382" y="137398"/>
                </a:lnTo>
                <a:lnTo>
                  <a:pt x="1916161" y="137398"/>
                </a:lnTo>
                <a:lnTo>
                  <a:pt x="1900598" y="78797"/>
                </a:lnTo>
                <a:lnTo>
                  <a:pt x="1896822" y="62161"/>
                </a:lnTo>
                <a:lnTo>
                  <a:pt x="1877023" y="137398"/>
                </a:lnTo>
                <a:lnTo>
                  <a:pt x="1859710" y="137398"/>
                </a:lnTo>
                <a:close/>
                <a:moveTo>
                  <a:pt x="1977922" y="21549"/>
                </a:moveTo>
                <a:lnTo>
                  <a:pt x="1977922" y="2394"/>
                </a:lnTo>
                <a:lnTo>
                  <a:pt x="1994498" y="2394"/>
                </a:lnTo>
                <a:lnTo>
                  <a:pt x="1994498" y="21549"/>
                </a:lnTo>
                <a:lnTo>
                  <a:pt x="1977922" y="21549"/>
                </a:lnTo>
                <a:moveTo>
                  <a:pt x="1977922" y="137398"/>
                </a:moveTo>
                <a:lnTo>
                  <a:pt x="1977922" y="39599"/>
                </a:lnTo>
                <a:lnTo>
                  <a:pt x="1994498" y="39599"/>
                </a:lnTo>
                <a:lnTo>
                  <a:pt x="1994498" y="137398"/>
                </a:lnTo>
                <a:lnTo>
                  <a:pt x="1977922" y="137398"/>
                </a:lnTo>
                <a:close/>
                <a:moveTo>
                  <a:pt x="2055890" y="122756"/>
                </a:moveTo>
                <a:lnTo>
                  <a:pt x="2058285" y="137398"/>
                </a:lnTo>
                <a:cubicBezTo>
                  <a:pt x="2053619" y="138258"/>
                  <a:pt x="2049444" y="138687"/>
                  <a:pt x="2045760" y="138687"/>
                </a:cubicBezTo>
                <a:cubicBezTo>
                  <a:pt x="2039744" y="138687"/>
                  <a:pt x="2035078" y="137736"/>
                  <a:pt x="2031763" y="135833"/>
                </a:cubicBezTo>
                <a:cubicBezTo>
                  <a:pt x="2028448" y="133930"/>
                  <a:pt x="2026115" y="131428"/>
                  <a:pt x="2024764" y="128327"/>
                </a:cubicBezTo>
                <a:cubicBezTo>
                  <a:pt x="2023413" y="125227"/>
                  <a:pt x="2022738" y="118704"/>
                  <a:pt x="2022738" y="108758"/>
                </a:cubicBezTo>
                <a:lnTo>
                  <a:pt x="2022738" y="52491"/>
                </a:lnTo>
                <a:lnTo>
                  <a:pt x="2010582" y="52491"/>
                </a:lnTo>
                <a:lnTo>
                  <a:pt x="2010582" y="39599"/>
                </a:lnTo>
                <a:lnTo>
                  <a:pt x="2022738" y="39599"/>
                </a:lnTo>
                <a:lnTo>
                  <a:pt x="2022738" y="15313"/>
                </a:lnTo>
                <a:lnTo>
                  <a:pt x="2039222" y="5341"/>
                </a:lnTo>
                <a:lnTo>
                  <a:pt x="2039222" y="39599"/>
                </a:lnTo>
                <a:lnTo>
                  <a:pt x="2055890" y="39599"/>
                </a:lnTo>
                <a:lnTo>
                  <a:pt x="2055890" y="52491"/>
                </a:lnTo>
                <a:lnTo>
                  <a:pt x="2039222" y="52491"/>
                </a:lnTo>
                <a:lnTo>
                  <a:pt x="2039222" y="109679"/>
                </a:lnTo>
                <a:cubicBezTo>
                  <a:pt x="2039222" y="114406"/>
                  <a:pt x="2039514" y="117445"/>
                  <a:pt x="2040097" y="118796"/>
                </a:cubicBezTo>
                <a:cubicBezTo>
                  <a:pt x="2040680" y="120147"/>
                  <a:pt x="2041632" y="121221"/>
                  <a:pt x="2042952" y="122019"/>
                </a:cubicBezTo>
                <a:cubicBezTo>
                  <a:pt x="2044272" y="122817"/>
                  <a:pt x="2046160" y="123216"/>
                  <a:pt x="2048615" y="123216"/>
                </a:cubicBezTo>
                <a:cubicBezTo>
                  <a:pt x="2050457" y="123216"/>
                  <a:pt x="2052882" y="123063"/>
                  <a:pt x="2055890" y="122756"/>
                </a:cubicBezTo>
                <a:close/>
                <a:moveTo>
                  <a:pt x="2072130" y="137398"/>
                </a:moveTo>
                <a:lnTo>
                  <a:pt x="2072130" y="2394"/>
                </a:lnTo>
                <a:lnTo>
                  <a:pt x="2088706" y="2394"/>
                </a:lnTo>
                <a:lnTo>
                  <a:pt x="2088706" y="50834"/>
                </a:lnTo>
                <a:cubicBezTo>
                  <a:pt x="2096442" y="41870"/>
                  <a:pt x="2106203" y="37389"/>
                  <a:pt x="2117991" y="37389"/>
                </a:cubicBezTo>
                <a:cubicBezTo>
                  <a:pt x="2125235" y="37389"/>
                  <a:pt x="2131528" y="38816"/>
                  <a:pt x="2136869" y="41671"/>
                </a:cubicBezTo>
                <a:cubicBezTo>
                  <a:pt x="2142210" y="44525"/>
                  <a:pt x="2146032" y="48470"/>
                  <a:pt x="2148334" y="53504"/>
                </a:cubicBezTo>
                <a:cubicBezTo>
                  <a:pt x="2150637" y="58539"/>
                  <a:pt x="2151788" y="65844"/>
                  <a:pt x="2151788" y="75422"/>
                </a:cubicBezTo>
                <a:lnTo>
                  <a:pt x="2151788" y="137398"/>
                </a:lnTo>
                <a:lnTo>
                  <a:pt x="2135211" y="137398"/>
                </a:lnTo>
                <a:lnTo>
                  <a:pt x="2135211" y="75422"/>
                </a:lnTo>
                <a:cubicBezTo>
                  <a:pt x="2135211" y="67134"/>
                  <a:pt x="2133416" y="61102"/>
                  <a:pt x="2129824" y="57326"/>
                </a:cubicBezTo>
                <a:cubicBezTo>
                  <a:pt x="2126233" y="53550"/>
                  <a:pt x="2121152" y="51662"/>
                  <a:pt x="2114583" y="51662"/>
                </a:cubicBezTo>
                <a:cubicBezTo>
                  <a:pt x="2109672" y="51662"/>
                  <a:pt x="2105052" y="52936"/>
                  <a:pt x="2100724" y="55484"/>
                </a:cubicBezTo>
                <a:cubicBezTo>
                  <a:pt x="2096396" y="58032"/>
                  <a:pt x="2093311" y="61485"/>
                  <a:pt x="2091469" y="65844"/>
                </a:cubicBezTo>
                <a:cubicBezTo>
                  <a:pt x="2089627" y="70203"/>
                  <a:pt x="2088706" y="76220"/>
                  <a:pt x="2088706" y="83894"/>
                </a:cubicBezTo>
                <a:lnTo>
                  <a:pt x="2088706" y="137398"/>
                </a:lnTo>
                <a:lnTo>
                  <a:pt x="2072130" y="137398"/>
                </a:lnTo>
                <a:close/>
                <a:moveTo>
                  <a:pt x="2226107" y="71600"/>
                </a:moveTo>
                <a:cubicBezTo>
                  <a:pt x="2226107" y="49205"/>
                  <a:pt x="2232124" y="31673"/>
                  <a:pt x="2244157" y="19005"/>
                </a:cubicBezTo>
                <a:cubicBezTo>
                  <a:pt x="2256190" y="6335"/>
                  <a:pt x="2271722" y="0"/>
                  <a:pt x="2290754" y="0"/>
                </a:cubicBezTo>
                <a:cubicBezTo>
                  <a:pt x="2303217" y="0"/>
                  <a:pt x="2314452" y="2976"/>
                  <a:pt x="2324459" y="8927"/>
                </a:cubicBezTo>
                <a:cubicBezTo>
                  <a:pt x="2334466" y="14878"/>
                  <a:pt x="2342094" y="23177"/>
                  <a:pt x="2347344" y="33823"/>
                </a:cubicBezTo>
                <a:cubicBezTo>
                  <a:pt x="2352593" y="44467"/>
                  <a:pt x="2355217" y="56537"/>
                  <a:pt x="2355217" y="70034"/>
                </a:cubicBezTo>
                <a:cubicBezTo>
                  <a:pt x="2355217" y="83716"/>
                  <a:pt x="2352455" y="95956"/>
                  <a:pt x="2346929" y="106755"/>
                </a:cubicBezTo>
                <a:cubicBezTo>
                  <a:pt x="2341404" y="117553"/>
                  <a:pt x="2333576" y="125728"/>
                  <a:pt x="2323446" y="131280"/>
                </a:cubicBezTo>
                <a:cubicBezTo>
                  <a:pt x="2313316" y="136832"/>
                  <a:pt x="2302388" y="139608"/>
                  <a:pt x="2290662" y="139608"/>
                </a:cubicBezTo>
                <a:cubicBezTo>
                  <a:pt x="2277954" y="139608"/>
                  <a:pt x="2266596" y="136541"/>
                  <a:pt x="2256589" y="130405"/>
                </a:cubicBezTo>
                <a:cubicBezTo>
                  <a:pt x="2246582" y="124270"/>
                  <a:pt x="2239000" y="115895"/>
                  <a:pt x="2233843" y="105282"/>
                </a:cubicBezTo>
                <a:cubicBezTo>
                  <a:pt x="2228686" y="94668"/>
                  <a:pt x="2226107" y="83441"/>
                  <a:pt x="2226107" y="71600"/>
                </a:cubicBezTo>
                <a:moveTo>
                  <a:pt x="2244525" y="71833"/>
                </a:moveTo>
                <a:cubicBezTo>
                  <a:pt x="2244525" y="88131"/>
                  <a:pt x="2248899" y="100969"/>
                  <a:pt x="2257648" y="110347"/>
                </a:cubicBezTo>
                <a:cubicBezTo>
                  <a:pt x="2266396" y="119725"/>
                  <a:pt x="2277371" y="124414"/>
                  <a:pt x="2290570" y="124414"/>
                </a:cubicBezTo>
                <a:cubicBezTo>
                  <a:pt x="2304015" y="124414"/>
                  <a:pt x="2315081" y="119679"/>
                  <a:pt x="2323769" y="110209"/>
                </a:cubicBezTo>
                <a:cubicBezTo>
                  <a:pt x="2332456" y="100737"/>
                  <a:pt x="2336799" y="87299"/>
                  <a:pt x="2336799" y="69896"/>
                </a:cubicBezTo>
                <a:cubicBezTo>
                  <a:pt x="2336799" y="58888"/>
                  <a:pt x="2334942" y="49279"/>
                  <a:pt x="2331228" y="41069"/>
                </a:cubicBezTo>
                <a:cubicBezTo>
                  <a:pt x="2327514" y="32860"/>
                  <a:pt x="2322080" y="26495"/>
                  <a:pt x="2314928" y="21975"/>
                </a:cubicBezTo>
                <a:cubicBezTo>
                  <a:pt x="2307776" y="17455"/>
                  <a:pt x="2299748" y="15195"/>
                  <a:pt x="2290846" y="15195"/>
                </a:cubicBezTo>
                <a:cubicBezTo>
                  <a:pt x="2278199" y="15195"/>
                  <a:pt x="2267317" y="19546"/>
                  <a:pt x="2258200" y="28249"/>
                </a:cubicBezTo>
                <a:cubicBezTo>
                  <a:pt x="2249084" y="36949"/>
                  <a:pt x="2244525" y="51477"/>
                  <a:pt x="2244525" y="71833"/>
                </a:cubicBezTo>
                <a:close/>
                <a:moveTo>
                  <a:pt x="2412345" y="122756"/>
                </a:moveTo>
                <a:lnTo>
                  <a:pt x="2414739" y="137398"/>
                </a:lnTo>
                <a:cubicBezTo>
                  <a:pt x="2410073" y="138258"/>
                  <a:pt x="2405899" y="138687"/>
                  <a:pt x="2402215" y="138687"/>
                </a:cubicBezTo>
                <a:cubicBezTo>
                  <a:pt x="2396198" y="138687"/>
                  <a:pt x="2391533" y="137736"/>
                  <a:pt x="2388217" y="135833"/>
                </a:cubicBezTo>
                <a:cubicBezTo>
                  <a:pt x="2384902" y="133930"/>
                  <a:pt x="2382569" y="131428"/>
                  <a:pt x="2381218" y="128327"/>
                </a:cubicBezTo>
                <a:cubicBezTo>
                  <a:pt x="2379868" y="125227"/>
                  <a:pt x="2379193" y="118704"/>
                  <a:pt x="2379193" y="108758"/>
                </a:cubicBezTo>
                <a:lnTo>
                  <a:pt x="2379193" y="52491"/>
                </a:lnTo>
                <a:lnTo>
                  <a:pt x="2367037" y="52491"/>
                </a:lnTo>
                <a:lnTo>
                  <a:pt x="2367037" y="39599"/>
                </a:lnTo>
                <a:lnTo>
                  <a:pt x="2379193" y="39599"/>
                </a:lnTo>
                <a:lnTo>
                  <a:pt x="2379193" y="15313"/>
                </a:lnTo>
                <a:lnTo>
                  <a:pt x="2395677" y="5341"/>
                </a:lnTo>
                <a:lnTo>
                  <a:pt x="2395677" y="39599"/>
                </a:lnTo>
                <a:lnTo>
                  <a:pt x="2412345" y="39599"/>
                </a:lnTo>
                <a:lnTo>
                  <a:pt x="2412345" y="52491"/>
                </a:lnTo>
                <a:lnTo>
                  <a:pt x="2395677" y="52491"/>
                </a:lnTo>
                <a:lnTo>
                  <a:pt x="2395677" y="109679"/>
                </a:lnTo>
                <a:cubicBezTo>
                  <a:pt x="2395677" y="114406"/>
                  <a:pt x="2395968" y="117445"/>
                  <a:pt x="2396551" y="118796"/>
                </a:cubicBezTo>
                <a:cubicBezTo>
                  <a:pt x="2397135" y="120147"/>
                  <a:pt x="2398086" y="121221"/>
                  <a:pt x="2399406" y="122019"/>
                </a:cubicBezTo>
                <a:cubicBezTo>
                  <a:pt x="2400726" y="122817"/>
                  <a:pt x="2402614" y="123216"/>
                  <a:pt x="2405070" y="123216"/>
                </a:cubicBezTo>
                <a:cubicBezTo>
                  <a:pt x="2406912" y="123216"/>
                  <a:pt x="2409337" y="123063"/>
                  <a:pt x="2412345" y="122756"/>
                </a:cubicBezTo>
                <a:close/>
                <a:moveTo>
                  <a:pt x="2428584" y="137398"/>
                </a:moveTo>
                <a:lnTo>
                  <a:pt x="2428584" y="2394"/>
                </a:lnTo>
                <a:lnTo>
                  <a:pt x="2445160" y="2394"/>
                </a:lnTo>
                <a:lnTo>
                  <a:pt x="2445160" y="50834"/>
                </a:lnTo>
                <a:cubicBezTo>
                  <a:pt x="2452896" y="41870"/>
                  <a:pt x="2462657" y="37389"/>
                  <a:pt x="2474445" y="37389"/>
                </a:cubicBezTo>
                <a:cubicBezTo>
                  <a:pt x="2481689" y="37389"/>
                  <a:pt x="2487982" y="38816"/>
                  <a:pt x="2493323" y="41671"/>
                </a:cubicBezTo>
                <a:cubicBezTo>
                  <a:pt x="2498665" y="44525"/>
                  <a:pt x="2502486" y="48470"/>
                  <a:pt x="2504789" y="53504"/>
                </a:cubicBezTo>
                <a:cubicBezTo>
                  <a:pt x="2507091" y="58539"/>
                  <a:pt x="2508242" y="65844"/>
                  <a:pt x="2508242" y="75422"/>
                </a:cubicBezTo>
                <a:lnTo>
                  <a:pt x="2508242" y="137398"/>
                </a:lnTo>
                <a:lnTo>
                  <a:pt x="2491666" y="137398"/>
                </a:lnTo>
                <a:lnTo>
                  <a:pt x="2491666" y="75422"/>
                </a:lnTo>
                <a:cubicBezTo>
                  <a:pt x="2491666" y="67134"/>
                  <a:pt x="2489870" y="61102"/>
                  <a:pt x="2486278" y="57326"/>
                </a:cubicBezTo>
                <a:cubicBezTo>
                  <a:pt x="2482687" y="53550"/>
                  <a:pt x="2477607" y="51662"/>
                  <a:pt x="2471038" y="51662"/>
                </a:cubicBezTo>
                <a:cubicBezTo>
                  <a:pt x="2466126" y="51662"/>
                  <a:pt x="2461506" y="52936"/>
                  <a:pt x="2457178" y="55484"/>
                </a:cubicBezTo>
                <a:cubicBezTo>
                  <a:pt x="2452850" y="58032"/>
                  <a:pt x="2449765" y="61485"/>
                  <a:pt x="2447923" y="65844"/>
                </a:cubicBezTo>
                <a:cubicBezTo>
                  <a:pt x="2446081" y="70203"/>
                  <a:pt x="2445160" y="76220"/>
                  <a:pt x="2445160" y="83894"/>
                </a:cubicBezTo>
                <a:lnTo>
                  <a:pt x="2445160" y="137398"/>
                </a:lnTo>
                <a:lnTo>
                  <a:pt x="2428584" y="137398"/>
                </a:lnTo>
                <a:close/>
                <a:moveTo>
                  <a:pt x="2600395" y="105903"/>
                </a:moveTo>
                <a:lnTo>
                  <a:pt x="2617524" y="108022"/>
                </a:lnTo>
                <a:cubicBezTo>
                  <a:pt x="2614823" y="118029"/>
                  <a:pt x="2609819" y="125795"/>
                  <a:pt x="2602514" y="131320"/>
                </a:cubicBezTo>
                <a:cubicBezTo>
                  <a:pt x="2595208" y="136846"/>
                  <a:pt x="2585876" y="139608"/>
                  <a:pt x="2574518" y="139608"/>
                </a:cubicBezTo>
                <a:cubicBezTo>
                  <a:pt x="2560214" y="139608"/>
                  <a:pt x="2548871" y="135203"/>
                  <a:pt x="2540491" y="126393"/>
                </a:cubicBezTo>
                <a:cubicBezTo>
                  <a:pt x="2532111" y="117584"/>
                  <a:pt x="2527921" y="105228"/>
                  <a:pt x="2527921" y="89327"/>
                </a:cubicBezTo>
                <a:cubicBezTo>
                  <a:pt x="2527921" y="72874"/>
                  <a:pt x="2532157" y="60104"/>
                  <a:pt x="2540629" y="51018"/>
                </a:cubicBezTo>
                <a:cubicBezTo>
                  <a:pt x="2549101" y="41932"/>
                  <a:pt x="2560091" y="37389"/>
                  <a:pt x="2573597" y="37389"/>
                </a:cubicBezTo>
                <a:cubicBezTo>
                  <a:pt x="2586674" y="37389"/>
                  <a:pt x="2597356" y="41833"/>
                  <a:pt x="2605645" y="50721"/>
                </a:cubicBezTo>
                <a:cubicBezTo>
                  <a:pt x="2613933" y="59608"/>
                  <a:pt x="2618077" y="72111"/>
                  <a:pt x="2618077" y="88231"/>
                </a:cubicBezTo>
                <a:cubicBezTo>
                  <a:pt x="2618077" y="89211"/>
                  <a:pt x="2618046" y="90682"/>
                  <a:pt x="2617985" y="92643"/>
                </a:cubicBezTo>
                <a:lnTo>
                  <a:pt x="2545049" y="92643"/>
                </a:lnTo>
                <a:cubicBezTo>
                  <a:pt x="2545663" y="103356"/>
                  <a:pt x="2548702" y="111559"/>
                  <a:pt x="2554166" y="117254"/>
                </a:cubicBezTo>
                <a:cubicBezTo>
                  <a:pt x="2559630" y="122948"/>
                  <a:pt x="2566445" y="125795"/>
                  <a:pt x="2574610" y="125795"/>
                </a:cubicBezTo>
                <a:cubicBezTo>
                  <a:pt x="2580688" y="125795"/>
                  <a:pt x="2585876" y="124214"/>
                  <a:pt x="2590173" y="121052"/>
                </a:cubicBezTo>
                <a:cubicBezTo>
                  <a:pt x="2594471" y="117889"/>
                  <a:pt x="2597878" y="112839"/>
                  <a:pt x="2600395" y="105903"/>
                </a:cubicBezTo>
                <a:moveTo>
                  <a:pt x="2545970" y="78829"/>
                </a:moveTo>
                <a:lnTo>
                  <a:pt x="2600580" y="78829"/>
                </a:lnTo>
                <a:cubicBezTo>
                  <a:pt x="2599843" y="70737"/>
                  <a:pt x="2597756" y="64667"/>
                  <a:pt x="2594318" y="60621"/>
                </a:cubicBezTo>
                <a:cubicBezTo>
                  <a:pt x="2589038" y="54342"/>
                  <a:pt x="2582192" y="51202"/>
                  <a:pt x="2573781" y="51202"/>
                </a:cubicBezTo>
                <a:cubicBezTo>
                  <a:pt x="2566169" y="51202"/>
                  <a:pt x="2559768" y="53709"/>
                  <a:pt x="2554581" y="58722"/>
                </a:cubicBezTo>
                <a:cubicBezTo>
                  <a:pt x="2549393" y="63733"/>
                  <a:pt x="2546523" y="70435"/>
                  <a:pt x="2545970" y="78829"/>
                </a:cubicBezTo>
                <a:close/>
                <a:moveTo>
                  <a:pt x="2638124" y="137398"/>
                </a:moveTo>
                <a:lnTo>
                  <a:pt x="2638124" y="39599"/>
                </a:lnTo>
                <a:lnTo>
                  <a:pt x="2653042" y="39599"/>
                </a:lnTo>
                <a:lnTo>
                  <a:pt x="2653042" y="54333"/>
                </a:lnTo>
                <a:cubicBezTo>
                  <a:pt x="2656849" y="47434"/>
                  <a:pt x="2660364" y="42885"/>
                  <a:pt x="2663587" y="40686"/>
                </a:cubicBezTo>
                <a:cubicBezTo>
                  <a:pt x="2666810" y="38488"/>
                  <a:pt x="2670355" y="37389"/>
                  <a:pt x="2674223" y="37389"/>
                </a:cubicBezTo>
                <a:cubicBezTo>
                  <a:pt x="2679810" y="37389"/>
                  <a:pt x="2685489" y="39161"/>
                  <a:pt x="2691260" y="42707"/>
                </a:cubicBezTo>
                <a:lnTo>
                  <a:pt x="2685550" y="58017"/>
                </a:lnTo>
                <a:cubicBezTo>
                  <a:pt x="2681498" y="55622"/>
                  <a:pt x="2677446" y="54425"/>
                  <a:pt x="2673394" y="54425"/>
                </a:cubicBezTo>
                <a:cubicBezTo>
                  <a:pt x="2669772" y="54425"/>
                  <a:pt x="2666518" y="55517"/>
                  <a:pt x="2663633" y="57700"/>
                </a:cubicBezTo>
                <a:cubicBezTo>
                  <a:pt x="2660747" y="59881"/>
                  <a:pt x="2658691" y="62908"/>
                  <a:pt x="2657463" y="66780"/>
                </a:cubicBezTo>
                <a:cubicBezTo>
                  <a:pt x="2655621" y="72679"/>
                  <a:pt x="2654700" y="79132"/>
                  <a:pt x="2654700" y="86139"/>
                </a:cubicBezTo>
                <a:lnTo>
                  <a:pt x="2654700" y="137398"/>
                </a:lnTo>
                <a:lnTo>
                  <a:pt x="2638124" y="137398"/>
                </a:lnTo>
                <a:close/>
                <a:moveTo>
                  <a:pt x="2694481" y="108114"/>
                </a:moveTo>
                <a:lnTo>
                  <a:pt x="2710873" y="105535"/>
                </a:lnTo>
                <a:cubicBezTo>
                  <a:pt x="2711794" y="112075"/>
                  <a:pt x="2714357" y="117088"/>
                  <a:pt x="2718563" y="120572"/>
                </a:cubicBezTo>
                <a:cubicBezTo>
                  <a:pt x="2722768" y="124054"/>
                  <a:pt x="2728646" y="125795"/>
                  <a:pt x="2736198" y="125795"/>
                </a:cubicBezTo>
                <a:cubicBezTo>
                  <a:pt x="2743811" y="125795"/>
                  <a:pt x="2749459" y="124257"/>
                  <a:pt x="2753142" y="121182"/>
                </a:cubicBezTo>
                <a:cubicBezTo>
                  <a:pt x="2756826" y="118104"/>
                  <a:pt x="2758668" y="114496"/>
                  <a:pt x="2758668" y="110355"/>
                </a:cubicBezTo>
                <a:cubicBezTo>
                  <a:pt x="2758668" y="106639"/>
                  <a:pt x="2757041" y="103715"/>
                  <a:pt x="2753787" y="101584"/>
                </a:cubicBezTo>
                <a:cubicBezTo>
                  <a:pt x="2751515" y="100122"/>
                  <a:pt x="2745867" y="98264"/>
                  <a:pt x="2736842" y="96010"/>
                </a:cubicBezTo>
                <a:cubicBezTo>
                  <a:pt x="2724687" y="92938"/>
                  <a:pt x="2716260" y="90281"/>
                  <a:pt x="2711564" y="88038"/>
                </a:cubicBezTo>
                <a:cubicBezTo>
                  <a:pt x="2706867" y="85795"/>
                  <a:pt x="2703306" y="82692"/>
                  <a:pt x="2700881" y="78728"/>
                </a:cubicBezTo>
                <a:cubicBezTo>
                  <a:pt x="2698456" y="74765"/>
                  <a:pt x="2697244" y="70386"/>
                  <a:pt x="2697244" y="65594"/>
                </a:cubicBezTo>
                <a:cubicBezTo>
                  <a:pt x="2697244" y="61231"/>
                  <a:pt x="2698241" y="57191"/>
                  <a:pt x="2700237" y="53473"/>
                </a:cubicBezTo>
                <a:cubicBezTo>
                  <a:pt x="2702232" y="49754"/>
                  <a:pt x="2704949" y="46667"/>
                  <a:pt x="2708387" y="44209"/>
                </a:cubicBezTo>
                <a:cubicBezTo>
                  <a:pt x="2710965" y="42304"/>
                  <a:pt x="2714480" y="40691"/>
                  <a:pt x="2718931" y="39371"/>
                </a:cubicBezTo>
                <a:cubicBezTo>
                  <a:pt x="2723382" y="38049"/>
                  <a:pt x="2728155" y="37389"/>
                  <a:pt x="2733251" y="37389"/>
                </a:cubicBezTo>
                <a:cubicBezTo>
                  <a:pt x="2740925" y="37389"/>
                  <a:pt x="2747663" y="38501"/>
                  <a:pt x="2753465" y="40727"/>
                </a:cubicBezTo>
                <a:cubicBezTo>
                  <a:pt x="2759266" y="42950"/>
                  <a:pt x="2763549" y="45963"/>
                  <a:pt x="2766311" y="49766"/>
                </a:cubicBezTo>
                <a:cubicBezTo>
                  <a:pt x="2769074" y="53567"/>
                  <a:pt x="2770977" y="58650"/>
                  <a:pt x="2772021" y="65016"/>
                </a:cubicBezTo>
                <a:lnTo>
                  <a:pt x="2755813" y="67226"/>
                </a:lnTo>
                <a:cubicBezTo>
                  <a:pt x="2755076" y="62191"/>
                  <a:pt x="2752943" y="58262"/>
                  <a:pt x="2749413" y="55438"/>
                </a:cubicBezTo>
                <a:cubicBezTo>
                  <a:pt x="2745883" y="52614"/>
                  <a:pt x="2740894" y="51202"/>
                  <a:pt x="2734448" y="51202"/>
                </a:cubicBezTo>
                <a:cubicBezTo>
                  <a:pt x="2726835" y="51202"/>
                  <a:pt x="2721402" y="52455"/>
                  <a:pt x="2718148" y="54960"/>
                </a:cubicBezTo>
                <a:cubicBezTo>
                  <a:pt x="2714894" y="57464"/>
                  <a:pt x="2713267" y="60397"/>
                  <a:pt x="2713267" y="63758"/>
                </a:cubicBezTo>
                <a:cubicBezTo>
                  <a:pt x="2713267" y="65895"/>
                  <a:pt x="2713943" y="67819"/>
                  <a:pt x="2715293" y="69531"/>
                </a:cubicBezTo>
                <a:cubicBezTo>
                  <a:pt x="2716644" y="71302"/>
                  <a:pt x="2718762" y="72767"/>
                  <a:pt x="2721648" y="73928"/>
                </a:cubicBezTo>
                <a:cubicBezTo>
                  <a:pt x="2723305" y="74540"/>
                  <a:pt x="2728186" y="75945"/>
                  <a:pt x="2736290" y="78144"/>
                </a:cubicBezTo>
                <a:cubicBezTo>
                  <a:pt x="2748016" y="81273"/>
                  <a:pt x="2756197" y="83834"/>
                  <a:pt x="2760832" y="85828"/>
                </a:cubicBezTo>
                <a:cubicBezTo>
                  <a:pt x="2765467" y="87821"/>
                  <a:pt x="2769105" y="90720"/>
                  <a:pt x="2771745" y="94525"/>
                </a:cubicBezTo>
                <a:cubicBezTo>
                  <a:pt x="2774384" y="98327"/>
                  <a:pt x="2775704" y="103050"/>
                  <a:pt x="2775704" y="108692"/>
                </a:cubicBezTo>
                <a:cubicBezTo>
                  <a:pt x="2775704" y="114214"/>
                  <a:pt x="2774093" y="119413"/>
                  <a:pt x="2770870" y="124290"/>
                </a:cubicBezTo>
                <a:cubicBezTo>
                  <a:pt x="2767647" y="129165"/>
                  <a:pt x="2762996" y="132937"/>
                  <a:pt x="2756918" y="135605"/>
                </a:cubicBezTo>
                <a:cubicBezTo>
                  <a:pt x="2750840" y="138274"/>
                  <a:pt x="2743964" y="139608"/>
                  <a:pt x="2736290" y="139608"/>
                </a:cubicBezTo>
                <a:cubicBezTo>
                  <a:pt x="2723582" y="139608"/>
                  <a:pt x="2713897" y="136961"/>
                  <a:pt x="2707236" y="131666"/>
                </a:cubicBezTo>
                <a:cubicBezTo>
                  <a:pt x="2700574" y="126370"/>
                  <a:pt x="2696323" y="118520"/>
                  <a:pt x="2694481" y="1081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c59a8b6bf4505"/>
          <a:stretch xmlns:a="http://schemas.openxmlformats.org/drawingml/2006/main"/>
        </p:blipFill>
        <p:spPr>
          <a:xfrm xmlns:a="http://schemas.openxmlformats.org/drawingml/2006/main">
            <a:off x="2748370" y="1917418"/>
            <a:ext cx="145077" cy="145077"/>
          </a:xfrm>
          <a:prstGeom xmlns:a="http://schemas.openxmlformats.org/drawingml/2006/main" prst="rect">
            <a:avLst/>
          </a:prstGeom>
        </p:spPr>
      </p:pic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A4FFFF-F36F-459B-AA6E-B427307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8" y="3070781"/>
            <a:ext cx="7747117" cy="1102586"/>
          </a:xfrm>
          <a:custGeom xmlns:a="http://schemas.openxmlformats.org/drawingml/2006/main">
            <a:pathLst>
              <a:path w="7747117" h="1102586">
                <a:moveTo>
                  <a:pt x="22052" y="0"/>
                </a:moveTo>
                <a:lnTo>
                  <a:pt x="7725066" y="0"/>
                </a:lnTo>
                <a:cubicBezTo>
                  <a:pt x="7727990" y="0"/>
                  <a:pt x="7730803" y="560"/>
                  <a:pt x="7733504" y="1679"/>
                </a:cubicBezTo>
                <a:cubicBezTo>
                  <a:pt x="7736206" y="2797"/>
                  <a:pt x="7738591" y="4391"/>
                  <a:pt x="7740658" y="6459"/>
                </a:cubicBezTo>
                <a:cubicBezTo>
                  <a:pt x="7742726" y="8526"/>
                  <a:pt x="7744319" y="10911"/>
                  <a:pt x="7745439" y="13613"/>
                </a:cubicBezTo>
                <a:cubicBezTo>
                  <a:pt x="7746557" y="16314"/>
                  <a:pt x="7747117" y="19127"/>
                  <a:pt x="7747117" y="22052"/>
                </a:cubicBezTo>
                <a:lnTo>
                  <a:pt x="7747117" y="1080534"/>
                </a:lnTo>
                <a:cubicBezTo>
                  <a:pt x="7747117" y="1083458"/>
                  <a:pt x="7746557" y="1086271"/>
                  <a:pt x="7745439" y="1088973"/>
                </a:cubicBezTo>
                <a:cubicBezTo>
                  <a:pt x="7744319" y="1091674"/>
                  <a:pt x="7742726" y="1094059"/>
                  <a:pt x="7740658" y="1096127"/>
                </a:cubicBezTo>
                <a:cubicBezTo>
                  <a:pt x="7738591" y="1098195"/>
                  <a:pt x="7736206" y="1099788"/>
                  <a:pt x="7733504" y="1100907"/>
                </a:cubicBezTo>
                <a:cubicBezTo>
                  <a:pt x="7730803" y="1102026"/>
                  <a:pt x="7727990" y="1102586"/>
                  <a:pt x="7725066" y="1102586"/>
                </a:cubicBezTo>
                <a:lnTo>
                  <a:pt x="22052" y="1102586"/>
                </a:lnTo>
                <a:cubicBezTo>
                  <a:pt x="19128" y="1102586"/>
                  <a:pt x="16315" y="1102026"/>
                  <a:pt x="13614" y="1100907"/>
                </a:cubicBezTo>
                <a:cubicBezTo>
                  <a:pt x="10912" y="1099788"/>
                  <a:pt x="8527" y="1098195"/>
                  <a:pt x="6459" y="1096127"/>
                </a:cubicBezTo>
                <a:cubicBezTo>
                  <a:pt x="4391" y="1094059"/>
                  <a:pt x="2798" y="1091674"/>
                  <a:pt x="1679" y="1088972"/>
                </a:cubicBezTo>
                <a:cubicBezTo>
                  <a:pt x="560" y="1086271"/>
                  <a:pt x="0" y="1083458"/>
                  <a:pt x="0" y="1080534"/>
                </a:cubicBezTo>
                <a:lnTo>
                  <a:pt x="0" y="22052"/>
                </a:lnTo>
                <a:cubicBezTo>
                  <a:pt x="0" y="19127"/>
                  <a:pt x="560" y="16314"/>
                  <a:pt x="1679" y="13612"/>
                </a:cubicBezTo>
                <a:cubicBezTo>
                  <a:pt x="2798" y="10910"/>
                  <a:pt x="4391" y="8526"/>
                  <a:pt x="6459" y="6458"/>
                </a:cubicBezTo>
                <a:cubicBezTo>
                  <a:pt x="8527" y="4390"/>
                  <a:pt x="10912" y="2797"/>
                  <a:pt x="13614" y="1679"/>
                </a:cubicBezTo>
                <a:cubicBezTo>
                  <a:pt x="16315" y="560"/>
                  <a:pt x="19128" y="0"/>
                  <a:pt x="22052" y="0"/>
                </a:cubicBezTo>
                <a:close/>
              </a:path>
            </a:pathLst>
          </a:custGeom>
          <a:solidFill xmlns:a="http://schemas.openxmlformats.org/drawingml/2006/main">
            <a:srgbClr val="FFF8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6448F-4930-422E-A8BB-0E355CD8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8" y="3070781"/>
            <a:ext cx="7747117" cy="1102586"/>
          </a:xfrm>
          <a:custGeom xmlns:a="http://schemas.openxmlformats.org/drawingml/2006/main">
            <a:pathLst>
              <a:path w="7747117" h="1102586" fill="none">
                <a:moveTo>
                  <a:pt x="22052" y="0"/>
                </a:moveTo>
                <a:lnTo>
                  <a:pt x="7725066" y="0"/>
                </a:lnTo>
                <a:cubicBezTo>
                  <a:pt x="7727990" y="0"/>
                  <a:pt x="7730803" y="560"/>
                  <a:pt x="7733504" y="1679"/>
                </a:cubicBezTo>
                <a:cubicBezTo>
                  <a:pt x="7736206" y="2797"/>
                  <a:pt x="7738591" y="4391"/>
                  <a:pt x="7740658" y="6459"/>
                </a:cubicBezTo>
                <a:cubicBezTo>
                  <a:pt x="7742726" y="8526"/>
                  <a:pt x="7744319" y="10911"/>
                  <a:pt x="7745439" y="13613"/>
                </a:cubicBezTo>
                <a:cubicBezTo>
                  <a:pt x="7746557" y="16314"/>
                  <a:pt x="7747117" y="19127"/>
                  <a:pt x="7747117" y="22052"/>
                </a:cubicBezTo>
                <a:lnTo>
                  <a:pt x="7747117" y="1080534"/>
                </a:lnTo>
                <a:cubicBezTo>
                  <a:pt x="7747117" y="1083458"/>
                  <a:pt x="7746557" y="1086271"/>
                  <a:pt x="7745439" y="1088973"/>
                </a:cubicBezTo>
                <a:cubicBezTo>
                  <a:pt x="7744319" y="1091674"/>
                  <a:pt x="7742726" y="1094059"/>
                  <a:pt x="7740658" y="1096127"/>
                </a:cubicBezTo>
                <a:cubicBezTo>
                  <a:pt x="7738591" y="1098195"/>
                  <a:pt x="7736206" y="1099788"/>
                  <a:pt x="7733504" y="1100907"/>
                </a:cubicBezTo>
                <a:cubicBezTo>
                  <a:pt x="7730803" y="1102026"/>
                  <a:pt x="7727990" y="1102586"/>
                  <a:pt x="7725066" y="1102586"/>
                </a:cubicBezTo>
                <a:lnTo>
                  <a:pt x="22052" y="1102586"/>
                </a:lnTo>
                <a:cubicBezTo>
                  <a:pt x="19128" y="1102586"/>
                  <a:pt x="16315" y="1102026"/>
                  <a:pt x="13614" y="1100907"/>
                </a:cubicBezTo>
                <a:cubicBezTo>
                  <a:pt x="10912" y="1099788"/>
                  <a:pt x="8527" y="1098195"/>
                  <a:pt x="6459" y="1096127"/>
                </a:cubicBezTo>
                <a:cubicBezTo>
                  <a:pt x="4391" y="1094059"/>
                  <a:pt x="2798" y="1091674"/>
                  <a:pt x="1679" y="1088972"/>
                </a:cubicBezTo>
                <a:cubicBezTo>
                  <a:pt x="560" y="1086271"/>
                  <a:pt x="0" y="1083458"/>
                  <a:pt x="0" y="1080534"/>
                </a:cubicBezTo>
                <a:lnTo>
                  <a:pt x="0" y="22052"/>
                </a:lnTo>
                <a:cubicBezTo>
                  <a:pt x="0" y="19127"/>
                  <a:pt x="560" y="16314"/>
                  <a:pt x="1679" y="13612"/>
                </a:cubicBezTo>
                <a:cubicBezTo>
                  <a:pt x="2798" y="10910"/>
                  <a:pt x="4391" y="8526"/>
                  <a:pt x="6459" y="6458"/>
                </a:cubicBezTo>
                <a:cubicBezTo>
                  <a:pt x="8527" y="4390"/>
                  <a:pt x="10912" y="2797"/>
                  <a:pt x="13614" y="1679"/>
                </a:cubicBezTo>
                <a:cubicBezTo>
                  <a:pt x="16315" y="560"/>
                  <a:pt x="19128" y="0"/>
                  <a:pt x="2205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0912F0-9BDC-403D-8DA8-E663A65A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37" y="3230366"/>
            <a:ext cx="1915018" cy="464247"/>
          </a:xfrm>
          <a:custGeom xmlns:a="http://schemas.openxmlformats.org/drawingml/2006/main">
            <a:pathLst>
              <a:path w="1915018" h="464247">
                <a:moveTo>
                  <a:pt x="32497" y="0"/>
                </a:moveTo>
                <a:lnTo>
                  <a:pt x="1882520" y="0"/>
                </a:lnTo>
                <a:cubicBezTo>
                  <a:pt x="1886830" y="0"/>
                  <a:pt x="1890976" y="824"/>
                  <a:pt x="1894957" y="2473"/>
                </a:cubicBezTo>
                <a:cubicBezTo>
                  <a:pt x="1898938" y="4123"/>
                  <a:pt x="1902452" y="6470"/>
                  <a:pt x="1905500" y="9518"/>
                </a:cubicBezTo>
                <a:cubicBezTo>
                  <a:pt x="1908547" y="12565"/>
                  <a:pt x="1910895" y="16079"/>
                  <a:pt x="1912544" y="20061"/>
                </a:cubicBezTo>
                <a:cubicBezTo>
                  <a:pt x="1914194" y="24042"/>
                  <a:pt x="1915018" y="28188"/>
                  <a:pt x="1915018" y="32497"/>
                </a:cubicBezTo>
                <a:lnTo>
                  <a:pt x="1915018" y="431749"/>
                </a:lnTo>
                <a:cubicBezTo>
                  <a:pt x="1915018" y="436059"/>
                  <a:pt x="1914194" y="440204"/>
                  <a:pt x="1912544" y="444185"/>
                </a:cubicBezTo>
                <a:cubicBezTo>
                  <a:pt x="1910895" y="448167"/>
                  <a:pt x="1908547" y="451681"/>
                  <a:pt x="1905500" y="454728"/>
                </a:cubicBezTo>
                <a:cubicBezTo>
                  <a:pt x="1902453" y="457775"/>
                  <a:pt x="1898939" y="460124"/>
                  <a:pt x="1894957" y="461773"/>
                </a:cubicBezTo>
                <a:cubicBezTo>
                  <a:pt x="1890976" y="463421"/>
                  <a:pt x="1886830" y="464246"/>
                  <a:pt x="1882520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3"/>
                </a:cubicBezTo>
                <a:cubicBezTo>
                  <a:pt x="16080" y="460124"/>
                  <a:pt x="12566" y="457775"/>
                  <a:pt x="9519" y="454728"/>
                </a:cubicBezTo>
                <a:cubicBezTo>
                  <a:pt x="6471" y="451681"/>
                  <a:pt x="4124" y="448167"/>
                  <a:pt x="2475" y="444185"/>
                </a:cubicBezTo>
                <a:cubicBezTo>
                  <a:pt x="825" y="440204"/>
                  <a:pt x="0" y="436059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5" y="20061"/>
                </a:cubicBezTo>
                <a:cubicBezTo>
                  <a:pt x="4124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2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7B211-B616-4F36-80E3-4348355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37" y="3230366"/>
            <a:ext cx="1915018" cy="464247"/>
          </a:xfrm>
          <a:custGeom xmlns:a="http://schemas.openxmlformats.org/drawingml/2006/main">
            <a:pathLst>
              <a:path w="1915018" h="464247" fill="none">
                <a:moveTo>
                  <a:pt x="32497" y="0"/>
                </a:moveTo>
                <a:lnTo>
                  <a:pt x="1882520" y="0"/>
                </a:lnTo>
                <a:cubicBezTo>
                  <a:pt x="1886830" y="0"/>
                  <a:pt x="1890976" y="824"/>
                  <a:pt x="1894957" y="2473"/>
                </a:cubicBezTo>
                <a:cubicBezTo>
                  <a:pt x="1898938" y="4123"/>
                  <a:pt x="1902452" y="6470"/>
                  <a:pt x="1905500" y="9518"/>
                </a:cubicBezTo>
                <a:cubicBezTo>
                  <a:pt x="1908547" y="12565"/>
                  <a:pt x="1910895" y="16079"/>
                  <a:pt x="1912544" y="20061"/>
                </a:cubicBezTo>
                <a:cubicBezTo>
                  <a:pt x="1914194" y="24042"/>
                  <a:pt x="1915018" y="28188"/>
                  <a:pt x="1915018" y="32497"/>
                </a:cubicBezTo>
                <a:lnTo>
                  <a:pt x="1915018" y="431749"/>
                </a:lnTo>
                <a:cubicBezTo>
                  <a:pt x="1915018" y="436059"/>
                  <a:pt x="1914194" y="440204"/>
                  <a:pt x="1912544" y="444185"/>
                </a:cubicBezTo>
                <a:cubicBezTo>
                  <a:pt x="1910895" y="448167"/>
                  <a:pt x="1908547" y="451681"/>
                  <a:pt x="1905500" y="454728"/>
                </a:cubicBezTo>
                <a:cubicBezTo>
                  <a:pt x="1902453" y="457775"/>
                  <a:pt x="1898939" y="460124"/>
                  <a:pt x="1894957" y="461773"/>
                </a:cubicBezTo>
                <a:cubicBezTo>
                  <a:pt x="1890976" y="463421"/>
                  <a:pt x="1886830" y="464246"/>
                  <a:pt x="1882520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3"/>
                </a:cubicBezTo>
                <a:cubicBezTo>
                  <a:pt x="16080" y="460124"/>
                  <a:pt x="12566" y="457775"/>
                  <a:pt x="9519" y="454728"/>
                </a:cubicBezTo>
                <a:cubicBezTo>
                  <a:pt x="6471" y="451681"/>
                  <a:pt x="4124" y="448167"/>
                  <a:pt x="2475" y="444185"/>
                </a:cubicBezTo>
                <a:cubicBezTo>
                  <a:pt x="825" y="440204"/>
                  <a:pt x="0" y="436059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5" y="20061"/>
                </a:cubicBezTo>
                <a:cubicBezTo>
                  <a:pt x="4124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2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56" name="Text Ilike...">
            <a:extLst xmlns:a="http://schemas.openxmlformats.org/drawingml/2006/main">
              <a:ext uri="{FF2B5EF4-FFF2-40B4-BE49-F238E27FC236}">
                <a16:creationId xmlns:a16="http://schemas.microsoft.com/office/drawing/2014/main" id="{F41EE7E3-C397-48E2-B219-A3108FD5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482" y="3297478"/>
            <a:ext cx="476785" cy="116104"/>
          </a:xfrm>
          <a:custGeom xmlns:a="http://schemas.openxmlformats.org/drawingml/2006/main">
            <a:pathLst>
              <a:path w="476785" h="116104">
                <a:moveTo>
                  <a:pt x="0" y="114234"/>
                </a:moveTo>
                <a:lnTo>
                  <a:pt x="0" y="0"/>
                </a:lnTo>
                <a:lnTo>
                  <a:pt x="15117" y="0"/>
                </a:lnTo>
                <a:lnTo>
                  <a:pt x="15117" y="114234"/>
                </a:lnTo>
                <a:lnTo>
                  <a:pt x="0" y="114234"/>
                </a:lnTo>
                <a:close/>
                <a:moveTo>
                  <a:pt x="84054" y="114234"/>
                </a:moveTo>
                <a:lnTo>
                  <a:pt x="84054" y="0"/>
                </a:lnTo>
                <a:lnTo>
                  <a:pt x="98080" y="0"/>
                </a:lnTo>
                <a:lnTo>
                  <a:pt x="98080" y="114234"/>
                </a:lnTo>
                <a:lnTo>
                  <a:pt x="84054" y="114234"/>
                </a:lnTo>
                <a:close/>
                <a:moveTo>
                  <a:pt x="119872" y="16208"/>
                </a:moveTo>
                <a:lnTo>
                  <a:pt x="119872" y="0"/>
                </a:lnTo>
                <a:lnTo>
                  <a:pt x="133898" y="0"/>
                </a:lnTo>
                <a:lnTo>
                  <a:pt x="133898" y="16208"/>
                </a:lnTo>
                <a:lnTo>
                  <a:pt x="119872" y="16208"/>
                </a:lnTo>
                <a:moveTo>
                  <a:pt x="119872" y="114234"/>
                </a:moveTo>
                <a:lnTo>
                  <a:pt x="119872" y="31481"/>
                </a:lnTo>
                <a:lnTo>
                  <a:pt x="133898" y="31481"/>
                </a:lnTo>
                <a:lnTo>
                  <a:pt x="133898" y="114234"/>
                </a:lnTo>
                <a:lnTo>
                  <a:pt x="119872" y="114234"/>
                </a:lnTo>
                <a:close/>
                <a:moveTo>
                  <a:pt x="155299" y="114234"/>
                </a:moveTo>
                <a:lnTo>
                  <a:pt x="155299" y="0"/>
                </a:lnTo>
                <a:lnTo>
                  <a:pt x="169325" y="0"/>
                </a:lnTo>
                <a:lnTo>
                  <a:pt x="169325" y="65143"/>
                </a:lnTo>
                <a:lnTo>
                  <a:pt x="202520" y="31481"/>
                </a:lnTo>
                <a:lnTo>
                  <a:pt x="220676" y="31481"/>
                </a:lnTo>
                <a:lnTo>
                  <a:pt x="189040" y="62182"/>
                </a:lnTo>
                <a:lnTo>
                  <a:pt x="223871" y="114234"/>
                </a:lnTo>
                <a:lnTo>
                  <a:pt x="206572" y="114234"/>
                </a:lnTo>
                <a:lnTo>
                  <a:pt x="179222" y="71922"/>
                </a:lnTo>
                <a:lnTo>
                  <a:pt x="169325" y="81429"/>
                </a:lnTo>
                <a:lnTo>
                  <a:pt x="169325" y="114234"/>
                </a:lnTo>
                <a:lnTo>
                  <a:pt x="155299" y="114234"/>
                </a:lnTo>
                <a:close/>
                <a:moveTo>
                  <a:pt x="291663" y="87585"/>
                </a:moveTo>
                <a:lnTo>
                  <a:pt x="306157" y="89377"/>
                </a:lnTo>
                <a:cubicBezTo>
                  <a:pt x="303871" y="97844"/>
                  <a:pt x="299637" y="104416"/>
                  <a:pt x="293456" y="109091"/>
                </a:cubicBezTo>
                <a:cubicBezTo>
                  <a:pt x="287274" y="113767"/>
                  <a:pt x="279378" y="116104"/>
                  <a:pt x="269767" y="116104"/>
                </a:cubicBezTo>
                <a:cubicBezTo>
                  <a:pt x="257663" y="116104"/>
                  <a:pt x="248066" y="112377"/>
                  <a:pt x="240975" y="104922"/>
                </a:cubicBezTo>
                <a:cubicBezTo>
                  <a:pt x="233884" y="97468"/>
                  <a:pt x="230339" y="87013"/>
                  <a:pt x="230339" y="73559"/>
                </a:cubicBezTo>
                <a:cubicBezTo>
                  <a:pt x="230339" y="59637"/>
                  <a:pt x="233923" y="48831"/>
                  <a:pt x="241092" y="41143"/>
                </a:cubicBezTo>
                <a:cubicBezTo>
                  <a:pt x="248261" y="33455"/>
                  <a:pt x="257559" y="29610"/>
                  <a:pt x="268988" y="29610"/>
                </a:cubicBezTo>
                <a:cubicBezTo>
                  <a:pt x="280053" y="29610"/>
                  <a:pt x="289092" y="33371"/>
                  <a:pt x="296105" y="40892"/>
                </a:cubicBezTo>
                <a:cubicBezTo>
                  <a:pt x="303118" y="48412"/>
                  <a:pt x="306624" y="58991"/>
                  <a:pt x="306624" y="72631"/>
                </a:cubicBezTo>
                <a:cubicBezTo>
                  <a:pt x="306624" y="73460"/>
                  <a:pt x="306599" y="74705"/>
                  <a:pt x="306547" y="76364"/>
                </a:cubicBezTo>
                <a:lnTo>
                  <a:pt x="244832" y="76364"/>
                </a:lnTo>
                <a:cubicBezTo>
                  <a:pt x="245352" y="85429"/>
                  <a:pt x="247923" y="92370"/>
                  <a:pt x="252546" y="97189"/>
                </a:cubicBezTo>
                <a:cubicBezTo>
                  <a:pt x="257170" y="102007"/>
                  <a:pt x="262936" y="104416"/>
                  <a:pt x="269845" y="104416"/>
                </a:cubicBezTo>
                <a:cubicBezTo>
                  <a:pt x="274988" y="104416"/>
                  <a:pt x="279378" y="103078"/>
                  <a:pt x="283014" y="100403"/>
                </a:cubicBezTo>
                <a:cubicBezTo>
                  <a:pt x="286650" y="97726"/>
                  <a:pt x="289534" y="93453"/>
                  <a:pt x="291663" y="87585"/>
                </a:cubicBezTo>
                <a:moveTo>
                  <a:pt x="245611" y="64675"/>
                </a:moveTo>
                <a:lnTo>
                  <a:pt x="291819" y="64675"/>
                </a:lnTo>
                <a:cubicBezTo>
                  <a:pt x="291196" y="57828"/>
                  <a:pt x="289430" y="52692"/>
                  <a:pt x="286521" y="49269"/>
                </a:cubicBezTo>
                <a:cubicBezTo>
                  <a:pt x="282053" y="43955"/>
                  <a:pt x="276261" y="41299"/>
                  <a:pt x="269144" y="41299"/>
                </a:cubicBezTo>
                <a:cubicBezTo>
                  <a:pt x="262702" y="41299"/>
                  <a:pt x="257287" y="43420"/>
                  <a:pt x="252897" y="47662"/>
                </a:cubicBezTo>
                <a:cubicBezTo>
                  <a:pt x="248507" y="51902"/>
                  <a:pt x="246079" y="57573"/>
                  <a:pt x="245611" y="64675"/>
                </a:cubicBezTo>
                <a:close/>
                <a:moveTo>
                  <a:pt x="372082" y="114234"/>
                </a:moveTo>
                <a:lnTo>
                  <a:pt x="372082" y="98182"/>
                </a:lnTo>
                <a:lnTo>
                  <a:pt x="388056" y="98182"/>
                </a:lnTo>
                <a:lnTo>
                  <a:pt x="388056" y="114234"/>
                </a:lnTo>
                <a:lnTo>
                  <a:pt x="372082" y="114234"/>
                </a:lnTo>
                <a:close/>
                <a:moveTo>
                  <a:pt x="416446" y="114234"/>
                </a:moveTo>
                <a:lnTo>
                  <a:pt x="416446" y="98182"/>
                </a:lnTo>
                <a:lnTo>
                  <a:pt x="432420" y="98182"/>
                </a:lnTo>
                <a:lnTo>
                  <a:pt x="432420" y="114234"/>
                </a:lnTo>
                <a:lnTo>
                  <a:pt x="416446" y="114234"/>
                </a:lnTo>
                <a:close/>
                <a:moveTo>
                  <a:pt x="460811" y="114234"/>
                </a:moveTo>
                <a:lnTo>
                  <a:pt x="460811" y="98182"/>
                </a:lnTo>
                <a:lnTo>
                  <a:pt x="476785" y="98182"/>
                </a:lnTo>
                <a:lnTo>
                  <a:pt x="476785" y="114234"/>
                </a:lnTo>
                <a:lnTo>
                  <a:pt x="460811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red">
            <a:extLst xmlns:a="http://schemas.openxmlformats.org/drawingml/2006/main">
              <a:ext uri="{FF2B5EF4-FFF2-40B4-BE49-F238E27FC236}">
                <a16:creationId xmlns:a16="http://schemas.microsoft.com/office/drawing/2014/main" id="{FF9FBFB1-DD0F-42E9-9F9E-A0552DB0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052" y="3297478"/>
            <a:ext cx="227639" cy="116104"/>
          </a:xfrm>
          <a:custGeom xmlns:a="http://schemas.openxmlformats.org/drawingml/2006/main">
            <a:pathLst>
              <a:path w="227639" h="116104">
                <a:moveTo>
                  <a:pt x="21896" y="114234"/>
                </a:moveTo>
                <a:lnTo>
                  <a:pt x="0" y="114234"/>
                </a:lnTo>
                <a:lnTo>
                  <a:pt x="0" y="31481"/>
                </a:lnTo>
                <a:lnTo>
                  <a:pt x="20338" y="31481"/>
                </a:lnTo>
                <a:lnTo>
                  <a:pt x="20338" y="43247"/>
                </a:lnTo>
                <a:cubicBezTo>
                  <a:pt x="23818" y="37688"/>
                  <a:pt x="26948" y="34026"/>
                  <a:pt x="29727" y="32260"/>
                </a:cubicBezTo>
                <a:cubicBezTo>
                  <a:pt x="32507" y="30494"/>
                  <a:pt x="35662" y="29610"/>
                  <a:pt x="39195" y="29610"/>
                </a:cubicBezTo>
                <a:cubicBezTo>
                  <a:pt x="44182" y="29610"/>
                  <a:pt x="48987" y="30987"/>
                  <a:pt x="53611" y="33740"/>
                </a:cubicBezTo>
                <a:lnTo>
                  <a:pt x="46831" y="52831"/>
                </a:lnTo>
                <a:cubicBezTo>
                  <a:pt x="43143" y="50442"/>
                  <a:pt x="39714" y="49247"/>
                  <a:pt x="36546" y="49247"/>
                </a:cubicBezTo>
                <a:cubicBezTo>
                  <a:pt x="33481" y="49247"/>
                  <a:pt x="30883" y="50091"/>
                  <a:pt x="28753" y="51779"/>
                </a:cubicBezTo>
                <a:cubicBezTo>
                  <a:pt x="26623" y="53468"/>
                  <a:pt x="24948" y="56520"/>
                  <a:pt x="23727" y="60935"/>
                </a:cubicBezTo>
                <a:cubicBezTo>
                  <a:pt x="22507" y="65351"/>
                  <a:pt x="21896" y="74598"/>
                  <a:pt x="21896" y="88676"/>
                </a:cubicBezTo>
                <a:lnTo>
                  <a:pt x="21896" y="114234"/>
                </a:lnTo>
                <a:close/>
                <a:moveTo>
                  <a:pt x="110936" y="87896"/>
                </a:moveTo>
                <a:lnTo>
                  <a:pt x="132754" y="91637"/>
                </a:lnTo>
                <a:cubicBezTo>
                  <a:pt x="129949" y="99611"/>
                  <a:pt x="125520" y="105682"/>
                  <a:pt x="119468" y="109851"/>
                </a:cubicBezTo>
                <a:cubicBezTo>
                  <a:pt x="113416" y="114020"/>
                  <a:pt x="105845" y="116104"/>
                  <a:pt x="96754" y="116104"/>
                </a:cubicBezTo>
                <a:cubicBezTo>
                  <a:pt x="82364" y="116104"/>
                  <a:pt x="71715" y="111403"/>
                  <a:pt x="64806" y="102000"/>
                </a:cubicBezTo>
                <a:cubicBezTo>
                  <a:pt x="59351" y="94468"/>
                  <a:pt x="56624" y="84961"/>
                  <a:pt x="56624" y="73481"/>
                </a:cubicBezTo>
                <a:cubicBezTo>
                  <a:pt x="56624" y="59766"/>
                  <a:pt x="60208" y="49026"/>
                  <a:pt x="67377" y="41260"/>
                </a:cubicBezTo>
                <a:cubicBezTo>
                  <a:pt x="74546" y="33494"/>
                  <a:pt x="83611" y="29610"/>
                  <a:pt x="94572" y="29610"/>
                </a:cubicBezTo>
                <a:cubicBezTo>
                  <a:pt x="106884" y="29610"/>
                  <a:pt x="116598" y="33675"/>
                  <a:pt x="123715" y="41805"/>
                </a:cubicBezTo>
                <a:cubicBezTo>
                  <a:pt x="130832" y="49935"/>
                  <a:pt x="134234" y="62390"/>
                  <a:pt x="133923" y="79169"/>
                </a:cubicBezTo>
                <a:lnTo>
                  <a:pt x="79065" y="79169"/>
                </a:lnTo>
                <a:cubicBezTo>
                  <a:pt x="79221" y="85663"/>
                  <a:pt x="80987" y="90715"/>
                  <a:pt x="84364" y="94325"/>
                </a:cubicBezTo>
                <a:cubicBezTo>
                  <a:pt x="87741" y="97935"/>
                  <a:pt x="91949" y="99741"/>
                  <a:pt x="96988" y="99741"/>
                </a:cubicBezTo>
                <a:cubicBezTo>
                  <a:pt x="100416" y="99741"/>
                  <a:pt x="103299" y="98805"/>
                  <a:pt x="105637" y="96935"/>
                </a:cubicBezTo>
                <a:cubicBezTo>
                  <a:pt x="107975" y="95065"/>
                  <a:pt x="109741" y="92052"/>
                  <a:pt x="110936" y="87896"/>
                </a:cubicBezTo>
                <a:moveTo>
                  <a:pt x="112182" y="65766"/>
                </a:moveTo>
                <a:cubicBezTo>
                  <a:pt x="112027" y="59455"/>
                  <a:pt x="110390" y="54656"/>
                  <a:pt x="107273" y="51370"/>
                </a:cubicBezTo>
                <a:cubicBezTo>
                  <a:pt x="104156" y="48085"/>
                  <a:pt x="100364" y="46442"/>
                  <a:pt x="95897" y="46442"/>
                </a:cubicBezTo>
                <a:cubicBezTo>
                  <a:pt x="91117" y="46442"/>
                  <a:pt x="87169" y="48175"/>
                  <a:pt x="84052" y="51641"/>
                </a:cubicBezTo>
                <a:cubicBezTo>
                  <a:pt x="80936" y="55108"/>
                  <a:pt x="79403" y="59817"/>
                  <a:pt x="79455" y="65766"/>
                </a:cubicBezTo>
                <a:lnTo>
                  <a:pt x="112182" y="65766"/>
                </a:lnTo>
                <a:close/>
                <a:moveTo>
                  <a:pt x="227639" y="114234"/>
                </a:moveTo>
                <a:lnTo>
                  <a:pt x="207301" y="114234"/>
                </a:lnTo>
                <a:lnTo>
                  <a:pt x="207301" y="102078"/>
                </a:lnTo>
                <a:cubicBezTo>
                  <a:pt x="203924" y="106805"/>
                  <a:pt x="199937" y="110325"/>
                  <a:pt x="195340" y="112637"/>
                </a:cubicBezTo>
                <a:cubicBezTo>
                  <a:pt x="190743" y="114948"/>
                  <a:pt x="186106" y="116104"/>
                  <a:pt x="181431" y="116104"/>
                </a:cubicBezTo>
                <a:cubicBezTo>
                  <a:pt x="171924" y="116104"/>
                  <a:pt x="163782" y="112273"/>
                  <a:pt x="157002" y="104611"/>
                </a:cubicBezTo>
                <a:cubicBezTo>
                  <a:pt x="150223" y="96948"/>
                  <a:pt x="146833" y="86260"/>
                  <a:pt x="146833" y="72546"/>
                </a:cubicBezTo>
                <a:cubicBezTo>
                  <a:pt x="146833" y="58520"/>
                  <a:pt x="150132" y="47857"/>
                  <a:pt x="156730" y="40559"/>
                </a:cubicBezTo>
                <a:cubicBezTo>
                  <a:pt x="163327" y="33260"/>
                  <a:pt x="171665" y="29610"/>
                  <a:pt x="181743" y="29610"/>
                </a:cubicBezTo>
                <a:cubicBezTo>
                  <a:pt x="190989" y="29610"/>
                  <a:pt x="198989" y="33455"/>
                  <a:pt x="205743" y="41143"/>
                </a:cubicBezTo>
                <a:lnTo>
                  <a:pt x="205743" y="0"/>
                </a:lnTo>
                <a:lnTo>
                  <a:pt x="227639" y="0"/>
                </a:lnTo>
                <a:lnTo>
                  <a:pt x="227639" y="114234"/>
                </a:lnTo>
                <a:moveTo>
                  <a:pt x="169197" y="71107"/>
                </a:moveTo>
                <a:cubicBezTo>
                  <a:pt x="169197" y="79925"/>
                  <a:pt x="170418" y="86305"/>
                  <a:pt x="172859" y="90246"/>
                </a:cubicBezTo>
                <a:cubicBezTo>
                  <a:pt x="176392" y="95952"/>
                  <a:pt x="181327" y="98805"/>
                  <a:pt x="187665" y="98805"/>
                </a:cubicBezTo>
                <a:cubicBezTo>
                  <a:pt x="192704" y="98805"/>
                  <a:pt x="196989" y="96666"/>
                  <a:pt x="200522" y="92387"/>
                </a:cubicBezTo>
                <a:cubicBezTo>
                  <a:pt x="204054" y="88107"/>
                  <a:pt x="205821" y="81714"/>
                  <a:pt x="205821" y="73208"/>
                </a:cubicBezTo>
                <a:cubicBezTo>
                  <a:pt x="205821" y="63714"/>
                  <a:pt x="204106" y="56880"/>
                  <a:pt x="200678" y="52705"/>
                </a:cubicBezTo>
                <a:cubicBezTo>
                  <a:pt x="197249" y="48529"/>
                  <a:pt x="192860" y="46442"/>
                  <a:pt x="187509" y="46442"/>
                </a:cubicBezTo>
                <a:cubicBezTo>
                  <a:pt x="182314" y="46442"/>
                  <a:pt x="177963" y="48503"/>
                  <a:pt x="174457" y="52627"/>
                </a:cubicBezTo>
                <a:cubicBezTo>
                  <a:pt x="170950" y="56750"/>
                  <a:pt x="169197" y="62910"/>
                  <a:pt x="169197" y="71107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t-shirt">
            <a:extLst xmlns:a="http://schemas.openxmlformats.org/drawingml/2006/main">
              <a:ext uri="{FF2B5EF4-FFF2-40B4-BE49-F238E27FC236}">
                <a16:creationId xmlns:a16="http://schemas.microsoft.com/office/drawing/2014/main" id="{E17FDA2D-BA65-4D17-945E-6947C0C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822" y="3297478"/>
            <a:ext cx="447742" cy="116104"/>
          </a:xfrm>
          <a:custGeom xmlns:a="http://schemas.openxmlformats.org/drawingml/2006/main">
            <a:pathLst>
              <a:path w="447742" h="116104">
                <a:moveTo>
                  <a:pt x="46987" y="31481"/>
                </a:moveTo>
                <a:lnTo>
                  <a:pt x="46987" y="48935"/>
                </a:lnTo>
                <a:lnTo>
                  <a:pt x="32026" y="48935"/>
                </a:lnTo>
                <a:lnTo>
                  <a:pt x="32026" y="82232"/>
                </a:lnTo>
                <a:cubicBezTo>
                  <a:pt x="32026" y="88976"/>
                  <a:pt x="32169" y="92905"/>
                  <a:pt x="32455" y="94021"/>
                </a:cubicBezTo>
                <a:cubicBezTo>
                  <a:pt x="32740" y="95134"/>
                  <a:pt x="33390" y="96055"/>
                  <a:pt x="34403" y="96782"/>
                </a:cubicBezTo>
                <a:cubicBezTo>
                  <a:pt x="35416" y="97508"/>
                  <a:pt x="36649" y="97870"/>
                  <a:pt x="38104" y="97870"/>
                </a:cubicBezTo>
                <a:cubicBezTo>
                  <a:pt x="40130" y="97870"/>
                  <a:pt x="43065" y="97169"/>
                  <a:pt x="46909" y="95766"/>
                </a:cubicBezTo>
                <a:lnTo>
                  <a:pt x="48779" y="112817"/>
                </a:lnTo>
                <a:cubicBezTo>
                  <a:pt x="43688" y="115008"/>
                  <a:pt x="37922" y="116104"/>
                  <a:pt x="31481" y="116104"/>
                </a:cubicBezTo>
                <a:cubicBezTo>
                  <a:pt x="27533" y="116104"/>
                  <a:pt x="23974" y="115442"/>
                  <a:pt x="20805" y="114117"/>
                </a:cubicBezTo>
                <a:cubicBezTo>
                  <a:pt x="17636" y="112792"/>
                  <a:pt x="15312" y="111078"/>
                  <a:pt x="13831" y="108974"/>
                </a:cubicBezTo>
                <a:cubicBezTo>
                  <a:pt x="12351" y="106870"/>
                  <a:pt x="11325" y="104026"/>
                  <a:pt x="10753" y="100442"/>
                </a:cubicBezTo>
                <a:cubicBezTo>
                  <a:pt x="10286" y="97896"/>
                  <a:pt x="10052" y="92753"/>
                  <a:pt x="10052" y="85013"/>
                </a:cubicBezTo>
                <a:lnTo>
                  <a:pt x="10052" y="48935"/>
                </a:lnTo>
                <a:lnTo>
                  <a:pt x="0" y="48935"/>
                </a:lnTo>
                <a:lnTo>
                  <a:pt x="0" y="31481"/>
                </a:lnTo>
                <a:lnTo>
                  <a:pt x="10052" y="31481"/>
                </a:lnTo>
                <a:lnTo>
                  <a:pt x="10052" y="14961"/>
                </a:lnTo>
                <a:lnTo>
                  <a:pt x="32026" y="2026"/>
                </a:lnTo>
                <a:lnTo>
                  <a:pt x="32026" y="31481"/>
                </a:lnTo>
                <a:lnTo>
                  <a:pt x="46987" y="31481"/>
                </a:lnTo>
                <a:close/>
                <a:moveTo>
                  <a:pt x="59687" y="83689"/>
                </a:moveTo>
                <a:lnTo>
                  <a:pt x="59687" y="61714"/>
                </a:lnTo>
                <a:lnTo>
                  <a:pt x="102700" y="61714"/>
                </a:lnTo>
                <a:lnTo>
                  <a:pt x="102700" y="83689"/>
                </a:lnTo>
                <a:lnTo>
                  <a:pt x="59687" y="83689"/>
                </a:lnTo>
                <a:close/>
                <a:moveTo>
                  <a:pt x="107608" y="90702"/>
                </a:moveTo>
                <a:lnTo>
                  <a:pt x="129582" y="87273"/>
                </a:lnTo>
                <a:cubicBezTo>
                  <a:pt x="130517" y="91507"/>
                  <a:pt x="132413" y="94721"/>
                  <a:pt x="135270" y="96916"/>
                </a:cubicBezTo>
                <a:cubicBezTo>
                  <a:pt x="138128" y="99111"/>
                  <a:pt x="142128" y="100208"/>
                  <a:pt x="147270" y="100208"/>
                </a:cubicBezTo>
                <a:cubicBezTo>
                  <a:pt x="152933" y="100208"/>
                  <a:pt x="157192" y="99171"/>
                  <a:pt x="160050" y="97096"/>
                </a:cubicBezTo>
                <a:cubicBezTo>
                  <a:pt x="161972" y="95643"/>
                  <a:pt x="162933" y="93697"/>
                  <a:pt x="162933" y="91259"/>
                </a:cubicBezTo>
                <a:cubicBezTo>
                  <a:pt x="162933" y="89598"/>
                  <a:pt x="162413" y="88223"/>
                  <a:pt x="161374" y="87134"/>
                </a:cubicBezTo>
                <a:cubicBezTo>
                  <a:pt x="160283" y="86097"/>
                  <a:pt x="157842" y="85137"/>
                  <a:pt x="154050" y="84256"/>
                </a:cubicBezTo>
                <a:cubicBezTo>
                  <a:pt x="136387" y="80366"/>
                  <a:pt x="125192" y="76813"/>
                  <a:pt x="120465" y="73595"/>
                </a:cubicBezTo>
                <a:cubicBezTo>
                  <a:pt x="113920" y="69131"/>
                  <a:pt x="110647" y="62929"/>
                  <a:pt x="110647" y="54989"/>
                </a:cubicBezTo>
                <a:cubicBezTo>
                  <a:pt x="110647" y="47826"/>
                  <a:pt x="113478" y="41806"/>
                  <a:pt x="119140" y="36928"/>
                </a:cubicBezTo>
                <a:cubicBezTo>
                  <a:pt x="124803" y="32050"/>
                  <a:pt x="133582" y="29610"/>
                  <a:pt x="145478" y="29610"/>
                </a:cubicBezTo>
                <a:cubicBezTo>
                  <a:pt x="156803" y="29610"/>
                  <a:pt x="165218" y="31448"/>
                  <a:pt x="170725" y="35123"/>
                </a:cubicBezTo>
                <a:cubicBezTo>
                  <a:pt x="176232" y="38799"/>
                  <a:pt x="180024" y="44234"/>
                  <a:pt x="182102" y="51429"/>
                </a:cubicBezTo>
                <a:lnTo>
                  <a:pt x="161452" y="55325"/>
                </a:lnTo>
                <a:cubicBezTo>
                  <a:pt x="160569" y="52104"/>
                  <a:pt x="158894" y="49636"/>
                  <a:pt x="156426" y="47922"/>
                </a:cubicBezTo>
                <a:cubicBezTo>
                  <a:pt x="153959" y="46208"/>
                  <a:pt x="150439" y="45351"/>
                  <a:pt x="145868" y="45351"/>
                </a:cubicBezTo>
                <a:cubicBezTo>
                  <a:pt x="140102" y="45351"/>
                  <a:pt x="135972" y="46155"/>
                  <a:pt x="133478" y="47764"/>
                </a:cubicBezTo>
                <a:cubicBezTo>
                  <a:pt x="131816" y="48904"/>
                  <a:pt x="130985" y="50382"/>
                  <a:pt x="130985" y="52198"/>
                </a:cubicBezTo>
                <a:cubicBezTo>
                  <a:pt x="130985" y="53753"/>
                  <a:pt x="131712" y="55076"/>
                  <a:pt x="133166" y="56165"/>
                </a:cubicBezTo>
                <a:cubicBezTo>
                  <a:pt x="135140" y="57618"/>
                  <a:pt x="141959" y="59667"/>
                  <a:pt x="153621" y="62313"/>
                </a:cubicBezTo>
                <a:cubicBezTo>
                  <a:pt x="165283" y="64960"/>
                  <a:pt x="173426" y="68206"/>
                  <a:pt x="178050" y="72051"/>
                </a:cubicBezTo>
                <a:cubicBezTo>
                  <a:pt x="182621" y="75951"/>
                  <a:pt x="184907" y="81382"/>
                  <a:pt x="184907" y="88347"/>
                </a:cubicBezTo>
                <a:cubicBezTo>
                  <a:pt x="184907" y="95936"/>
                  <a:pt x="181738" y="102460"/>
                  <a:pt x="175400" y="107917"/>
                </a:cubicBezTo>
                <a:cubicBezTo>
                  <a:pt x="169063" y="113375"/>
                  <a:pt x="159686" y="116104"/>
                  <a:pt x="147270" y="116104"/>
                </a:cubicBezTo>
                <a:cubicBezTo>
                  <a:pt x="135998" y="116104"/>
                  <a:pt x="127076" y="113826"/>
                  <a:pt x="120504" y="109269"/>
                </a:cubicBezTo>
                <a:cubicBezTo>
                  <a:pt x="113933" y="104710"/>
                  <a:pt x="109634" y="98521"/>
                  <a:pt x="107608" y="90702"/>
                </a:cubicBezTo>
                <a:close/>
                <a:moveTo>
                  <a:pt x="225870" y="0"/>
                </a:moveTo>
                <a:lnTo>
                  <a:pt x="225870" y="42059"/>
                </a:lnTo>
                <a:cubicBezTo>
                  <a:pt x="232935" y="33760"/>
                  <a:pt x="241376" y="29610"/>
                  <a:pt x="251194" y="29610"/>
                </a:cubicBezTo>
                <a:cubicBezTo>
                  <a:pt x="256233" y="29610"/>
                  <a:pt x="260779" y="30546"/>
                  <a:pt x="264831" y="32416"/>
                </a:cubicBezTo>
                <a:cubicBezTo>
                  <a:pt x="268883" y="34286"/>
                  <a:pt x="271935" y="36675"/>
                  <a:pt x="273987" y="39585"/>
                </a:cubicBezTo>
                <a:cubicBezTo>
                  <a:pt x="276039" y="42494"/>
                  <a:pt x="277441" y="45714"/>
                  <a:pt x="278194" y="49247"/>
                </a:cubicBezTo>
                <a:cubicBezTo>
                  <a:pt x="278948" y="52779"/>
                  <a:pt x="279324" y="58260"/>
                  <a:pt x="279324" y="65688"/>
                </a:cubicBezTo>
                <a:lnTo>
                  <a:pt x="279324" y="114234"/>
                </a:lnTo>
                <a:lnTo>
                  <a:pt x="257428" y="114234"/>
                </a:lnTo>
                <a:lnTo>
                  <a:pt x="257428" y="70571"/>
                </a:lnTo>
                <a:cubicBezTo>
                  <a:pt x="257428" y="61905"/>
                  <a:pt x="257013" y="56405"/>
                  <a:pt x="256181" y="54071"/>
                </a:cubicBezTo>
                <a:cubicBezTo>
                  <a:pt x="255350" y="51735"/>
                  <a:pt x="253883" y="49879"/>
                  <a:pt x="251779" y="48504"/>
                </a:cubicBezTo>
                <a:cubicBezTo>
                  <a:pt x="249675" y="47129"/>
                  <a:pt x="247038" y="46442"/>
                  <a:pt x="243870" y="46442"/>
                </a:cubicBezTo>
                <a:cubicBezTo>
                  <a:pt x="240233" y="46442"/>
                  <a:pt x="236987" y="47324"/>
                  <a:pt x="234129" y="49089"/>
                </a:cubicBezTo>
                <a:cubicBezTo>
                  <a:pt x="231272" y="50853"/>
                  <a:pt x="229181" y="53512"/>
                  <a:pt x="227857" y="57066"/>
                </a:cubicBezTo>
                <a:cubicBezTo>
                  <a:pt x="226532" y="60619"/>
                  <a:pt x="225870" y="65874"/>
                  <a:pt x="225870" y="72828"/>
                </a:cubicBezTo>
                <a:lnTo>
                  <a:pt x="225870" y="114234"/>
                </a:lnTo>
                <a:lnTo>
                  <a:pt x="203973" y="114234"/>
                </a:lnTo>
                <a:lnTo>
                  <a:pt x="203973" y="0"/>
                </a:lnTo>
                <a:lnTo>
                  <a:pt x="225870" y="0"/>
                </a:lnTo>
                <a:close/>
                <a:moveTo>
                  <a:pt x="301558" y="20260"/>
                </a:moveTo>
                <a:lnTo>
                  <a:pt x="301558" y="0"/>
                </a:lnTo>
                <a:lnTo>
                  <a:pt x="323454" y="0"/>
                </a:lnTo>
                <a:lnTo>
                  <a:pt x="323454" y="20260"/>
                </a:lnTo>
                <a:lnTo>
                  <a:pt x="301558" y="20260"/>
                </a:lnTo>
                <a:moveTo>
                  <a:pt x="301558" y="114234"/>
                </a:moveTo>
                <a:lnTo>
                  <a:pt x="301558" y="31481"/>
                </a:lnTo>
                <a:lnTo>
                  <a:pt x="323454" y="31481"/>
                </a:lnTo>
                <a:lnTo>
                  <a:pt x="323454" y="114234"/>
                </a:lnTo>
                <a:lnTo>
                  <a:pt x="301558" y="114234"/>
                </a:lnTo>
                <a:close/>
                <a:moveTo>
                  <a:pt x="366884" y="114234"/>
                </a:moveTo>
                <a:lnTo>
                  <a:pt x="344988" y="114234"/>
                </a:lnTo>
                <a:lnTo>
                  <a:pt x="344988" y="31481"/>
                </a:lnTo>
                <a:lnTo>
                  <a:pt x="365325" y="31481"/>
                </a:lnTo>
                <a:lnTo>
                  <a:pt x="365325" y="43247"/>
                </a:lnTo>
                <a:cubicBezTo>
                  <a:pt x="368806" y="37688"/>
                  <a:pt x="371936" y="34026"/>
                  <a:pt x="374715" y="32260"/>
                </a:cubicBezTo>
                <a:cubicBezTo>
                  <a:pt x="377494" y="30494"/>
                  <a:pt x="380650" y="29610"/>
                  <a:pt x="384183" y="29610"/>
                </a:cubicBezTo>
                <a:cubicBezTo>
                  <a:pt x="389170" y="29610"/>
                  <a:pt x="393975" y="30987"/>
                  <a:pt x="398598" y="33740"/>
                </a:cubicBezTo>
                <a:lnTo>
                  <a:pt x="391819" y="52831"/>
                </a:lnTo>
                <a:cubicBezTo>
                  <a:pt x="388131" y="50442"/>
                  <a:pt x="384702" y="49247"/>
                  <a:pt x="381533" y="49247"/>
                </a:cubicBezTo>
                <a:cubicBezTo>
                  <a:pt x="378468" y="49247"/>
                  <a:pt x="375871" y="50091"/>
                  <a:pt x="373741" y="51779"/>
                </a:cubicBezTo>
                <a:cubicBezTo>
                  <a:pt x="371611" y="53468"/>
                  <a:pt x="369936" y="56520"/>
                  <a:pt x="368715" y="60935"/>
                </a:cubicBezTo>
                <a:cubicBezTo>
                  <a:pt x="367494" y="65351"/>
                  <a:pt x="366884" y="74598"/>
                  <a:pt x="366884" y="88676"/>
                </a:cubicBezTo>
                <a:lnTo>
                  <a:pt x="366884" y="114234"/>
                </a:lnTo>
                <a:close/>
                <a:moveTo>
                  <a:pt x="445950" y="31481"/>
                </a:moveTo>
                <a:lnTo>
                  <a:pt x="445950" y="48935"/>
                </a:lnTo>
                <a:lnTo>
                  <a:pt x="430988" y="48935"/>
                </a:lnTo>
                <a:lnTo>
                  <a:pt x="430988" y="82232"/>
                </a:lnTo>
                <a:cubicBezTo>
                  <a:pt x="430988" y="88976"/>
                  <a:pt x="431131" y="92905"/>
                  <a:pt x="431417" y="94021"/>
                </a:cubicBezTo>
                <a:cubicBezTo>
                  <a:pt x="431703" y="95134"/>
                  <a:pt x="432352" y="96055"/>
                  <a:pt x="433365" y="96782"/>
                </a:cubicBezTo>
                <a:cubicBezTo>
                  <a:pt x="434378" y="97508"/>
                  <a:pt x="435612" y="97870"/>
                  <a:pt x="437066" y="97870"/>
                </a:cubicBezTo>
                <a:cubicBezTo>
                  <a:pt x="439092" y="97870"/>
                  <a:pt x="442027" y="97169"/>
                  <a:pt x="445872" y="95766"/>
                </a:cubicBezTo>
                <a:lnTo>
                  <a:pt x="447742" y="112817"/>
                </a:lnTo>
                <a:cubicBezTo>
                  <a:pt x="442651" y="115008"/>
                  <a:pt x="436885" y="116104"/>
                  <a:pt x="430443" y="116104"/>
                </a:cubicBezTo>
                <a:cubicBezTo>
                  <a:pt x="426495" y="116104"/>
                  <a:pt x="422937" y="115442"/>
                  <a:pt x="419768" y="114117"/>
                </a:cubicBezTo>
                <a:cubicBezTo>
                  <a:pt x="416599" y="112792"/>
                  <a:pt x="414274" y="111078"/>
                  <a:pt x="412794" y="108974"/>
                </a:cubicBezTo>
                <a:cubicBezTo>
                  <a:pt x="411313" y="106870"/>
                  <a:pt x="410287" y="104026"/>
                  <a:pt x="409716" y="100442"/>
                </a:cubicBezTo>
                <a:cubicBezTo>
                  <a:pt x="409248" y="97896"/>
                  <a:pt x="409014" y="92753"/>
                  <a:pt x="409014" y="85013"/>
                </a:cubicBezTo>
                <a:lnTo>
                  <a:pt x="409014" y="48935"/>
                </a:lnTo>
                <a:lnTo>
                  <a:pt x="398962" y="48935"/>
                </a:lnTo>
                <a:lnTo>
                  <a:pt x="398962" y="31481"/>
                </a:lnTo>
                <a:lnTo>
                  <a:pt x="409014" y="31481"/>
                </a:lnTo>
                <a:lnTo>
                  <a:pt x="409014" y="14961"/>
                </a:lnTo>
                <a:lnTo>
                  <a:pt x="430988" y="2026"/>
                </a:lnTo>
                <a:lnTo>
                  <a:pt x="430988" y="31481"/>
                </a:lnTo>
                <a:lnTo>
                  <a:pt x="445950" y="31481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...">
            <a:extLst xmlns:a="http://schemas.openxmlformats.org/drawingml/2006/main">
              <a:ext uri="{FF2B5EF4-FFF2-40B4-BE49-F238E27FC236}">
                <a16:creationId xmlns:a16="http://schemas.microsoft.com/office/drawing/2014/main" id="{F2657427-A15F-4DF3-88C1-2F1CD301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562" y="3395660"/>
            <a:ext cx="104703" cy="16052"/>
          </a:xfrm>
          <a:custGeom xmlns:a="http://schemas.openxmlformats.org/drawingml/2006/main">
            <a:pathLst>
              <a:path w="104703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  <a:moveTo>
                  <a:pt x="44365" y="16052"/>
                </a:moveTo>
                <a:lnTo>
                  <a:pt x="44365" y="0"/>
                </a:lnTo>
                <a:lnTo>
                  <a:pt x="60339" y="0"/>
                </a:lnTo>
                <a:lnTo>
                  <a:pt x="60339" y="16052"/>
                </a:lnTo>
                <a:lnTo>
                  <a:pt x="44365" y="16052"/>
                </a:lnTo>
                <a:close/>
                <a:moveTo>
                  <a:pt x="88729" y="16052"/>
                </a:moveTo>
                <a:lnTo>
                  <a:pt x="88729" y="0"/>
                </a:lnTo>
                <a:lnTo>
                  <a:pt x="104703" y="0"/>
                </a:lnTo>
                <a:lnTo>
                  <a:pt x="104703" y="16052"/>
                </a:lnTo>
                <a:lnTo>
                  <a:pt x="88729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rebuy...prefer...">
            <a:extLst xmlns:a="http://schemas.openxmlformats.org/drawingml/2006/main">
              <a:ext uri="{FF2B5EF4-FFF2-40B4-BE49-F238E27FC236}">
                <a16:creationId xmlns:a16="http://schemas.microsoft.com/office/drawing/2014/main" id="{80348E96-4801-459C-AF02-F9D5A261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37" y="3513223"/>
            <a:ext cx="1190979" cy="149767"/>
          </a:xfrm>
          <a:custGeom xmlns:a="http://schemas.openxmlformats.org/drawingml/2006/main">
            <a:pathLst>
              <a:path w="1190979" h="149767">
                <a:moveTo>
                  <a:pt x="0" y="116104"/>
                </a:moveTo>
                <a:lnTo>
                  <a:pt x="0" y="33351"/>
                </a:lnTo>
                <a:lnTo>
                  <a:pt x="12623" y="33351"/>
                </a:lnTo>
                <a:lnTo>
                  <a:pt x="12623" y="45818"/>
                </a:lnTo>
                <a:cubicBezTo>
                  <a:pt x="15844" y="39981"/>
                  <a:pt x="18818" y="36132"/>
                  <a:pt x="21546" y="34271"/>
                </a:cubicBezTo>
                <a:cubicBezTo>
                  <a:pt x="24273" y="32411"/>
                  <a:pt x="27273" y="31481"/>
                  <a:pt x="30546" y="31481"/>
                </a:cubicBezTo>
                <a:cubicBezTo>
                  <a:pt x="35273" y="31481"/>
                  <a:pt x="40078" y="32981"/>
                  <a:pt x="44961" y="35981"/>
                </a:cubicBezTo>
                <a:lnTo>
                  <a:pt x="40130" y="48935"/>
                </a:lnTo>
                <a:cubicBezTo>
                  <a:pt x="36701" y="46909"/>
                  <a:pt x="33273" y="45896"/>
                  <a:pt x="29844" y="45896"/>
                </a:cubicBezTo>
                <a:cubicBezTo>
                  <a:pt x="26779" y="45896"/>
                  <a:pt x="24026" y="46820"/>
                  <a:pt x="21584" y="48667"/>
                </a:cubicBezTo>
                <a:cubicBezTo>
                  <a:pt x="19143" y="50513"/>
                  <a:pt x="17403" y="53074"/>
                  <a:pt x="16364" y="56350"/>
                </a:cubicBezTo>
                <a:cubicBezTo>
                  <a:pt x="14805" y="61342"/>
                  <a:pt x="14026" y="66802"/>
                  <a:pt x="14026" y="72731"/>
                </a:cubicBezTo>
                <a:lnTo>
                  <a:pt x="14026" y="116104"/>
                </a:lnTo>
                <a:lnTo>
                  <a:pt x="0" y="116104"/>
                </a:lnTo>
                <a:close/>
                <a:moveTo>
                  <a:pt x="109947" y="89455"/>
                </a:moveTo>
                <a:lnTo>
                  <a:pt x="124441" y="91247"/>
                </a:lnTo>
                <a:cubicBezTo>
                  <a:pt x="122155" y="99715"/>
                  <a:pt x="117921" y="106286"/>
                  <a:pt x="111739" y="110961"/>
                </a:cubicBezTo>
                <a:cubicBezTo>
                  <a:pt x="105557" y="115637"/>
                  <a:pt x="97661" y="117974"/>
                  <a:pt x="88051" y="117974"/>
                </a:cubicBezTo>
                <a:cubicBezTo>
                  <a:pt x="75947" y="117974"/>
                  <a:pt x="66350" y="114247"/>
                  <a:pt x="59259" y="106792"/>
                </a:cubicBezTo>
                <a:cubicBezTo>
                  <a:pt x="52168" y="99338"/>
                  <a:pt x="48622" y="88883"/>
                  <a:pt x="48622" y="75429"/>
                </a:cubicBezTo>
                <a:cubicBezTo>
                  <a:pt x="48622" y="61507"/>
                  <a:pt x="52207" y="50701"/>
                  <a:pt x="59376" y="43013"/>
                </a:cubicBezTo>
                <a:cubicBezTo>
                  <a:pt x="66544" y="35325"/>
                  <a:pt x="75843" y="31481"/>
                  <a:pt x="87272" y="31481"/>
                </a:cubicBezTo>
                <a:cubicBezTo>
                  <a:pt x="98337" y="31481"/>
                  <a:pt x="107376" y="35241"/>
                  <a:pt x="114389" y="42762"/>
                </a:cubicBezTo>
                <a:cubicBezTo>
                  <a:pt x="121402" y="50282"/>
                  <a:pt x="124908" y="60861"/>
                  <a:pt x="124908" y="74501"/>
                </a:cubicBezTo>
                <a:cubicBezTo>
                  <a:pt x="124908" y="75331"/>
                  <a:pt x="124882" y="76575"/>
                  <a:pt x="124830" y="78234"/>
                </a:cubicBezTo>
                <a:lnTo>
                  <a:pt x="63116" y="78234"/>
                </a:lnTo>
                <a:cubicBezTo>
                  <a:pt x="63635" y="87299"/>
                  <a:pt x="66207" y="94240"/>
                  <a:pt x="70830" y="99059"/>
                </a:cubicBezTo>
                <a:cubicBezTo>
                  <a:pt x="75453" y="103877"/>
                  <a:pt x="81220" y="106286"/>
                  <a:pt x="88129" y="106286"/>
                </a:cubicBezTo>
                <a:cubicBezTo>
                  <a:pt x="93272" y="106286"/>
                  <a:pt x="97661" y="104948"/>
                  <a:pt x="101298" y="102273"/>
                </a:cubicBezTo>
                <a:cubicBezTo>
                  <a:pt x="104934" y="99596"/>
                  <a:pt x="107817" y="95323"/>
                  <a:pt x="109947" y="89455"/>
                </a:cubicBezTo>
                <a:moveTo>
                  <a:pt x="63895" y="66546"/>
                </a:moveTo>
                <a:lnTo>
                  <a:pt x="110103" y="66546"/>
                </a:lnTo>
                <a:cubicBezTo>
                  <a:pt x="109480" y="59698"/>
                  <a:pt x="107713" y="54563"/>
                  <a:pt x="104804" y="51139"/>
                </a:cubicBezTo>
                <a:cubicBezTo>
                  <a:pt x="100337" y="45826"/>
                  <a:pt x="94544" y="43169"/>
                  <a:pt x="87428" y="43169"/>
                </a:cubicBezTo>
                <a:cubicBezTo>
                  <a:pt x="80986" y="43169"/>
                  <a:pt x="75570" y="45290"/>
                  <a:pt x="71181" y="49532"/>
                </a:cubicBezTo>
                <a:cubicBezTo>
                  <a:pt x="66791" y="53772"/>
                  <a:pt x="64363" y="59443"/>
                  <a:pt x="63895" y="66546"/>
                </a:cubicBezTo>
                <a:close/>
                <a:moveTo>
                  <a:pt x="154962" y="116104"/>
                </a:moveTo>
                <a:lnTo>
                  <a:pt x="141949" y="116104"/>
                </a:lnTo>
                <a:lnTo>
                  <a:pt x="141949" y="1870"/>
                </a:lnTo>
                <a:lnTo>
                  <a:pt x="155975" y="1870"/>
                </a:lnTo>
                <a:lnTo>
                  <a:pt x="155975" y="42774"/>
                </a:lnTo>
                <a:cubicBezTo>
                  <a:pt x="161897" y="35245"/>
                  <a:pt x="169455" y="31481"/>
                  <a:pt x="178650" y="31481"/>
                </a:cubicBezTo>
                <a:cubicBezTo>
                  <a:pt x="183741" y="31481"/>
                  <a:pt x="188559" y="32507"/>
                  <a:pt x="193105" y="34559"/>
                </a:cubicBezTo>
                <a:cubicBezTo>
                  <a:pt x="197650" y="36610"/>
                  <a:pt x="201390" y="39494"/>
                  <a:pt x="204326" y="43208"/>
                </a:cubicBezTo>
                <a:cubicBezTo>
                  <a:pt x="207261" y="46922"/>
                  <a:pt x="209559" y="51403"/>
                  <a:pt x="211222" y="56649"/>
                </a:cubicBezTo>
                <a:cubicBezTo>
                  <a:pt x="212884" y="61896"/>
                  <a:pt x="213715" y="67507"/>
                  <a:pt x="213715" y="73481"/>
                </a:cubicBezTo>
                <a:cubicBezTo>
                  <a:pt x="213715" y="87663"/>
                  <a:pt x="210209" y="98624"/>
                  <a:pt x="203196" y="106364"/>
                </a:cubicBezTo>
                <a:cubicBezTo>
                  <a:pt x="196183" y="114104"/>
                  <a:pt x="187767" y="117974"/>
                  <a:pt x="177949" y="117974"/>
                </a:cubicBezTo>
                <a:cubicBezTo>
                  <a:pt x="168183" y="117974"/>
                  <a:pt x="160520" y="113844"/>
                  <a:pt x="154962" y="105585"/>
                </a:cubicBezTo>
                <a:lnTo>
                  <a:pt x="154962" y="116104"/>
                </a:lnTo>
                <a:moveTo>
                  <a:pt x="154806" y="74107"/>
                </a:moveTo>
                <a:cubicBezTo>
                  <a:pt x="154806" y="83980"/>
                  <a:pt x="156157" y="91114"/>
                  <a:pt x="158858" y="95508"/>
                </a:cubicBezTo>
                <a:cubicBezTo>
                  <a:pt x="163274" y="102693"/>
                  <a:pt x="169248" y="106286"/>
                  <a:pt x="176780" y="106286"/>
                </a:cubicBezTo>
                <a:cubicBezTo>
                  <a:pt x="182910" y="106286"/>
                  <a:pt x="188209" y="103637"/>
                  <a:pt x="192676" y="98338"/>
                </a:cubicBezTo>
                <a:cubicBezTo>
                  <a:pt x="197144" y="93039"/>
                  <a:pt x="199378" y="85143"/>
                  <a:pt x="199378" y="74650"/>
                </a:cubicBezTo>
                <a:cubicBezTo>
                  <a:pt x="199378" y="63898"/>
                  <a:pt x="197235" y="55964"/>
                  <a:pt x="192949" y="50847"/>
                </a:cubicBezTo>
                <a:cubicBezTo>
                  <a:pt x="188663" y="45728"/>
                  <a:pt x="183481" y="43169"/>
                  <a:pt x="177403" y="43169"/>
                </a:cubicBezTo>
                <a:cubicBezTo>
                  <a:pt x="171274" y="43169"/>
                  <a:pt x="165975" y="45818"/>
                  <a:pt x="161507" y="51117"/>
                </a:cubicBezTo>
                <a:cubicBezTo>
                  <a:pt x="157040" y="56416"/>
                  <a:pt x="154806" y="64079"/>
                  <a:pt x="154806" y="74107"/>
                </a:cubicBezTo>
                <a:close/>
                <a:moveTo>
                  <a:pt x="284990" y="116104"/>
                </a:moveTo>
                <a:lnTo>
                  <a:pt x="284990" y="103948"/>
                </a:lnTo>
                <a:cubicBezTo>
                  <a:pt x="278548" y="113299"/>
                  <a:pt x="269795" y="117974"/>
                  <a:pt x="258730" y="117974"/>
                </a:cubicBezTo>
                <a:cubicBezTo>
                  <a:pt x="253847" y="117974"/>
                  <a:pt x="249288" y="117039"/>
                  <a:pt x="245055" y="115169"/>
                </a:cubicBezTo>
                <a:cubicBezTo>
                  <a:pt x="240821" y="113299"/>
                  <a:pt x="237678" y="110948"/>
                  <a:pt x="235626" y="108117"/>
                </a:cubicBezTo>
                <a:cubicBezTo>
                  <a:pt x="233574" y="105286"/>
                  <a:pt x="232133" y="101818"/>
                  <a:pt x="231301" y="97715"/>
                </a:cubicBezTo>
                <a:cubicBezTo>
                  <a:pt x="230730" y="94961"/>
                  <a:pt x="230444" y="90598"/>
                  <a:pt x="230444" y="84624"/>
                </a:cubicBezTo>
                <a:lnTo>
                  <a:pt x="230444" y="33351"/>
                </a:lnTo>
                <a:lnTo>
                  <a:pt x="244470" y="33351"/>
                </a:lnTo>
                <a:lnTo>
                  <a:pt x="244470" y="79247"/>
                </a:lnTo>
                <a:cubicBezTo>
                  <a:pt x="244470" y="86572"/>
                  <a:pt x="244756" y="91507"/>
                  <a:pt x="245327" y="94052"/>
                </a:cubicBezTo>
                <a:cubicBezTo>
                  <a:pt x="246211" y="97741"/>
                  <a:pt x="248081" y="100637"/>
                  <a:pt x="250938" y="102741"/>
                </a:cubicBezTo>
                <a:cubicBezTo>
                  <a:pt x="253795" y="104844"/>
                  <a:pt x="257327" y="105896"/>
                  <a:pt x="261535" y="105896"/>
                </a:cubicBezTo>
                <a:cubicBezTo>
                  <a:pt x="265743" y="105896"/>
                  <a:pt x="269691" y="104818"/>
                  <a:pt x="273379" y="102663"/>
                </a:cubicBezTo>
                <a:cubicBezTo>
                  <a:pt x="277068" y="100507"/>
                  <a:pt x="279678" y="97572"/>
                  <a:pt x="281211" y="93857"/>
                </a:cubicBezTo>
                <a:cubicBezTo>
                  <a:pt x="282743" y="90143"/>
                  <a:pt x="283509" y="84753"/>
                  <a:pt x="283509" y="77689"/>
                </a:cubicBezTo>
                <a:lnTo>
                  <a:pt x="283509" y="33351"/>
                </a:lnTo>
                <a:lnTo>
                  <a:pt x="297535" y="33351"/>
                </a:lnTo>
                <a:lnTo>
                  <a:pt x="297535" y="116104"/>
                </a:lnTo>
                <a:lnTo>
                  <a:pt x="284990" y="116104"/>
                </a:lnTo>
                <a:close/>
                <a:moveTo>
                  <a:pt x="318862" y="148052"/>
                </a:moveTo>
                <a:lnTo>
                  <a:pt x="317303" y="134883"/>
                </a:lnTo>
                <a:cubicBezTo>
                  <a:pt x="320368" y="135715"/>
                  <a:pt x="323044" y="136130"/>
                  <a:pt x="325329" y="136130"/>
                </a:cubicBezTo>
                <a:cubicBezTo>
                  <a:pt x="328446" y="136130"/>
                  <a:pt x="330940" y="135604"/>
                  <a:pt x="332810" y="134552"/>
                </a:cubicBezTo>
                <a:cubicBezTo>
                  <a:pt x="334680" y="133502"/>
                  <a:pt x="336212" y="132030"/>
                  <a:pt x="337407" y="130137"/>
                </a:cubicBezTo>
                <a:cubicBezTo>
                  <a:pt x="338290" y="128719"/>
                  <a:pt x="339719" y="125198"/>
                  <a:pt x="341693" y="119574"/>
                </a:cubicBezTo>
                <a:cubicBezTo>
                  <a:pt x="341953" y="118785"/>
                  <a:pt x="342368" y="117629"/>
                  <a:pt x="342940" y="116104"/>
                </a:cubicBezTo>
                <a:lnTo>
                  <a:pt x="311537" y="33351"/>
                </a:lnTo>
                <a:lnTo>
                  <a:pt x="326654" y="33351"/>
                </a:lnTo>
                <a:lnTo>
                  <a:pt x="343875" y="81161"/>
                </a:lnTo>
                <a:cubicBezTo>
                  <a:pt x="346109" y="87226"/>
                  <a:pt x="348109" y="93601"/>
                  <a:pt x="349875" y="100286"/>
                </a:cubicBezTo>
                <a:cubicBezTo>
                  <a:pt x="351485" y="93859"/>
                  <a:pt x="353407" y="87588"/>
                  <a:pt x="355641" y="81473"/>
                </a:cubicBezTo>
                <a:lnTo>
                  <a:pt x="373329" y="33351"/>
                </a:lnTo>
                <a:lnTo>
                  <a:pt x="387355" y="33351"/>
                </a:lnTo>
                <a:lnTo>
                  <a:pt x="355875" y="117563"/>
                </a:lnTo>
                <a:cubicBezTo>
                  <a:pt x="352498" y="126660"/>
                  <a:pt x="349875" y="132924"/>
                  <a:pt x="348005" y="136354"/>
                </a:cubicBezTo>
                <a:cubicBezTo>
                  <a:pt x="345511" y="140981"/>
                  <a:pt x="342654" y="144373"/>
                  <a:pt x="339433" y="146530"/>
                </a:cubicBezTo>
                <a:cubicBezTo>
                  <a:pt x="336212" y="148688"/>
                  <a:pt x="332368" y="149767"/>
                  <a:pt x="327901" y="149767"/>
                </a:cubicBezTo>
                <a:cubicBezTo>
                  <a:pt x="325199" y="149767"/>
                  <a:pt x="322186" y="149195"/>
                  <a:pt x="318862" y="148052"/>
                </a:cubicBezTo>
                <a:close/>
                <a:moveTo>
                  <a:pt x="447616" y="116104"/>
                </a:moveTo>
                <a:lnTo>
                  <a:pt x="447616" y="100052"/>
                </a:lnTo>
                <a:lnTo>
                  <a:pt x="463590" y="100052"/>
                </a:lnTo>
                <a:lnTo>
                  <a:pt x="463590" y="116104"/>
                </a:lnTo>
                <a:lnTo>
                  <a:pt x="447616" y="116104"/>
                </a:lnTo>
                <a:close/>
                <a:moveTo>
                  <a:pt x="491981" y="116104"/>
                </a:moveTo>
                <a:lnTo>
                  <a:pt x="491981" y="100052"/>
                </a:lnTo>
                <a:lnTo>
                  <a:pt x="507955" y="100052"/>
                </a:lnTo>
                <a:lnTo>
                  <a:pt x="507955" y="116104"/>
                </a:lnTo>
                <a:lnTo>
                  <a:pt x="491981" y="116104"/>
                </a:lnTo>
                <a:close/>
                <a:moveTo>
                  <a:pt x="536346" y="116104"/>
                </a:moveTo>
                <a:lnTo>
                  <a:pt x="536346" y="100052"/>
                </a:lnTo>
                <a:lnTo>
                  <a:pt x="552320" y="100052"/>
                </a:lnTo>
                <a:lnTo>
                  <a:pt x="552320" y="116104"/>
                </a:lnTo>
                <a:lnTo>
                  <a:pt x="536346" y="116104"/>
                </a:lnTo>
                <a:close/>
                <a:moveTo>
                  <a:pt x="621101" y="147896"/>
                </a:moveTo>
                <a:lnTo>
                  <a:pt x="621101" y="33351"/>
                </a:lnTo>
                <a:lnTo>
                  <a:pt x="633881" y="33351"/>
                </a:lnTo>
                <a:lnTo>
                  <a:pt x="633881" y="44026"/>
                </a:lnTo>
                <a:cubicBezTo>
                  <a:pt x="636894" y="39844"/>
                  <a:pt x="640296" y="36708"/>
                  <a:pt x="644089" y="34617"/>
                </a:cubicBezTo>
                <a:cubicBezTo>
                  <a:pt x="647881" y="32526"/>
                  <a:pt x="652478" y="31481"/>
                  <a:pt x="657881" y="31481"/>
                </a:cubicBezTo>
                <a:cubicBezTo>
                  <a:pt x="664946" y="31481"/>
                  <a:pt x="671179" y="33299"/>
                  <a:pt x="676582" y="36935"/>
                </a:cubicBezTo>
                <a:cubicBezTo>
                  <a:pt x="681985" y="40572"/>
                  <a:pt x="686063" y="45701"/>
                  <a:pt x="688816" y="52325"/>
                </a:cubicBezTo>
                <a:cubicBezTo>
                  <a:pt x="691569" y="58948"/>
                  <a:pt x="692946" y="66208"/>
                  <a:pt x="692946" y="74104"/>
                </a:cubicBezTo>
                <a:cubicBezTo>
                  <a:pt x="692946" y="82572"/>
                  <a:pt x="691426" y="90195"/>
                  <a:pt x="688387" y="96974"/>
                </a:cubicBezTo>
                <a:cubicBezTo>
                  <a:pt x="685348" y="103754"/>
                  <a:pt x="680933" y="108948"/>
                  <a:pt x="675141" y="112559"/>
                </a:cubicBezTo>
                <a:cubicBezTo>
                  <a:pt x="669348" y="116169"/>
                  <a:pt x="663257" y="117974"/>
                  <a:pt x="656868" y="117974"/>
                </a:cubicBezTo>
                <a:cubicBezTo>
                  <a:pt x="652192" y="117974"/>
                  <a:pt x="647998" y="116974"/>
                  <a:pt x="644283" y="114974"/>
                </a:cubicBezTo>
                <a:cubicBezTo>
                  <a:pt x="640569" y="112973"/>
                  <a:pt x="637517" y="110445"/>
                  <a:pt x="635127" y="107391"/>
                </a:cubicBezTo>
                <a:lnTo>
                  <a:pt x="635127" y="147896"/>
                </a:lnTo>
                <a:lnTo>
                  <a:pt x="621101" y="147896"/>
                </a:lnTo>
                <a:moveTo>
                  <a:pt x="633803" y="75078"/>
                </a:moveTo>
                <a:cubicBezTo>
                  <a:pt x="633803" y="85714"/>
                  <a:pt x="635959" y="93575"/>
                  <a:pt x="640270" y="98659"/>
                </a:cubicBezTo>
                <a:cubicBezTo>
                  <a:pt x="644582" y="103744"/>
                  <a:pt x="649803" y="106286"/>
                  <a:pt x="655933" y="106286"/>
                </a:cubicBezTo>
                <a:cubicBezTo>
                  <a:pt x="662166" y="106286"/>
                  <a:pt x="667504" y="103653"/>
                  <a:pt x="671946" y="98387"/>
                </a:cubicBezTo>
                <a:cubicBezTo>
                  <a:pt x="676387" y="93120"/>
                  <a:pt x="678608" y="84961"/>
                  <a:pt x="678608" y="73909"/>
                </a:cubicBezTo>
                <a:cubicBezTo>
                  <a:pt x="678608" y="63377"/>
                  <a:pt x="676439" y="55490"/>
                  <a:pt x="672102" y="50250"/>
                </a:cubicBezTo>
                <a:cubicBezTo>
                  <a:pt x="667764" y="45010"/>
                  <a:pt x="662582" y="42390"/>
                  <a:pt x="656556" y="42390"/>
                </a:cubicBezTo>
                <a:cubicBezTo>
                  <a:pt x="650582" y="42390"/>
                  <a:pt x="645296" y="45179"/>
                  <a:pt x="640699" y="50757"/>
                </a:cubicBezTo>
                <a:cubicBezTo>
                  <a:pt x="636101" y="56335"/>
                  <a:pt x="633803" y="64442"/>
                  <a:pt x="633803" y="75078"/>
                </a:cubicBezTo>
                <a:close/>
                <a:moveTo>
                  <a:pt x="709675" y="116104"/>
                </a:moveTo>
                <a:lnTo>
                  <a:pt x="709675" y="33351"/>
                </a:lnTo>
                <a:lnTo>
                  <a:pt x="722298" y="33351"/>
                </a:lnTo>
                <a:lnTo>
                  <a:pt x="722298" y="45818"/>
                </a:lnTo>
                <a:cubicBezTo>
                  <a:pt x="725519" y="39981"/>
                  <a:pt x="728493" y="36132"/>
                  <a:pt x="731220" y="34271"/>
                </a:cubicBezTo>
                <a:cubicBezTo>
                  <a:pt x="733947" y="32411"/>
                  <a:pt x="736947" y="31481"/>
                  <a:pt x="740220" y="31481"/>
                </a:cubicBezTo>
                <a:cubicBezTo>
                  <a:pt x="744948" y="31481"/>
                  <a:pt x="749753" y="32981"/>
                  <a:pt x="754636" y="35981"/>
                </a:cubicBezTo>
                <a:lnTo>
                  <a:pt x="749805" y="48935"/>
                </a:lnTo>
                <a:cubicBezTo>
                  <a:pt x="746376" y="46909"/>
                  <a:pt x="742948" y="45896"/>
                  <a:pt x="739519" y="45896"/>
                </a:cubicBezTo>
                <a:cubicBezTo>
                  <a:pt x="736454" y="45896"/>
                  <a:pt x="733701" y="46820"/>
                  <a:pt x="731259" y="48667"/>
                </a:cubicBezTo>
                <a:cubicBezTo>
                  <a:pt x="728818" y="50513"/>
                  <a:pt x="727077" y="53074"/>
                  <a:pt x="726038" y="56350"/>
                </a:cubicBezTo>
                <a:cubicBezTo>
                  <a:pt x="724480" y="61342"/>
                  <a:pt x="723701" y="66802"/>
                  <a:pt x="723701" y="72731"/>
                </a:cubicBezTo>
                <a:lnTo>
                  <a:pt x="723701" y="116104"/>
                </a:lnTo>
                <a:lnTo>
                  <a:pt x="709675" y="116104"/>
                </a:lnTo>
                <a:close/>
                <a:moveTo>
                  <a:pt x="819621" y="89455"/>
                </a:moveTo>
                <a:lnTo>
                  <a:pt x="834115" y="91247"/>
                </a:lnTo>
                <a:cubicBezTo>
                  <a:pt x="831829" y="99715"/>
                  <a:pt x="827595" y="106286"/>
                  <a:pt x="821413" y="110961"/>
                </a:cubicBezTo>
                <a:cubicBezTo>
                  <a:pt x="815232" y="115637"/>
                  <a:pt x="807335" y="117974"/>
                  <a:pt x="797725" y="117974"/>
                </a:cubicBezTo>
                <a:cubicBezTo>
                  <a:pt x="785621" y="117974"/>
                  <a:pt x="776024" y="114247"/>
                  <a:pt x="768933" y="106792"/>
                </a:cubicBezTo>
                <a:cubicBezTo>
                  <a:pt x="761842" y="99338"/>
                  <a:pt x="758296" y="88883"/>
                  <a:pt x="758296" y="75429"/>
                </a:cubicBezTo>
                <a:cubicBezTo>
                  <a:pt x="758296" y="61507"/>
                  <a:pt x="761881" y="50701"/>
                  <a:pt x="769050" y="43013"/>
                </a:cubicBezTo>
                <a:cubicBezTo>
                  <a:pt x="776219" y="35325"/>
                  <a:pt x="785517" y="31481"/>
                  <a:pt x="796946" y="31481"/>
                </a:cubicBezTo>
                <a:cubicBezTo>
                  <a:pt x="808011" y="31481"/>
                  <a:pt x="817050" y="35241"/>
                  <a:pt x="824063" y="42762"/>
                </a:cubicBezTo>
                <a:cubicBezTo>
                  <a:pt x="831076" y="50282"/>
                  <a:pt x="834582" y="60861"/>
                  <a:pt x="834582" y="74501"/>
                </a:cubicBezTo>
                <a:cubicBezTo>
                  <a:pt x="834582" y="75331"/>
                  <a:pt x="834556" y="76575"/>
                  <a:pt x="834504" y="78234"/>
                </a:cubicBezTo>
                <a:lnTo>
                  <a:pt x="772790" y="78234"/>
                </a:lnTo>
                <a:cubicBezTo>
                  <a:pt x="773309" y="87299"/>
                  <a:pt x="775881" y="94240"/>
                  <a:pt x="780504" y="99059"/>
                </a:cubicBezTo>
                <a:cubicBezTo>
                  <a:pt x="785128" y="103877"/>
                  <a:pt x="790894" y="106286"/>
                  <a:pt x="797803" y="106286"/>
                </a:cubicBezTo>
                <a:cubicBezTo>
                  <a:pt x="802946" y="106286"/>
                  <a:pt x="807335" y="104948"/>
                  <a:pt x="810972" y="102273"/>
                </a:cubicBezTo>
                <a:cubicBezTo>
                  <a:pt x="814608" y="99596"/>
                  <a:pt x="817491" y="95323"/>
                  <a:pt x="819621" y="89455"/>
                </a:cubicBezTo>
                <a:moveTo>
                  <a:pt x="773569" y="66546"/>
                </a:moveTo>
                <a:lnTo>
                  <a:pt x="819777" y="66546"/>
                </a:lnTo>
                <a:cubicBezTo>
                  <a:pt x="819154" y="59698"/>
                  <a:pt x="817387" y="54563"/>
                  <a:pt x="814478" y="51139"/>
                </a:cubicBezTo>
                <a:cubicBezTo>
                  <a:pt x="810011" y="45826"/>
                  <a:pt x="804219" y="43169"/>
                  <a:pt x="797102" y="43169"/>
                </a:cubicBezTo>
                <a:cubicBezTo>
                  <a:pt x="790660" y="43169"/>
                  <a:pt x="785245" y="45290"/>
                  <a:pt x="780855" y="49532"/>
                </a:cubicBezTo>
                <a:cubicBezTo>
                  <a:pt x="776465" y="53772"/>
                  <a:pt x="774037" y="59443"/>
                  <a:pt x="773569" y="66546"/>
                </a:cubicBezTo>
                <a:close/>
                <a:moveTo>
                  <a:pt x="855052" y="116104"/>
                </a:moveTo>
                <a:lnTo>
                  <a:pt x="855052" y="44260"/>
                </a:lnTo>
                <a:lnTo>
                  <a:pt x="842662" y="44260"/>
                </a:lnTo>
                <a:lnTo>
                  <a:pt x="842662" y="33351"/>
                </a:lnTo>
                <a:lnTo>
                  <a:pt x="855052" y="33351"/>
                </a:lnTo>
                <a:lnTo>
                  <a:pt x="855052" y="24565"/>
                </a:lnTo>
                <a:cubicBezTo>
                  <a:pt x="855052" y="19020"/>
                  <a:pt x="855545" y="14899"/>
                  <a:pt x="856532" y="12205"/>
                </a:cubicBezTo>
                <a:cubicBezTo>
                  <a:pt x="857883" y="8578"/>
                  <a:pt x="860260" y="5637"/>
                  <a:pt x="863662" y="3382"/>
                </a:cubicBezTo>
                <a:cubicBezTo>
                  <a:pt x="867065" y="1127"/>
                  <a:pt x="871831" y="0"/>
                  <a:pt x="877961" y="0"/>
                </a:cubicBezTo>
                <a:cubicBezTo>
                  <a:pt x="881909" y="0"/>
                  <a:pt x="886273" y="468"/>
                  <a:pt x="891052" y="1403"/>
                </a:cubicBezTo>
                <a:lnTo>
                  <a:pt x="888948" y="13636"/>
                </a:lnTo>
                <a:cubicBezTo>
                  <a:pt x="886039" y="13117"/>
                  <a:pt x="883286" y="12857"/>
                  <a:pt x="880688" y="12857"/>
                </a:cubicBezTo>
                <a:cubicBezTo>
                  <a:pt x="876428" y="12857"/>
                  <a:pt x="873415" y="13763"/>
                  <a:pt x="871649" y="15575"/>
                </a:cubicBezTo>
                <a:cubicBezTo>
                  <a:pt x="869883" y="17386"/>
                  <a:pt x="869000" y="20776"/>
                  <a:pt x="869000" y="25744"/>
                </a:cubicBezTo>
                <a:lnTo>
                  <a:pt x="869000" y="33351"/>
                </a:lnTo>
                <a:lnTo>
                  <a:pt x="885130" y="33351"/>
                </a:lnTo>
                <a:lnTo>
                  <a:pt x="885130" y="44260"/>
                </a:lnTo>
                <a:lnTo>
                  <a:pt x="869000" y="44260"/>
                </a:lnTo>
                <a:lnTo>
                  <a:pt x="869000" y="116104"/>
                </a:lnTo>
                <a:lnTo>
                  <a:pt x="855052" y="116104"/>
                </a:lnTo>
                <a:close/>
                <a:moveTo>
                  <a:pt x="952716" y="89455"/>
                </a:moveTo>
                <a:lnTo>
                  <a:pt x="967209" y="91247"/>
                </a:lnTo>
                <a:cubicBezTo>
                  <a:pt x="964923" y="99715"/>
                  <a:pt x="960690" y="106286"/>
                  <a:pt x="954508" y="110961"/>
                </a:cubicBezTo>
                <a:cubicBezTo>
                  <a:pt x="948326" y="115637"/>
                  <a:pt x="940430" y="117974"/>
                  <a:pt x="930819" y="117974"/>
                </a:cubicBezTo>
                <a:cubicBezTo>
                  <a:pt x="918716" y="117974"/>
                  <a:pt x="909118" y="114247"/>
                  <a:pt x="902027" y="106792"/>
                </a:cubicBezTo>
                <a:cubicBezTo>
                  <a:pt x="894936" y="99338"/>
                  <a:pt x="891391" y="88883"/>
                  <a:pt x="891391" y="75429"/>
                </a:cubicBezTo>
                <a:cubicBezTo>
                  <a:pt x="891391" y="61507"/>
                  <a:pt x="894975" y="50701"/>
                  <a:pt x="902144" y="43013"/>
                </a:cubicBezTo>
                <a:cubicBezTo>
                  <a:pt x="909313" y="35325"/>
                  <a:pt x="918612" y="31481"/>
                  <a:pt x="930040" y="31481"/>
                </a:cubicBezTo>
                <a:cubicBezTo>
                  <a:pt x="941105" y="31481"/>
                  <a:pt x="950144" y="35241"/>
                  <a:pt x="957157" y="42762"/>
                </a:cubicBezTo>
                <a:cubicBezTo>
                  <a:pt x="964170" y="50282"/>
                  <a:pt x="967677" y="60861"/>
                  <a:pt x="967677" y="74501"/>
                </a:cubicBezTo>
                <a:cubicBezTo>
                  <a:pt x="967677" y="75331"/>
                  <a:pt x="967651" y="76575"/>
                  <a:pt x="967599" y="78234"/>
                </a:cubicBezTo>
                <a:lnTo>
                  <a:pt x="905884" y="78234"/>
                </a:lnTo>
                <a:cubicBezTo>
                  <a:pt x="906404" y="87299"/>
                  <a:pt x="908975" y="94240"/>
                  <a:pt x="913599" y="99059"/>
                </a:cubicBezTo>
                <a:cubicBezTo>
                  <a:pt x="918222" y="103877"/>
                  <a:pt x="923988" y="106286"/>
                  <a:pt x="930897" y="106286"/>
                </a:cubicBezTo>
                <a:cubicBezTo>
                  <a:pt x="936040" y="106286"/>
                  <a:pt x="940430" y="104948"/>
                  <a:pt x="944066" y="102273"/>
                </a:cubicBezTo>
                <a:cubicBezTo>
                  <a:pt x="947703" y="99596"/>
                  <a:pt x="950586" y="95323"/>
                  <a:pt x="952716" y="89455"/>
                </a:cubicBezTo>
                <a:moveTo>
                  <a:pt x="906664" y="66546"/>
                </a:moveTo>
                <a:lnTo>
                  <a:pt x="952871" y="66546"/>
                </a:lnTo>
                <a:cubicBezTo>
                  <a:pt x="952248" y="59698"/>
                  <a:pt x="950482" y="54563"/>
                  <a:pt x="947573" y="51139"/>
                </a:cubicBezTo>
                <a:cubicBezTo>
                  <a:pt x="943105" y="45826"/>
                  <a:pt x="937313" y="43169"/>
                  <a:pt x="930196" y="43169"/>
                </a:cubicBezTo>
                <a:cubicBezTo>
                  <a:pt x="923754" y="43169"/>
                  <a:pt x="918339" y="45290"/>
                  <a:pt x="913949" y="49532"/>
                </a:cubicBezTo>
                <a:cubicBezTo>
                  <a:pt x="909560" y="53772"/>
                  <a:pt x="907131" y="59443"/>
                  <a:pt x="906664" y="66546"/>
                </a:cubicBezTo>
                <a:close/>
                <a:moveTo>
                  <a:pt x="984639" y="116104"/>
                </a:moveTo>
                <a:lnTo>
                  <a:pt x="984639" y="33351"/>
                </a:lnTo>
                <a:lnTo>
                  <a:pt x="997263" y="33351"/>
                </a:lnTo>
                <a:lnTo>
                  <a:pt x="997263" y="45818"/>
                </a:lnTo>
                <a:cubicBezTo>
                  <a:pt x="1000484" y="39981"/>
                  <a:pt x="1003458" y="36132"/>
                  <a:pt x="1006185" y="34271"/>
                </a:cubicBezTo>
                <a:cubicBezTo>
                  <a:pt x="1008912" y="32411"/>
                  <a:pt x="1011912" y="31481"/>
                  <a:pt x="1015185" y="31481"/>
                </a:cubicBezTo>
                <a:cubicBezTo>
                  <a:pt x="1019912" y="31481"/>
                  <a:pt x="1024717" y="32981"/>
                  <a:pt x="1029600" y="35981"/>
                </a:cubicBezTo>
                <a:lnTo>
                  <a:pt x="1024769" y="48935"/>
                </a:lnTo>
                <a:cubicBezTo>
                  <a:pt x="1021341" y="46909"/>
                  <a:pt x="1017912" y="45896"/>
                  <a:pt x="1014484" y="45896"/>
                </a:cubicBezTo>
                <a:cubicBezTo>
                  <a:pt x="1011419" y="45896"/>
                  <a:pt x="1008665" y="46820"/>
                  <a:pt x="1006224" y="48667"/>
                </a:cubicBezTo>
                <a:cubicBezTo>
                  <a:pt x="1003782" y="50513"/>
                  <a:pt x="1002042" y="53074"/>
                  <a:pt x="1001003" y="56350"/>
                </a:cubicBezTo>
                <a:cubicBezTo>
                  <a:pt x="999445" y="61342"/>
                  <a:pt x="998665" y="66802"/>
                  <a:pt x="998665" y="72731"/>
                </a:cubicBezTo>
                <a:lnTo>
                  <a:pt x="998665" y="116104"/>
                </a:lnTo>
                <a:lnTo>
                  <a:pt x="984639" y="116104"/>
                </a:lnTo>
                <a:close/>
                <a:moveTo>
                  <a:pt x="1086275" y="116104"/>
                </a:moveTo>
                <a:lnTo>
                  <a:pt x="1086275" y="100052"/>
                </a:lnTo>
                <a:lnTo>
                  <a:pt x="1102249" y="100052"/>
                </a:lnTo>
                <a:lnTo>
                  <a:pt x="1102249" y="116104"/>
                </a:lnTo>
                <a:lnTo>
                  <a:pt x="1086275" y="116104"/>
                </a:lnTo>
                <a:close/>
                <a:moveTo>
                  <a:pt x="1130640" y="116104"/>
                </a:moveTo>
                <a:lnTo>
                  <a:pt x="1130640" y="100052"/>
                </a:lnTo>
                <a:lnTo>
                  <a:pt x="1146614" y="100052"/>
                </a:lnTo>
                <a:lnTo>
                  <a:pt x="1146614" y="116104"/>
                </a:lnTo>
                <a:lnTo>
                  <a:pt x="1130640" y="116104"/>
                </a:lnTo>
                <a:close/>
                <a:moveTo>
                  <a:pt x="1175005" y="116104"/>
                </a:moveTo>
                <a:lnTo>
                  <a:pt x="1175005" y="100052"/>
                </a:lnTo>
                <a:lnTo>
                  <a:pt x="1190979" y="100052"/>
                </a:lnTo>
                <a:lnTo>
                  <a:pt x="1190979" y="116104"/>
                </a:lnTo>
                <a:lnTo>
                  <a:pt x="1175005" y="116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blue">
            <a:extLst xmlns:a="http://schemas.openxmlformats.org/drawingml/2006/main">
              <a:ext uri="{FF2B5EF4-FFF2-40B4-BE49-F238E27FC236}">
                <a16:creationId xmlns:a16="http://schemas.microsoft.com/office/drawing/2014/main" id="{A95818C3-6395-48A9-84FC-6B0BC343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370" y="3515094"/>
            <a:ext cx="311533" cy="116104"/>
          </a:xfrm>
          <a:custGeom xmlns:a="http://schemas.openxmlformats.org/drawingml/2006/main">
            <a:pathLst>
              <a:path w="311533" h="116104">
                <a:moveTo>
                  <a:pt x="0" y="114234"/>
                </a:moveTo>
                <a:lnTo>
                  <a:pt x="0" y="0"/>
                </a:lnTo>
                <a:lnTo>
                  <a:pt x="21896" y="0"/>
                </a:lnTo>
                <a:lnTo>
                  <a:pt x="21896" y="41143"/>
                </a:lnTo>
                <a:cubicBezTo>
                  <a:pt x="28649" y="33455"/>
                  <a:pt x="36649" y="29610"/>
                  <a:pt x="45896" y="29610"/>
                </a:cubicBezTo>
                <a:cubicBezTo>
                  <a:pt x="55974" y="29610"/>
                  <a:pt x="64312" y="33260"/>
                  <a:pt x="70909" y="40559"/>
                </a:cubicBezTo>
                <a:cubicBezTo>
                  <a:pt x="77507" y="47857"/>
                  <a:pt x="80805" y="58338"/>
                  <a:pt x="80805" y="72000"/>
                </a:cubicBezTo>
                <a:cubicBezTo>
                  <a:pt x="80805" y="86130"/>
                  <a:pt x="77442" y="97013"/>
                  <a:pt x="70714" y="104650"/>
                </a:cubicBezTo>
                <a:cubicBezTo>
                  <a:pt x="63987" y="112286"/>
                  <a:pt x="55818" y="116104"/>
                  <a:pt x="46208" y="116104"/>
                </a:cubicBezTo>
                <a:cubicBezTo>
                  <a:pt x="41481" y="116104"/>
                  <a:pt x="36818" y="114922"/>
                  <a:pt x="32221" y="112559"/>
                </a:cubicBezTo>
                <a:cubicBezTo>
                  <a:pt x="27623" y="110195"/>
                  <a:pt x="23662" y="106702"/>
                  <a:pt x="20338" y="102078"/>
                </a:cubicBezTo>
                <a:lnTo>
                  <a:pt x="20338" y="114234"/>
                </a:lnTo>
                <a:lnTo>
                  <a:pt x="0" y="114234"/>
                </a:lnTo>
                <a:moveTo>
                  <a:pt x="21740" y="71107"/>
                </a:moveTo>
                <a:cubicBezTo>
                  <a:pt x="21740" y="79665"/>
                  <a:pt x="23091" y="85993"/>
                  <a:pt x="25792" y="90090"/>
                </a:cubicBezTo>
                <a:cubicBezTo>
                  <a:pt x="29584" y="95900"/>
                  <a:pt x="34623" y="98805"/>
                  <a:pt x="40909" y="98805"/>
                </a:cubicBezTo>
                <a:cubicBezTo>
                  <a:pt x="45740" y="98805"/>
                  <a:pt x="49857" y="96744"/>
                  <a:pt x="53260" y="92620"/>
                </a:cubicBezTo>
                <a:cubicBezTo>
                  <a:pt x="56662" y="88497"/>
                  <a:pt x="58364" y="82000"/>
                  <a:pt x="58364" y="73130"/>
                </a:cubicBezTo>
                <a:cubicBezTo>
                  <a:pt x="58364" y="63688"/>
                  <a:pt x="56649" y="56880"/>
                  <a:pt x="53221" y="52705"/>
                </a:cubicBezTo>
                <a:cubicBezTo>
                  <a:pt x="49792" y="48529"/>
                  <a:pt x="45403" y="46442"/>
                  <a:pt x="40052" y="46442"/>
                </a:cubicBezTo>
                <a:cubicBezTo>
                  <a:pt x="34805" y="46442"/>
                  <a:pt x="30442" y="48478"/>
                  <a:pt x="26961" y="52551"/>
                </a:cubicBezTo>
                <a:cubicBezTo>
                  <a:pt x="23481" y="56623"/>
                  <a:pt x="21740" y="62808"/>
                  <a:pt x="21740" y="71107"/>
                </a:cubicBezTo>
                <a:close/>
                <a:moveTo>
                  <a:pt x="98442" y="114234"/>
                </a:moveTo>
                <a:lnTo>
                  <a:pt x="98442" y="0"/>
                </a:lnTo>
                <a:lnTo>
                  <a:pt x="120338" y="0"/>
                </a:lnTo>
                <a:lnTo>
                  <a:pt x="120338" y="114234"/>
                </a:lnTo>
                <a:lnTo>
                  <a:pt x="98442" y="114234"/>
                </a:lnTo>
                <a:close/>
                <a:moveTo>
                  <a:pt x="197274" y="114234"/>
                </a:moveTo>
                <a:lnTo>
                  <a:pt x="197274" y="101844"/>
                </a:lnTo>
                <a:cubicBezTo>
                  <a:pt x="194261" y="106260"/>
                  <a:pt x="190300" y="109741"/>
                  <a:pt x="185391" y="112286"/>
                </a:cubicBezTo>
                <a:cubicBezTo>
                  <a:pt x="180482" y="114831"/>
                  <a:pt x="175300" y="116104"/>
                  <a:pt x="169846" y="116104"/>
                </a:cubicBezTo>
                <a:cubicBezTo>
                  <a:pt x="164287" y="116104"/>
                  <a:pt x="159300" y="114883"/>
                  <a:pt x="154884" y="112442"/>
                </a:cubicBezTo>
                <a:cubicBezTo>
                  <a:pt x="150469" y="110000"/>
                  <a:pt x="147274" y="106572"/>
                  <a:pt x="145300" y="102156"/>
                </a:cubicBezTo>
                <a:cubicBezTo>
                  <a:pt x="143326" y="97740"/>
                  <a:pt x="142339" y="91637"/>
                  <a:pt x="142339" y="83844"/>
                </a:cubicBezTo>
                <a:lnTo>
                  <a:pt x="142339" y="31481"/>
                </a:lnTo>
                <a:lnTo>
                  <a:pt x="164235" y="31481"/>
                </a:lnTo>
                <a:lnTo>
                  <a:pt x="164235" y="69419"/>
                </a:lnTo>
                <a:cubicBezTo>
                  <a:pt x="164235" y="81029"/>
                  <a:pt x="164638" y="88143"/>
                  <a:pt x="165443" y="90760"/>
                </a:cubicBezTo>
                <a:cubicBezTo>
                  <a:pt x="166248" y="93377"/>
                  <a:pt x="167716" y="95450"/>
                  <a:pt x="169846" y="96979"/>
                </a:cubicBezTo>
                <a:cubicBezTo>
                  <a:pt x="171975" y="98508"/>
                  <a:pt x="174677" y="99273"/>
                  <a:pt x="177949" y="99273"/>
                </a:cubicBezTo>
                <a:cubicBezTo>
                  <a:pt x="181690" y="99273"/>
                  <a:pt x="185040" y="98249"/>
                  <a:pt x="188001" y="96202"/>
                </a:cubicBezTo>
                <a:cubicBezTo>
                  <a:pt x="190962" y="94155"/>
                  <a:pt x="192988" y="91615"/>
                  <a:pt x="194079" y="88583"/>
                </a:cubicBezTo>
                <a:cubicBezTo>
                  <a:pt x="195170" y="85551"/>
                  <a:pt x="195716" y="78126"/>
                  <a:pt x="195716" y="66309"/>
                </a:cubicBezTo>
                <a:lnTo>
                  <a:pt x="195716" y="31481"/>
                </a:lnTo>
                <a:lnTo>
                  <a:pt x="217612" y="31481"/>
                </a:lnTo>
                <a:lnTo>
                  <a:pt x="217612" y="114234"/>
                </a:lnTo>
                <a:lnTo>
                  <a:pt x="197274" y="114234"/>
                </a:lnTo>
                <a:close/>
                <a:moveTo>
                  <a:pt x="288235" y="87896"/>
                </a:moveTo>
                <a:lnTo>
                  <a:pt x="310053" y="91637"/>
                </a:lnTo>
                <a:cubicBezTo>
                  <a:pt x="307248" y="99611"/>
                  <a:pt x="302819" y="105682"/>
                  <a:pt x="296767" y="109851"/>
                </a:cubicBezTo>
                <a:cubicBezTo>
                  <a:pt x="290715" y="114020"/>
                  <a:pt x="283144" y="116104"/>
                  <a:pt x="274053" y="116104"/>
                </a:cubicBezTo>
                <a:cubicBezTo>
                  <a:pt x="259663" y="116104"/>
                  <a:pt x="249014" y="111403"/>
                  <a:pt x="242105" y="102000"/>
                </a:cubicBezTo>
                <a:cubicBezTo>
                  <a:pt x="236650" y="94468"/>
                  <a:pt x="233923" y="84961"/>
                  <a:pt x="233923" y="73481"/>
                </a:cubicBezTo>
                <a:cubicBezTo>
                  <a:pt x="233923" y="59766"/>
                  <a:pt x="237507" y="49026"/>
                  <a:pt x="244676" y="41260"/>
                </a:cubicBezTo>
                <a:cubicBezTo>
                  <a:pt x="251845" y="33494"/>
                  <a:pt x="260910" y="29610"/>
                  <a:pt x="271871" y="29610"/>
                </a:cubicBezTo>
                <a:cubicBezTo>
                  <a:pt x="284183" y="29610"/>
                  <a:pt x="293897" y="33675"/>
                  <a:pt x="301014" y="41805"/>
                </a:cubicBezTo>
                <a:cubicBezTo>
                  <a:pt x="308131" y="49935"/>
                  <a:pt x="311533" y="62390"/>
                  <a:pt x="311222" y="79169"/>
                </a:cubicBezTo>
                <a:lnTo>
                  <a:pt x="256364" y="79169"/>
                </a:lnTo>
                <a:cubicBezTo>
                  <a:pt x="256520" y="85663"/>
                  <a:pt x="258286" y="90715"/>
                  <a:pt x="261663" y="94325"/>
                </a:cubicBezTo>
                <a:cubicBezTo>
                  <a:pt x="265040" y="97935"/>
                  <a:pt x="269248" y="99741"/>
                  <a:pt x="274287" y="99741"/>
                </a:cubicBezTo>
                <a:cubicBezTo>
                  <a:pt x="277715" y="99741"/>
                  <a:pt x="280598" y="98805"/>
                  <a:pt x="282936" y="96935"/>
                </a:cubicBezTo>
                <a:cubicBezTo>
                  <a:pt x="285274" y="95065"/>
                  <a:pt x="287040" y="92052"/>
                  <a:pt x="288235" y="87896"/>
                </a:cubicBezTo>
                <a:moveTo>
                  <a:pt x="289481" y="65766"/>
                </a:moveTo>
                <a:cubicBezTo>
                  <a:pt x="289326" y="59455"/>
                  <a:pt x="287689" y="54656"/>
                  <a:pt x="284572" y="51370"/>
                </a:cubicBezTo>
                <a:cubicBezTo>
                  <a:pt x="281455" y="48085"/>
                  <a:pt x="277663" y="46442"/>
                  <a:pt x="273196" y="46442"/>
                </a:cubicBezTo>
                <a:cubicBezTo>
                  <a:pt x="268416" y="46442"/>
                  <a:pt x="264468" y="48175"/>
                  <a:pt x="261351" y="51641"/>
                </a:cubicBezTo>
                <a:cubicBezTo>
                  <a:pt x="258235" y="55108"/>
                  <a:pt x="256702" y="59817"/>
                  <a:pt x="256754" y="65766"/>
                </a:cubicBezTo>
                <a:lnTo>
                  <a:pt x="289481" y="657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,...">
            <a:extLst xmlns:a="http://schemas.openxmlformats.org/drawingml/2006/main">
              <a:ext uri="{FF2B5EF4-FFF2-40B4-BE49-F238E27FC236}">
                <a16:creationId xmlns:a16="http://schemas.microsoft.com/office/drawing/2014/main" id="{13122A31-CE2E-48E0-AB60-3A14E0F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334" y="3613276"/>
            <a:ext cx="194679" cy="38649"/>
          </a:xfrm>
          <a:custGeom xmlns:a="http://schemas.openxmlformats.org/drawingml/2006/main">
            <a:pathLst>
              <a:path w="194679" h="38649">
                <a:moveTo>
                  <a:pt x="935" y="16052"/>
                </a:moveTo>
                <a:lnTo>
                  <a:pt x="935" y="0"/>
                </a:lnTo>
                <a:lnTo>
                  <a:pt x="16909" y="0"/>
                </a:lnTo>
                <a:lnTo>
                  <a:pt x="16909" y="16006"/>
                </a:lnTo>
                <a:cubicBezTo>
                  <a:pt x="16909" y="21889"/>
                  <a:pt x="15870" y="26639"/>
                  <a:pt x="13792" y="30256"/>
                </a:cubicBezTo>
                <a:cubicBezTo>
                  <a:pt x="11714" y="33874"/>
                  <a:pt x="8416" y="36672"/>
                  <a:pt x="3896" y="38649"/>
                </a:cubicBezTo>
                <a:lnTo>
                  <a:pt x="0" y="32572"/>
                </a:lnTo>
                <a:cubicBezTo>
                  <a:pt x="2961" y="31279"/>
                  <a:pt x="5143" y="29379"/>
                  <a:pt x="6545" y="26871"/>
                </a:cubicBezTo>
                <a:cubicBezTo>
                  <a:pt x="7948" y="24363"/>
                  <a:pt x="8727" y="20757"/>
                  <a:pt x="8883" y="16052"/>
                </a:cubicBezTo>
                <a:lnTo>
                  <a:pt x="935" y="16052"/>
                </a:lnTo>
                <a:close/>
                <a:moveTo>
                  <a:pt x="89976" y="16052"/>
                </a:moveTo>
                <a:lnTo>
                  <a:pt x="89976" y="0"/>
                </a:lnTo>
                <a:lnTo>
                  <a:pt x="105950" y="0"/>
                </a:lnTo>
                <a:lnTo>
                  <a:pt x="105950" y="16052"/>
                </a:lnTo>
                <a:lnTo>
                  <a:pt x="89976" y="16052"/>
                </a:lnTo>
                <a:close/>
                <a:moveTo>
                  <a:pt x="134341" y="16052"/>
                </a:moveTo>
                <a:lnTo>
                  <a:pt x="134341" y="0"/>
                </a:lnTo>
                <a:lnTo>
                  <a:pt x="150315" y="0"/>
                </a:lnTo>
                <a:lnTo>
                  <a:pt x="150315" y="16052"/>
                </a:lnTo>
                <a:lnTo>
                  <a:pt x="134341" y="16052"/>
                </a:lnTo>
                <a:close/>
                <a:moveTo>
                  <a:pt x="178705" y="16052"/>
                </a:moveTo>
                <a:lnTo>
                  <a:pt x="178705" y="0"/>
                </a:lnTo>
                <a:lnTo>
                  <a:pt x="194679" y="0"/>
                </a:lnTo>
                <a:lnTo>
                  <a:pt x="194679" y="16052"/>
                </a:lnTo>
                <a:lnTo>
                  <a:pt x="178705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98d77b3ab44ec"/>
          <a:stretch xmlns:a="http://schemas.openxmlformats.org/drawingml/2006/main"/>
        </p:blipFill>
        <p:spPr>
          <a:xfrm xmlns:a="http://schemas.openxmlformats.org/drawingml/2006/main">
            <a:off x="6089205" y="3237981"/>
            <a:ext cx="348330" cy="405492"/>
          </a:xfrm>
          <a:prstGeom xmlns:a="http://schemas.openxmlformats.org/drawingml/2006/main" prst="rect">
            <a:avLst/>
          </a:prstGeom>
        </p:spPr>
      </p:pic>
      <p:sp>
        <p:nvSpPr>
          <p:cNvPr id="164" name="Text Alice">
            <a:extLst xmlns:a="http://schemas.openxmlformats.org/drawingml/2006/main">
              <a:ext uri="{FF2B5EF4-FFF2-40B4-BE49-F238E27FC236}">
                <a16:creationId xmlns:a16="http://schemas.microsoft.com/office/drawing/2014/main" id="{53DA8EA5-7724-4E54-8235-76E8DA45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557" y="3838386"/>
            <a:ext cx="409478" cy="126659"/>
          </a:xfrm>
          <a:custGeom xmlns:a="http://schemas.openxmlformats.org/drawingml/2006/main">
            <a:pathLst>
              <a:path w="409478" h="126659">
                <a:moveTo>
                  <a:pt x="125044" y="124619"/>
                </a:moveTo>
                <a:lnTo>
                  <a:pt x="97672" y="124619"/>
                </a:lnTo>
                <a:lnTo>
                  <a:pt x="86791" y="96227"/>
                </a:lnTo>
                <a:lnTo>
                  <a:pt x="36978" y="96227"/>
                </a:lnTo>
                <a:lnTo>
                  <a:pt x="26692" y="124619"/>
                </a:lnTo>
                <a:lnTo>
                  <a:pt x="0" y="124619"/>
                </a:lnTo>
                <a:lnTo>
                  <a:pt x="48538" y="0"/>
                </a:lnTo>
                <a:lnTo>
                  <a:pt x="75145" y="0"/>
                </a:lnTo>
                <a:lnTo>
                  <a:pt x="125044" y="124619"/>
                </a:lnTo>
                <a:moveTo>
                  <a:pt x="78716" y="75145"/>
                </a:moveTo>
                <a:lnTo>
                  <a:pt x="61544" y="29072"/>
                </a:lnTo>
                <a:lnTo>
                  <a:pt x="44713" y="75145"/>
                </a:lnTo>
                <a:lnTo>
                  <a:pt x="78716" y="75145"/>
                </a:lnTo>
                <a:close/>
                <a:moveTo>
                  <a:pt x="138191" y="124619"/>
                </a:moveTo>
                <a:lnTo>
                  <a:pt x="138191" y="0"/>
                </a:lnTo>
                <a:lnTo>
                  <a:pt x="162078" y="0"/>
                </a:lnTo>
                <a:lnTo>
                  <a:pt x="162078" y="124619"/>
                </a:lnTo>
                <a:lnTo>
                  <a:pt x="138191" y="124619"/>
                </a:lnTo>
                <a:close/>
                <a:moveTo>
                  <a:pt x="186589" y="22102"/>
                </a:moveTo>
                <a:lnTo>
                  <a:pt x="186589" y="0"/>
                </a:lnTo>
                <a:lnTo>
                  <a:pt x="210475" y="0"/>
                </a:lnTo>
                <a:lnTo>
                  <a:pt x="210475" y="22102"/>
                </a:lnTo>
                <a:lnTo>
                  <a:pt x="186589" y="22102"/>
                </a:lnTo>
                <a:moveTo>
                  <a:pt x="186589" y="124619"/>
                </a:moveTo>
                <a:lnTo>
                  <a:pt x="186589" y="34342"/>
                </a:lnTo>
                <a:lnTo>
                  <a:pt x="210475" y="34342"/>
                </a:lnTo>
                <a:lnTo>
                  <a:pt x="210475" y="124619"/>
                </a:lnTo>
                <a:lnTo>
                  <a:pt x="186589" y="124619"/>
                </a:lnTo>
                <a:close/>
                <a:moveTo>
                  <a:pt x="313702" y="61034"/>
                </a:moveTo>
                <a:lnTo>
                  <a:pt x="290155" y="65285"/>
                </a:lnTo>
                <a:cubicBezTo>
                  <a:pt x="289362" y="60609"/>
                  <a:pt x="287563" y="57089"/>
                  <a:pt x="284757" y="54723"/>
                </a:cubicBezTo>
                <a:cubicBezTo>
                  <a:pt x="281952" y="52357"/>
                  <a:pt x="278311" y="51174"/>
                  <a:pt x="273834" y="51174"/>
                </a:cubicBezTo>
                <a:cubicBezTo>
                  <a:pt x="267884" y="51174"/>
                  <a:pt x="263138" y="53222"/>
                  <a:pt x="259596" y="57318"/>
                </a:cubicBezTo>
                <a:cubicBezTo>
                  <a:pt x="256054" y="61414"/>
                  <a:pt x="254283" y="68264"/>
                  <a:pt x="254283" y="77868"/>
                </a:cubicBezTo>
                <a:cubicBezTo>
                  <a:pt x="254283" y="88547"/>
                  <a:pt x="256082" y="96091"/>
                  <a:pt x="259681" y="100498"/>
                </a:cubicBezTo>
                <a:cubicBezTo>
                  <a:pt x="263279" y="104905"/>
                  <a:pt x="268110" y="107108"/>
                  <a:pt x="274174" y="107108"/>
                </a:cubicBezTo>
                <a:cubicBezTo>
                  <a:pt x="278708" y="107108"/>
                  <a:pt x="282420" y="105818"/>
                  <a:pt x="285310" y="103240"/>
                </a:cubicBezTo>
                <a:cubicBezTo>
                  <a:pt x="288200" y="100661"/>
                  <a:pt x="290240" y="96227"/>
                  <a:pt x="291430" y="89936"/>
                </a:cubicBezTo>
                <a:lnTo>
                  <a:pt x="314892" y="94017"/>
                </a:lnTo>
                <a:cubicBezTo>
                  <a:pt x="312455" y="104784"/>
                  <a:pt x="307780" y="112916"/>
                  <a:pt x="300866" y="118414"/>
                </a:cubicBezTo>
                <a:cubicBezTo>
                  <a:pt x="293952" y="123911"/>
                  <a:pt x="284687" y="126659"/>
                  <a:pt x="273069" y="126659"/>
                </a:cubicBezTo>
                <a:cubicBezTo>
                  <a:pt x="259865" y="126659"/>
                  <a:pt x="249338" y="122494"/>
                  <a:pt x="241489" y="114163"/>
                </a:cubicBezTo>
                <a:cubicBezTo>
                  <a:pt x="233640" y="105833"/>
                  <a:pt x="229716" y="94300"/>
                  <a:pt x="229716" y="79566"/>
                </a:cubicBezTo>
                <a:cubicBezTo>
                  <a:pt x="229716" y="64661"/>
                  <a:pt x="233655" y="53058"/>
                  <a:pt x="241532" y="44756"/>
                </a:cubicBezTo>
                <a:cubicBezTo>
                  <a:pt x="249409" y="36453"/>
                  <a:pt x="260063" y="32302"/>
                  <a:pt x="273494" y="32302"/>
                </a:cubicBezTo>
                <a:cubicBezTo>
                  <a:pt x="284488" y="32302"/>
                  <a:pt x="293230" y="34668"/>
                  <a:pt x="299719" y="39400"/>
                </a:cubicBezTo>
                <a:cubicBezTo>
                  <a:pt x="306207" y="44132"/>
                  <a:pt x="310869" y="51344"/>
                  <a:pt x="313702" y="61034"/>
                </a:cubicBezTo>
                <a:close/>
                <a:moveTo>
                  <a:pt x="384061" y="95887"/>
                </a:moveTo>
                <a:lnTo>
                  <a:pt x="407862" y="99967"/>
                </a:lnTo>
                <a:cubicBezTo>
                  <a:pt x="404802" y="108666"/>
                  <a:pt x="399971" y="115290"/>
                  <a:pt x="393369" y="119837"/>
                </a:cubicBezTo>
                <a:cubicBezTo>
                  <a:pt x="386767" y="124385"/>
                  <a:pt x="378507" y="126659"/>
                  <a:pt x="368590" y="126659"/>
                </a:cubicBezTo>
                <a:cubicBezTo>
                  <a:pt x="352892" y="126659"/>
                  <a:pt x="341274" y="121530"/>
                  <a:pt x="333737" y="111273"/>
                </a:cubicBezTo>
                <a:cubicBezTo>
                  <a:pt x="327787" y="103056"/>
                  <a:pt x="324811" y="92685"/>
                  <a:pt x="324811" y="80161"/>
                </a:cubicBezTo>
                <a:cubicBezTo>
                  <a:pt x="324811" y="65200"/>
                  <a:pt x="328722" y="53483"/>
                  <a:pt x="336542" y="45011"/>
                </a:cubicBezTo>
                <a:cubicBezTo>
                  <a:pt x="344363" y="36538"/>
                  <a:pt x="354252" y="32302"/>
                  <a:pt x="366209" y="32302"/>
                </a:cubicBezTo>
                <a:cubicBezTo>
                  <a:pt x="379640" y="32302"/>
                  <a:pt x="390238" y="36737"/>
                  <a:pt x="398002" y="45606"/>
                </a:cubicBezTo>
                <a:cubicBezTo>
                  <a:pt x="405766" y="54475"/>
                  <a:pt x="409478" y="68062"/>
                  <a:pt x="409137" y="86366"/>
                </a:cubicBezTo>
                <a:lnTo>
                  <a:pt x="349293" y="86366"/>
                </a:lnTo>
                <a:cubicBezTo>
                  <a:pt x="349463" y="93450"/>
                  <a:pt x="351390" y="98961"/>
                  <a:pt x="355074" y="102900"/>
                </a:cubicBezTo>
                <a:cubicBezTo>
                  <a:pt x="358757" y="106839"/>
                  <a:pt x="363348" y="108808"/>
                  <a:pt x="368845" y="108808"/>
                </a:cubicBezTo>
                <a:cubicBezTo>
                  <a:pt x="372585" y="108808"/>
                  <a:pt x="375730" y="107788"/>
                  <a:pt x="378280" y="105748"/>
                </a:cubicBezTo>
                <a:cubicBezTo>
                  <a:pt x="380830" y="103707"/>
                  <a:pt x="382757" y="100421"/>
                  <a:pt x="384061" y="95887"/>
                </a:cubicBezTo>
                <a:moveTo>
                  <a:pt x="385421" y="71745"/>
                </a:moveTo>
                <a:cubicBezTo>
                  <a:pt x="385251" y="64860"/>
                  <a:pt x="383466" y="59625"/>
                  <a:pt x="380065" y="56040"/>
                </a:cubicBezTo>
                <a:cubicBezTo>
                  <a:pt x="376665" y="52456"/>
                  <a:pt x="372528" y="50664"/>
                  <a:pt x="367655" y="50664"/>
                </a:cubicBezTo>
                <a:cubicBezTo>
                  <a:pt x="362441" y="50664"/>
                  <a:pt x="358134" y="52554"/>
                  <a:pt x="354734" y="56335"/>
                </a:cubicBezTo>
                <a:cubicBezTo>
                  <a:pt x="351333" y="60118"/>
                  <a:pt x="349662" y="65255"/>
                  <a:pt x="349718" y="71745"/>
                </a:cubicBezTo>
                <a:lnTo>
                  <a:pt x="385421" y="71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Time">
            <a:extLst xmlns:a="http://schemas.openxmlformats.org/drawingml/2006/main">
              <a:ext uri="{FF2B5EF4-FFF2-40B4-BE49-F238E27FC236}">
                <a16:creationId xmlns:a16="http://schemas.microsoft.com/office/drawing/2014/main" id="{E63B38E2-E920-43F9-95BE-86F60B67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3469" y="3838386"/>
            <a:ext cx="392815" cy="126659"/>
          </a:xfrm>
          <a:custGeom xmlns:a="http://schemas.openxmlformats.org/drawingml/2006/main">
            <a:pathLst>
              <a:path w="392815" h="126659">
                <a:moveTo>
                  <a:pt x="36978" y="124619"/>
                </a:moveTo>
                <a:lnTo>
                  <a:pt x="36978" y="21082"/>
                </a:lnTo>
                <a:lnTo>
                  <a:pt x="0" y="21082"/>
                </a:lnTo>
                <a:lnTo>
                  <a:pt x="0" y="0"/>
                </a:lnTo>
                <a:lnTo>
                  <a:pt x="99032" y="0"/>
                </a:lnTo>
                <a:lnTo>
                  <a:pt x="99032" y="21082"/>
                </a:lnTo>
                <a:lnTo>
                  <a:pt x="62139" y="21082"/>
                </a:lnTo>
                <a:lnTo>
                  <a:pt x="62139" y="124619"/>
                </a:lnTo>
                <a:lnTo>
                  <a:pt x="36978" y="124619"/>
                </a:lnTo>
                <a:close/>
                <a:moveTo>
                  <a:pt x="111953" y="22102"/>
                </a:moveTo>
                <a:lnTo>
                  <a:pt x="111953" y="0"/>
                </a:lnTo>
                <a:lnTo>
                  <a:pt x="135840" y="0"/>
                </a:lnTo>
                <a:lnTo>
                  <a:pt x="135840" y="22102"/>
                </a:lnTo>
                <a:lnTo>
                  <a:pt x="111953" y="22102"/>
                </a:lnTo>
                <a:moveTo>
                  <a:pt x="111953" y="124619"/>
                </a:moveTo>
                <a:lnTo>
                  <a:pt x="111953" y="34342"/>
                </a:lnTo>
                <a:lnTo>
                  <a:pt x="135840" y="34342"/>
                </a:lnTo>
                <a:lnTo>
                  <a:pt x="135840" y="124619"/>
                </a:lnTo>
                <a:lnTo>
                  <a:pt x="111953" y="124619"/>
                </a:lnTo>
                <a:close/>
                <a:moveTo>
                  <a:pt x="158566" y="34342"/>
                </a:moveTo>
                <a:lnTo>
                  <a:pt x="180583" y="34342"/>
                </a:lnTo>
                <a:lnTo>
                  <a:pt x="180583" y="46668"/>
                </a:lnTo>
                <a:cubicBezTo>
                  <a:pt x="188460" y="37091"/>
                  <a:pt x="197839" y="32302"/>
                  <a:pt x="208720" y="32302"/>
                </a:cubicBezTo>
                <a:cubicBezTo>
                  <a:pt x="214500" y="32302"/>
                  <a:pt x="219515" y="33498"/>
                  <a:pt x="223766" y="35889"/>
                </a:cubicBezTo>
                <a:cubicBezTo>
                  <a:pt x="228016" y="38279"/>
                  <a:pt x="231501" y="41895"/>
                  <a:pt x="234221" y="46735"/>
                </a:cubicBezTo>
                <a:cubicBezTo>
                  <a:pt x="238188" y="41895"/>
                  <a:pt x="242467" y="38279"/>
                  <a:pt x="247057" y="35889"/>
                </a:cubicBezTo>
                <a:cubicBezTo>
                  <a:pt x="251648" y="33498"/>
                  <a:pt x="256550" y="32302"/>
                  <a:pt x="261763" y="32302"/>
                </a:cubicBezTo>
                <a:cubicBezTo>
                  <a:pt x="268394" y="32302"/>
                  <a:pt x="274004" y="33648"/>
                  <a:pt x="278595" y="36340"/>
                </a:cubicBezTo>
                <a:cubicBezTo>
                  <a:pt x="283185" y="39032"/>
                  <a:pt x="286614" y="42985"/>
                  <a:pt x="288880" y="48198"/>
                </a:cubicBezTo>
                <a:cubicBezTo>
                  <a:pt x="290524" y="52052"/>
                  <a:pt x="291346" y="58286"/>
                  <a:pt x="291346" y="66900"/>
                </a:cubicBezTo>
                <a:lnTo>
                  <a:pt x="291346" y="124619"/>
                </a:lnTo>
                <a:lnTo>
                  <a:pt x="267459" y="124619"/>
                </a:lnTo>
                <a:lnTo>
                  <a:pt x="267459" y="73079"/>
                </a:lnTo>
                <a:cubicBezTo>
                  <a:pt x="267459" y="64135"/>
                  <a:pt x="266637" y="58362"/>
                  <a:pt x="264994" y="55759"/>
                </a:cubicBezTo>
                <a:cubicBezTo>
                  <a:pt x="262784" y="52362"/>
                  <a:pt x="259383" y="50664"/>
                  <a:pt x="254793" y="50664"/>
                </a:cubicBezTo>
                <a:cubicBezTo>
                  <a:pt x="251449" y="50664"/>
                  <a:pt x="248304" y="51683"/>
                  <a:pt x="245357" y="53721"/>
                </a:cubicBezTo>
                <a:cubicBezTo>
                  <a:pt x="242410" y="55758"/>
                  <a:pt x="240285" y="58744"/>
                  <a:pt x="238982" y="62679"/>
                </a:cubicBezTo>
                <a:cubicBezTo>
                  <a:pt x="237678" y="66612"/>
                  <a:pt x="237027" y="72825"/>
                  <a:pt x="237027" y="81316"/>
                </a:cubicBezTo>
                <a:lnTo>
                  <a:pt x="237027" y="124619"/>
                </a:lnTo>
                <a:lnTo>
                  <a:pt x="213140" y="124619"/>
                </a:lnTo>
                <a:lnTo>
                  <a:pt x="213140" y="75201"/>
                </a:lnTo>
                <a:cubicBezTo>
                  <a:pt x="213140" y="66428"/>
                  <a:pt x="212715" y="60768"/>
                  <a:pt x="211865" y="58221"/>
                </a:cubicBezTo>
                <a:cubicBezTo>
                  <a:pt x="211015" y="55673"/>
                  <a:pt x="209697" y="53776"/>
                  <a:pt x="207912" y="52531"/>
                </a:cubicBezTo>
                <a:cubicBezTo>
                  <a:pt x="206127" y="51286"/>
                  <a:pt x="203704" y="50664"/>
                  <a:pt x="200644" y="50664"/>
                </a:cubicBezTo>
                <a:cubicBezTo>
                  <a:pt x="196960" y="50664"/>
                  <a:pt x="193645" y="51654"/>
                  <a:pt x="190698" y="53636"/>
                </a:cubicBezTo>
                <a:cubicBezTo>
                  <a:pt x="187751" y="55616"/>
                  <a:pt x="185640" y="58474"/>
                  <a:pt x="184365" y="62211"/>
                </a:cubicBezTo>
                <a:cubicBezTo>
                  <a:pt x="183090" y="65948"/>
                  <a:pt x="182453" y="72146"/>
                  <a:pt x="182453" y="80806"/>
                </a:cubicBezTo>
                <a:lnTo>
                  <a:pt x="182453" y="124619"/>
                </a:lnTo>
                <a:lnTo>
                  <a:pt x="158566" y="124619"/>
                </a:lnTo>
                <a:lnTo>
                  <a:pt x="158566" y="34342"/>
                </a:lnTo>
                <a:close/>
                <a:moveTo>
                  <a:pt x="367398" y="95887"/>
                </a:moveTo>
                <a:lnTo>
                  <a:pt x="391200" y="99967"/>
                </a:lnTo>
                <a:cubicBezTo>
                  <a:pt x="388140" y="108666"/>
                  <a:pt x="383308" y="115290"/>
                  <a:pt x="376706" y="119837"/>
                </a:cubicBezTo>
                <a:cubicBezTo>
                  <a:pt x="370104" y="124385"/>
                  <a:pt x="361844" y="126659"/>
                  <a:pt x="351927" y="126659"/>
                </a:cubicBezTo>
                <a:cubicBezTo>
                  <a:pt x="336229" y="126659"/>
                  <a:pt x="324612" y="121530"/>
                  <a:pt x="317074" y="111273"/>
                </a:cubicBezTo>
                <a:cubicBezTo>
                  <a:pt x="311124" y="103056"/>
                  <a:pt x="308149" y="92685"/>
                  <a:pt x="308149" y="80161"/>
                </a:cubicBezTo>
                <a:cubicBezTo>
                  <a:pt x="308149" y="65200"/>
                  <a:pt x="312059" y="53483"/>
                  <a:pt x="319880" y="45011"/>
                </a:cubicBezTo>
                <a:cubicBezTo>
                  <a:pt x="327700" y="36538"/>
                  <a:pt x="337589" y="32302"/>
                  <a:pt x="349547" y="32302"/>
                </a:cubicBezTo>
                <a:cubicBezTo>
                  <a:pt x="362978" y="32302"/>
                  <a:pt x="373575" y="36737"/>
                  <a:pt x="381339" y="45606"/>
                </a:cubicBezTo>
                <a:cubicBezTo>
                  <a:pt x="389103" y="54475"/>
                  <a:pt x="392815" y="68062"/>
                  <a:pt x="392475" y="86366"/>
                </a:cubicBezTo>
                <a:lnTo>
                  <a:pt x="332631" y="86366"/>
                </a:lnTo>
                <a:cubicBezTo>
                  <a:pt x="332801" y="93450"/>
                  <a:pt x="334727" y="98961"/>
                  <a:pt x="338411" y="102900"/>
                </a:cubicBezTo>
                <a:cubicBezTo>
                  <a:pt x="342095" y="106839"/>
                  <a:pt x="346685" y="108808"/>
                  <a:pt x="352182" y="108808"/>
                </a:cubicBezTo>
                <a:cubicBezTo>
                  <a:pt x="355922" y="108808"/>
                  <a:pt x="359068" y="107788"/>
                  <a:pt x="361618" y="105748"/>
                </a:cubicBezTo>
                <a:cubicBezTo>
                  <a:pt x="364168" y="103707"/>
                  <a:pt x="366095" y="100421"/>
                  <a:pt x="367398" y="95887"/>
                </a:cubicBezTo>
                <a:moveTo>
                  <a:pt x="368758" y="71745"/>
                </a:moveTo>
                <a:cubicBezTo>
                  <a:pt x="368588" y="64860"/>
                  <a:pt x="366803" y="59625"/>
                  <a:pt x="363403" y="56040"/>
                </a:cubicBezTo>
                <a:cubicBezTo>
                  <a:pt x="360003" y="52456"/>
                  <a:pt x="355866" y="50664"/>
                  <a:pt x="350992" y="50664"/>
                </a:cubicBezTo>
                <a:cubicBezTo>
                  <a:pt x="345778" y="50664"/>
                  <a:pt x="341471" y="52554"/>
                  <a:pt x="338071" y="56335"/>
                </a:cubicBezTo>
                <a:cubicBezTo>
                  <a:pt x="334671" y="60118"/>
                  <a:pt x="332999" y="65255"/>
                  <a:pt x="333056" y="71745"/>
                </a:cubicBezTo>
                <a:lnTo>
                  <a:pt x="368758" y="71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E05979-70C1-49C2-AA45-70CB661D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43" y="3476997"/>
            <a:ext cx="188600" cy="174093"/>
          </a:xfrm>
          <a:custGeom xmlns:a="http://schemas.openxmlformats.org/drawingml/2006/main">
            <a:pathLst>
              <a:path w="188600" h="174093">
                <a:moveTo>
                  <a:pt x="26114" y="0"/>
                </a:moveTo>
                <a:lnTo>
                  <a:pt x="162486" y="0"/>
                </a:lnTo>
                <a:cubicBezTo>
                  <a:pt x="165949" y="0"/>
                  <a:pt x="169280" y="662"/>
                  <a:pt x="172480" y="1988"/>
                </a:cubicBezTo>
                <a:cubicBezTo>
                  <a:pt x="175679" y="3313"/>
                  <a:pt x="178503" y="5200"/>
                  <a:pt x="180952" y="7648"/>
                </a:cubicBezTo>
                <a:cubicBezTo>
                  <a:pt x="183400" y="10097"/>
                  <a:pt x="185287" y="12921"/>
                  <a:pt x="186612" y="16120"/>
                </a:cubicBezTo>
                <a:cubicBezTo>
                  <a:pt x="187938" y="19320"/>
                  <a:pt x="188600" y="22651"/>
                  <a:pt x="188600" y="26114"/>
                </a:cubicBezTo>
                <a:lnTo>
                  <a:pt x="188600" y="147979"/>
                </a:lnTo>
                <a:cubicBezTo>
                  <a:pt x="188600" y="151442"/>
                  <a:pt x="187938" y="154772"/>
                  <a:pt x="186612" y="157972"/>
                </a:cubicBezTo>
                <a:cubicBezTo>
                  <a:pt x="185287" y="161171"/>
                  <a:pt x="183400" y="163995"/>
                  <a:pt x="180952" y="166444"/>
                </a:cubicBezTo>
                <a:cubicBezTo>
                  <a:pt x="178503" y="168892"/>
                  <a:pt x="175679" y="170779"/>
                  <a:pt x="172480" y="172104"/>
                </a:cubicBezTo>
                <a:cubicBezTo>
                  <a:pt x="169280" y="173429"/>
                  <a:pt x="165949" y="174092"/>
                  <a:pt x="162486" y="174093"/>
                </a:cubicBezTo>
                <a:lnTo>
                  <a:pt x="26114" y="174093"/>
                </a:lnTo>
                <a:cubicBezTo>
                  <a:pt x="22651" y="174092"/>
                  <a:pt x="19320" y="173429"/>
                  <a:pt x="16121" y="172104"/>
                </a:cubicBezTo>
                <a:cubicBezTo>
                  <a:pt x="12921" y="170779"/>
                  <a:pt x="10097" y="168892"/>
                  <a:pt x="7649" y="166443"/>
                </a:cubicBezTo>
                <a:cubicBezTo>
                  <a:pt x="5200" y="163995"/>
                  <a:pt x="3313" y="161171"/>
                  <a:pt x="1988" y="157971"/>
                </a:cubicBezTo>
                <a:cubicBezTo>
                  <a:pt x="663" y="154772"/>
                  <a:pt x="0" y="151442"/>
                  <a:pt x="0" y="147979"/>
                </a:cubicBezTo>
                <a:lnTo>
                  <a:pt x="0" y="26114"/>
                </a:lnTo>
                <a:cubicBezTo>
                  <a:pt x="0" y="22651"/>
                  <a:pt x="663" y="19320"/>
                  <a:pt x="1988" y="16120"/>
                </a:cubicBezTo>
                <a:cubicBezTo>
                  <a:pt x="3313" y="12921"/>
                  <a:pt x="5200" y="10097"/>
                  <a:pt x="7649" y="7648"/>
                </a:cubicBezTo>
                <a:cubicBezTo>
                  <a:pt x="10097" y="5200"/>
                  <a:pt x="12921" y="3313"/>
                  <a:pt x="16121" y="1988"/>
                </a:cubicBezTo>
                <a:cubicBezTo>
                  <a:pt x="19320" y="662"/>
                  <a:pt x="22651" y="0"/>
                  <a:pt x="26114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2408D-8BC9-427D-A65D-B4BDC259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043" y="3476997"/>
            <a:ext cx="188600" cy="174093"/>
          </a:xfrm>
          <a:custGeom xmlns:a="http://schemas.openxmlformats.org/drawingml/2006/main">
            <a:pathLst>
              <a:path w="188600" h="174093" fill="none">
                <a:moveTo>
                  <a:pt x="26114" y="0"/>
                </a:moveTo>
                <a:lnTo>
                  <a:pt x="162486" y="0"/>
                </a:lnTo>
                <a:cubicBezTo>
                  <a:pt x="165949" y="0"/>
                  <a:pt x="169280" y="662"/>
                  <a:pt x="172480" y="1988"/>
                </a:cubicBezTo>
                <a:cubicBezTo>
                  <a:pt x="175679" y="3313"/>
                  <a:pt x="178503" y="5200"/>
                  <a:pt x="180952" y="7648"/>
                </a:cubicBezTo>
                <a:cubicBezTo>
                  <a:pt x="183400" y="10097"/>
                  <a:pt x="185287" y="12921"/>
                  <a:pt x="186612" y="16120"/>
                </a:cubicBezTo>
                <a:cubicBezTo>
                  <a:pt x="187938" y="19320"/>
                  <a:pt x="188600" y="22651"/>
                  <a:pt x="188600" y="26114"/>
                </a:cubicBezTo>
                <a:lnTo>
                  <a:pt x="188600" y="147979"/>
                </a:lnTo>
                <a:cubicBezTo>
                  <a:pt x="188600" y="151442"/>
                  <a:pt x="187938" y="154772"/>
                  <a:pt x="186612" y="157972"/>
                </a:cubicBezTo>
                <a:cubicBezTo>
                  <a:pt x="185287" y="161171"/>
                  <a:pt x="183400" y="163995"/>
                  <a:pt x="180952" y="166444"/>
                </a:cubicBezTo>
                <a:cubicBezTo>
                  <a:pt x="178503" y="168892"/>
                  <a:pt x="175679" y="170779"/>
                  <a:pt x="172480" y="172104"/>
                </a:cubicBezTo>
                <a:cubicBezTo>
                  <a:pt x="169280" y="173429"/>
                  <a:pt x="165949" y="174092"/>
                  <a:pt x="162486" y="174093"/>
                </a:cubicBezTo>
                <a:lnTo>
                  <a:pt x="26114" y="174093"/>
                </a:lnTo>
                <a:cubicBezTo>
                  <a:pt x="22651" y="174092"/>
                  <a:pt x="19320" y="173429"/>
                  <a:pt x="16121" y="172104"/>
                </a:cubicBezTo>
                <a:cubicBezTo>
                  <a:pt x="12921" y="170779"/>
                  <a:pt x="10097" y="168892"/>
                  <a:pt x="7649" y="166443"/>
                </a:cubicBezTo>
                <a:cubicBezTo>
                  <a:pt x="5200" y="163995"/>
                  <a:pt x="3313" y="161171"/>
                  <a:pt x="1988" y="157971"/>
                </a:cubicBezTo>
                <a:cubicBezTo>
                  <a:pt x="663" y="154772"/>
                  <a:pt x="0" y="151442"/>
                  <a:pt x="0" y="147979"/>
                </a:cubicBezTo>
                <a:lnTo>
                  <a:pt x="0" y="26114"/>
                </a:lnTo>
                <a:cubicBezTo>
                  <a:pt x="0" y="22651"/>
                  <a:pt x="663" y="19320"/>
                  <a:pt x="1988" y="16120"/>
                </a:cubicBezTo>
                <a:cubicBezTo>
                  <a:pt x="3313" y="12921"/>
                  <a:pt x="5200" y="10097"/>
                  <a:pt x="7649" y="7648"/>
                </a:cubicBezTo>
                <a:cubicBezTo>
                  <a:pt x="10097" y="5200"/>
                  <a:pt x="12921" y="3313"/>
                  <a:pt x="16121" y="1988"/>
                </a:cubicBezTo>
                <a:cubicBezTo>
                  <a:pt x="19320" y="662"/>
                  <a:pt x="22651" y="0"/>
                  <a:pt x="261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168" name="Text t">
            <a:extLst xmlns:a="http://schemas.openxmlformats.org/drawingml/2006/main">
              <a:ext uri="{FF2B5EF4-FFF2-40B4-BE49-F238E27FC236}">
                <a16:creationId xmlns:a16="http://schemas.microsoft.com/office/drawing/2014/main" id="{D32C201E-CDF3-40B0-B54C-7ECCF6C9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7627" y="3513238"/>
            <a:ext cx="36694" cy="102574"/>
          </a:xfrm>
          <a:custGeom xmlns:a="http://schemas.openxmlformats.org/drawingml/2006/main">
            <a:pathLst>
              <a:path w="36694" h="102574">
                <a:moveTo>
                  <a:pt x="34853" y="90319"/>
                </a:moveTo>
                <a:lnTo>
                  <a:pt x="36694" y="101582"/>
                </a:lnTo>
                <a:cubicBezTo>
                  <a:pt x="33105" y="102243"/>
                  <a:pt x="29894" y="102574"/>
                  <a:pt x="27060" y="102574"/>
                </a:cubicBezTo>
                <a:cubicBezTo>
                  <a:pt x="22432" y="102574"/>
                  <a:pt x="18843" y="101842"/>
                  <a:pt x="16293" y="100378"/>
                </a:cubicBezTo>
                <a:cubicBezTo>
                  <a:pt x="13743" y="98914"/>
                  <a:pt x="11948" y="96990"/>
                  <a:pt x="10909" y="94605"/>
                </a:cubicBezTo>
                <a:cubicBezTo>
                  <a:pt x="9870" y="92220"/>
                  <a:pt x="9351" y="87202"/>
                  <a:pt x="9351" y="79552"/>
                </a:cubicBezTo>
                <a:lnTo>
                  <a:pt x="9351" y="36269"/>
                </a:lnTo>
                <a:lnTo>
                  <a:pt x="0" y="36269"/>
                </a:lnTo>
                <a:lnTo>
                  <a:pt x="0" y="26352"/>
                </a:lnTo>
                <a:lnTo>
                  <a:pt x="9351" y="26352"/>
                </a:lnTo>
                <a:lnTo>
                  <a:pt x="9351" y="7670"/>
                </a:lnTo>
                <a:lnTo>
                  <a:pt x="22031" y="0"/>
                </a:lnTo>
                <a:lnTo>
                  <a:pt x="22031" y="26352"/>
                </a:lnTo>
                <a:lnTo>
                  <a:pt x="34853" y="26352"/>
                </a:lnTo>
                <a:lnTo>
                  <a:pt x="34853" y="36269"/>
                </a:lnTo>
                <a:lnTo>
                  <a:pt x="22031" y="36269"/>
                </a:lnTo>
                <a:lnTo>
                  <a:pt x="22031" y="80260"/>
                </a:lnTo>
                <a:cubicBezTo>
                  <a:pt x="22031" y="83896"/>
                  <a:pt x="22255" y="86234"/>
                  <a:pt x="22704" y="87273"/>
                </a:cubicBezTo>
                <a:cubicBezTo>
                  <a:pt x="23152" y="88312"/>
                  <a:pt x="23884" y="89138"/>
                  <a:pt x="24900" y="89752"/>
                </a:cubicBezTo>
                <a:cubicBezTo>
                  <a:pt x="25915" y="90366"/>
                  <a:pt x="27367" y="90673"/>
                  <a:pt x="29256" y="90673"/>
                </a:cubicBezTo>
                <a:cubicBezTo>
                  <a:pt x="30673" y="90673"/>
                  <a:pt x="32538" y="90555"/>
                  <a:pt x="34853" y="90319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Text 1">
            <a:extLst xmlns:a="http://schemas.openxmlformats.org/drawingml/2006/main">
              <a:ext uri="{FF2B5EF4-FFF2-40B4-BE49-F238E27FC236}">
                <a16:creationId xmlns:a16="http://schemas.microsoft.com/office/drawing/2014/main" id="{71D91B94-1FDF-4EDE-AB55-D28610D6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8586" y="3571483"/>
            <a:ext cx="31865" cy="86860"/>
          </a:xfrm>
          <a:custGeom xmlns:a="http://schemas.openxmlformats.org/drawingml/2006/main">
            <a:pathLst>
              <a:path w="31865" h="86860">
                <a:moveTo>
                  <a:pt x="31865" y="86860"/>
                </a:moveTo>
                <a:lnTo>
                  <a:pt x="21243" y="86860"/>
                </a:lnTo>
                <a:lnTo>
                  <a:pt x="21243" y="19178"/>
                </a:lnTo>
                <a:cubicBezTo>
                  <a:pt x="18686" y="21617"/>
                  <a:pt x="15332" y="24056"/>
                  <a:pt x="11182" y="26495"/>
                </a:cubicBezTo>
                <a:cubicBezTo>
                  <a:pt x="7032" y="28934"/>
                  <a:pt x="3304" y="30763"/>
                  <a:pt x="0" y="31983"/>
                </a:cubicBezTo>
                <a:lnTo>
                  <a:pt x="0" y="21715"/>
                </a:lnTo>
                <a:cubicBezTo>
                  <a:pt x="5940" y="18922"/>
                  <a:pt x="11133" y="15539"/>
                  <a:pt x="15578" y="11566"/>
                </a:cubicBezTo>
                <a:cubicBezTo>
                  <a:pt x="20024" y="7592"/>
                  <a:pt x="23171" y="3737"/>
                  <a:pt x="25020" y="0"/>
                </a:cubicBezTo>
                <a:lnTo>
                  <a:pt x="31865" y="0"/>
                </a:lnTo>
                <a:lnTo>
                  <a:pt x="31865" y="8686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B265C-A2A3-4E0D-98BA-C75CB92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87" y="3020004"/>
            <a:ext cx="377201" cy="275646"/>
          </a:xfrm>
          <a:custGeom xmlns:a="http://schemas.openxmlformats.org/drawingml/2006/main">
            <a:pathLst>
              <a:path w="377201" h="275646">
                <a:moveTo>
                  <a:pt x="41347" y="0"/>
                </a:moveTo>
                <a:lnTo>
                  <a:pt x="335853" y="0"/>
                </a:lnTo>
                <a:cubicBezTo>
                  <a:pt x="341337" y="0"/>
                  <a:pt x="346611" y="1049"/>
                  <a:pt x="351677" y="3147"/>
                </a:cubicBezTo>
                <a:cubicBezTo>
                  <a:pt x="356743" y="5245"/>
                  <a:pt x="361214" y="8233"/>
                  <a:pt x="365091" y="12110"/>
                </a:cubicBezTo>
                <a:cubicBezTo>
                  <a:pt x="368968" y="15987"/>
                  <a:pt x="371956" y="20459"/>
                  <a:pt x="374054" y="25524"/>
                </a:cubicBezTo>
                <a:cubicBezTo>
                  <a:pt x="376152" y="30590"/>
                  <a:pt x="377201" y="35864"/>
                  <a:pt x="377200" y="41347"/>
                </a:cubicBezTo>
                <a:lnTo>
                  <a:pt x="377200" y="234300"/>
                </a:lnTo>
                <a:cubicBezTo>
                  <a:pt x="377201" y="239782"/>
                  <a:pt x="376152" y="245056"/>
                  <a:pt x="374054" y="250122"/>
                </a:cubicBezTo>
                <a:cubicBezTo>
                  <a:pt x="371956" y="255188"/>
                  <a:pt x="368968" y="259659"/>
                  <a:pt x="365090" y="263536"/>
                </a:cubicBezTo>
                <a:cubicBezTo>
                  <a:pt x="361213" y="267413"/>
                  <a:pt x="356742" y="270401"/>
                  <a:pt x="351677" y="272499"/>
                </a:cubicBezTo>
                <a:cubicBezTo>
                  <a:pt x="346611" y="274597"/>
                  <a:pt x="341337" y="275646"/>
                  <a:pt x="335853" y="275646"/>
                </a:cubicBezTo>
                <a:lnTo>
                  <a:pt x="41347" y="275646"/>
                </a:lnTo>
                <a:cubicBezTo>
                  <a:pt x="35864" y="275646"/>
                  <a:pt x="30590" y="274597"/>
                  <a:pt x="25525" y="272499"/>
                </a:cubicBezTo>
                <a:cubicBezTo>
                  <a:pt x="20459" y="270401"/>
                  <a:pt x="15988" y="267413"/>
                  <a:pt x="12111" y="263536"/>
                </a:cubicBezTo>
                <a:cubicBezTo>
                  <a:pt x="8234" y="259659"/>
                  <a:pt x="5246" y="255188"/>
                  <a:pt x="3148" y="250122"/>
                </a:cubicBezTo>
                <a:cubicBezTo>
                  <a:pt x="1050" y="245056"/>
                  <a:pt x="0" y="239782"/>
                  <a:pt x="0" y="234300"/>
                </a:cubicBezTo>
                <a:lnTo>
                  <a:pt x="0" y="41347"/>
                </a:lnTo>
                <a:cubicBezTo>
                  <a:pt x="0" y="35864"/>
                  <a:pt x="1050" y="30590"/>
                  <a:pt x="3148" y="25524"/>
                </a:cubicBezTo>
                <a:cubicBezTo>
                  <a:pt x="5246" y="20459"/>
                  <a:pt x="8233" y="15987"/>
                  <a:pt x="12111" y="12110"/>
                </a:cubicBezTo>
                <a:cubicBezTo>
                  <a:pt x="15988" y="8233"/>
                  <a:pt x="20459" y="5245"/>
                  <a:pt x="25525" y="3147"/>
                </a:cubicBezTo>
                <a:cubicBezTo>
                  <a:pt x="30590" y="1049"/>
                  <a:pt x="35864" y="0"/>
                  <a:pt x="41347" y="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C498E-D8C5-41C2-8A57-456B1F3B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87" y="3020004"/>
            <a:ext cx="377201" cy="275646"/>
          </a:xfrm>
          <a:custGeom xmlns:a="http://schemas.openxmlformats.org/drawingml/2006/main">
            <a:pathLst>
              <a:path w="377201" h="275646" fill="none">
                <a:moveTo>
                  <a:pt x="41347" y="0"/>
                </a:moveTo>
                <a:lnTo>
                  <a:pt x="335853" y="0"/>
                </a:lnTo>
                <a:cubicBezTo>
                  <a:pt x="341337" y="0"/>
                  <a:pt x="346611" y="1049"/>
                  <a:pt x="351677" y="3147"/>
                </a:cubicBezTo>
                <a:cubicBezTo>
                  <a:pt x="356743" y="5245"/>
                  <a:pt x="361214" y="8233"/>
                  <a:pt x="365091" y="12110"/>
                </a:cubicBezTo>
                <a:cubicBezTo>
                  <a:pt x="368968" y="15987"/>
                  <a:pt x="371956" y="20459"/>
                  <a:pt x="374054" y="25524"/>
                </a:cubicBezTo>
                <a:cubicBezTo>
                  <a:pt x="376152" y="30590"/>
                  <a:pt x="377201" y="35864"/>
                  <a:pt x="377200" y="41347"/>
                </a:cubicBezTo>
                <a:lnTo>
                  <a:pt x="377200" y="234300"/>
                </a:lnTo>
                <a:cubicBezTo>
                  <a:pt x="377201" y="239782"/>
                  <a:pt x="376152" y="245056"/>
                  <a:pt x="374054" y="250122"/>
                </a:cubicBezTo>
                <a:cubicBezTo>
                  <a:pt x="371956" y="255188"/>
                  <a:pt x="368968" y="259659"/>
                  <a:pt x="365090" y="263536"/>
                </a:cubicBezTo>
                <a:cubicBezTo>
                  <a:pt x="361213" y="267413"/>
                  <a:pt x="356742" y="270401"/>
                  <a:pt x="351677" y="272499"/>
                </a:cubicBezTo>
                <a:cubicBezTo>
                  <a:pt x="346611" y="274597"/>
                  <a:pt x="341337" y="275646"/>
                  <a:pt x="335853" y="275646"/>
                </a:cubicBezTo>
                <a:lnTo>
                  <a:pt x="41347" y="275646"/>
                </a:lnTo>
                <a:cubicBezTo>
                  <a:pt x="35864" y="275646"/>
                  <a:pt x="30590" y="274597"/>
                  <a:pt x="25525" y="272499"/>
                </a:cubicBezTo>
                <a:cubicBezTo>
                  <a:pt x="20459" y="270401"/>
                  <a:pt x="15988" y="267413"/>
                  <a:pt x="12111" y="263536"/>
                </a:cubicBezTo>
                <a:cubicBezTo>
                  <a:pt x="8234" y="259659"/>
                  <a:pt x="5246" y="255188"/>
                  <a:pt x="3148" y="250122"/>
                </a:cubicBezTo>
                <a:cubicBezTo>
                  <a:pt x="1050" y="245056"/>
                  <a:pt x="0" y="239782"/>
                  <a:pt x="0" y="234300"/>
                </a:cubicBezTo>
                <a:lnTo>
                  <a:pt x="0" y="41347"/>
                </a:lnTo>
                <a:cubicBezTo>
                  <a:pt x="0" y="35864"/>
                  <a:pt x="1050" y="30590"/>
                  <a:pt x="3148" y="25524"/>
                </a:cubicBezTo>
                <a:cubicBezTo>
                  <a:pt x="5246" y="20459"/>
                  <a:pt x="8233" y="15987"/>
                  <a:pt x="12111" y="12110"/>
                </a:cubicBezTo>
                <a:cubicBezTo>
                  <a:pt x="15988" y="8233"/>
                  <a:pt x="20459" y="5245"/>
                  <a:pt x="25525" y="3147"/>
                </a:cubicBezTo>
                <a:cubicBezTo>
                  <a:pt x="30590" y="1049"/>
                  <a:pt x="35864" y="0"/>
                  <a:pt x="4134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FFD966"/>
            </a:solidFill>
            <a:miter/>
          </a:ln>
        </p:spPr>
      </p:sp>
      <p:sp>
        <p:nvSpPr>
          <p:cNvPr id="172" name="Text T1">
            <a:extLst xmlns:a="http://schemas.openxmlformats.org/drawingml/2006/main">
              <a:ext uri="{FF2B5EF4-FFF2-40B4-BE49-F238E27FC236}">
                <a16:creationId xmlns:a16="http://schemas.microsoft.com/office/drawing/2014/main" id="{C0DC0DD6-ACFB-4674-859C-3E0BE260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50" y="3083475"/>
            <a:ext cx="171145" cy="125129"/>
          </a:xfrm>
          <a:custGeom xmlns:a="http://schemas.openxmlformats.org/drawingml/2006/main">
            <a:pathLst>
              <a:path w="171145" h="125129">
                <a:moveTo>
                  <a:pt x="36978" y="125129"/>
                </a:moveTo>
                <a:lnTo>
                  <a:pt x="36978" y="21592"/>
                </a:lnTo>
                <a:lnTo>
                  <a:pt x="0" y="21592"/>
                </a:lnTo>
                <a:lnTo>
                  <a:pt x="0" y="510"/>
                </a:lnTo>
                <a:lnTo>
                  <a:pt x="99032" y="510"/>
                </a:lnTo>
                <a:lnTo>
                  <a:pt x="99032" y="21592"/>
                </a:lnTo>
                <a:lnTo>
                  <a:pt x="62139" y="21592"/>
                </a:lnTo>
                <a:lnTo>
                  <a:pt x="62139" y="125129"/>
                </a:lnTo>
                <a:lnTo>
                  <a:pt x="36978" y="125129"/>
                </a:lnTo>
                <a:close/>
                <a:moveTo>
                  <a:pt x="171145" y="125129"/>
                </a:moveTo>
                <a:lnTo>
                  <a:pt x="147258" y="125129"/>
                </a:lnTo>
                <a:lnTo>
                  <a:pt x="147258" y="35206"/>
                </a:lnTo>
                <a:cubicBezTo>
                  <a:pt x="138531" y="43398"/>
                  <a:pt x="128245" y="49458"/>
                  <a:pt x="116401" y="53384"/>
                </a:cubicBezTo>
                <a:lnTo>
                  <a:pt x="116401" y="31622"/>
                </a:lnTo>
                <a:cubicBezTo>
                  <a:pt x="122635" y="29577"/>
                  <a:pt x="129407" y="25699"/>
                  <a:pt x="136718" y="19990"/>
                </a:cubicBezTo>
                <a:cubicBezTo>
                  <a:pt x="144028" y="14278"/>
                  <a:pt x="149044" y="7615"/>
                  <a:pt x="151764" y="0"/>
                </a:cubicBezTo>
                <a:lnTo>
                  <a:pt x="171145" y="0"/>
                </a:lnTo>
                <a:lnTo>
                  <a:pt x="171145" y="1251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01349de34b52"/>
          <a:stretch xmlns:a="http://schemas.openxmlformats.org/drawingml/2006/main"/>
        </p:blipFill>
        <p:spPr>
          <a:xfrm xmlns:a="http://schemas.openxmlformats.org/drawingml/2006/main">
            <a:off x="731797" y="3208623"/>
            <a:ext cx="414195" cy="406178"/>
          </a:xfrm>
          <a:prstGeom xmlns:a="http://schemas.openxmlformats.org/drawingml/2006/main" prst="rect">
            <a:avLst/>
          </a:prstGeom>
        </p:spPr>
      </p:pic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BDD00-EF3C-424C-8872-1982DECD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85" y="3230366"/>
            <a:ext cx="2538849" cy="464247"/>
          </a:xfrm>
          <a:custGeom xmlns:a="http://schemas.openxmlformats.org/drawingml/2006/main">
            <a:pathLst>
              <a:path w="2538849" h="464247">
                <a:moveTo>
                  <a:pt x="32497" y="0"/>
                </a:moveTo>
                <a:lnTo>
                  <a:pt x="2506352" y="0"/>
                </a:lnTo>
                <a:cubicBezTo>
                  <a:pt x="2510661" y="0"/>
                  <a:pt x="2514807" y="824"/>
                  <a:pt x="2518788" y="2473"/>
                </a:cubicBezTo>
                <a:cubicBezTo>
                  <a:pt x="2522770" y="4123"/>
                  <a:pt x="2526284" y="6470"/>
                  <a:pt x="2529331" y="9518"/>
                </a:cubicBezTo>
                <a:cubicBezTo>
                  <a:pt x="2532378" y="12565"/>
                  <a:pt x="2534727" y="16079"/>
                  <a:pt x="2536376" y="20061"/>
                </a:cubicBezTo>
                <a:cubicBezTo>
                  <a:pt x="2538025" y="24042"/>
                  <a:pt x="2538849" y="28188"/>
                  <a:pt x="2538849" y="32497"/>
                </a:cubicBezTo>
                <a:lnTo>
                  <a:pt x="2538849" y="431749"/>
                </a:lnTo>
                <a:cubicBezTo>
                  <a:pt x="2538849" y="436059"/>
                  <a:pt x="2538025" y="440204"/>
                  <a:pt x="2536376" y="444185"/>
                </a:cubicBezTo>
                <a:cubicBezTo>
                  <a:pt x="2534727" y="448167"/>
                  <a:pt x="2532378" y="451681"/>
                  <a:pt x="2529331" y="454728"/>
                </a:cubicBezTo>
                <a:cubicBezTo>
                  <a:pt x="2526284" y="457775"/>
                  <a:pt x="2522770" y="460124"/>
                  <a:pt x="2518788" y="461773"/>
                </a:cubicBezTo>
                <a:cubicBezTo>
                  <a:pt x="2514807" y="463421"/>
                  <a:pt x="2510661" y="464246"/>
                  <a:pt x="2506352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3"/>
                </a:cubicBezTo>
                <a:cubicBezTo>
                  <a:pt x="16080" y="460124"/>
                  <a:pt x="12566" y="457775"/>
                  <a:pt x="9519" y="454728"/>
                </a:cubicBezTo>
                <a:cubicBezTo>
                  <a:pt x="6471" y="451681"/>
                  <a:pt x="4123" y="448167"/>
                  <a:pt x="2474" y="444185"/>
                </a:cubicBezTo>
                <a:cubicBezTo>
                  <a:pt x="825" y="440204"/>
                  <a:pt x="0" y="436059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4" y="20061"/>
                </a:cubicBezTo>
                <a:cubicBezTo>
                  <a:pt x="4123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1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1E1D62-E5F8-4E22-9DB6-21232471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85" y="3230366"/>
            <a:ext cx="2538849" cy="464247"/>
          </a:xfrm>
          <a:custGeom xmlns:a="http://schemas.openxmlformats.org/drawingml/2006/main">
            <a:pathLst>
              <a:path w="2538849" h="464247" fill="none">
                <a:moveTo>
                  <a:pt x="32497" y="0"/>
                </a:moveTo>
                <a:lnTo>
                  <a:pt x="2506352" y="0"/>
                </a:lnTo>
                <a:cubicBezTo>
                  <a:pt x="2510661" y="0"/>
                  <a:pt x="2514807" y="824"/>
                  <a:pt x="2518788" y="2473"/>
                </a:cubicBezTo>
                <a:cubicBezTo>
                  <a:pt x="2522770" y="4123"/>
                  <a:pt x="2526284" y="6470"/>
                  <a:pt x="2529331" y="9518"/>
                </a:cubicBezTo>
                <a:cubicBezTo>
                  <a:pt x="2532378" y="12565"/>
                  <a:pt x="2534727" y="16079"/>
                  <a:pt x="2536376" y="20061"/>
                </a:cubicBezTo>
                <a:cubicBezTo>
                  <a:pt x="2538025" y="24042"/>
                  <a:pt x="2538849" y="28188"/>
                  <a:pt x="2538849" y="32497"/>
                </a:cubicBezTo>
                <a:lnTo>
                  <a:pt x="2538849" y="431749"/>
                </a:lnTo>
                <a:cubicBezTo>
                  <a:pt x="2538849" y="436059"/>
                  <a:pt x="2538025" y="440204"/>
                  <a:pt x="2536376" y="444185"/>
                </a:cubicBezTo>
                <a:cubicBezTo>
                  <a:pt x="2534727" y="448167"/>
                  <a:pt x="2532378" y="451681"/>
                  <a:pt x="2529331" y="454728"/>
                </a:cubicBezTo>
                <a:cubicBezTo>
                  <a:pt x="2526284" y="457775"/>
                  <a:pt x="2522770" y="460124"/>
                  <a:pt x="2518788" y="461773"/>
                </a:cubicBezTo>
                <a:cubicBezTo>
                  <a:pt x="2514807" y="463421"/>
                  <a:pt x="2510661" y="464246"/>
                  <a:pt x="2506352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3"/>
                </a:cubicBezTo>
                <a:cubicBezTo>
                  <a:pt x="16080" y="460124"/>
                  <a:pt x="12566" y="457775"/>
                  <a:pt x="9519" y="454728"/>
                </a:cubicBezTo>
                <a:cubicBezTo>
                  <a:pt x="6471" y="451681"/>
                  <a:pt x="4123" y="448167"/>
                  <a:pt x="2474" y="444185"/>
                </a:cubicBezTo>
                <a:cubicBezTo>
                  <a:pt x="825" y="440204"/>
                  <a:pt x="0" y="436059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4" y="20061"/>
                </a:cubicBezTo>
                <a:cubicBezTo>
                  <a:pt x="4123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1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76" name="Text Alicelastbought">
            <a:extLst xmlns:a="http://schemas.openxmlformats.org/drawingml/2006/main">
              <a:ext uri="{FF2B5EF4-FFF2-40B4-BE49-F238E27FC236}">
                <a16:creationId xmlns:a16="http://schemas.microsoft.com/office/drawing/2014/main" id="{D327725B-54C4-4835-834C-3C71B553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3677" y="3297478"/>
            <a:ext cx="1205365" cy="147896"/>
          </a:xfrm>
          <a:custGeom xmlns:a="http://schemas.openxmlformats.org/drawingml/2006/main">
            <a:pathLst>
              <a:path w="1205365" h="147896">
                <a:moveTo>
                  <a:pt x="114624" y="114234"/>
                </a:moveTo>
                <a:lnTo>
                  <a:pt x="89533" y="114234"/>
                </a:lnTo>
                <a:lnTo>
                  <a:pt x="79559" y="88208"/>
                </a:lnTo>
                <a:lnTo>
                  <a:pt x="33896" y="88208"/>
                </a:lnTo>
                <a:lnTo>
                  <a:pt x="24468" y="114234"/>
                </a:lnTo>
                <a:lnTo>
                  <a:pt x="0" y="114234"/>
                </a:lnTo>
                <a:lnTo>
                  <a:pt x="44494" y="0"/>
                </a:lnTo>
                <a:lnTo>
                  <a:pt x="68883" y="0"/>
                </a:lnTo>
                <a:lnTo>
                  <a:pt x="114624" y="114234"/>
                </a:lnTo>
                <a:moveTo>
                  <a:pt x="72156" y="68883"/>
                </a:moveTo>
                <a:lnTo>
                  <a:pt x="56416" y="26649"/>
                </a:lnTo>
                <a:lnTo>
                  <a:pt x="40987" y="68883"/>
                </a:lnTo>
                <a:lnTo>
                  <a:pt x="72156" y="68883"/>
                </a:lnTo>
                <a:close/>
                <a:moveTo>
                  <a:pt x="126675" y="114234"/>
                </a:moveTo>
                <a:lnTo>
                  <a:pt x="126675" y="0"/>
                </a:lnTo>
                <a:lnTo>
                  <a:pt x="148571" y="0"/>
                </a:lnTo>
                <a:lnTo>
                  <a:pt x="148571" y="114234"/>
                </a:lnTo>
                <a:lnTo>
                  <a:pt x="126675" y="114234"/>
                </a:lnTo>
                <a:close/>
                <a:moveTo>
                  <a:pt x="171040" y="20260"/>
                </a:moveTo>
                <a:lnTo>
                  <a:pt x="171040" y="0"/>
                </a:lnTo>
                <a:lnTo>
                  <a:pt x="192936" y="0"/>
                </a:lnTo>
                <a:lnTo>
                  <a:pt x="192936" y="20260"/>
                </a:lnTo>
                <a:lnTo>
                  <a:pt x="171040" y="20260"/>
                </a:lnTo>
                <a:moveTo>
                  <a:pt x="171040" y="114234"/>
                </a:moveTo>
                <a:lnTo>
                  <a:pt x="171040" y="31481"/>
                </a:lnTo>
                <a:lnTo>
                  <a:pt x="192936" y="31481"/>
                </a:lnTo>
                <a:lnTo>
                  <a:pt x="192936" y="114234"/>
                </a:lnTo>
                <a:lnTo>
                  <a:pt x="171040" y="114234"/>
                </a:lnTo>
                <a:close/>
                <a:moveTo>
                  <a:pt x="287560" y="55948"/>
                </a:moveTo>
                <a:lnTo>
                  <a:pt x="265975" y="59844"/>
                </a:lnTo>
                <a:cubicBezTo>
                  <a:pt x="265248" y="55559"/>
                  <a:pt x="263599" y="52331"/>
                  <a:pt x="261027" y="50162"/>
                </a:cubicBezTo>
                <a:cubicBezTo>
                  <a:pt x="258456" y="47994"/>
                  <a:pt x="255118" y="46909"/>
                  <a:pt x="251014" y="46909"/>
                </a:cubicBezTo>
                <a:cubicBezTo>
                  <a:pt x="245560" y="46909"/>
                  <a:pt x="241209" y="48787"/>
                  <a:pt x="237962" y="52542"/>
                </a:cubicBezTo>
                <a:cubicBezTo>
                  <a:pt x="234716" y="56296"/>
                  <a:pt x="233092" y="62576"/>
                  <a:pt x="233092" y="71379"/>
                </a:cubicBezTo>
                <a:cubicBezTo>
                  <a:pt x="233092" y="81168"/>
                  <a:pt x="234741" y="88083"/>
                  <a:pt x="238040" y="92124"/>
                </a:cubicBezTo>
                <a:cubicBezTo>
                  <a:pt x="241339" y="96163"/>
                  <a:pt x="245767" y="98182"/>
                  <a:pt x="251326" y="98182"/>
                </a:cubicBezTo>
                <a:cubicBezTo>
                  <a:pt x="255482" y="98182"/>
                  <a:pt x="258884" y="97000"/>
                  <a:pt x="261534" y="94637"/>
                </a:cubicBezTo>
                <a:cubicBezTo>
                  <a:pt x="264183" y="92273"/>
                  <a:pt x="266053" y="88208"/>
                  <a:pt x="267144" y="82442"/>
                </a:cubicBezTo>
                <a:lnTo>
                  <a:pt x="288651" y="86182"/>
                </a:lnTo>
                <a:cubicBezTo>
                  <a:pt x="286417" y="96052"/>
                  <a:pt x="282131" y="103507"/>
                  <a:pt x="275794" y="108546"/>
                </a:cubicBezTo>
                <a:cubicBezTo>
                  <a:pt x="269456" y="113585"/>
                  <a:pt x="260962" y="116104"/>
                  <a:pt x="250313" y="116104"/>
                </a:cubicBezTo>
                <a:cubicBezTo>
                  <a:pt x="238209" y="116104"/>
                  <a:pt x="228560" y="112286"/>
                  <a:pt x="221365" y="104650"/>
                </a:cubicBezTo>
                <a:cubicBezTo>
                  <a:pt x="214170" y="97013"/>
                  <a:pt x="210573" y="86442"/>
                  <a:pt x="210573" y="72935"/>
                </a:cubicBezTo>
                <a:cubicBezTo>
                  <a:pt x="210573" y="59273"/>
                  <a:pt x="214183" y="48636"/>
                  <a:pt x="221404" y="41026"/>
                </a:cubicBezTo>
                <a:cubicBezTo>
                  <a:pt x="228625" y="33416"/>
                  <a:pt x="238391" y="29610"/>
                  <a:pt x="250703" y="29610"/>
                </a:cubicBezTo>
                <a:cubicBezTo>
                  <a:pt x="260781" y="29610"/>
                  <a:pt x="268794" y="31779"/>
                  <a:pt x="274742" y="36117"/>
                </a:cubicBezTo>
                <a:cubicBezTo>
                  <a:pt x="280690" y="40455"/>
                  <a:pt x="284962" y="47065"/>
                  <a:pt x="287560" y="55948"/>
                </a:cubicBezTo>
                <a:close/>
                <a:moveTo>
                  <a:pt x="352055" y="87896"/>
                </a:moveTo>
                <a:lnTo>
                  <a:pt x="373874" y="91637"/>
                </a:lnTo>
                <a:cubicBezTo>
                  <a:pt x="371068" y="99611"/>
                  <a:pt x="366640" y="105682"/>
                  <a:pt x="360588" y="109851"/>
                </a:cubicBezTo>
                <a:cubicBezTo>
                  <a:pt x="354536" y="114020"/>
                  <a:pt x="346964" y="116104"/>
                  <a:pt x="337873" y="116104"/>
                </a:cubicBezTo>
                <a:cubicBezTo>
                  <a:pt x="323484" y="116104"/>
                  <a:pt x="312834" y="111403"/>
                  <a:pt x="305925" y="102000"/>
                </a:cubicBezTo>
                <a:cubicBezTo>
                  <a:pt x="300471" y="94468"/>
                  <a:pt x="297744" y="84961"/>
                  <a:pt x="297744" y="73481"/>
                </a:cubicBezTo>
                <a:cubicBezTo>
                  <a:pt x="297744" y="59766"/>
                  <a:pt x="301328" y="49026"/>
                  <a:pt x="308497" y="41260"/>
                </a:cubicBezTo>
                <a:cubicBezTo>
                  <a:pt x="315666" y="33494"/>
                  <a:pt x="324731" y="29610"/>
                  <a:pt x="335692" y="29610"/>
                </a:cubicBezTo>
                <a:cubicBezTo>
                  <a:pt x="348003" y="29610"/>
                  <a:pt x="357718" y="33675"/>
                  <a:pt x="364835" y="41805"/>
                </a:cubicBezTo>
                <a:cubicBezTo>
                  <a:pt x="371951" y="49935"/>
                  <a:pt x="375354" y="62390"/>
                  <a:pt x="375042" y="79169"/>
                </a:cubicBezTo>
                <a:lnTo>
                  <a:pt x="320185" y="79169"/>
                </a:lnTo>
                <a:cubicBezTo>
                  <a:pt x="320341" y="85663"/>
                  <a:pt x="322107" y="90715"/>
                  <a:pt x="325484" y="94325"/>
                </a:cubicBezTo>
                <a:cubicBezTo>
                  <a:pt x="328860" y="97935"/>
                  <a:pt x="333068" y="99741"/>
                  <a:pt x="338107" y="99741"/>
                </a:cubicBezTo>
                <a:cubicBezTo>
                  <a:pt x="341536" y="99741"/>
                  <a:pt x="344419" y="98805"/>
                  <a:pt x="346757" y="96935"/>
                </a:cubicBezTo>
                <a:cubicBezTo>
                  <a:pt x="349094" y="95065"/>
                  <a:pt x="350861" y="92052"/>
                  <a:pt x="352055" y="87896"/>
                </a:cubicBezTo>
                <a:moveTo>
                  <a:pt x="353302" y="65766"/>
                </a:moveTo>
                <a:cubicBezTo>
                  <a:pt x="353146" y="59455"/>
                  <a:pt x="351510" y="54656"/>
                  <a:pt x="348393" y="51370"/>
                </a:cubicBezTo>
                <a:cubicBezTo>
                  <a:pt x="345276" y="48085"/>
                  <a:pt x="341484" y="46442"/>
                  <a:pt x="337016" y="46442"/>
                </a:cubicBezTo>
                <a:cubicBezTo>
                  <a:pt x="332237" y="46442"/>
                  <a:pt x="328289" y="48175"/>
                  <a:pt x="325172" y="51641"/>
                </a:cubicBezTo>
                <a:cubicBezTo>
                  <a:pt x="322055" y="55108"/>
                  <a:pt x="320523" y="59817"/>
                  <a:pt x="320575" y="65766"/>
                </a:cubicBezTo>
                <a:lnTo>
                  <a:pt x="353302" y="65766"/>
                </a:lnTo>
                <a:close/>
                <a:moveTo>
                  <a:pt x="436080" y="114234"/>
                </a:moveTo>
                <a:lnTo>
                  <a:pt x="436080" y="0"/>
                </a:lnTo>
                <a:lnTo>
                  <a:pt x="450106" y="0"/>
                </a:lnTo>
                <a:lnTo>
                  <a:pt x="450106" y="114234"/>
                </a:lnTo>
                <a:lnTo>
                  <a:pt x="436080" y="114234"/>
                </a:lnTo>
                <a:close/>
                <a:moveTo>
                  <a:pt x="525820" y="104016"/>
                </a:moveTo>
                <a:cubicBezTo>
                  <a:pt x="520625" y="108435"/>
                  <a:pt x="515625" y="111555"/>
                  <a:pt x="510820" y="113374"/>
                </a:cubicBezTo>
                <a:cubicBezTo>
                  <a:pt x="506014" y="115194"/>
                  <a:pt x="500858" y="116104"/>
                  <a:pt x="495352" y="116104"/>
                </a:cubicBezTo>
                <a:cubicBezTo>
                  <a:pt x="486261" y="116104"/>
                  <a:pt x="479274" y="113882"/>
                  <a:pt x="474391" y="109437"/>
                </a:cubicBezTo>
                <a:cubicBezTo>
                  <a:pt x="469508" y="104992"/>
                  <a:pt x="467066" y="99313"/>
                  <a:pt x="467066" y="92399"/>
                </a:cubicBezTo>
                <a:cubicBezTo>
                  <a:pt x="467066" y="88345"/>
                  <a:pt x="467988" y="84642"/>
                  <a:pt x="469832" y="81290"/>
                </a:cubicBezTo>
                <a:cubicBezTo>
                  <a:pt x="471677" y="77936"/>
                  <a:pt x="474092" y="75245"/>
                  <a:pt x="477079" y="73218"/>
                </a:cubicBezTo>
                <a:cubicBezTo>
                  <a:pt x="480066" y="71190"/>
                  <a:pt x="483430" y="69657"/>
                  <a:pt x="487170" y="68618"/>
                </a:cubicBezTo>
                <a:cubicBezTo>
                  <a:pt x="489923" y="67889"/>
                  <a:pt x="494079" y="67187"/>
                  <a:pt x="499638" y="66512"/>
                </a:cubicBezTo>
                <a:cubicBezTo>
                  <a:pt x="510962" y="65171"/>
                  <a:pt x="519300" y="63572"/>
                  <a:pt x="524651" y="61714"/>
                </a:cubicBezTo>
                <a:cubicBezTo>
                  <a:pt x="524703" y="59800"/>
                  <a:pt x="524729" y="58585"/>
                  <a:pt x="524729" y="58067"/>
                </a:cubicBezTo>
                <a:cubicBezTo>
                  <a:pt x="524729" y="52373"/>
                  <a:pt x="523404" y="48363"/>
                  <a:pt x="520755" y="46035"/>
                </a:cubicBezTo>
                <a:cubicBezTo>
                  <a:pt x="517170" y="42878"/>
                  <a:pt x="511846" y="41299"/>
                  <a:pt x="504781" y="41299"/>
                </a:cubicBezTo>
                <a:cubicBezTo>
                  <a:pt x="498183" y="41299"/>
                  <a:pt x="493313" y="42455"/>
                  <a:pt x="490170" y="44766"/>
                </a:cubicBezTo>
                <a:cubicBezTo>
                  <a:pt x="487027" y="47078"/>
                  <a:pt x="484703" y="51169"/>
                  <a:pt x="483196" y="57039"/>
                </a:cubicBezTo>
                <a:lnTo>
                  <a:pt x="469482" y="55169"/>
                </a:lnTo>
                <a:cubicBezTo>
                  <a:pt x="470729" y="49281"/>
                  <a:pt x="472780" y="44526"/>
                  <a:pt x="475638" y="40904"/>
                </a:cubicBezTo>
                <a:cubicBezTo>
                  <a:pt x="478495" y="37283"/>
                  <a:pt x="482625" y="34495"/>
                  <a:pt x="488027" y="32542"/>
                </a:cubicBezTo>
                <a:cubicBezTo>
                  <a:pt x="493430" y="30588"/>
                  <a:pt x="499690" y="29610"/>
                  <a:pt x="506807" y="29610"/>
                </a:cubicBezTo>
                <a:cubicBezTo>
                  <a:pt x="513871" y="29610"/>
                  <a:pt x="519612" y="30442"/>
                  <a:pt x="524027" y="32104"/>
                </a:cubicBezTo>
                <a:cubicBezTo>
                  <a:pt x="528443" y="33766"/>
                  <a:pt x="531690" y="35857"/>
                  <a:pt x="533768" y="38377"/>
                </a:cubicBezTo>
                <a:cubicBezTo>
                  <a:pt x="535846" y="40896"/>
                  <a:pt x="537300" y="44078"/>
                  <a:pt x="538131" y="47922"/>
                </a:cubicBezTo>
                <a:cubicBezTo>
                  <a:pt x="538599" y="50312"/>
                  <a:pt x="538833" y="54624"/>
                  <a:pt x="538833" y="60857"/>
                </a:cubicBezTo>
                <a:lnTo>
                  <a:pt x="538833" y="79559"/>
                </a:lnTo>
                <a:cubicBezTo>
                  <a:pt x="538833" y="92598"/>
                  <a:pt x="539131" y="100844"/>
                  <a:pt x="539729" y="104299"/>
                </a:cubicBezTo>
                <a:cubicBezTo>
                  <a:pt x="540326" y="107754"/>
                  <a:pt x="541508" y="111065"/>
                  <a:pt x="543274" y="114234"/>
                </a:cubicBezTo>
                <a:lnTo>
                  <a:pt x="528625" y="114234"/>
                </a:lnTo>
                <a:cubicBezTo>
                  <a:pt x="527170" y="111322"/>
                  <a:pt x="526235" y="107916"/>
                  <a:pt x="525820" y="104016"/>
                </a:cubicBezTo>
                <a:moveTo>
                  <a:pt x="524651" y="72624"/>
                </a:moveTo>
                <a:cubicBezTo>
                  <a:pt x="519560" y="74719"/>
                  <a:pt x="511923" y="76500"/>
                  <a:pt x="501742" y="77966"/>
                </a:cubicBezTo>
                <a:cubicBezTo>
                  <a:pt x="495975" y="78801"/>
                  <a:pt x="491897" y="79740"/>
                  <a:pt x="489508" y="80783"/>
                </a:cubicBezTo>
                <a:cubicBezTo>
                  <a:pt x="487118" y="81826"/>
                  <a:pt x="485274" y="83352"/>
                  <a:pt x="483975" y="85361"/>
                </a:cubicBezTo>
                <a:cubicBezTo>
                  <a:pt x="482677" y="87370"/>
                  <a:pt x="482027" y="89599"/>
                  <a:pt x="482027" y="92051"/>
                </a:cubicBezTo>
                <a:cubicBezTo>
                  <a:pt x="482027" y="95805"/>
                  <a:pt x="483443" y="98935"/>
                  <a:pt x="486274" y="101440"/>
                </a:cubicBezTo>
                <a:cubicBezTo>
                  <a:pt x="489105" y="103943"/>
                  <a:pt x="493248" y="105195"/>
                  <a:pt x="498703" y="105195"/>
                </a:cubicBezTo>
                <a:cubicBezTo>
                  <a:pt x="504105" y="105195"/>
                  <a:pt x="508910" y="104008"/>
                  <a:pt x="513118" y="101633"/>
                </a:cubicBezTo>
                <a:cubicBezTo>
                  <a:pt x="517326" y="99258"/>
                  <a:pt x="520417" y="96008"/>
                  <a:pt x="522391" y="91885"/>
                </a:cubicBezTo>
                <a:cubicBezTo>
                  <a:pt x="523897" y="88700"/>
                  <a:pt x="524651" y="84002"/>
                  <a:pt x="524651" y="77791"/>
                </a:cubicBezTo>
                <a:lnTo>
                  <a:pt x="524651" y="72624"/>
                </a:lnTo>
                <a:close/>
                <a:moveTo>
                  <a:pt x="554938" y="89455"/>
                </a:moveTo>
                <a:lnTo>
                  <a:pt x="568809" y="87273"/>
                </a:lnTo>
                <a:cubicBezTo>
                  <a:pt x="569588" y="92807"/>
                  <a:pt x="571757" y="97048"/>
                  <a:pt x="575315" y="99996"/>
                </a:cubicBezTo>
                <a:cubicBezTo>
                  <a:pt x="578874" y="102943"/>
                  <a:pt x="583848" y="104416"/>
                  <a:pt x="590237" y="104416"/>
                </a:cubicBezTo>
                <a:cubicBezTo>
                  <a:pt x="596679" y="104416"/>
                  <a:pt x="601458" y="103115"/>
                  <a:pt x="604575" y="100512"/>
                </a:cubicBezTo>
                <a:cubicBezTo>
                  <a:pt x="607692" y="97909"/>
                  <a:pt x="609250" y="94855"/>
                  <a:pt x="609250" y="91352"/>
                </a:cubicBezTo>
                <a:cubicBezTo>
                  <a:pt x="609250" y="88207"/>
                  <a:pt x="607874" y="85733"/>
                  <a:pt x="605120" y="83930"/>
                </a:cubicBezTo>
                <a:cubicBezTo>
                  <a:pt x="603198" y="82693"/>
                  <a:pt x="598419" y="81120"/>
                  <a:pt x="590783" y="79213"/>
                </a:cubicBezTo>
                <a:cubicBezTo>
                  <a:pt x="580497" y="76614"/>
                  <a:pt x="573367" y="74365"/>
                  <a:pt x="569393" y="72468"/>
                </a:cubicBezTo>
                <a:cubicBezTo>
                  <a:pt x="565419" y="70570"/>
                  <a:pt x="562406" y="67944"/>
                  <a:pt x="560354" y="64590"/>
                </a:cubicBezTo>
                <a:cubicBezTo>
                  <a:pt x="558302" y="61236"/>
                  <a:pt x="557276" y="57532"/>
                  <a:pt x="557276" y="53477"/>
                </a:cubicBezTo>
                <a:cubicBezTo>
                  <a:pt x="557276" y="49785"/>
                  <a:pt x="558120" y="46366"/>
                  <a:pt x="559809" y="43220"/>
                </a:cubicBezTo>
                <a:cubicBezTo>
                  <a:pt x="561497" y="40074"/>
                  <a:pt x="563796" y="37461"/>
                  <a:pt x="566705" y="35382"/>
                </a:cubicBezTo>
                <a:cubicBezTo>
                  <a:pt x="568887" y="33770"/>
                  <a:pt x="571861" y="32405"/>
                  <a:pt x="575627" y="31288"/>
                </a:cubicBezTo>
                <a:cubicBezTo>
                  <a:pt x="579393" y="30170"/>
                  <a:pt x="583432" y="29610"/>
                  <a:pt x="587744" y="29610"/>
                </a:cubicBezTo>
                <a:cubicBezTo>
                  <a:pt x="594237" y="29610"/>
                  <a:pt x="599939" y="30552"/>
                  <a:pt x="604848" y="32435"/>
                </a:cubicBezTo>
                <a:cubicBezTo>
                  <a:pt x="609757" y="34317"/>
                  <a:pt x="613380" y="36866"/>
                  <a:pt x="615718" y="40084"/>
                </a:cubicBezTo>
                <a:cubicBezTo>
                  <a:pt x="618055" y="43300"/>
                  <a:pt x="619666" y="47601"/>
                  <a:pt x="620549" y="52987"/>
                </a:cubicBezTo>
                <a:lnTo>
                  <a:pt x="606835" y="54857"/>
                </a:lnTo>
                <a:cubicBezTo>
                  <a:pt x="606211" y="50598"/>
                  <a:pt x="604406" y="47273"/>
                  <a:pt x="601419" y="44883"/>
                </a:cubicBezTo>
                <a:cubicBezTo>
                  <a:pt x="598432" y="42494"/>
                  <a:pt x="594211" y="41299"/>
                  <a:pt x="588757" y="41299"/>
                </a:cubicBezTo>
                <a:cubicBezTo>
                  <a:pt x="582315" y="41299"/>
                  <a:pt x="577718" y="42359"/>
                  <a:pt x="574964" y="44479"/>
                </a:cubicBezTo>
                <a:cubicBezTo>
                  <a:pt x="572211" y="46598"/>
                  <a:pt x="570835" y="49079"/>
                  <a:pt x="570835" y="51923"/>
                </a:cubicBezTo>
                <a:cubicBezTo>
                  <a:pt x="570835" y="53731"/>
                  <a:pt x="571406" y="55360"/>
                  <a:pt x="572549" y="56808"/>
                </a:cubicBezTo>
                <a:cubicBezTo>
                  <a:pt x="573692" y="58306"/>
                  <a:pt x="575484" y="59546"/>
                  <a:pt x="577925" y="60529"/>
                </a:cubicBezTo>
                <a:cubicBezTo>
                  <a:pt x="579328" y="61046"/>
                  <a:pt x="583458" y="62236"/>
                  <a:pt x="590315" y="64096"/>
                </a:cubicBezTo>
                <a:cubicBezTo>
                  <a:pt x="600237" y="66744"/>
                  <a:pt x="607159" y="68911"/>
                  <a:pt x="611081" y="70598"/>
                </a:cubicBezTo>
                <a:cubicBezTo>
                  <a:pt x="615003" y="72284"/>
                  <a:pt x="618081" y="74737"/>
                  <a:pt x="620315" y="77956"/>
                </a:cubicBezTo>
                <a:cubicBezTo>
                  <a:pt x="622549" y="81174"/>
                  <a:pt x="623666" y="85170"/>
                  <a:pt x="623666" y="89944"/>
                </a:cubicBezTo>
                <a:cubicBezTo>
                  <a:pt x="623666" y="94616"/>
                  <a:pt x="622302" y="99016"/>
                  <a:pt x="619575" y="103142"/>
                </a:cubicBezTo>
                <a:cubicBezTo>
                  <a:pt x="616848" y="107267"/>
                  <a:pt x="612913" y="110459"/>
                  <a:pt x="607770" y="112717"/>
                </a:cubicBezTo>
                <a:cubicBezTo>
                  <a:pt x="602627" y="114975"/>
                  <a:pt x="596809" y="116104"/>
                  <a:pt x="590315" y="116104"/>
                </a:cubicBezTo>
                <a:cubicBezTo>
                  <a:pt x="579562" y="116104"/>
                  <a:pt x="571367" y="113864"/>
                  <a:pt x="565731" y="109383"/>
                </a:cubicBezTo>
                <a:cubicBezTo>
                  <a:pt x="560094" y="104903"/>
                  <a:pt x="556497" y="98260"/>
                  <a:pt x="554938" y="89455"/>
                </a:cubicBezTo>
                <a:close/>
                <a:moveTo>
                  <a:pt x="670964" y="101844"/>
                </a:moveTo>
                <a:lnTo>
                  <a:pt x="672990" y="114234"/>
                </a:lnTo>
                <a:cubicBezTo>
                  <a:pt x="669042" y="114961"/>
                  <a:pt x="665510" y="115325"/>
                  <a:pt x="662393" y="115325"/>
                </a:cubicBezTo>
                <a:cubicBezTo>
                  <a:pt x="657302" y="115325"/>
                  <a:pt x="653354" y="114520"/>
                  <a:pt x="650549" y="112909"/>
                </a:cubicBezTo>
                <a:cubicBezTo>
                  <a:pt x="647743" y="111299"/>
                  <a:pt x="645769" y="109182"/>
                  <a:pt x="644627" y="106559"/>
                </a:cubicBezTo>
                <a:cubicBezTo>
                  <a:pt x="643484" y="103935"/>
                  <a:pt x="642912" y="98416"/>
                  <a:pt x="642912" y="90000"/>
                </a:cubicBezTo>
                <a:lnTo>
                  <a:pt x="642912" y="42390"/>
                </a:lnTo>
                <a:lnTo>
                  <a:pt x="632626" y="42390"/>
                </a:lnTo>
                <a:lnTo>
                  <a:pt x="632626" y="31481"/>
                </a:lnTo>
                <a:lnTo>
                  <a:pt x="642912" y="31481"/>
                </a:lnTo>
                <a:lnTo>
                  <a:pt x="642912" y="10931"/>
                </a:lnTo>
                <a:lnTo>
                  <a:pt x="656860" y="2494"/>
                </a:lnTo>
                <a:lnTo>
                  <a:pt x="656860" y="31481"/>
                </a:lnTo>
                <a:lnTo>
                  <a:pt x="670964" y="31481"/>
                </a:lnTo>
                <a:lnTo>
                  <a:pt x="670964" y="42390"/>
                </a:lnTo>
                <a:lnTo>
                  <a:pt x="656860" y="42390"/>
                </a:lnTo>
                <a:lnTo>
                  <a:pt x="656860" y="90779"/>
                </a:lnTo>
                <a:cubicBezTo>
                  <a:pt x="656860" y="94779"/>
                  <a:pt x="657107" y="97351"/>
                  <a:pt x="657601" y="98494"/>
                </a:cubicBezTo>
                <a:cubicBezTo>
                  <a:pt x="658094" y="99637"/>
                  <a:pt x="658899" y="100546"/>
                  <a:pt x="660016" y="101221"/>
                </a:cubicBezTo>
                <a:cubicBezTo>
                  <a:pt x="661133" y="101896"/>
                  <a:pt x="662730" y="102234"/>
                  <a:pt x="664808" y="102234"/>
                </a:cubicBezTo>
                <a:cubicBezTo>
                  <a:pt x="666367" y="102234"/>
                  <a:pt x="668419" y="102104"/>
                  <a:pt x="670964" y="101844"/>
                </a:cubicBezTo>
                <a:close/>
                <a:moveTo>
                  <a:pt x="742005" y="114234"/>
                </a:moveTo>
                <a:lnTo>
                  <a:pt x="728992" y="114234"/>
                </a:lnTo>
                <a:lnTo>
                  <a:pt x="728992" y="0"/>
                </a:lnTo>
                <a:lnTo>
                  <a:pt x="743018" y="0"/>
                </a:lnTo>
                <a:lnTo>
                  <a:pt x="743018" y="40904"/>
                </a:lnTo>
                <a:cubicBezTo>
                  <a:pt x="748940" y="33375"/>
                  <a:pt x="756499" y="29610"/>
                  <a:pt x="765693" y="29610"/>
                </a:cubicBezTo>
                <a:cubicBezTo>
                  <a:pt x="770784" y="29610"/>
                  <a:pt x="775602" y="30636"/>
                  <a:pt x="780148" y="32688"/>
                </a:cubicBezTo>
                <a:cubicBezTo>
                  <a:pt x="784693" y="34740"/>
                  <a:pt x="788434" y="37623"/>
                  <a:pt x="791369" y="41338"/>
                </a:cubicBezTo>
                <a:cubicBezTo>
                  <a:pt x="794304" y="45052"/>
                  <a:pt x="796603" y="49533"/>
                  <a:pt x="798265" y="54779"/>
                </a:cubicBezTo>
                <a:cubicBezTo>
                  <a:pt x="799927" y="60026"/>
                  <a:pt x="800758" y="65637"/>
                  <a:pt x="800758" y="71611"/>
                </a:cubicBezTo>
                <a:cubicBezTo>
                  <a:pt x="800758" y="85792"/>
                  <a:pt x="797252" y="96753"/>
                  <a:pt x="790239" y="104494"/>
                </a:cubicBezTo>
                <a:cubicBezTo>
                  <a:pt x="783226" y="112234"/>
                  <a:pt x="774810" y="116104"/>
                  <a:pt x="764992" y="116104"/>
                </a:cubicBezTo>
                <a:cubicBezTo>
                  <a:pt x="755226" y="116104"/>
                  <a:pt x="747563" y="111974"/>
                  <a:pt x="742005" y="103715"/>
                </a:cubicBezTo>
                <a:lnTo>
                  <a:pt x="742005" y="114234"/>
                </a:lnTo>
                <a:moveTo>
                  <a:pt x="741849" y="72236"/>
                </a:moveTo>
                <a:cubicBezTo>
                  <a:pt x="741849" y="82110"/>
                  <a:pt x="743200" y="89244"/>
                  <a:pt x="745901" y="93638"/>
                </a:cubicBezTo>
                <a:cubicBezTo>
                  <a:pt x="750317" y="100823"/>
                  <a:pt x="756291" y="104416"/>
                  <a:pt x="763823" y="104416"/>
                </a:cubicBezTo>
                <a:cubicBezTo>
                  <a:pt x="769953" y="104416"/>
                  <a:pt x="775252" y="101766"/>
                  <a:pt x="779719" y="96468"/>
                </a:cubicBezTo>
                <a:cubicBezTo>
                  <a:pt x="784187" y="91169"/>
                  <a:pt x="786421" y="83273"/>
                  <a:pt x="786421" y="72779"/>
                </a:cubicBezTo>
                <a:cubicBezTo>
                  <a:pt x="786421" y="62028"/>
                  <a:pt x="784278" y="54093"/>
                  <a:pt x="779992" y="48977"/>
                </a:cubicBezTo>
                <a:cubicBezTo>
                  <a:pt x="775706" y="43858"/>
                  <a:pt x="770525" y="41299"/>
                  <a:pt x="764447" y="41299"/>
                </a:cubicBezTo>
                <a:cubicBezTo>
                  <a:pt x="758317" y="41299"/>
                  <a:pt x="753018" y="43948"/>
                  <a:pt x="748550" y="49247"/>
                </a:cubicBezTo>
                <a:cubicBezTo>
                  <a:pt x="744083" y="54546"/>
                  <a:pt x="741849" y="62209"/>
                  <a:pt x="741849" y="72236"/>
                </a:cubicBezTo>
                <a:close/>
                <a:moveTo>
                  <a:pt x="812578" y="72857"/>
                </a:moveTo>
                <a:cubicBezTo>
                  <a:pt x="812578" y="57533"/>
                  <a:pt x="816838" y="46182"/>
                  <a:pt x="825358" y="38805"/>
                </a:cubicBezTo>
                <a:cubicBezTo>
                  <a:pt x="832475" y="32675"/>
                  <a:pt x="841150" y="29610"/>
                  <a:pt x="851384" y="29610"/>
                </a:cubicBezTo>
                <a:cubicBezTo>
                  <a:pt x="862760" y="29610"/>
                  <a:pt x="872059" y="33338"/>
                  <a:pt x="879280" y="40792"/>
                </a:cubicBezTo>
                <a:cubicBezTo>
                  <a:pt x="886501" y="48247"/>
                  <a:pt x="890111" y="58546"/>
                  <a:pt x="890111" y="71688"/>
                </a:cubicBezTo>
                <a:cubicBezTo>
                  <a:pt x="890111" y="82338"/>
                  <a:pt x="888514" y="90715"/>
                  <a:pt x="885319" y="96818"/>
                </a:cubicBezTo>
                <a:cubicBezTo>
                  <a:pt x="882124" y="102922"/>
                  <a:pt x="877475" y="107663"/>
                  <a:pt x="871371" y="111039"/>
                </a:cubicBezTo>
                <a:cubicBezTo>
                  <a:pt x="865267" y="114416"/>
                  <a:pt x="858605" y="116104"/>
                  <a:pt x="851384" y="116104"/>
                </a:cubicBezTo>
                <a:cubicBezTo>
                  <a:pt x="839799" y="116104"/>
                  <a:pt x="830436" y="112390"/>
                  <a:pt x="823293" y="104961"/>
                </a:cubicBezTo>
                <a:cubicBezTo>
                  <a:pt x="816150" y="97533"/>
                  <a:pt x="812578" y="86831"/>
                  <a:pt x="812578" y="72857"/>
                </a:cubicBezTo>
                <a:moveTo>
                  <a:pt x="826994" y="72818"/>
                </a:moveTo>
                <a:cubicBezTo>
                  <a:pt x="826994" y="83377"/>
                  <a:pt x="829306" y="91283"/>
                  <a:pt x="833929" y="96536"/>
                </a:cubicBezTo>
                <a:cubicBezTo>
                  <a:pt x="838553" y="101789"/>
                  <a:pt x="844371" y="104416"/>
                  <a:pt x="851384" y="104416"/>
                </a:cubicBezTo>
                <a:cubicBezTo>
                  <a:pt x="858345" y="104416"/>
                  <a:pt x="864137" y="101776"/>
                  <a:pt x="868760" y="96497"/>
                </a:cubicBezTo>
                <a:cubicBezTo>
                  <a:pt x="873384" y="91218"/>
                  <a:pt x="875696" y="83170"/>
                  <a:pt x="875696" y="72353"/>
                </a:cubicBezTo>
                <a:cubicBezTo>
                  <a:pt x="875696" y="62157"/>
                  <a:pt x="873371" y="54432"/>
                  <a:pt x="868721" y="49179"/>
                </a:cubicBezTo>
                <a:cubicBezTo>
                  <a:pt x="864072" y="43925"/>
                  <a:pt x="858293" y="41299"/>
                  <a:pt x="851384" y="41299"/>
                </a:cubicBezTo>
                <a:cubicBezTo>
                  <a:pt x="844371" y="41299"/>
                  <a:pt x="838553" y="43912"/>
                  <a:pt x="833929" y="49140"/>
                </a:cubicBezTo>
                <a:cubicBezTo>
                  <a:pt x="829306" y="54367"/>
                  <a:pt x="826994" y="62260"/>
                  <a:pt x="826994" y="72818"/>
                </a:cubicBezTo>
                <a:close/>
                <a:moveTo>
                  <a:pt x="960762" y="114234"/>
                </a:moveTo>
                <a:lnTo>
                  <a:pt x="960762" y="102078"/>
                </a:lnTo>
                <a:cubicBezTo>
                  <a:pt x="954321" y="111429"/>
                  <a:pt x="945567" y="116104"/>
                  <a:pt x="934502" y="116104"/>
                </a:cubicBezTo>
                <a:cubicBezTo>
                  <a:pt x="929619" y="116104"/>
                  <a:pt x="925061" y="115169"/>
                  <a:pt x="920827" y="113299"/>
                </a:cubicBezTo>
                <a:cubicBezTo>
                  <a:pt x="916593" y="111429"/>
                  <a:pt x="913450" y="109078"/>
                  <a:pt x="911398" y="106247"/>
                </a:cubicBezTo>
                <a:cubicBezTo>
                  <a:pt x="909347" y="103416"/>
                  <a:pt x="907905" y="99948"/>
                  <a:pt x="907074" y="95844"/>
                </a:cubicBezTo>
                <a:cubicBezTo>
                  <a:pt x="906502" y="93091"/>
                  <a:pt x="906217" y="88727"/>
                  <a:pt x="906217" y="82753"/>
                </a:cubicBezTo>
                <a:lnTo>
                  <a:pt x="906217" y="31481"/>
                </a:lnTo>
                <a:lnTo>
                  <a:pt x="920243" y="31481"/>
                </a:lnTo>
                <a:lnTo>
                  <a:pt x="920243" y="77377"/>
                </a:lnTo>
                <a:cubicBezTo>
                  <a:pt x="920243" y="84702"/>
                  <a:pt x="920528" y="89637"/>
                  <a:pt x="921100" y="92182"/>
                </a:cubicBezTo>
                <a:cubicBezTo>
                  <a:pt x="921983" y="95870"/>
                  <a:pt x="923853" y="98766"/>
                  <a:pt x="926710" y="100870"/>
                </a:cubicBezTo>
                <a:cubicBezTo>
                  <a:pt x="929567" y="102974"/>
                  <a:pt x="933100" y="104026"/>
                  <a:pt x="937308" y="104026"/>
                </a:cubicBezTo>
                <a:cubicBezTo>
                  <a:pt x="941515" y="104026"/>
                  <a:pt x="945464" y="102948"/>
                  <a:pt x="949152" y="100792"/>
                </a:cubicBezTo>
                <a:cubicBezTo>
                  <a:pt x="952840" y="98637"/>
                  <a:pt x="955451" y="95702"/>
                  <a:pt x="956983" y="91987"/>
                </a:cubicBezTo>
                <a:cubicBezTo>
                  <a:pt x="958515" y="88273"/>
                  <a:pt x="959282" y="82883"/>
                  <a:pt x="959282" y="75818"/>
                </a:cubicBezTo>
                <a:lnTo>
                  <a:pt x="959282" y="31481"/>
                </a:lnTo>
                <a:lnTo>
                  <a:pt x="973308" y="31481"/>
                </a:lnTo>
                <a:lnTo>
                  <a:pt x="973308" y="114234"/>
                </a:lnTo>
                <a:lnTo>
                  <a:pt x="960762" y="114234"/>
                </a:lnTo>
                <a:close/>
                <a:moveTo>
                  <a:pt x="992686" y="121091"/>
                </a:moveTo>
                <a:lnTo>
                  <a:pt x="1006322" y="123117"/>
                </a:lnTo>
                <a:cubicBezTo>
                  <a:pt x="1006894" y="127325"/>
                  <a:pt x="1008478" y="130390"/>
                  <a:pt x="1011076" y="132312"/>
                </a:cubicBezTo>
                <a:cubicBezTo>
                  <a:pt x="1014556" y="134909"/>
                  <a:pt x="1019309" y="136208"/>
                  <a:pt x="1025335" y="136208"/>
                </a:cubicBezTo>
                <a:cubicBezTo>
                  <a:pt x="1031829" y="136208"/>
                  <a:pt x="1036842" y="134906"/>
                  <a:pt x="1040374" y="132302"/>
                </a:cubicBezTo>
                <a:cubicBezTo>
                  <a:pt x="1043907" y="129700"/>
                  <a:pt x="1046297" y="126055"/>
                  <a:pt x="1047543" y="121369"/>
                </a:cubicBezTo>
                <a:cubicBezTo>
                  <a:pt x="1048271" y="118507"/>
                  <a:pt x="1048608" y="112494"/>
                  <a:pt x="1048556" y="103330"/>
                </a:cubicBezTo>
                <a:cubicBezTo>
                  <a:pt x="1042426" y="110599"/>
                  <a:pt x="1034790" y="114234"/>
                  <a:pt x="1025647" y="114234"/>
                </a:cubicBezTo>
                <a:cubicBezTo>
                  <a:pt x="1014270" y="114234"/>
                  <a:pt x="1005465" y="110130"/>
                  <a:pt x="999231" y="101922"/>
                </a:cubicBezTo>
                <a:cubicBezTo>
                  <a:pt x="992998" y="93715"/>
                  <a:pt x="989881" y="83870"/>
                  <a:pt x="989881" y="72390"/>
                </a:cubicBezTo>
                <a:cubicBezTo>
                  <a:pt x="989881" y="64494"/>
                  <a:pt x="991309" y="57208"/>
                  <a:pt x="994167" y="50533"/>
                </a:cubicBezTo>
                <a:cubicBezTo>
                  <a:pt x="997024" y="43857"/>
                  <a:pt x="1001167" y="38701"/>
                  <a:pt x="1006595" y="35065"/>
                </a:cubicBezTo>
                <a:cubicBezTo>
                  <a:pt x="1012024" y="31429"/>
                  <a:pt x="1018400" y="29610"/>
                  <a:pt x="1025725" y="29610"/>
                </a:cubicBezTo>
                <a:cubicBezTo>
                  <a:pt x="1035491" y="29610"/>
                  <a:pt x="1043543" y="33584"/>
                  <a:pt x="1049881" y="41533"/>
                </a:cubicBezTo>
                <a:lnTo>
                  <a:pt x="1049881" y="31481"/>
                </a:lnTo>
                <a:lnTo>
                  <a:pt x="1062816" y="31481"/>
                </a:lnTo>
                <a:lnTo>
                  <a:pt x="1062816" y="103062"/>
                </a:lnTo>
                <a:cubicBezTo>
                  <a:pt x="1062816" y="115953"/>
                  <a:pt x="1061504" y="125089"/>
                  <a:pt x="1058881" y="130469"/>
                </a:cubicBezTo>
                <a:cubicBezTo>
                  <a:pt x="1056258" y="135849"/>
                  <a:pt x="1052102" y="140098"/>
                  <a:pt x="1046413" y="143216"/>
                </a:cubicBezTo>
                <a:cubicBezTo>
                  <a:pt x="1040725" y="146336"/>
                  <a:pt x="1033725" y="147896"/>
                  <a:pt x="1025413" y="147896"/>
                </a:cubicBezTo>
                <a:cubicBezTo>
                  <a:pt x="1015543" y="147896"/>
                  <a:pt x="1007569" y="145669"/>
                  <a:pt x="1001491" y="141215"/>
                </a:cubicBezTo>
                <a:cubicBezTo>
                  <a:pt x="995413" y="136760"/>
                  <a:pt x="992478" y="130052"/>
                  <a:pt x="992686" y="121091"/>
                </a:cubicBezTo>
                <a:moveTo>
                  <a:pt x="1004296" y="71379"/>
                </a:moveTo>
                <a:cubicBezTo>
                  <a:pt x="1004296" y="82209"/>
                  <a:pt x="1006452" y="90111"/>
                  <a:pt x="1010764" y="95085"/>
                </a:cubicBezTo>
                <a:cubicBezTo>
                  <a:pt x="1015076" y="100059"/>
                  <a:pt x="1020478" y="102546"/>
                  <a:pt x="1026972" y="102546"/>
                </a:cubicBezTo>
                <a:cubicBezTo>
                  <a:pt x="1033413" y="102546"/>
                  <a:pt x="1038816" y="100072"/>
                  <a:pt x="1043180" y="95124"/>
                </a:cubicBezTo>
                <a:cubicBezTo>
                  <a:pt x="1047543" y="90176"/>
                  <a:pt x="1049725" y="82416"/>
                  <a:pt x="1049725" y="71844"/>
                </a:cubicBezTo>
                <a:cubicBezTo>
                  <a:pt x="1049725" y="61740"/>
                  <a:pt x="1047478" y="54124"/>
                  <a:pt x="1042985" y="48994"/>
                </a:cubicBezTo>
                <a:cubicBezTo>
                  <a:pt x="1038491" y="43864"/>
                  <a:pt x="1033076" y="41299"/>
                  <a:pt x="1026738" y="41299"/>
                </a:cubicBezTo>
                <a:cubicBezTo>
                  <a:pt x="1020504" y="41299"/>
                  <a:pt x="1015206" y="43825"/>
                  <a:pt x="1010842" y="48877"/>
                </a:cubicBezTo>
                <a:cubicBezTo>
                  <a:pt x="1006478" y="53929"/>
                  <a:pt x="1004296" y="61430"/>
                  <a:pt x="1004296" y="71379"/>
                </a:cubicBezTo>
                <a:close/>
                <a:moveTo>
                  <a:pt x="1083987" y="114234"/>
                </a:moveTo>
                <a:lnTo>
                  <a:pt x="1083987" y="0"/>
                </a:lnTo>
                <a:lnTo>
                  <a:pt x="1098013" y="0"/>
                </a:lnTo>
                <a:lnTo>
                  <a:pt x="1098013" y="40987"/>
                </a:lnTo>
                <a:cubicBezTo>
                  <a:pt x="1104558" y="33403"/>
                  <a:pt x="1112818" y="29610"/>
                  <a:pt x="1122792" y="29610"/>
                </a:cubicBezTo>
                <a:cubicBezTo>
                  <a:pt x="1128922" y="29610"/>
                  <a:pt x="1134247" y="30818"/>
                  <a:pt x="1138766" y="33234"/>
                </a:cubicBezTo>
                <a:cubicBezTo>
                  <a:pt x="1143286" y="35649"/>
                  <a:pt x="1146519" y="38987"/>
                  <a:pt x="1148467" y="43247"/>
                </a:cubicBezTo>
                <a:cubicBezTo>
                  <a:pt x="1150416" y="47507"/>
                  <a:pt x="1151390" y="53688"/>
                  <a:pt x="1151390" y="61792"/>
                </a:cubicBezTo>
                <a:lnTo>
                  <a:pt x="1151390" y="114234"/>
                </a:lnTo>
                <a:lnTo>
                  <a:pt x="1137364" y="114234"/>
                </a:lnTo>
                <a:lnTo>
                  <a:pt x="1137364" y="61792"/>
                </a:lnTo>
                <a:cubicBezTo>
                  <a:pt x="1137364" y="54779"/>
                  <a:pt x="1135844" y="49675"/>
                  <a:pt x="1132805" y="46481"/>
                </a:cubicBezTo>
                <a:cubicBezTo>
                  <a:pt x="1129766" y="43286"/>
                  <a:pt x="1125467" y="41688"/>
                  <a:pt x="1119909" y="41688"/>
                </a:cubicBezTo>
                <a:cubicBezTo>
                  <a:pt x="1115753" y="41688"/>
                  <a:pt x="1111844" y="42766"/>
                  <a:pt x="1108182" y="44922"/>
                </a:cubicBezTo>
                <a:cubicBezTo>
                  <a:pt x="1104519" y="47078"/>
                  <a:pt x="1101909" y="50000"/>
                  <a:pt x="1100350" y="53688"/>
                </a:cubicBezTo>
                <a:cubicBezTo>
                  <a:pt x="1098792" y="57377"/>
                  <a:pt x="1098013" y="62468"/>
                  <a:pt x="1098013" y="68961"/>
                </a:cubicBezTo>
                <a:lnTo>
                  <a:pt x="1098013" y="114234"/>
                </a:lnTo>
                <a:lnTo>
                  <a:pt x="1083987" y="114234"/>
                </a:lnTo>
                <a:close/>
                <a:moveTo>
                  <a:pt x="1203339" y="101844"/>
                </a:moveTo>
                <a:lnTo>
                  <a:pt x="1205365" y="114234"/>
                </a:lnTo>
                <a:cubicBezTo>
                  <a:pt x="1201417" y="114961"/>
                  <a:pt x="1197885" y="115325"/>
                  <a:pt x="1194768" y="115325"/>
                </a:cubicBezTo>
                <a:cubicBezTo>
                  <a:pt x="1189677" y="115325"/>
                  <a:pt x="1185729" y="114520"/>
                  <a:pt x="1182924" y="112909"/>
                </a:cubicBezTo>
                <a:cubicBezTo>
                  <a:pt x="1180119" y="111299"/>
                  <a:pt x="1178144" y="109182"/>
                  <a:pt x="1177002" y="106559"/>
                </a:cubicBezTo>
                <a:cubicBezTo>
                  <a:pt x="1175859" y="103935"/>
                  <a:pt x="1175287" y="98416"/>
                  <a:pt x="1175287" y="90000"/>
                </a:cubicBezTo>
                <a:lnTo>
                  <a:pt x="1175287" y="42390"/>
                </a:lnTo>
                <a:lnTo>
                  <a:pt x="1165002" y="42390"/>
                </a:lnTo>
                <a:lnTo>
                  <a:pt x="1165002" y="31481"/>
                </a:lnTo>
                <a:lnTo>
                  <a:pt x="1175287" y="31481"/>
                </a:lnTo>
                <a:lnTo>
                  <a:pt x="1175287" y="10931"/>
                </a:lnTo>
                <a:lnTo>
                  <a:pt x="1189235" y="2494"/>
                </a:lnTo>
                <a:lnTo>
                  <a:pt x="1189235" y="31481"/>
                </a:lnTo>
                <a:lnTo>
                  <a:pt x="1203339" y="31481"/>
                </a:lnTo>
                <a:lnTo>
                  <a:pt x="1203339" y="42390"/>
                </a:lnTo>
                <a:lnTo>
                  <a:pt x="1189235" y="42390"/>
                </a:lnTo>
                <a:lnTo>
                  <a:pt x="1189235" y="90779"/>
                </a:lnTo>
                <a:cubicBezTo>
                  <a:pt x="1189235" y="94779"/>
                  <a:pt x="1189482" y="97351"/>
                  <a:pt x="1189976" y="98494"/>
                </a:cubicBezTo>
                <a:cubicBezTo>
                  <a:pt x="1190469" y="99637"/>
                  <a:pt x="1191274" y="100546"/>
                  <a:pt x="1192391" y="101221"/>
                </a:cubicBezTo>
                <a:cubicBezTo>
                  <a:pt x="1193508" y="101896"/>
                  <a:pt x="1195106" y="102234"/>
                  <a:pt x="1197183" y="102234"/>
                </a:cubicBezTo>
                <a:cubicBezTo>
                  <a:pt x="1198742" y="102234"/>
                  <a:pt x="1200794" y="102104"/>
                  <a:pt x="1203339" y="101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red">
            <a:extLst xmlns:a="http://schemas.openxmlformats.org/drawingml/2006/main">
              <a:ext uri="{FF2B5EF4-FFF2-40B4-BE49-F238E27FC236}">
                <a16:creationId xmlns:a16="http://schemas.microsoft.com/office/drawing/2014/main" id="{86544297-7D9E-46D4-8BCE-DC8F901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260" y="3297478"/>
            <a:ext cx="227639" cy="116104"/>
          </a:xfrm>
          <a:custGeom xmlns:a="http://schemas.openxmlformats.org/drawingml/2006/main">
            <a:pathLst>
              <a:path w="227639" h="116104">
                <a:moveTo>
                  <a:pt x="21896" y="114234"/>
                </a:moveTo>
                <a:lnTo>
                  <a:pt x="0" y="114234"/>
                </a:lnTo>
                <a:lnTo>
                  <a:pt x="0" y="31481"/>
                </a:lnTo>
                <a:lnTo>
                  <a:pt x="20338" y="31481"/>
                </a:lnTo>
                <a:lnTo>
                  <a:pt x="20338" y="43247"/>
                </a:lnTo>
                <a:cubicBezTo>
                  <a:pt x="23818" y="37688"/>
                  <a:pt x="26948" y="34026"/>
                  <a:pt x="29727" y="32260"/>
                </a:cubicBezTo>
                <a:cubicBezTo>
                  <a:pt x="32507" y="30494"/>
                  <a:pt x="35662" y="29610"/>
                  <a:pt x="39195" y="29610"/>
                </a:cubicBezTo>
                <a:cubicBezTo>
                  <a:pt x="44182" y="29610"/>
                  <a:pt x="48987" y="30987"/>
                  <a:pt x="53611" y="33740"/>
                </a:cubicBezTo>
                <a:lnTo>
                  <a:pt x="46831" y="52831"/>
                </a:lnTo>
                <a:cubicBezTo>
                  <a:pt x="43143" y="50442"/>
                  <a:pt x="39714" y="49247"/>
                  <a:pt x="36546" y="49247"/>
                </a:cubicBezTo>
                <a:cubicBezTo>
                  <a:pt x="33481" y="49247"/>
                  <a:pt x="30883" y="50091"/>
                  <a:pt x="28753" y="51779"/>
                </a:cubicBezTo>
                <a:cubicBezTo>
                  <a:pt x="26623" y="53468"/>
                  <a:pt x="24948" y="56520"/>
                  <a:pt x="23727" y="60935"/>
                </a:cubicBezTo>
                <a:cubicBezTo>
                  <a:pt x="22507" y="65351"/>
                  <a:pt x="21896" y="74598"/>
                  <a:pt x="21896" y="88676"/>
                </a:cubicBezTo>
                <a:lnTo>
                  <a:pt x="21896" y="114234"/>
                </a:lnTo>
                <a:close/>
                <a:moveTo>
                  <a:pt x="110936" y="87896"/>
                </a:moveTo>
                <a:lnTo>
                  <a:pt x="132754" y="91637"/>
                </a:lnTo>
                <a:cubicBezTo>
                  <a:pt x="129949" y="99611"/>
                  <a:pt x="125521" y="105682"/>
                  <a:pt x="119469" y="109851"/>
                </a:cubicBezTo>
                <a:cubicBezTo>
                  <a:pt x="113417" y="114020"/>
                  <a:pt x="105845" y="116104"/>
                  <a:pt x="96754" y="116104"/>
                </a:cubicBezTo>
                <a:cubicBezTo>
                  <a:pt x="82365" y="116104"/>
                  <a:pt x="71715" y="111403"/>
                  <a:pt x="64806" y="102000"/>
                </a:cubicBezTo>
                <a:cubicBezTo>
                  <a:pt x="59352" y="94468"/>
                  <a:pt x="56624" y="84961"/>
                  <a:pt x="56624" y="73481"/>
                </a:cubicBezTo>
                <a:cubicBezTo>
                  <a:pt x="56624" y="59766"/>
                  <a:pt x="60209" y="49026"/>
                  <a:pt x="67378" y="41260"/>
                </a:cubicBezTo>
                <a:cubicBezTo>
                  <a:pt x="74546" y="33494"/>
                  <a:pt x="83611" y="29610"/>
                  <a:pt x="94572" y="29610"/>
                </a:cubicBezTo>
                <a:cubicBezTo>
                  <a:pt x="106884" y="29610"/>
                  <a:pt x="116599" y="33675"/>
                  <a:pt x="123715" y="41805"/>
                </a:cubicBezTo>
                <a:cubicBezTo>
                  <a:pt x="130832" y="49935"/>
                  <a:pt x="134235" y="62390"/>
                  <a:pt x="133923" y="79169"/>
                </a:cubicBezTo>
                <a:lnTo>
                  <a:pt x="79066" y="79169"/>
                </a:lnTo>
                <a:cubicBezTo>
                  <a:pt x="79222" y="85663"/>
                  <a:pt x="80988" y="90715"/>
                  <a:pt x="84365" y="94325"/>
                </a:cubicBezTo>
                <a:cubicBezTo>
                  <a:pt x="87741" y="97935"/>
                  <a:pt x="91949" y="99741"/>
                  <a:pt x="96988" y="99741"/>
                </a:cubicBezTo>
                <a:cubicBezTo>
                  <a:pt x="100417" y="99741"/>
                  <a:pt x="103300" y="98805"/>
                  <a:pt x="105637" y="96935"/>
                </a:cubicBezTo>
                <a:cubicBezTo>
                  <a:pt x="107975" y="95065"/>
                  <a:pt x="109741" y="92052"/>
                  <a:pt x="110936" y="87896"/>
                </a:cubicBezTo>
                <a:moveTo>
                  <a:pt x="112183" y="65766"/>
                </a:moveTo>
                <a:cubicBezTo>
                  <a:pt x="112027" y="59455"/>
                  <a:pt x="110391" y="54656"/>
                  <a:pt x="107274" y="51370"/>
                </a:cubicBezTo>
                <a:cubicBezTo>
                  <a:pt x="104157" y="48085"/>
                  <a:pt x="100365" y="46442"/>
                  <a:pt x="95897" y="46442"/>
                </a:cubicBezTo>
                <a:cubicBezTo>
                  <a:pt x="91118" y="46442"/>
                  <a:pt x="87170" y="48175"/>
                  <a:pt x="84053" y="51641"/>
                </a:cubicBezTo>
                <a:cubicBezTo>
                  <a:pt x="80936" y="55108"/>
                  <a:pt x="79404" y="59817"/>
                  <a:pt x="79456" y="65766"/>
                </a:cubicBezTo>
                <a:lnTo>
                  <a:pt x="112183" y="65766"/>
                </a:lnTo>
                <a:close/>
                <a:moveTo>
                  <a:pt x="227639" y="114234"/>
                </a:moveTo>
                <a:lnTo>
                  <a:pt x="207302" y="114234"/>
                </a:lnTo>
                <a:lnTo>
                  <a:pt x="207302" y="102078"/>
                </a:lnTo>
                <a:cubicBezTo>
                  <a:pt x="203925" y="106805"/>
                  <a:pt x="199938" y="110325"/>
                  <a:pt x="195341" y="112637"/>
                </a:cubicBezTo>
                <a:cubicBezTo>
                  <a:pt x="190743" y="114948"/>
                  <a:pt x="186107" y="116104"/>
                  <a:pt x="181431" y="116104"/>
                </a:cubicBezTo>
                <a:cubicBezTo>
                  <a:pt x="171925" y="116104"/>
                  <a:pt x="163782" y="112273"/>
                  <a:pt x="157003" y="104611"/>
                </a:cubicBezTo>
                <a:cubicBezTo>
                  <a:pt x="150224" y="96948"/>
                  <a:pt x="146834" y="86260"/>
                  <a:pt x="146834" y="72546"/>
                </a:cubicBezTo>
                <a:cubicBezTo>
                  <a:pt x="146834" y="58520"/>
                  <a:pt x="150133" y="47857"/>
                  <a:pt x="156730" y="40559"/>
                </a:cubicBezTo>
                <a:cubicBezTo>
                  <a:pt x="163328" y="33260"/>
                  <a:pt x="171665" y="29610"/>
                  <a:pt x="181743" y="29610"/>
                </a:cubicBezTo>
                <a:cubicBezTo>
                  <a:pt x="190990" y="29610"/>
                  <a:pt x="198990" y="33455"/>
                  <a:pt x="205743" y="41143"/>
                </a:cubicBezTo>
                <a:lnTo>
                  <a:pt x="205743" y="0"/>
                </a:lnTo>
                <a:lnTo>
                  <a:pt x="227639" y="0"/>
                </a:lnTo>
                <a:lnTo>
                  <a:pt x="227639" y="114234"/>
                </a:lnTo>
                <a:moveTo>
                  <a:pt x="169198" y="71107"/>
                </a:moveTo>
                <a:cubicBezTo>
                  <a:pt x="169198" y="79925"/>
                  <a:pt x="170418" y="86305"/>
                  <a:pt x="172860" y="90246"/>
                </a:cubicBezTo>
                <a:cubicBezTo>
                  <a:pt x="176392" y="95952"/>
                  <a:pt x="181328" y="98805"/>
                  <a:pt x="187665" y="98805"/>
                </a:cubicBezTo>
                <a:cubicBezTo>
                  <a:pt x="192704" y="98805"/>
                  <a:pt x="196990" y="96666"/>
                  <a:pt x="200522" y="92387"/>
                </a:cubicBezTo>
                <a:cubicBezTo>
                  <a:pt x="204055" y="88107"/>
                  <a:pt x="205821" y="81714"/>
                  <a:pt x="205821" y="73208"/>
                </a:cubicBezTo>
                <a:cubicBezTo>
                  <a:pt x="205821" y="63714"/>
                  <a:pt x="204107" y="56880"/>
                  <a:pt x="200678" y="52705"/>
                </a:cubicBezTo>
                <a:cubicBezTo>
                  <a:pt x="197250" y="48529"/>
                  <a:pt x="192860" y="46442"/>
                  <a:pt x="187509" y="46442"/>
                </a:cubicBezTo>
                <a:cubicBezTo>
                  <a:pt x="182315" y="46442"/>
                  <a:pt x="177964" y="48503"/>
                  <a:pt x="174457" y="52627"/>
                </a:cubicBezTo>
                <a:cubicBezTo>
                  <a:pt x="170951" y="56750"/>
                  <a:pt x="169198" y="62910"/>
                  <a:pt x="169198" y="71107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t-shirt">
            <a:extLst xmlns:a="http://schemas.openxmlformats.org/drawingml/2006/main">
              <a:ext uri="{FF2B5EF4-FFF2-40B4-BE49-F238E27FC236}">
                <a16:creationId xmlns:a16="http://schemas.microsoft.com/office/drawing/2014/main" id="{D96694FB-D7BC-4029-8E46-28AC580B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030" y="3297478"/>
            <a:ext cx="447741" cy="116104"/>
          </a:xfrm>
          <a:custGeom xmlns:a="http://schemas.openxmlformats.org/drawingml/2006/main">
            <a:pathLst>
              <a:path w="447741" h="116104">
                <a:moveTo>
                  <a:pt x="46987" y="31481"/>
                </a:moveTo>
                <a:lnTo>
                  <a:pt x="46987" y="48935"/>
                </a:lnTo>
                <a:lnTo>
                  <a:pt x="32026" y="48935"/>
                </a:lnTo>
                <a:lnTo>
                  <a:pt x="32026" y="82232"/>
                </a:lnTo>
                <a:cubicBezTo>
                  <a:pt x="32026" y="88976"/>
                  <a:pt x="32169" y="92905"/>
                  <a:pt x="32455" y="94021"/>
                </a:cubicBezTo>
                <a:cubicBezTo>
                  <a:pt x="32740" y="95134"/>
                  <a:pt x="33390" y="96055"/>
                  <a:pt x="34403" y="96782"/>
                </a:cubicBezTo>
                <a:cubicBezTo>
                  <a:pt x="35416" y="97508"/>
                  <a:pt x="36649" y="97870"/>
                  <a:pt x="38104" y="97870"/>
                </a:cubicBezTo>
                <a:cubicBezTo>
                  <a:pt x="40130" y="97870"/>
                  <a:pt x="43065" y="97169"/>
                  <a:pt x="46909" y="95766"/>
                </a:cubicBezTo>
                <a:lnTo>
                  <a:pt x="48779" y="112817"/>
                </a:lnTo>
                <a:cubicBezTo>
                  <a:pt x="43688" y="115008"/>
                  <a:pt x="37922" y="116104"/>
                  <a:pt x="31481" y="116104"/>
                </a:cubicBezTo>
                <a:cubicBezTo>
                  <a:pt x="27533" y="116104"/>
                  <a:pt x="23974" y="115442"/>
                  <a:pt x="20805" y="114117"/>
                </a:cubicBezTo>
                <a:cubicBezTo>
                  <a:pt x="17636" y="112792"/>
                  <a:pt x="15312" y="111078"/>
                  <a:pt x="13831" y="108974"/>
                </a:cubicBezTo>
                <a:cubicBezTo>
                  <a:pt x="12351" y="106870"/>
                  <a:pt x="11325" y="104026"/>
                  <a:pt x="10753" y="100442"/>
                </a:cubicBezTo>
                <a:cubicBezTo>
                  <a:pt x="10286" y="97896"/>
                  <a:pt x="10052" y="92753"/>
                  <a:pt x="10052" y="85013"/>
                </a:cubicBezTo>
                <a:lnTo>
                  <a:pt x="10052" y="48935"/>
                </a:lnTo>
                <a:lnTo>
                  <a:pt x="0" y="48935"/>
                </a:lnTo>
                <a:lnTo>
                  <a:pt x="0" y="31481"/>
                </a:lnTo>
                <a:lnTo>
                  <a:pt x="10052" y="31481"/>
                </a:lnTo>
                <a:lnTo>
                  <a:pt x="10052" y="14961"/>
                </a:lnTo>
                <a:lnTo>
                  <a:pt x="32026" y="2026"/>
                </a:lnTo>
                <a:lnTo>
                  <a:pt x="32026" y="31481"/>
                </a:lnTo>
                <a:lnTo>
                  <a:pt x="46987" y="31481"/>
                </a:lnTo>
                <a:close/>
                <a:moveTo>
                  <a:pt x="59687" y="83689"/>
                </a:moveTo>
                <a:lnTo>
                  <a:pt x="59687" y="61714"/>
                </a:lnTo>
                <a:lnTo>
                  <a:pt x="102700" y="61714"/>
                </a:lnTo>
                <a:lnTo>
                  <a:pt x="102700" y="83689"/>
                </a:lnTo>
                <a:lnTo>
                  <a:pt x="59687" y="83689"/>
                </a:lnTo>
                <a:close/>
                <a:moveTo>
                  <a:pt x="107608" y="90702"/>
                </a:moveTo>
                <a:lnTo>
                  <a:pt x="129582" y="87273"/>
                </a:lnTo>
                <a:cubicBezTo>
                  <a:pt x="130517" y="91507"/>
                  <a:pt x="132413" y="94721"/>
                  <a:pt x="135270" y="96916"/>
                </a:cubicBezTo>
                <a:cubicBezTo>
                  <a:pt x="138128" y="99111"/>
                  <a:pt x="142128" y="100208"/>
                  <a:pt x="147270" y="100208"/>
                </a:cubicBezTo>
                <a:cubicBezTo>
                  <a:pt x="152933" y="100208"/>
                  <a:pt x="157192" y="99171"/>
                  <a:pt x="160050" y="97096"/>
                </a:cubicBezTo>
                <a:cubicBezTo>
                  <a:pt x="161972" y="95643"/>
                  <a:pt x="162933" y="93697"/>
                  <a:pt x="162933" y="91259"/>
                </a:cubicBezTo>
                <a:cubicBezTo>
                  <a:pt x="162933" y="89598"/>
                  <a:pt x="162413" y="88223"/>
                  <a:pt x="161374" y="87134"/>
                </a:cubicBezTo>
                <a:cubicBezTo>
                  <a:pt x="160283" y="86097"/>
                  <a:pt x="157842" y="85137"/>
                  <a:pt x="154050" y="84256"/>
                </a:cubicBezTo>
                <a:cubicBezTo>
                  <a:pt x="136387" y="80366"/>
                  <a:pt x="125192" y="76813"/>
                  <a:pt x="120465" y="73595"/>
                </a:cubicBezTo>
                <a:cubicBezTo>
                  <a:pt x="113920" y="69131"/>
                  <a:pt x="110647" y="62929"/>
                  <a:pt x="110647" y="54989"/>
                </a:cubicBezTo>
                <a:cubicBezTo>
                  <a:pt x="110647" y="47826"/>
                  <a:pt x="113478" y="41806"/>
                  <a:pt x="119140" y="36928"/>
                </a:cubicBezTo>
                <a:cubicBezTo>
                  <a:pt x="124803" y="32050"/>
                  <a:pt x="133582" y="29610"/>
                  <a:pt x="145478" y="29610"/>
                </a:cubicBezTo>
                <a:cubicBezTo>
                  <a:pt x="156803" y="29610"/>
                  <a:pt x="165218" y="31448"/>
                  <a:pt x="170725" y="35123"/>
                </a:cubicBezTo>
                <a:cubicBezTo>
                  <a:pt x="176232" y="38799"/>
                  <a:pt x="180024" y="44234"/>
                  <a:pt x="182102" y="51429"/>
                </a:cubicBezTo>
                <a:lnTo>
                  <a:pt x="161452" y="55325"/>
                </a:lnTo>
                <a:cubicBezTo>
                  <a:pt x="160569" y="52104"/>
                  <a:pt x="158894" y="49636"/>
                  <a:pt x="156426" y="47922"/>
                </a:cubicBezTo>
                <a:cubicBezTo>
                  <a:pt x="153959" y="46208"/>
                  <a:pt x="150439" y="45351"/>
                  <a:pt x="145868" y="45351"/>
                </a:cubicBezTo>
                <a:cubicBezTo>
                  <a:pt x="140102" y="45351"/>
                  <a:pt x="135972" y="46155"/>
                  <a:pt x="133478" y="47764"/>
                </a:cubicBezTo>
                <a:cubicBezTo>
                  <a:pt x="131816" y="48904"/>
                  <a:pt x="130985" y="50382"/>
                  <a:pt x="130985" y="52198"/>
                </a:cubicBezTo>
                <a:cubicBezTo>
                  <a:pt x="130985" y="53753"/>
                  <a:pt x="131712" y="55076"/>
                  <a:pt x="133166" y="56165"/>
                </a:cubicBezTo>
                <a:cubicBezTo>
                  <a:pt x="135140" y="57618"/>
                  <a:pt x="141959" y="59667"/>
                  <a:pt x="153621" y="62313"/>
                </a:cubicBezTo>
                <a:cubicBezTo>
                  <a:pt x="165283" y="64960"/>
                  <a:pt x="173426" y="68206"/>
                  <a:pt x="178050" y="72051"/>
                </a:cubicBezTo>
                <a:cubicBezTo>
                  <a:pt x="182621" y="75951"/>
                  <a:pt x="184907" y="81382"/>
                  <a:pt x="184907" y="88347"/>
                </a:cubicBezTo>
                <a:cubicBezTo>
                  <a:pt x="184907" y="95936"/>
                  <a:pt x="181738" y="102460"/>
                  <a:pt x="175400" y="107917"/>
                </a:cubicBezTo>
                <a:cubicBezTo>
                  <a:pt x="169063" y="113375"/>
                  <a:pt x="159686" y="116104"/>
                  <a:pt x="147270" y="116104"/>
                </a:cubicBezTo>
                <a:cubicBezTo>
                  <a:pt x="135998" y="116104"/>
                  <a:pt x="127076" y="113826"/>
                  <a:pt x="120504" y="109269"/>
                </a:cubicBezTo>
                <a:cubicBezTo>
                  <a:pt x="113933" y="104710"/>
                  <a:pt x="109634" y="98521"/>
                  <a:pt x="107608" y="90702"/>
                </a:cubicBezTo>
                <a:close/>
                <a:moveTo>
                  <a:pt x="225870" y="0"/>
                </a:moveTo>
                <a:lnTo>
                  <a:pt x="225870" y="42059"/>
                </a:lnTo>
                <a:cubicBezTo>
                  <a:pt x="232935" y="33760"/>
                  <a:pt x="241376" y="29610"/>
                  <a:pt x="251195" y="29610"/>
                </a:cubicBezTo>
                <a:cubicBezTo>
                  <a:pt x="256234" y="29610"/>
                  <a:pt x="260779" y="30546"/>
                  <a:pt x="264831" y="32416"/>
                </a:cubicBezTo>
                <a:cubicBezTo>
                  <a:pt x="268883" y="34286"/>
                  <a:pt x="271935" y="36675"/>
                  <a:pt x="273987" y="39585"/>
                </a:cubicBezTo>
                <a:cubicBezTo>
                  <a:pt x="276039" y="42494"/>
                  <a:pt x="277441" y="45714"/>
                  <a:pt x="278195" y="49247"/>
                </a:cubicBezTo>
                <a:cubicBezTo>
                  <a:pt x="278948" y="52779"/>
                  <a:pt x="279325" y="58260"/>
                  <a:pt x="279325" y="65688"/>
                </a:cubicBezTo>
                <a:lnTo>
                  <a:pt x="279325" y="114234"/>
                </a:lnTo>
                <a:lnTo>
                  <a:pt x="257428" y="114234"/>
                </a:lnTo>
                <a:lnTo>
                  <a:pt x="257428" y="70571"/>
                </a:lnTo>
                <a:cubicBezTo>
                  <a:pt x="257428" y="61905"/>
                  <a:pt x="257013" y="56405"/>
                  <a:pt x="256182" y="54071"/>
                </a:cubicBezTo>
                <a:cubicBezTo>
                  <a:pt x="255350" y="51735"/>
                  <a:pt x="253883" y="49879"/>
                  <a:pt x="251779" y="48504"/>
                </a:cubicBezTo>
                <a:cubicBezTo>
                  <a:pt x="249675" y="47129"/>
                  <a:pt x="247039" y="46442"/>
                  <a:pt x="243870" y="46442"/>
                </a:cubicBezTo>
                <a:cubicBezTo>
                  <a:pt x="240234" y="46442"/>
                  <a:pt x="236987" y="47324"/>
                  <a:pt x="234130" y="49089"/>
                </a:cubicBezTo>
                <a:cubicBezTo>
                  <a:pt x="231272" y="50853"/>
                  <a:pt x="229182" y="53512"/>
                  <a:pt x="227857" y="57066"/>
                </a:cubicBezTo>
                <a:cubicBezTo>
                  <a:pt x="226532" y="60619"/>
                  <a:pt x="225870" y="65874"/>
                  <a:pt x="225870" y="72828"/>
                </a:cubicBezTo>
                <a:lnTo>
                  <a:pt x="225870" y="114234"/>
                </a:lnTo>
                <a:lnTo>
                  <a:pt x="203974" y="114234"/>
                </a:lnTo>
                <a:lnTo>
                  <a:pt x="203974" y="0"/>
                </a:lnTo>
                <a:lnTo>
                  <a:pt x="225870" y="0"/>
                </a:lnTo>
                <a:close/>
                <a:moveTo>
                  <a:pt x="301558" y="20260"/>
                </a:moveTo>
                <a:lnTo>
                  <a:pt x="301558" y="0"/>
                </a:lnTo>
                <a:lnTo>
                  <a:pt x="323455" y="0"/>
                </a:lnTo>
                <a:lnTo>
                  <a:pt x="323455" y="20260"/>
                </a:lnTo>
                <a:lnTo>
                  <a:pt x="301558" y="20260"/>
                </a:lnTo>
                <a:moveTo>
                  <a:pt x="301558" y="114234"/>
                </a:moveTo>
                <a:lnTo>
                  <a:pt x="301558" y="31481"/>
                </a:lnTo>
                <a:lnTo>
                  <a:pt x="323455" y="31481"/>
                </a:lnTo>
                <a:lnTo>
                  <a:pt x="323455" y="114234"/>
                </a:lnTo>
                <a:lnTo>
                  <a:pt x="301558" y="114234"/>
                </a:lnTo>
                <a:close/>
                <a:moveTo>
                  <a:pt x="366884" y="114234"/>
                </a:moveTo>
                <a:lnTo>
                  <a:pt x="344988" y="114234"/>
                </a:lnTo>
                <a:lnTo>
                  <a:pt x="344988" y="31481"/>
                </a:lnTo>
                <a:lnTo>
                  <a:pt x="365325" y="31481"/>
                </a:lnTo>
                <a:lnTo>
                  <a:pt x="365325" y="43247"/>
                </a:lnTo>
                <a:cubicBezTo>
                  <a:pt x="368806" y="37688"/>
                  <a:pt x="371936" y="34026"/>
                  <a:pt x="374715" y="32260"/>
                </a:cubicBezTo>
                <a:cubicBezTo>
                  <a:pt x="377494" y="30494"/>
                  <a:pt x="380650" y="29610"/>
                  <a:pt x="384183" y="29610"/>
                </a:cubicBezTo>
                <a:cubicBezTo>
                  <a:pt x="389170" y="29610"/>
                  <a:pt x="393975" y="30987"/>
                  <a:pt x="398598" y="33740"/>
                </a:cubicBezTo>
                <a:lnTo>
                  <a:pt x="391819" y="52831"/>
                </a:lnTo>
                <a:cubicBezTo>
                  <a:pt x="388131" y="50442"/>
                  <a:pt x="384702" y="49247"/>
                  <a:pt x="381533" y="49247"/>
                </a:cubicBezTo>
                <a:cubicBezTo>
                  <a:pt x="378468" y="49247"/>
                  <a:pt x="375871" y="50091"/>
                  <a:pt x="373741" y="51779"/>
                </a:cubicBezTo>
                <a:cubicBezTo>
                  <a:pt x="371611" y="53468"/>
                  <a:pt x="369936" y="56520"/>
                  <a:pt x="368715" y="60935"/>
                </a:cubicBezTo>
                <a:cubicBezTo>
                  <a:pt x="367494" y="65351"/>
                  <a:pt x="366884" y="74598"/>
                  <a:pt x="366884" y="88676"/>
                </a:cubicBezTo>
                <a:lnTo>
                  <a:pt x="366884" y="114234"/>
                </a:lnTo>
                <a:close/>
                <a:moveTo>
                  <a:pt x="445949" y="31481"/>
                </a:moveTo>
                <a:lnTo>
                  <a:pt x="445949" y="48935"/>
                </a:lnTo>
                <a:lnTo>
                  <a:pt x="430988" y="48935"/>
                </a:lnTo>
                <a:lnTo>
                  <a:pt x="430988" y="82232"/>
                </a:lnTo>
                <a:cubicBezTo>
                  <a:pt x="430988" y="88976"/>
                  <a:pt x="431131" y="92905"/>
                  <a:pt x="431417" y="94021"/>
                </a:cubicBezTo>
                <a:cubicBezTo>
                  <a:pt x="431702" y="95134"/>
                  <a:pt x="432352" y="96055"/>
                  <a:pt x="433365" y="96782"/>
                </a:cubicBezTo>
                <a:cubicBezTo>
                  <a:pt x="434378" y="97508"/>
                  <a:pt x="435612" y="97870"/>
                  <a:pt x="437066" y="97870"/>
                </a:cubicBezTo>
                <a:cubicBezTo>
                  <a:pt x="439092" y="97870"/>
                  <a:pt x="442027" y="97169"/>
                  <a:pt x="445871" y="95766"/>
                </a:cubicBezTo>
                <a:lnTo>
                  <a:pt x="447741" y="112817"/>
                </a:lnTo>
                <a:cubicBezTo>
                  <a:pt x="442651" y="115008"/>
                  <a:pt x="436884" y="116104"/>
                  <a:pt x="430443" y="116104"/>
                </a:cubicBezTo>
                <a:cubicBezTo>
                  <a:pt x="426495" y="116104"/>
                  <a:pt x="422936" y="115442"/>
                  <a:pt x="419767" y="114117"/>
                </a:cubicBezTo>
                <a:cubicBezTo>
                  <a:pt x="416599" y="112792"/>
                  <a:pt x="414274" y="111078"/>
                  <a:pt x="412793" y="108974"/>
                </a:cubicBezTo>
                <a:cubicBezTo>
                  <a:pt x="411313" y="106870"/>
                  <a:pt x="410287" y="104026"/>
                  <a:pt x="409715" y="100442"/>
                </a:cubicBezTo>
                <a:cubicBezTo>
                  <a:pt x="409248" y="97896"/>
                  <a:pt x="409014" y="92753"/>
                  <a:pt x="409014" y="85013"/>
                </a:cubicBezTo>
                <a:lnTo>
                  <a:pt x="409014" y="48935"/>
                </a:lnTo>
                <a:lnTo>
                  <a:pt x="398962" y="48935"/>
                </a:lnTo>
                <a:lnTo>
                  <a:pt x="398962" y="31481"/>
                </a:lnTo>
                <a:lnTo>
                  <a:pt x="409014" y="31481"/>
                </a:lnTo>
                <a:lnTo>
                  <a:pt x="409014" y="14961"/>
                </a:lnTo>
                <a:lnTo>
                  <a:pt x="430988" y="2026"/>
                </a:lnTo>
                <a:lnTo>
                  <a:pt x="430988" y="31481"/>
                </a:lnTo>
                <a:lnTo>
                  <a:pt x="445949" y="31481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.">
            <a:extLst xmlns:a="http://schemas.openxmlformats.org/drawingml/2006/main">
              <a:ext uri="{FF2B5EF4-FFF2-40B4-BE49-F238E27FC236}">
                <a16:creationId xmlns:a16="http://schemas.microsoft.com/office/drawing/2014/main" id="{8804F323-00D0-4380-BF55-9F53D7F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341" y="3395660"/>
            <a:ext cx="15974" cy="16052"/>
          </a:xfrm>
          <a:custGeom xmlns:a="http://schemas.openxmlformats.org/drawingml/2006/main">
            <a:pathLst>
              <a:path w="15974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available:">
            <a:extLst xmlns:a="http://schemas.openxmlformats.org/drawingml/2006/main">
              <a:ext uri="{FF2B5EF4-FFF2-40B4-BE49-F238E27FC236}">
                <a16:creationId xmlns:a16="http://schemas.microsoft.com/office/drawing/2014/main" id="{036299BC-749C-429E-9032-40DD7C62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378" y="3500586"/>
            <a:ext cx="654345" cy="116104"/>
          </a:xfrm>
          <a:custGeom xmlns:a="http://schemas.openxmlformats.org/drawingml/2006/main">
            <a:pathLst>
              <a:path w="654345" h="116104">
                <a:moveTo>
                  <a:pt x="58753" y="104016"/>
                </a:moveTo>
                <a:cubicBezTo>
                  <a:pt x="53559" y="108435"/>
                  <a:pt x="48559" y="111555"/>
                  <a:pt x="43753" y="113374"/>
                </a:cubicBezTo>
                <a:cubicBezTo>
                  <a:pt x="38948" y="115194"/>
                  <a:pt x="33792" y="116104"/>
                  <a:pt x="28286" y="116104"/>
                </a:cubicBezTo>
                <a:cubicBezTo>
                  <a:pt x="19195" y="116104"/>
                  <a:pt x="12208" y="113882"/>
                  <a:pt x="7325" y="109437"/>
                </a:cubicBezTo>
                <a:cubicBezTo>
                  <a:pt x="2442" y="104992"/>
                  <a:pt x="0" y="99313"/>
                  <a:pt x="0" y="92399"/>
                </a:cubicBezTo>
                <a:cubicBezTo>
                  <a:pt x="0" y="88345"/>
                  <a:pt x="922" y="84642"/>
                  <a:pt x="2766" y="81290"/>
                </a:cubicBezTo>
                <a:cubicBezTo>
                  <a:pt x="4610" y="77936"/>
                  <a:pt x="7026" y="75245"/>
                  <a:pt x="10013" y="73218"/>
                </a:cubicBezTo>
                <a:cubicBezTo>
                  <a:pt x="13000" y="71190"/>
                  <a:pt x="16364" y="69657"/>
                  <a:pt x="20104" y="68618"/>
                </a:cubicBezTo>
                <a:cubicBezTo>
                  <a:pt x="22857" y="67889"/>
                  <a:pt x="27013" y="67187"/>
                  <a:pt x="32572" y="66512"/>
                </a:cubicBezTo>
                <a:cubicBezTo>
                  <a:pt x="43896" y="65171"/>
                  <a:pt x="52234" y="63572"/>
                  <a:pt x="57585" y="61714"/>
                </a:cubicBezTo>
                <a:cubicBezTo>
                  <a:pt x="57637" y="59800"/>
                  <a:pt x="57662" y="58585"/>
                  <a:pt x="57662" y="58067"/>
                </a:cubicBezTo>
                <a:cubicBezTo>
                  <a:pt x="57662" y="52373"/>
                  <a:pt x="56338" y="48363"/>
                  <a:pt x="53688" y="46035"/>
                </a:cubicBezTo>
                <a:cubicBezTo>
                  <a:pt x="50104" y="42878"/>
                  <a:pt x="44779" y="41299"/>
                  <a:pt x="37714" y="41299"/>
                </a:cubicBezTo>
                <a:cubicBezTo>
                  <a:pt x="31117" y="41299"/>
                  <a:pt x="26247" y="42455"/>
                  <a:pt x="23104" y="44766"/>
                </a:cubicBezTo>
                <a:cubicBezTo>
                  <a:pt x="19961" y="47078"/>
                  <a:pt x="17636" y="51169"/>
                  <a:pt x="16130" y="57039"/>
                </a:cubicBezTo>
                <a:lnTo>
                  <a:pt x="2416" y="55169"/>
                </a:lnTo>
                <a:cubicBezTo>
                  <a:pt x="3662" y="49281"/>
                  <a:pt x="5714" y="44526"/>
                  <a:pt x="8571" y="40904"/>
                </a:cubicBezTo>
                <a:cubicBezTo>
                  <a:pt x="11429" y="37283"/>
                  <a:pt x="15558" y="34495"/>
                  <a:pt x="20961" y="32542"/>
                </a:cubicBezTo>
                <a:cubicBezTo>
                  <a:pt x="26364" y="30588"/>
                  <a:pt x="32623" y="29610"/>
                  <a:pt x="39740" y="29610"/>
                </a:cubicBezTo>
                <a:cubicBezTo>
                  <a:pt x="46805" y="29610"/>
                  <a:pt x="52546" y="30442"/>
                  <a:pt x="56961" y="32104"/>
                </a:cubicBezTo>
                <a:cubicBezTo>
                  <a:pt x="61377" y="33766"/>
                  <a:pt x="64624" y="35857"/>
                  <a:pt x="66701" y="38377"/>
                </a:cubicBezTo>
                <a:cubicBezTo>
                  <a:pt x="68779" y="40896"/>
                  <a:pt x="70234" y="44078"/>
                  <a:pt x="71065" y="47922"/>
                </a:cubicBezTo>
                <a:cubicBezTo>
                  <a:pt x="71533" y="50312"/>
                  <a:pt x="71766" y="54624"/>
                  <a:pt x="71766" y="60857"/>
                </a:cubicBezTo>
                <a:lnTo>
                  <a:pt x="71766" y="79559"/>
                </a:lnTo>
                <a:cubicBezTo>
                  <a:pt x="71766" y="92598"/>
                  <a:pt x="72065" y="100844"/>
                  <a:pt x="72663" y="104299"/>
                </a:cubicBezTo>
                <a:cubicBezTo>
                  <a:pt x="73260" y="107754"/>
                  <a:pt x="74442" y="111065"/>
                  <a:pt x="76208" y="114234"/>
                </a:cubicBezTo>
                <a:lnTo>
                  <a:pt x="61559" y="114234"/>
                </a:lnTo>
                <a:cubicBezTo>
                  <a:pt x="60104" y="111322"/>
                  <a:pt x="59169" y="107916"/>
                  <a:pt x="58753" y="104016"/>
                </a:cubicBezTo>
                <a:moveTo>
                  <a:pt x="57585" y="72624"/>
                </a:moveTo>
                <a:cubicBezTo>
                  <a:pt x="52494" y="74719"/>
                  <a:pt x="44857" y="76500"/>
                  <a:pt x="34675" y="77966"/>
                </a:cubicBezTo>
                <a:cubicBezTo>
                  <a:pt x="28909" y="78801"/>
                  <a:pt x="24831" y="79740"/>
                  <a:pt x="22442" y="80783"/>
                </a:cubicBezTo>
                <a:cubicBezTo>
                  <a:pt x="20052" y="81826"/>
                  <a:pt x="18208" y="83352"/>
                  <a:pt x="16909" y="85361"/>
                </a:cubicBezTo>
                <a:cubicBezTo>
                  <a:pt x="15610" y="87370"/>
                  <a:pt x="14961" y="89599"/>
                  <a:pt x="14961" y="92051"/>
                </a:cubicBezTo>
                <a:cubicBezTo>
                  <a:pt x="14961" y="95805"/>
                  <a:pt x="16377" y="98935"/>
                  <a:pt x="19208" y="101440"/>
                </a:cubicBezTo>
                <a:cubicBezTo>
                  <a:pt x="22039" y="103943"/>
                  <a:pt x="26182" y="105195"/>
                  <a:pt x="31636" y="105195"/>
                </a:cubicBezTo>
                <a:cubicBezTo>
                  <a:pt x="37039" y="105195"/>
                  <a:pt x="41844" y="104008"/>
                  <a:pt x="46052" y="101633"/>
                </a:cubicBezTo>
                <a:cubicBezTo>
                  <a:pt x="50260" y="99258"/>
                  <a:pt x="53351" y="96008"/>
                  <a:pt x="55325" y="91885"/>
                </a:cubicBezTo>
                <a:cubicBezTo>
                  <a:pt x="56831" y="88700"/>
                  <a:pt x="57585" y="84002"/>
                  <a:pt x="57585" y="77791"/>
                </a:cubicBezTo>
                <a:lnTo>
                  <a:pt x="57585" y="72624"/>
                </a:lnTo>
                <a:close/>
                <a:moveTo>
                  <a:pt x="116469" y="114234"/>
                </a:moveTo>
                <a:lnTo>
                  <a:pt x="84989" y="31481"/>
                </a:lnTo>
                <a:lnTo>
                  <a:pt x="99794" y="31481"/>
                </a:lnTo>
                <a:lnTo>
                  <a:pt x="117560" y="81039"/>
                </a:lnTo>
                <a:cubicBezTo>
                  <a:pt x="119482" y="86390"/>
                  <a:pt x="121249" y="91948"/>
                  <a:pt x="122859" y="97715"/>
                </a:cubicBezTo>
                <a:cubicBezTo>
                  <a:pt x="124106" y="93351"/>
                  <a:pt x="125846" y="88104"/>
                  <a:pt x="128080" y="81974"/>
                </a:cubicBezTo>
                <a:lnTo>
                  <a:pt x="146469" y="31481"/>
                </a:lnTo>
                <a:lnTo>
                  <a:pt x="160885" y="31481"/>
                </a:lnTo>
                <a:lnTo>
                  <a:pt x="129560" y="114234"/>
                </a:lnTo>
                <a:lnTo>
                  <a:pt x="116469" y="114234"/>
                </a:lnTo>
                <a:close/>
                <a:moveTo>
                  <a:pt x="227275" y="104016"/>
                </a:moveTo>
                <a:cubicBezTo>
                  <a:pt x="222080" y="108435"/>
                  <a:pt x="217080" y="111555"/>
                  <a:pt x="212275" y="113374"/>
                </a:cubicBezTo>
                <a:cubicBezTo>
                  <a:pt x="207469" y="115194"/>
                  <a:pt x="202314" y="116104"/>
                  <a:pt x="196807" y="116104"/>
                </a:cubicBezTo>
                <a:cubicBezTo>
                  <a:pt x="187716" y="116104"/>
                  <a:pt x="180729" y="113882"/>
                  <a:pt x="175846" y="109437"/>
                </a:cubicBezTo>
                <a:cubicBezTo>
                  <a:pt x="170963" y="104992"/>
                  <a:pt x="168521" y="99313"/>
                  <a:pt x="168521" y="92399"/>
                </a:cubicBezTo>
                <a:cubicBezTo>
                  <a:pt x="168521" y="88345"/>
                  <a:pt x="169443" y="84642"/>
                  <a:pt x="171288" y="81290"/>
                </a:cubicBezTo>
                <a:cubicBezTo>
                  <a:pt x="173132" y="77936"/>
                  <a:pt x="175547" y="75245"/>
                  <a:pt x="178534" y="73218"/>
                </a:cubicBezTo>
                <a:cubicBezTo>
                  <a:pt x="181521" y="71190"/>
                  <a:pt x="184885" y="69657"/>
                  <a:pt x="188625" y="68618"/>
                </a:cubicBezTo>
                <a:cubicBezTo>
                  <a:pt x="191379" y="67889"/>
                  <a:pt x="195534" y="67187"/>
                  <a:pt x="201093" y="66512"/>
                </a:cubicBezTo>
                <a:cubicBezTo>
                  <a:pt x="212418" y="65171"/>
                  <a:pt x="220755" y="63572"/>
                  <a:pt x="226106" y="61714"/>
                </a:cubicBezTo>
                <a:cubicBezTo>
                  <a:pt x="226158" y="59800"/>
                  <a:pt x="226184" y="58585"/>
                  <a:pt x="226184" y="58067"/>
                </a:cubicBezTo>
                <a:cubicBezTo>
                  <a:pt x="226184" y="52373"/>
                  <a:pt x="224859" y="48363"/>
                  <a:pt x="222210" y="46035"/>
                </a:cubicBezTo>
                <a:cubicBezTo>
                  <a:pt x="218625" y="42878"/>
                  <a:pt x="213301" y="41299"/>
                  <a:pt x="206236" y="41299"/>
                </a:cubicBezTo>
                <a:cubicBezTo>
                  <a:pt x="199638" y="41299"/>
                  <a:pt x="194768" y="42455"/>
                  <a:pt x="191625" y="44766"/>
                </a:cubicBezTo>
                <a:cubicBezTo>
                  <a:pt x="188482" y="47078"/>
                  <a:pt x="186158" y="51169"/>
                  <a:pt x="184651" y="57039"/>
                </a:cubicBezTo>
                <a:lnTo>
                  <a:pt x="170937" y="55169"/>
                </a:lnTo>
                <a:cubicBezTo>
                  <a:pt x="172184" y="49281"/>
                  <a:pt x="174236" y="44526"/>
                  <a:pt x="177093" y="40904"/>
                </a:cubicBezTo>
                <a:cubicBezTo>
                  <a:pt x="179950" y="37283"/>
                  <a:pt x="184080" y="34495"/>
                  <a:pt x="189482" y="32542"/>
                </a:cubicBezTo>
                <a:cubicBezTo>
                  <a:pt x="194885" y="30588"/>
                  <a:pt x="201145" y="29610"/>
                  <a:pt x="208262" y="29610"/>
                </a:cubicBezTo>
                <a:cubicBezTo>
                  <a:pt x="215327" y="29610"/>
                  <a:pt x="221067" y="30442"/>
                  <a:pt x="225483" y="32104"/>
                </a:cubicBezTo>
                <a:cubicBezTo>
                  <a:pt x="229898" y="33766"/>
                  <a:pt x="233145" y="35857"/>
                  <a:pt x="235223" y="38377"/>
                </a:cubicBezTo>
                <a:cubicBezTo>
                  <a:pt x="237301" y="40896"/>
                  <a:pt x="238755" y="44078"/>
                  <a:pt x="239586" y="47922"/>
                </a:cubicBezTo>
                <a:cubicBezTo>
                  <a:pt x="240054" y="50312"/>
                  <a:pt x="240288" y="54624"/>
                  <a:pt x="240288" y="60857"/>
                </a:cubicBezTo>
                <a:lnTo>
                  <a:pt x="240288" y="79559"/>
                </a:lnTo>
                <a:cubicBezTo>
                  <a:pt x="240288" y="92598"/>
                  <a:pt x="240586" y="100844"/>
                  <a:pt x="241184" y="104299"/>
                </a:cubicBezTo>
                <a:cubicBezTo>
                  <a:pt x="241781" y="107754"/>
                  <a:pt x="242963" y="111065"/>
                  <a:pt x="244729" y="114234"/>
                </a:cubicBezTo>
                <a:lnTo>
                  <a:pt x="230080" y="114234"/>
                </a:lnTo>
                <a:cubicBezTo>
                  <a:pt x="228625" y="111322"/>
                  <a:pt x="227690" y="107916"/>
                  <a:pt x="227275" y="104016"/>
                </a:cubicBezTo>
                <a:moveTo>
                  <a:pt x="226106" y="72624"/>
                </a:moveTo>
                <a:cubicBezTo>
                  <a:pt x="221015" y="74719"/>
                  <a:pt x="213379" y="76500"/>
                  <a:pt x="203197" y="77966"/>
                </a:cubicBezTo>
                <a:cubicBezTo>
                  <a:pt x="197431" y="78801"/>
                  <a:pt x="193353" y="79740"/>
                  <a:pt x="190963" y="80783"/>
                </a:cubicBezTo>
                <a:cubicBezTo>
                  <a:pt x="188573" y="81826"/>
                  <a:pt x="186729" y="83352"/>
                  <a:pt x="185430" y="85361"/>
                </a:cubicBezTo>
                <a:cubicBezTo>
                  <a:pt x="184132" y="87370"/>
                  <a:pt x="183482" y="89599"/>
                  <a:pt x="183482" y="92051"/>
                </a:cubicBezTo>
                <a:cubicBezTo>
                  <a:pt x="183482" y="95805"/>
                  <a:pt x="184898" y="98935"/>
                  <a:pt x="187729" y="101440"/>
                </a:cubicBezTo>
                <a:cubicBezTo>
                  <a:pt x="190560" y="103943"/>
                  <a:pt x="194703" y="105195"/>
                  <a:pt x="200158" y="105195"/>
                </a:cubicBezTo>
                <a:cubicBezTo>
                  <a:pt x="205560" y="105195"/>
                  <a:pt x="210366" y="104008"/>
                  <a:pt x="214573" y="101633"/>
                </a:cubicBezTo>
                <a:cubicBezTo>
                  <a:pt x="218781" y="99258"/>
                  <a:pt x="221872" y="96008"/>
                  <a:pt x="223846" y="91885"/>
                </a:cubicBezTo>
                <a:cubicBezTo>
                  <a:pt x="225353" y="88700"/>
                  <a:pt x="226106" y="84002"/>
                  <a:pt x="226106" y="77791"/>
                </a:cubicBezTo>
                <a:lnTo>
                  <a:pt x="226106" y="72624"/>
                </a:lnTo>
                <a:close/>
                <a:moveTo>
                  <a:pt x="262082" y="16208"/>
                </a:moveTo>
                <a:lnTo>
                  <a:pt x="262082" y="0"/>
                </a:lnTo>
                <a:lnTo>
                  <a:pt x="276108" y="0"/>
                </a:lnTo>
                <a:lnTo>
                  <a:pt x="276108" y="16208"/>
                </a:lnTo>
                <a:lnTo>
                  <a:pt x="262082" y="16208"/>
                </a:lnTo>
                <a:moveTo>
                  <a:pt x="262082" y="114234"/>
                </a:moveTo>
                <a:lnTo>
                  <a:pt x="262082" y="31481"/>
                </a:lnTo>
                <a:lnTo>
                  <a:pt x="276108" y="31481"/>
                </a:lnTo>
                <a:lnTo>
                  <a:pt x="276108" y="114234"/>
                </a:lnTo>
                <a:lnTo>
                  <a:pt x="262082" y="114234"/>
                </a:lnTo>
                <a:close/>
                <a:moveTo>
                  <a:pt x="297120" y="114234"/>
                </a:moveTo>
                <a:lnTo>
                  <a:pt x="297120" y="0"/>
                </a:lnTo>
                <a:lnTo>
                  <a:pt x="311146" y="0"/>
                </a:lnTo>
                <a:lnTo>
                  <a:pt x="311146" y="114234"/>
                </a:lnTo>
                <a:lnTo>
                  <a:pt x="297120" y="114234"/>
                </a:lnTo>
                <a:close/>
                <a:moveTo>
                  <a:pt x="386860" y="104016"/>
                </a:moveTo>
                <a:cubicBezTo>
                  <a:pt x="381665" y="108435"/>
                  <a:pt x="376665" y="111555"/>
                  <a:pt x="371860" y="113374"/>
                </a:cubicBezTo>
                <a:cubicBezTo>
                  <a:pt x="367055" y="115194"/>
                  <a:pt x="361899" y="116104"/>
                  <a:pt x="356393" y="116104"/>
                </a:cubicBezTo>
                <a:cubicBezTo>
                  <a:pt x="347302" y="116104"/>
                  <a:pt x="340315" y="113882"/>
                  <a:pt x="335431" y="109437"/>
                </a:cubicBezTo>
                <a:cubicBezTo>
                  <a:pt x="330548" y="104992"/>
                  <a:pt x="328107" y="99313"/>
                  <a:pt x="328107" y="92399"/>
                </a:cubicBezTo>
                <a:cubicBezTo>
                  <a:pt x="328107" y="88345"/>
                  <a:pt x="329029" y="84642"/>
                  <a:pt x="330873" y="81290"/>
                </a:cubicBezTo>
                <a:cubicBezTo>
                  <a:pt x="332717" y="77936"/>
                  <a:pt x="335133" y="75245"/>
                  <a:pt x="338120" y="73218"/>
                </a:cubicBezTo>
                <a:cubicBezTo>
                  <a:pt x="341107" y="71190"/>
                  <a:pt x="344470" y="69657"/>
                  <a:pt x="348211" y="68618"/>
                </a:cubicBezTo>
                <a:cubicBezTo>
                  <a:pt x="350964" y="67889"/>
                  <a:pt x="355120" y="67187"/>
                  <a:pt x="360678" y="66512"/>
                </a:cubicBezTo>
                <a:cubicBezTo>
                  <a:pt x="372003" y="65171"/>
                  <a:pt x="380341" y="63572"/>
                  <a:pt x="385691" y="61714"/>
                </a:cubicBezTo>
                <a:cubicBezTo>
                  <a:pt x="385743" y="59800"/>
                  <a:pt x="385769" y="58585"/>
                  <a:pt x="385769" y="58067"/>
                </a:cubicBezTo>
                <a:cubicBezTo>
                  <a:pt x="385769" y="52373"/>
                  <a:pt x="384445" y="48363"/>
                  <a:pt x="381795" y="46035"/>
                </a:cubicBezTo>
                <a:cubicBezTo>
                  <a:pt x="378211" y="42878"/>
                  <a:pt x="372886" y="41299"/>
                  <a:pt x="365821" y="41299"/>
                </a:cubicBezTo>
                <a:cubicBezTo>
                  <a:pt x="359224" y="41299"/>
                  <a:pt x="354354" y="42455"/>
                  <a:pt x="351211" y="44766"/>
                </a:cubicBezTo>
                <a:cubicBezTo>
                  <a:pt x="348068" y="47078"/>
                  <a:pt x="345743" y="51169"/>
                  <a:pt x="344237" y="57039"/>
                </a:cubicBezTo>
                <a:lnTo>
                  <a:pt x="330522" y="55169"/>
                </a:lnTo>
                <a:cubicBezTo>
                  <a:pt x="331769" y="49281"/>
                  <a:pt x="333821" y="44526"/>
                  <a:pt x="336678" y="40904"/>
                </a:cubicBezTo>
                <a:cubicBezTo>
                  <a:pt x="339535" y="37283"/>
                  <a:pt x="343665" y="34495"/>
                  <a:pt x="349068" y="32542"/>
                </a:cubicBezTo>
                <a:cubicBezTo>
                  <a:pt x="354470" y="30588"/>
                  <a:pt x="360730" y="29610"/>
                  <a:pt x="367847" y="29610"/>
                </a:cubicBezTo>
                <a:cubicBezTo>
                  <a:pt x="374912" y="29610"/>
                  <a:pt x="380652" y="30442"/>
                  <a:pt x="385068" y="32104"/>
                </a:cubicBezTo>
                <a:cubicBezTo>
                  <a:pt x="389483" y="33766"/>
                  <a:pt x="392730" y="35857"/>
                  <a:pt x="394808" y="38377"/>
                </a:cubicBezTo>
                <a:cubicBezTo>
                  <a:pt x="396886" y="40896"/>
                  <a:pt x="398341" y="44078"/>
                  <a:pt x="399172" y="47922"/>
                </a:cubicBezTo>
                <a:cubicBezTo>
                  <a:pt x="399639" y="50312"/>
                  <a:pt x="399873" y="54624"/>
                  <a:pt x="399873" y="60857"/>
                </a:cubicBezTo>
                <a:lnTo>
                  <a:pt x="399873" y="79559"/>
                </a:lnTo>
                <a:cubicBezTo>
                  <a:pt x="399873" y="92598"/>
                  <a:pt x="400172" y="100844"/>
                  <a:pt x="400769" y="104299"/>
                </a:cubicBezTo>
                <a:cubicBezTo>
                  <a:pt x="401367" y="107754"/>
                  <a:pt x="402548" y="111065"/>
                  <a:pt x="404315" y="114234"/>
                </a:cubicBezTo>
                <a:lnTo>
                  <a:pt x="389665" y="114234"/>
                </a:lnTo>
                <a:cubicBezTo>
                  <a:pt x="388211" y="111322"/>
                  <a:pt x="387276" y="107916"/>
                  <a:pt x="386860" y="104016"/>
                </a:cubicBezTo>
                <a:moveTo>
                  <a:pt x="385691" y="72624"/>
                </a:moveTo>
                <a:cubicBezTo>
                  <a:pt x="380600" y="74719"/>
                  <a:pt x="372964" y="76500"/>
                  <a:pt x="362782" y="77966"/>
                </a:cubicBezTo>
                <a:cubicBezTo>
                  <a:pt x="357016" y="78801"/>
                  <a:pt x="352938" y="79740"/>
                  <a:pt x="350548" y="80783"/>
                </a:cubicBezTo>
                <a:cubicBezTo>
                  <a:pt x="348159" y="81826"/>
                  <a:pt x="346315" y="83352"/>
                  <a:pt x="345016" y="85361"/>
                </a:cubicBezTo>
                <a:cubicBezTo>
                  <a:pt x="343717" y="87370"/>
                  <a:pt x="343068" y="89599"/>
                  <a:pt x="343068" y="92051"/>
                </a:cubicBezTo>
                <a:cubicBezTo>
                  <a:pt x="343068" y="95805"/>
                  <a:pt x="344483" y="98935"/>
                  <a:pt x="347315" y="101440"/>
                </a:cubicBezTo>
                <a:cubicBezTo>
                  <a:pt x="350146" y="103943"/>
                  <a:pt x="354289" y="105195"/>
                  <a:pt x="359743" y="105195"/>
                </a:cubicBezTo>
                <a:cubicBezTo>
                  <a:pt x="365146" y="105195"/>
                  <a:pt x="369951" y="104008"/>
                  <a:pt x="374159" y="101633"/>
                </a:cubicBezTo>
                <a:cubicBezTo>
                  <a:pt x="378367" y="99258"/>
                  <a:pt x="381458" y="96008"/>
                  <a:pt x="383432" y="91885"/>
                </a:cubicBezTo>
                <a:cubicBezTo>
                  <a:pt x="384938" y="88700"/>
                  <a:pt x="385691" y="84002"/>
                  <a:pt x="385691" y="77791"/>
                </a:cubicBezTo>
                <a:lnTo>
                  <a:pt x="385691" y="72624"/>
                </a:lnTo>
                <a:close/>
                <a:moveTo>
                  <a:pt x="434524" y="114234"/>
                </a:moveTo>
                <a:lnTo>
                  <a:pt x="421511" y="114234"/>
                </a:lnTo>
                <a:lnTo>
                  <a:pt x="421511" y="0"/>
                </a:lnTo>
                <a:lnTo>
                  <a:pt x="435537" y="0"/>
                </a:lnTo>
                <a:lnTo>
                  <a:pt x="435537" y="40904"/>
                </a:lnTo>
                <a:cubicBezTo>
                  <a:pt x="441459" y="33375"/>
                  <a:pt x="449018" y="29610"/>
                  <a:pt x="458213" y="29610"/>
                </a:cubicBezTo>
                <a:cubicBezTo>
                  <a:pt x="463303" y="29610"/>
                  <a:pt x="468122" y="30636"/>
                  <a:pt x="472667" y="32688"/>
                </a:cubicBezTo>
                <a:cubicBezTo>
                  <a:pt x="477213" y="34740"/>
                  <a:pt x="480953" y="37623"/>
                  <a:pt x="483888" y="41338"/>
                </a:cubicBezTo>
                <a:cubicBezTo>
                  <a:pt x="486823" y="45052"/>
                  <a:pt x="489122" y="49533"/>
                  <a:pt x="490784" y="54779"/>
                </a:cubicBezTo>
                <a:cubicBezTo>
                  <a:pt x="492446" y="60026"/>
                  <a:pt x="493278" y="65637"/>
                  <a:pt x="493278" y="71611"/>
                </a:cubicBezTo>
                <a:cubicBezTo>
                  <a:pt x="493278" y="85792"/>
                  <a:pt x="489771" y="96753"/>
                  <a:pt x="482758" y="104494"/>
                </a:cubicBezTo>
                <a:cubicBezTo>
                  <a:pt x="475745" y="112234"/>
                  <a:pt x="467329" y="116104"/>
                  <a:pt x="457511" y="116104"/>
                </a:cubicBezTo>
                <a:cubicBezTo>
                  <a:pt x="447745" y="116104"/>
                  <a:pt x="440083" y="111974"/>
                  <a:pt x="434524" y="103715"/>
                </a:cubicBezTo>
                <a:lnTo>
                  <a:pt x="434524" y="114234"/>
                </a:lnTo>
                <a:moveTo>
                  <a:pt x="434368" y="72236"/>
                </a:moveTo>
                <a:cubicBezTo>
                  <a:pt x="434368" y="82110"/>
                  <a:pt x="435719" y="89244"/>
                  <a:pt x="438420" y="93638"/>
                </a:cubicBezTo>
                <a:cubicBezTo>
                  <a:pt x="442836" y="100823"/>
                  <a:pt x="448810" y="104416"/>
                  <a:pt x="456342" y="104416"/>
                </a:cubicBezTo>
                <a:cubicBezTo>
                  <a:pt x="462472" y="104416"/>
                  <a:pt x="467771" y="101766"/>
                  <a:pt x="472239" y="96468"/>
                </a:cubicBezTo>
                <a:cubicBezTo>
                  <a:pt x="476706" y="91169"/>
                  <a:pt x="478940" y="83273"/>
                  <a:pt x="478940" y="72779"/>
                </a:cubicBezTo>
                <a:cubicBezTo>
                  <a:pt x="478940" y="62028"/>
                  <a:pt x="476797" y="54093"/>
                  <a:pt x="472511" y="48977"/>
                </a:cubicBezTo>
                <a:cubicBezTo>
                  <a:pt x="468226" y="43858"/>
                  <a:pt x="463044" y="41299"/>
                  <a:pt x="456966" y="41299"/>
                </a:cubicBezTo>
                <a:cubicBezTo>
                  <a:pt x="450836" y="41299"/>
                  <a:pt x="445537" y="43948"/>
                  <a:pt x="441070" y="49247"/>
                </a:cubicBezTo>
                <a:cubicBezTo>
                  <a:pt x="436602" y="54546"/>
                  <a:pt x="434368" y="62209"/>
                  <a:pt x="434368" y="72236"/>
                </a:cubicBezTo>
                <a:close/>
                <a:moveTo>
                  <a:pt x="510006" y="114234"/>
                </a:moveTo>
                <a:lnTo>
                  <a:pt x="510006" y="0"/>
                </a:lnTo>
                <a:lnTo>
                  <a:pt x="524032" y="0"/>
                </a:lnTo>
                <a:lnTo>
                  <a:pt x="524032" y="114234"/>
                </a:lnTo>
                <a:lnTo>
                  <a:pt x="510006" y="114234"/>
                </a:lnTo>
                <a:close/>
                <a:moveTo>
                  <a:pt x="602395" y="87585"/>
                </a:moveTo>
                <a:lnTo>
                  <a:pt x="616889" y="89377"/>
                </a:lnTo>
                <a:cubicBezTo>
                  <a:pt x="614603" y="97844"/>
                  <a:pt x="610369" y="104416"/>
                  <a:pt x="604187" y="109091"/>
                </a:cubicBezTo>
                <a:cubicBezTo>
                  <a:pt x="598006" y="113767"/>
                  <a:pt x="590109" y="116104"/>
                  <a:pt x="580499" y="116104"/>
                </a:cubicBezTo>
                <a:cubicBezTo>
                  <a:pt x="568395" y="116104"/>
                  <a:pt x="558798" y="112377"/>
                  <a:pt x="551707" y="104922"/>
                </a:cubicBezTo>
                <a:cubicBezTo>
                  <a:pt x="544616" y="97468"/>
                  <a:pt x="541070" y="87013"/>
                  <a:pt x="541070" y="73559"/>
                </a:cubicBezTo>
                <a:cubicBezTo>
                  <a:pt x="541070" y="59637"/>
                  <a:pt x="544655" y="48831"/>
                  <a:pt x="551824" y="41143"/>
                </a:cubicBezTo>
                <a:cubicBezTo>
                  <a:pt x="558993" y="33455"/>
                  <a:pt x="568291" y="29610"/>
                  <a:pt x="579720" y="29610"/>
                </a:cubicBezTo>
                <a:cubicBezTo>
                  <a:pt x="590785" y="29610"/>
                  <a:pt x="599824" y="33371"/>
                  <a:pt x="606837" y="40892"/>
                </a:cubicBezTo>
                <a:cubicBezTo>
                  <a:pt x="613850" y="48412"/>
                  <a:pt x="617356" y="58991"/>
                  <a:pt x="617356" y="72631"/>
                </a:cubicBezTo>
                <a:cubicBezTo>
                  <a:pt x="617356" y="73460"/>
                  <a:pt x="617330" y="74705"/>
                  <a:pt x="617278" y="76364"/>
                </a:cubicBezTo>
                <a:lnTo>
                  <a:pt x="555564" y="76364"/>
                </a:lnTo>
                <a:cubicBezTo>
                  <a:pt x="556083" y="85429"/>
                  <a:pt x="558655" y="92370"/>
                  <a:pt x="563278" y="97189"/>
                </a:cubicBezTo>
                <a:cubicBezTo>
                  <a:pt x="567902" y="102007"/>
                  <a:pt x="573668" y="104416"/>
                  <a:pt x="580577" y="104416"/>
                </a:cubicBezTo>
                <a:cubicBezTo>
                  <a:pt x="585720" y="104416"/>
                  <a:pt x="590109" y="103078"/>
                  <a:pt x="593746" y="100403"/>
                </a:cubicBezTo>
                <a:cubicBezTo>
                  <a:pt x="597382" y="97726"/>
                  <a:pt x="600265" y="93453"/>
                  <a:pt x="602395" y="87585"/>
                </a:cubicBezTo>
                <a:moveTo>
                  <a:pt x="556343" y="64675"/>
                </a:moveTo>
                <a:lnTo>
                  <a:pt x="602551" y="64675"/>
                </a:lnTo>
                <a:cubicBezTo>
                  <a:pt x="601928" y="57828"/>
                  <a:pt x="600161" y="52692"/>
                  <a:pt x="597252" y="49269"/>
                </a:cubicBezTo>
                <a:cubicBezTo>
                  <a:pt x="592785" y="43955"/>
                  <a:pt x="586993" y="41299"/>
                  <a:pt x="579876" y="41299"/>
                </a:cubicBezTo>
                <a:cubicBezTo>
                  <a:pt x="573434" y="41299"/>
                  <a:pt x="568019" y="43420"/>
                  <a:pt x="563629" y="47662"/>
                </a:cubicBezTo>
                <a:cubicBezTo>
                  <a:pt x="559239" y="51902"/>
                  <a:pt x="556811" y="57573"/>
                  <a:pt x="556343" y="64675"/>
                </a:cubicBezTo>
                <a:close/>
                <a:moveTo>
                  <a:pt x="638371" y="47533"/>
                </a:moveTo>
                <a:lnTo>
                  <a:pt x="638371" y="31481"/>
                </a:lnTo>
                <a:lnTo>
                  <a:pt x="654345" y="31481"/>
                </a:lnTo>
                <a:lnTo>
                  <a:pt x="654345" y="47533"/>
                </a:lnTo>
                <a:lnTo>
                  <a:pt x="638371" y="47533"/>
                </a:lnTo>
                <a:moveTo>
                  <a:pt x="638371" y="114234"/>
                </a:moveTo>
                <a:lnTo>
                  <a:pt x="638371" y="98182"/>
                </a:lnTo>
                <a:lnTo>
                  <a:pt x="654345" y="98182"/>
                </a:lnTo>
                <a:lnTo>
                  <a:pt x="654345" y="114234"/>
                </a:lnTo>
                <a:lnTo>
                  <a:pt x="638371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red">
            <a:extLst xmlns:a="http://schemas.openxmlformats.org/drawingml/2006/main">
              <a:ext uri="{FF2B5EF4-FFF2-40B4-BE49-F238E27FC236}">
                <a16:creationId xmlns:a16="http://schemas.microsoft.com/office/drawing/2014/main" id="{DFC3DF27-1036-4E19-92D3-9D73200B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2782" y="3500586"/>
            <a:ext cx="227639" cy="116104"/>
          </a:xfrm>
          <a:custGeom xmlns:a="http://schemas.openxmlformats.org/drawingml/2006/main">
            <a:pathLst>
              <a:path w="227639" h="116104">
                <a:moveTo>
                  <a:pt x="21896" y="114234"/>
                </a:moveTo>
                <a:lnTo>
                  <a:pt x="0" y="114234"/>
                </a:lnTo>
                <a:lnTo>
                  <a:pt x="0" y="31481"/>
                </a:lnTo>
                <a:lnTo>
                  <a:pt x="20338" y="31481"/>
                </a:lnTo>
                <a:lnTo>
                  <a:pt x="20338" y="43247"/>
                </a:lnTo>
                <a:cubicBezTo>
                  <a:pt x="23818" y="37688"/>
                  <a:pt x="26948" y="34026"/>
                  <a:pt x="29727" y="32260"/>
                </a:cubicBezTo>
                <a:cubicBezTo>
                  <a:pt x="32507" y="30494"/>
                  <a:pt x="35662" y="29610"/>
                  <a:pt x="39195" y="29610"/>
                </a:cubicBezTo>
                <a:cubicBezTo>
                  <a:pt x="44182" y="29610"/>
                  <a:pt x="48987" y="30987"/>
                  <a:pt x="53611" y="33740"/>
                </a:cubicBezTo>
                <a:lnTo>
                  <a:pt x="46831" y="52831"/>
                </a:lnTo>
                <a:cubicBezTo>
                  <a:pt x="43143" y="50442"/>
                  <a:pt x="39714" y="49247"/>
                  <a:pt x="36546" y="49247"/>
                </a:cubicBezTo>
                <a:cubicBezTo>
                  <a:pt x="33481" y="49247"/>
                  <a:pt x="30883" y="50091"/>
                  <a:pt x="28753" y="51779"/>
                </a:cubicBezTo>
                <a:cubicBezTo>
                  <a:pt x="26623" y="53468"/>
                  <a:pt x="24948" y="56520"/>
                  <a:pt x="23727" y="60935"/>
                </a:cubicBezTo>
                <a:cubicBezTo>
                  <a:pt x="22507" y="65351"/>
                  <a:pt x="21896" y="74598"/>
                  <a:pt x="21896" y="88676"/>
                </a:cubicBezTo>
                <a:lnTo>
                  <a:pt x="21896" y="114234"/>
                </a:lnTo>
                <a:close/>
                <a:moveTo>
                  <a:pt x="110936" y="87896"/>
                </a:moveTo>
                <a:lnTo>
                  <a:pt x="132754" y="91637"/>
                </a:lnTo>
                <a:cubicBezTo>
                  <a:pt x="129949" y="99611"/>
                  <a:pt x="125521" y="105682"/>
                  <a:pt x="119469" y="109851"/>
                </a:cubicBezTo>
                <a:cubicBezTo>
                  <a:pt x="113417" y="114020"/>
                  <a:pt x="105845" y="116104"/>
                  <a:pt x="96754" y="116104"/>
                </a:cubicBezTo>
                <a:cubicBezTo>
                  <a:pt x="82365" y="116104"/>
                  <a:pt x="71715" y="111403"/>
                  <a:pt x="64806" y="102000"/>
                </a:cubicBezTo>
                <a:cubicBezTo>
                  <a:pt x="59352" y="94468"/>
                  <a:pt x="56624" y="84961"/>
                  <a:pt x="56624" y="73481"/>
                </a:cubicBezTo>
                <a:cubicBezTo>
                  <a:pt x="56624" y="59766"/>
                  <a:pt x="60209" y="49026"/>
                  <a:pt x="67378" y="41260"/>
                </a:cubicBezTo>
                <a:cubicBezTo>
                  <a:pt x="74546" y="33494"/>
                  <a:pt x="83611" y="29610"/>
                  <a:pt x="94572" y="29610"/>
                </a:cubicBezTo>
                <a:cubicBezTo>
                  <a:pt x="106884" y="29610"/>
                  <a:pt x="116599" y="33675"/>
                  <a:pt x="123715" y="41805"/>
                </a:cubicBezTo>
                <a:cubicBezTo>
                  <a:pt x="130832" y="49935"/>
                  <a:pt x="134235" y="62390"/>
                  <a:pt x="133923" y="79169"/>
                </a:cubicBezTo>
                <a:lnTo>
                  <a:pt x="79066" y="79169"/>
                </a:lnTo>
                <a:cubicBezTo>
                  <a:pt x="79222" y="85663"/>
                  <a:pt x="80988" y="90715"/>
                  <a:pt x="84365" y="94325"/>
                </a:cubicBezTo>
                <a:cubicBezTo>
                  <a:pt x="87741" y="97935"/>
                  <a:pt x="91949" y="99741"/>
                  <a:pt x="96988" y="99741"/>
                </a:cubicBezTo>
                <a:cubicBezTo>
                  <a:pt x="100417" y="99741"/>
                  <a:pt x="103300" y="98805"/>
                  <a:pt x="105637" y="96935"/>
                </a:cubicBezTo>
                <a:cubicBezTo>
                  <a:pt x="107975" y="95065"/>
                  <a:pt x="109741" y="92052"/>
                  <a:pt x="110936" y="87896"/>
                </a:cubicBezTo>
                <a:moveTo>
                  <a:pt x="112183" y="65766"/>
                </a:moveTo>
                <a:cubicBezTo>
                  <a:pt x="112027" y="59455"/>
                  <a:pt x="110391" y="54656"/>
                  <a:pt x="107274" y="51370"/>
                </a:cubicBezTo>
                <a:cubicBezTo>
                  <a:pt x="104157" y="48085"/>
                  <a:pt x="100365" y="46442"/>
                  <a:pt x="95897" y="46442"/>
                </a:cubicBezTo>
                <a:cubicBezTo>
                  <a:pt x="91118" y="46442"/>
                  <a:pt x="87170" y="48175"/>
                  <a:pt x="84053" y="51641"/>
                </a:cubicBezTo>
                <a:cubicBezTo>
                  <a:pt x="80936" y="55108"/>
                  <a:pt x="79404" y="59817"/>
                  <a:pt x="79456" y="65766"/>
                </a:cubicBezTo>
                <a:lnTo>
                  <a:pt x="112183" y="65766"/>
                </a:lnTo>
                <a:close/>
                <a:moveTo>
                  <a:pt x="227639" y="114234"/>
                </a:moveTo>
                <a:lnTo>
                  <a:pt x="207301" y="114234"/>
                </a:lnTo>
                <a:lnTo>
                  <a:pt x="207301" y="102078"/>
                </a:lnTo>
                <a:cubicBezTo>
                  <a:pt x="203925" y="106805"/>
                  <a:pt x="199938" y="110325"/>
                  <a:pt x="195340" y="112637"/>
                </a:cubicBezTo>
                <a:cubicBezTo>
                  <a:pt x="190743" y="114948"/>
                  <a:pt x="186106" y="116104"/>
                  <a:pt x="181431" y="116104"/>
                </a:cubicBezTo>
                <a:cubicBezTo>
                  <a:pt x="171925" y="116104"/>
                  <a:pt x="163782" y="112273"/>
                  <a:pt x="157003" y="104611"/>
                </a:cubicBezTo>
                <a:cubicBezTo>
                  <a:pt x="150223" y="96948"/>
                  <a:pt x="146834" y="86260"/>
                  <a:pt x="146834" y="72546"/>
                </a:cubicBezTo>
                <a:cubicBezTo>
                  <a:pt x="146834" y="58520"/>
                  <a:pt x="150132" y="47857"/>
                  <a:pt x="156730" y="40559"/>
                </a:cubicBezTo>
                <a:cubicBezTo>
                  <a:pt x="163327" y="33260"/>
                  <a:pt x="171665" y="29610"/>
                  <a:pt x="181743" y="29610"/>
                </a:cubicBezTo>
                <a:cubicBezTo>
                  <a:pt x="190990" y="29610"/>
                  <a:pt x="198990" y="33455"/>
                  <a:pt x="205743" y="41143"/>
                </a:cubicBezTo>
                <a:lnTo>
                  <a:pt x="205743" y="0"/>
                </a:lnTo>
                <a:lnTo>
                  <a:pt x="227639" y="0"/>
                </a:lnTo>
                <a:lnTo>
                  <a:pt x="227639" y="114234"/>
                </a:lnTo>
                <a:moveTo>
                  <a:pt x="169197" y="71107"/>
                </a:moveTo>
                <a:cubicBezTo>
                  <a:pt x="169197" y="79925"/>
                  <a:pt x="170418" y="86305"/>
                  <a:pt x="172860" y="90246"/>
                </a:cubicBezTo>
                <a:cubicBezTo>
                  <a:pt x="176392" y="95952"/>
                  <a:pt x="181327" y="98805"/>
                  <a:pt x="187665" y="98805"/>
                </a:cubicBezTo>
                <a:cubicBezTo>
                  <a:pt x="192704" y="98805"/>
                  <a:pt x="196990" y="96666"/>
                  <a:pt x="200522" y="92387"/>
                </a:cubicBezTo>
                <a:cubicBezTo>
                  <a:pt x="204055" y="88107"/>
                  <a:pt x="205821" y="81714"/>
                  <a:pt x="205821" y="73208"/>
                </a:cubicBezTo>
                <a:cubicBezTo>
                  <a:pt x="205821" y="63714"/>
                  <a:pt x="204107" y="56880"/>
                  <a:pt x="200678" y="52705"/>
                </a:cubicBezTo>
                <a:cubicBezTo>
                  <a:pt x="197249" y="48529"/>
                  <a:pt x="192860" y="46442"/>
                  <a:pt x="187509" y="46442"/>
                </a:cubicBezTo>
                <a:cubicBezTo>
                  <a:pt x="182314" y="46442"/>
                  <a:pt x="177964" y="48503"/>
                  <a:pt x="174457" y="52627"/>
                </a:cubicBezTo>
                <a:cubicBezTo>
                  <a:pt x="170951" y="56750"/>
                  <a:pt x="169197" y="62910"/>
                  <a:pt x="169197" y="71107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,">
            <a:extLst xmlns:a="http://schemas.openxmlformats.org/drawingml/2006/main">
              <a:ext uri="{FF2B5EF4-FFF2-40B4-BE49-F238E27FC236}">
                <a16:creationId xmlns:a16="http://schemas.microsoft.com/office/drawing/2014/main" id="{5320A6D9-A179-40C0-B3AE-5C0F686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953" y="3598768"/>
            <a:ext cx="16909" cy="38649"/>
          </a:xfrm>
          <a:custGeom xmlns:a="http://schemas.openxmlformats.org/drawingml/2006/main">
            <a:pathLst>
              <a:path w="16909" h="38649">
                <a:moveTo>
                  <a:pt x="935" y="16052"/>
                </a:moveTo>
                <a:lnTo>
                  <a:pt x="935" y="0"/>
                </a:lnTo>
                <a:lnTo>
                  <a:pt x="16909" y="0"/>
                </a:lnTo>
                <a:lnTo>
                  <a:pt x="16909" y="16006"/>
                </a:lnTo>
                <a:cubicBezTo>
                  <a:pt x="16909" y="21889"/>
                  <a:pt x="15870" y="26639"/>
                  <a:pt x="13792" y="30256"/>
                </a:cubicBezTo>
                <a:cubicBezTo>
                  <a:pt x="11714" y="33874"/>
                  <a:pt x="8416" y="36672"/>
                  <a:pt x="3896" y="38649"/>
                </a:cubicBezTo>
                <a:lnTo>
                  <a:pt x="0" y="32572"/>
                </a:lnTo>
                <a:cubicBezTo>
                  <a:pt x="2961" y="31279"/>
                  <a:pt x="5143" y="29379"/>
                  <a:pt x="6545" y="26871"/>
                </a:cubicBezTo>
                <a:cubicBezTo>
                  <a:pt x="7948" y="24363"/>
                  <a:pt x="8727" y="20757"/>
                  <a:pt x="8883" y="16052"/>
                </a:cubicBezTo>
                <a:lnTo>
                  <a:pt x="935" y="1605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blue,">
            <a:extLst xmlns:a="http://schemas.openxmlformats.org/drawingml/2006/main">
              <a:ext uri="{FF2B5EF4-FFF2-40B4-BE49-F238E27FC236}">
                <a16:creationId xmlns:a16="http://schemas.microsoft.com/office/drawing/2014/main" id="{2B95BCEB-4E69-45B1-A995-B7C82B2C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86" y="3500586"/>
            <a:ext cx="350392" cy="139793"/>
          </a:xfrm>
          <a:custGeom xmlns:a="http://schemas.openxmlformats.org/drawingml/2006/main">
            <a:pathLst>
              <a:path w="350392" h="139793">
                <a:moveTo>
                  <a:pt x="0" y="114234"/>
                </a:moveTo>
                <a:lnTo>
                  <a:pt x="0" y="0"/>
                </a:lnTo>
                <a:lnTo>
                  <a:pt x="21896" y="0"/>
                </a:lnTo>
                <a:lnTo>
                  <a:pt x="21896" y="41143"/>
                </a:lnTo>
                <a:cubicBezTo>
                  <a:pt x="28649" y="33455"/>
                  <a:pt x="36649" y="29610"/>
                  <a:pt x="45896" y="29610"/>
                </a:cubicBezTo>
                <a:cubicBezTo>
                  <a:pt x="55974" y="29610"/>
                  <a:pt x="64312" y="33260"/>
                  <a:pt x="70909" y="40559"/>
                </a:cubicBezTo>
                <a:cubicBezTo>
                  <a:pt x="77507" y="47857"/>
                  <a:pt x="80805" y="58338"/>
                  <a:pt x="80805" y="72000"/>
                </a:cubicBezTo>
                <a:cubicBezTo>
                  <a:pt x="80805" y="86130"/>
                  <a:pt x="77442" y="97013"/>
                  <a:pt x="70714" y="104650"/>
                </a:cubicBezTo>
                <a:cubicBezTo>
                  <a:pt x="63987" y="112286"/>
                  <a:pt x="55818" y="116104"/>
                  <a:pt x="46208" y="116104"/>
                </a:cubicBezTo>
                <a:cubicBezTo>
                  <a:pt x="41481" y="116104"/>
                  <a:pt x="36818" y="114922"/>
                  <a:pt x="32221" y="112559"/>
                </a:cubicBezTo>
                <a:cubicBezTo>
                  <a:pt x="27623" y="110195"/>
                  <a:pt x="23662" y="106702"/>
                  <a:pt x="20338" y="102078"/>
                </a:cubicBezTo>
                <a:lnTo>
                  <a:pt x="20338" y="114234"/>
                </a:lnTo>
                <a:lnTo>
                  <a:pt x="0" y="114234"/>
                </a:lnTo>
                <a:moveTo>
                  <a:pt x="21740" y="71107"/>
                </a:moveTo>
                <a:cubicBezTo>
                  <a:pt x="21740" y="79665"/>
                  <a:pt x="23091" y="85993"/>
                  <a:pt x="25792" y="90090"/>
                </a:cubicBezTo>
                <a:cubicBezTo>
                  <a:pt x="29584" y="95900"/>
                  <a:pt x="34623" y="98805"/>
                  <a:pt x="40909" y="98805"/>
                </a:cubicBezTo>
                <a:cubicBezTo>
                  <a:pt x="45740" y="98805"/>
                  <a:pt x="49857" y="96744"/>
                  <a:pt x="53260" y="92620"/>
                </a:cubicBezTo>
                <a:cubicBezTo>
                  <a:pt x="56662" y="88497"/>
                  <a:pt x="58364" y="82000"/>
                  <a:pt x="58364" y="73130"/>
                </a:cubicBezTo>
                <a:cubicBezTo>
                  <a:pt x="58364" y="63688"/>
                  <a:pt x="56649" y="56880"/>
                  <a:pt x="53221" y="52705"/>
                </a:cubicBezTo>
                <a:cubicBezTo>
                  <a:pt x="49792" y="48529"/>
                  <a:pt x="45403" y="46442"/>
                  <a:pt x="40052" y="46442"/>
                </a:cubicBezTo>
                <a:cubicBezTo>
                  <a:pt x="34805" y="46442"/>
                  <a:pt x="30442" y="48478"/>
                  <a:pt x="26961" y="52551"/>
                </a:cubicBezTo>
                <a:cubicBezTo>
                  <a:pt x="23481" y="56623"/>
                  <a:pt x="21740" y="62808"/>
                  <a:pt x="21740" y="71107"/>
                </a:cubicBezTo>
                <a:close/>
                <a:moveTo>
                  <a:pt x="98442" y="114234"/>
                </a:moveTo>
                <a:lnTo>
                  <a:pt x="98442" y="0"/>
                </a:lnTo>
                <a:lnTo>
                  <a:pt x="120338" y="0"/>
                </a:lnTo>
                <a:lnTo>
                  <a:pt x="120338" y="114234"/>
                </a:lnTo>
                <a:lnTo>
                  <a:pt x="98442" y="114234"/>
                </a:lnTo>
                <a:close/>
                <a:moveTo>
                  <a:pt x="197274" y="114234"/>
                </a:moveTo>
                <a:lnTo>
                  <a:pt x="197274" y="101844"/>
                </a:lnTo>
                <a:cubicBezTo>
                  <a:pt x="194261" y="106260"/>
                  <a:pt x="190300" y="109741"/>
                  <a:pt x="185390" y="112286"/>
                </a:cubicBezTo>
                <a:cubicBezTo>
                  <a:pt x="180481" y="114831"/>
                  <a:pt x="175300" y="116104"/>
                  <a:pt x="169845" y="116104"/>
                </a:cubicBezTo>
                <a:cubicBezTo>
                  <a:pt x="164287" y="116104"/>
                  <a:pt x="159299" y="114883"/>
                  <a:pt x="154884" y="112442"/>
                </a:cubicBezTo>
                <a:cubicBezTo>
                  <a:pt x="150468" y="110000"/>
                  <a:pt x="147273" y="106572"/>
                  <a:pt x="145299" y="102156"/>
                </a:cubicBezTo>
                <a:cubicBezTo>
                  <a:pt x="143325" y="97740"/>
                  <a:pt x="142338" y="91637"/>
                  <a:pt x="142338" y="83844"/>
                </a:cubicBezTo>
                <a:lnTo>
                  <a:pt x="142338" y="31481"/>
                </a:lnTo>
                <a:lnTo>
                  <a:pt x="164235" y="31481"/>
                </a:lnTo>
                <a:lnTo>
                  <a:pt x="164235" y="69419"/>
                </a:lnTo>
                <a:cubicBezTo>
                  <a:pt x="164235" y="81029"/>
                  <a:pt x="164637" y="88143"/>
                  <a:pt x="165442" y="90760"/>
                </a:cubicBezTo>
                <a:cubicBezTo>
                  <a:pt x="166248" y="93377"/>
                  <a:pt x="167715" y="95450"/>
                  <a:pt x="169845" y="96979"/>
                </a:cubicBezTo>
                <a:cubicBezTo>
                  <a:pt x="171975" y="98508"/>
                  <a:pt x="174676" y="99273"/>
                  <a:pt x="177949" y="99273"/>
                </a:cubicBezTo>
                <a:cubicBezTo>
                  <a:pt x="181689" y="99273"/>
                  <a:pt x="185040" y="98249"/>
                  <a:pt x="188001" y="96202"/>
                </a:cubicBezTo>
                <a:cubicBezTo>
                  <a:pt x="190962" y="94155"/>
                  <a:pt x="192988" y="91615"/>
                  <a:pt x="194079" y="88583"/>
                </a:cubicBezTo>
                <a:cubicBezTo>
                  <a:pt x="195170" y="85551"/>
                  <a:pt x="195715" y="78126"/>
                  <a:pt x="195715" y="66309"/>
                </a:cubicBezTo>
                <a:lnTo>
                  <a:pt x="195715" y="31481"/>
                </a:lnTo>
                <a:lnTo>
                  <a:pt x="217611" y="31481"/>
                </a:lnTo>
                <a:lnTo>
                  <a:pt x="217611" y="114234"/>
                </a:lnTo>
                <a:lnTo>
                  <a:pt x="197274" y="114234"/>
                </a:lnTo>
                <a:close/>
                <a:moveTo>
                  <a:pt x="288234" y="87896"/>
                </a:moveTo>
                <a:lnTo>
                  <a:pt x="310053" y="91637"/>
                </a:lnTo>
                <a:cubicBezTo>
                  <a:pt x="307247" y="99611"/>
                  <a:pt x="302819" y="105682"/>
                  <a:pt x="296767" y="109851"/>
                </a:cubicBezTo>
                <a:cubicBezTo>
                  <a:pt x="290715" y="114020"/>
                  <a:pt x="283143" y="116104"/>
                  <a:pt x="274052" y="116104"/>
                </a:cubicBezTo>
                <a:cubicBezTo>
                  <a:pt x="259663" y="116104"/>
                  <a:pt x="249013" y="111403"/>
                  <a:pt x="242104" y="102000"/>
                </a:cubicBezTo>
                <a:cubicBezTo>
                  <a:pt x="236650" y="94468"/>
                  <a:pt x="233923" y="84961"/>
                  <a:pt x="233923" y="73481"/>
                </a:cubicBezTo>
                <a:cubicBezTo>
                  <a:pt x="233923" y="59766"/>
                  <a:pt x="237507" y="49026"/>
                  <a:pt x="244676" y="41260"/>
                </a:cubicBezTo>
                <a:cubicBezTo>
                  <a:pt x="251845" y="33494"/>
                  <a:pt x="260910" y="29610"/>
                  <a:pt x="271871" y="29610"/>
                </a:cubicBezTo>
                <a:cubicBezTo>
                  <a:pt x="284182" y="29610"/>
                  <a:pt x="293897" y="33675"/>
                  <a:pt x="301014" y="41805"/>
                </a:cubicBezTo>
                <a:cubicBezTo>
                  <a:pt x="308130" y="49935"/>
                  <a:pt x="311533" y="62390"/>
                  <a:pt x="311221" y="79169"/>
                </a:cubicBezTo>
                <a:lnTo>
                  <a:pt x="256364" y="79169"/>
                </a:lnTo>
                <a:cubicBezTo>
                  <a:pt x="256520" y="85663"/>
                  <a:pt x="258286" y="90715"/>
                  <a:pt x="261663" y="94325"/>
                </a:cubicBezTo>
                <a:cubicBezTo>
                  <a:pt x="265039" y="97935"/>
                  <a:pt x="269247" y="99741"/>
                  <a:pt x="274286" y="99741"/>
                </a:cubicBezTo>
                <a:cubicBezTo>
                  <a:pt x="277715" y="99741"/>
                  <a:pt x="280598" y="98805"/>
                  <a:pt x="282936" y="96935"/>
                </a:cubicBezTo>
                <a:cubicBezTo>
                  <a:pt x="285273" y="95065"/>
                  <a:pt x="287040" y="92052"/>
                  <a:pt x="288234" y="87896"/>
                </a:cubicBezTo>
                <a:moveTo>
                  <a:pt x="289481" y="65766"/>
                </a:moveTo>
                <a:cubicBezTo>
                  <a:pt x="289325" y="59455"/>
                  <a:pt x="287689" y="54656"/>
                  <a:pt x="284572" y="51370"/>
                </a:cubicBezTo>
                <a:cubicBezTo>
                  <a:pt x="281455" y="48085"/>
                  <a:pt x="277663" y="46442"/>
                  <a:pt x="273195" y="46442"/>
                </a:cubicBezTo>
                <a:cubicBezTo>
                  <a:pt x="268416" y="46442"/>
                  <a:pt x="264468" y="48175"/>
                  <a:pt x="261351" y="51641"/>
                </a:cubicBezTo>
                <a:cubicBezTo>
                  <a:pt x="258234" y="55108"/>
                  <a:pt x="256702" y="59817"/>
                  <a:pt x="256754" y="65766"/>
                </a:cubicBezTo>
                <a:lnTo>
                  <a:pt x="289481" y="65766"/>
                </a:lnTo>
                <a:close/>
                <a:moveTo>
                  <a:pt x="328496" y="92260"/>
                </a:moveTo>
                <a:lnTo>
                  <a:pt x="350392" y="92260"/>
                </a:lnTo>
                <a:lnTo>
                  <a:pt x="350392" y="107973"/>
                </a:lnTo>
                <a:cubicBezTo>
                  <a:pt x="350392" y="114332"/>
                  <a:pt x="349847" y="119349"/>
                  <a:pt x="348756" y="123022"/>
                </a:cubicBezTo>
                <a:cubicBezTo>
                  <a:pt x="347665" y="126698"/>
                  <a:pt x="345600" y="129995"/>
                  <a:pt x="342561" y="132913"/>
                </a:cubicBezTo>
                <a:cubicBezTo>
                  <a:pt x="339522" y="135832"/>
                  <a:pt x="335665" y="138125"/>
                  <a:pt x="330990" y="139793"/>
                </a:cubicBezTo>
                <a:lnTo>
                  <a:pt x="326704" y="130754"/>
                </a:lnTo>
                <a:cubicBezTo>
                  <a:pt x="331119" y="129293"/>
                  <a:pt x="334262" y="127283"/>
                  <a:pt x="336132" y="124724"/>
                </a:cubicBezTo>
                <a:cubicBezTo>
                  <a:pt x="338003" y="122168"/>
                  <a:pt x="338990" y="118671"/>
                  <a:pt x="339093" y="114234"/>
                </a:cubicBezTo>
                <a:lnTo>
                  <a:pt x="328496" y="114234"/>
                </a:lnTo>
                <a:lnTo>
                  <a:pt x="328496" y="92260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yellow">
            <a:extLst xmlns:a="http://schemas.openxmlformats.org/drawingml/2006/main">
              <a:ext uri="{FF2B5EF4-FFF2-40B4-BE49-F238E27FC236}">
                <a16:creationId xmlns:a16="http://schemas.microsoft.com/office/drawing/2014/main" id="{E101E337-366E-49F2-9706-4F7DEF0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527" y="3500586"/>
            <a:ext cx="486655" cy="147896"/>
          </a:xfrm>
          <a:custGeom xmlns:a="http://schemas.openxmlformats.org/drawingml/2006/main">
            <a:pathLst>
              <a:path w="486655" h="147896">
                <a:moveTo>
                  <a:pt x="0" y="31481"/>
                </a:moveTo>
                <a:lnTo>
                  <a:pt x="23299" y="31481"/>
                </a:lnTo>
                <a:lnTo>
                  <a:pt x="43091" y="90290"/>
                </a:lnTo>
                <a:lnTo>
                  <a:pt x="62416" y="31481"/>
                </a:lnTo>
                <a:lnTo>
                  <a:pt x="85091" y="31481"/>
                </a:lnTo>
                <a:lnTo>
                  <a:pt x="55870" y="111144"/>
                </a:lnTo>
                <a:lnTo>
                  <a:pt x="50649" y="125611"/>
                </a:lnTo>
                <a:cubicBezTo>
                  <a:pt x="48727" y="130442"/>
                  <a:pt x="46896" y="134130"/>
                  <a:pt x="45156" y="136676"/>
                </a:cubicBezTo>
                <a:cubicBezTo>
                  <a:pt x="43416" y="139221"/>
                  <a:pt x="41416" y="141286"/>
                  <a:pt x="39156" y="142870"/>
                </a:cubicBezTo>
                <a:cubicBezTo>
                  <a:pt x="36896" y="144455"/>
                  <a:pt x="34117" y="145689"/>
                  <a:pt x="30818" y="146572"/>
                </a:cubicBezTo>
                <a:cubicBezTo>
                  <a:pt x="27520" y="147455"/>
                  <a:pt x="23792" y="147896"/>
                  <a:pt x="19636" y="147896"/>
                </a:cubicBezTo>
                <a:cubicBezTo>
                  <a:pt x="15429" y="147896"/>
                  <a:pt x="11299" y="147455"/>
                  <a:pt x="7247" y="146572"/>
                </a:cubicBezTo>
                <a:lnTo>
                  <a:pt x="5299" y="129429"/>
                </a:lnTo>
                <a:cubicBezTo>
                  <a:pt x="8727" y="130104"/>
                  <a:pt x="11818" y="130442"/>
                  <a:pt x="14571" y="130442"/>
                </a:cubicBezTo>
                <a:cubicBezTo>
                  <a:pt x="19662" y="130442"/>
                  <a:pt x="23429" y="128948"/>
                  <a:pt x="25870" y="125961"/>
                </a:cubicBezTo>
                <a:cubicBezTo>
                  <a:pt x="28312" y="122974"/>
                  <a:pt x="30182" y="119169"/>
                  <a:pt x="31481" y="114546"/>
                </a:cubicBezTo>
                <a:lnTo>
                  <a:pt x="0" y="31481"/>
                </a:lnTo>
                <a:close/>
                <a:moveTo>
                  <a:pt x="147015" y="87896"/>
                </a:moveTo>
                <a:lnTo>
                  <a:pt x="168833" y="91637"/>
                </a:lnTo>
                <a:cubicBezTo>
                  <a:pt x="166028" y="99611"/>
                  <a:pt x="161600" y="105682"/>
                  <a:pt x="155548" y="109851"/>
                </a:cubicBezTo>
                <a:cubicBezTo>
                  <a:pt x="149496" y="114020"/>
                  <a:pt x="141924" y="116104"/>
                  <a:pt x="132833" y="116104"/>
                </a:cubicBezTo>
                <a:cubicBezTo>
                  <a:pt x="118444" y="116104"/>
                  <a:pt x="107794" y="111403"/>
                  <a:pt x="100885" y="102000"/>
                </a:cubicBezTo>
                <a:cubicBezTo>
                  <a:pt x="95431" y="94468"/>
                  <a:pt x="92703" y="84961"/>
                  <a:pt x="92703" y="73481"/>
                </a:cubicBezTo>
                <a:cubicBezTo>
                  <a:pt x="92703" y="59766"/>
                  <a:pt x="96288" y="49026"/>
                  <a:pt x="103457" y="41260"/>
                </a:cubicBezTo>
                <a:cubicBezTo>
                  <a:pt x="110626" y="33494"/>
                  <a:pt x="119690" y="29610"/>
                  <a:pt x="130652" y="29610"/>
                </a:cubicBezTo>
                <a:cubicBezTo>
                  <a:pt x="142963" y="29610"/>
                  <a:pt x="152678" y="33675"/>
                  <a:pt x="159794" y="41805"/>
                </a:cubicBezTo>
                <a:cubicBezTo>
                  <a:pt x="166911" y="49935"/>
                  <a:pt x="170314" y="62390"/>
                  <a:pt x="170002" y="79169"/>
                </a:cubicBezTo>
                <a:lnTo>
                  <a:pt x="115145" y="79169"/>
                </a:lnTo>
                <a:cubicBezTo>
                  <a:pt x="115301" y="85663"/>
                  <a:pt x="117067" y="90715"/>
                  <a:pt x="120444" y="94325"/>
                </a:cubicBezTo>
                <a:cubicBezTo>
                  <a:pt x="123820" y="97935"/>
                  <a:pt x="128028" y="99741"/>
                  <a:pt x="133067" y="99741"/>
                </a:cubicBezTo>
                <a:cubicBezTo>
                  <a:pt x="136496" y="99741"/>
                  <a:pt x="139379" y="98805"/>
                  <a:pt x="141717" y="96935"/>
                </a:cubicBezTo>
                <a:cubicBezTo>
                  <a:pt x="144054" y="95065"/>
                  <a:pt x="145820" y="92052"/>
                  <a:pt x="147015" y="87896"/>
                </a:cubicBezTo>
                <a:moveTo>
                  <a:pt x="148262" y="65766"/>
                </a:moveTo>
                <a:cubicBezTo>
                  <a:pt x="148106" y="59455"/>
                  <a:pt x="146470" y="54656"/>
                  <a:pt x="143353" y="51370"/>
                </a:cubicBezTo>
                <a:cubicBezTo>
                  <a:pt x="140236" y="48085"/>
                  <a:pt x="136444" y="46442"/>
                  <a:pt x="131976" y="46442"/>
                </a:cubicBezTo>
                <a:cubicBezTo>
                  <a:pt x="127197" y="46442"/>
                  <a:pt x="123249" y="48175"/>
                  <a:pt x="120132" y="51641"/>
                </a:cubicBezTo>
                <a:cubicBezTo>
                  <a:pt x="117015" y="55108"/>
                  <a:pt x="115483" y="59817"/>
                  <a:pt x="115535" y="65766"/>
                </a:cubicBezTo>
                <a:lnTo>
                  <a:pt x="148262" y="65766"/>
                </a:lnTo>
                <a:close/>
                <a:moveTo>
                  <a:pt x="187822" y="114234"/>
                </a:moveTo>
                <a:lnTo>
                  <a:pt x="187822" y="0"/>
                </a:lnTo>
                <a:lnTo>
                  <a:pt x="209718" y="0"/>
                </a:lnTo>
                <a:lnTo>
                  <a:pt x="209718" y="114234"/>
                </a:lnTo>
                <a:lnTo>
                  <a:pt x="187822" y="114234"/>
                </a:lnTo>
                <a:close/>
                <a:moveTo>
                  <a:pt x="232187" y="114234"/>
                </a:moveTo>
                <a:lnTo>
                  <a:pt x="232187" y="0"/>
                </a:lnTo>
                <a:lnTo>
                  <a:pt x="254083" y="0"/>
                </a:lnTo>
                <a:lnTo>
                  <a:pt x="254083" y="114234"/>
                </a:lnTo>
                <a:lnTo>
                  <a:pt x="232187" y="114234"/>
                </a:lnTo>
                <a:close/>
                <a:moveTo>
                  <a:pt x="271486" y="71688"/>
                </a:moveTo>
                <a:cubicBezTo>
                  <a:pt x="271486" y="64416"/>
                  <a:pt x="273278" y="57377"/>
                  <a:pt x="276863" y="50572"/>
                </a:cubicBezTo>
                <a:cubicBezTo>
                  <a:pt x="280447" y="43766"/>
                  <a:pt x="285525" y="38572"/>
                  <a:pt x="292097" y="34987"/>
                </a:cubicBezTo>
                <a:cubicBezTo>
                  <a:pt x="298668" y="31403"/>
                  <a:pt x="306006" y="29610"/>
                  <a:pt x="314110" y="29610"/>
                </a:cubicBezTo>
                <a:cubicBezTo>
                  <a:pt x="326629" y="29610"/>
                  <a:pt x="336889" y="33675"/>
                  <a:pt x="344889" y="41805"/>
                </a:cubicBezTo>
                <a:cubicBezTo>
                  <a:pt x="352889" y="49935"/>
                  <a:pt x="356889" y="60208"/>
                  <a:pt x="356889" y="72624"/>
                </a:cubicBezTo>
                <a:cubicBezTo>
                  <a:pt x="356889" y="85143"/>
                  <a:pt x="352850" y="95520"/>
                  <a:pt x="344772" y="103753"/>
                </a:cubicBezTo>
                <a:cubicBezTo>
                  <a:pt x="336694" y="111987"/>
                  <a:pt x="326525" y="116104"/>
                  <a:pt x="314266" y="116104"/>
                </a:cubicBezTo>
                <a:cubicBezTo>
                  <a:pt x="306681" y="116104"/>
                  <a:pt x="299447" y="114390"/>
                  <a:pt x="292564" y="110961"/>
                </a:cubicBezTo>
                <a:cubicBezTo>
                  <a:pt x="285681" y="107533"/>
                  <a:pt x="280447" y="102507"/>
                  <a:pt x="276863" y="95883"/>
                </a:cubicBezTo>
                <a:cubicBezTo>
                  <a:pt x="273278" y="89260"/>
                  <a:pt x="271486" y="81195"/>
                  <a:pt x="271486" y="71688"/>
                </a:cubicBezTo>
                <a:moveTo>
                  <a:pt x="293928" y="72857"/>
                </a:moveTo>
                <a:cubicBezTo>
                  <a:pt x="293928" y="81039"/>
                  <a:pt x="295876" y="87305"/>
                  <a:pt x="299772" y="91656"/>
                </a:cubicBezTo>
                <a:cubicBezTo>
                  <a:pt x="303668" y="96007"/>
                  <a:pt x="308473" y="98182"/>
                  <a:pt x="314188" y="98182"/>
                </a:cubicBezTo>
                <a:cubicBezTo>
                  <a:pt x="319902" y="98182"/>
                  <a:pt x="324694" y="96007"/>
                  <a:pt x="328564" y="91656"/>
                </a:cubicBezTo>
                <a:cubicBezTo>
                  <a:pt x="332434" y="87305"/>
                  <a:pt x="334370" y="80987"/>
                  <a:pt x="334370" y="72701"/>
                </a:cubicBezTo>
                <a:cubicBezTo>
                  <a:pt x="334370" y="64624"/>
                  <a:pt x="332434" y="58409"/>
                  <a:pt x="328564" y="54059"/>
                </a:cubicBezTo>
                <a:cubicBezTo>
                  <a:pt x="324694" y="49708"/>
                  <a:pt x="319902" y="47533"/>
                  <a:pt x="314188" y="47533"/>
                </a:cubicBezTo>
                <a:cubicBezTo>
                  <a:pt x="308473" y="47533"/>
                  <a:pt x="303668" y="49708"/>
                  <a:pt x="299772" y="54059"/>
                </a:cubicBezTo>
                <a:cubicBezTo>
                  <a:pt x="295876" y="58409"/>
                  <a:pt x="293928" y="64675"/>
                  <a:pt x="293928" y="72857"/>
                </a:cubicBezTo>
                <a:close/>
                <a:moveTo>
                  <a:pt x="389486" y="114234"/>
                </a:moveTo>
                <a:lnTo>
                  <a:pt x="363304" y="31481"/>
                </a:lnTo>
                <a:lnTo>
                  <a:pt x="384577" y="31481"/>
                </a:lnTo>
                <a:lnTo>
                  <a:pt x="400084" y="85714"/>
                </a:lnTo>
                <a:lnTo>
                  <a:pt x="414344" y="31481"/>
                </a:lnTo>
                <a:lnTo>
                  <a:pt x="435460" y="31481"/>
                </a:lnTo>
                <a:lnTo>
                  <a:pt x="449253" y="85714"/>
                </a:lnTo>
                <a:lnTo>
                  <a:pt x="465071" y="31481"/>
                </a:lnTo>
                <a:lnTo>
                  <a:pt x="486655" y="31481"/>
                </a:lnTo>
                <a:lnTo>
                  <a:pt x="460084" y="114234"/>
                </a:lnTo>
                <a:lnTo>
                  <a:pt x="439045" y="114234"/>
                </a:lnTo>
                <a:lnTo>
                  <a:pt x="424785" y="61013"/>
                </a:lnTo>
                <a:lnTo>
                  <a:pt x="410759" y="114234"/>
                </a:lnTo>
                <a:lnTo>
                  <a:pt x="389486" y="114234"/>
                </a:lnTo>
                <a:close/>
              </a:path>
            </a:pathLst>
          </a:custGeom>
          <a:solidFill xmlns:a="http://schemas.openxmlformats.org/drawingml/2006/main">
            <a:srgbClr val="99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Text ...">
            <a:extLst xmlns:a="http://schemas.openxmlformats.org/drawingml/2006/main">
              <a:ext uri="{FF2B5EF4-FFF2-40B4-BE49-F238E27FC236}">
                <a16:creationId xmlns:a16="http://schemas.microsoft.com/office/drawing/2014/main" id="{95B649E9-BB4A-4CB4-AE5F-434044D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182" y="3598768"/>
            <a:ext cx="104703" cy="16052"/>
          </a:xfrm>
          <a:custGeom xmlns:a="http://schemas.openxmlformats.org/drawingml/2006/main">
            <a:pathLst>
              <a:path w="104703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  <a:moveTo>
                  <a:pt x="44364" y="16052"/>
                </a:moveTo>
                <a:lnTo>
                  <a:pt x="44364" y="0"/>
                </a:lnTo>
                <a:lnTo>
                  <a:pt x="60338" y="0"/>
                </a:lnTo>
                <a:lnTo>
                  <a:pt x="60338" y="16052"/>
                </a:lnTo>
                <a:lnTo>
                  <a:pt x="44364" y="16052"/>
                </a:lnTo>
                <a:close/>
                <a:moveTo>
                  <a:pt x="88729" y="16052"/>
                </a:moveTo>
                <a:lnTo>
                  <a:pt x="88729" y="0"/>
                </a:lnTo>
                <a:lnTo>
                  <a:pt x="104703" y="0"/>
                </a:lnTo>
                <a:lnTo>
                  <a:pt x="104703" y="16052"/>
                </a:lnTo>
                <a:lnTo>
                  <a:pt x="88729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B1AC0-AC20-4B21-8280-0FFD1178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751" y="3150573"/>
            <a:ext cx="1355020" cy="580308"/>
          </a:xfrm>
          <a:custGeom xmlns:a="http://schemas.openxmlformats.org/drawingml/2006/main">
            <a:pathLst>
              <a:path w="1355020" h="580308">
                <a:moveTo>
                  <a:pt x="40622" y="0"/>
                </a:moveTo>
                <a:lnTo>
                  <a:pt x="1314399" y="0"/>
                </a:lnTo>
                <a:cubicBezTo>
                  <a:pt x="1319785" y="0"/>
                  <a:pt x="1324967" y="1031"/>
                  <a:pt x="1329944" y="3092"/>
                </a:cubicBezTo>
                <a:cubicBezTo>
                  <a:pt x="1334920" y="5154"/>
                  <a:pt x="1339313" y="8089"/>
                  <a:pt x="1343122" y="11898"/>
                </a:cubicBezTo>
                <a:cubicBezTo>
                  <a:pt x="1346931" y="15707"/>
                  <a:pt x="1349866" y="20099"/>
                  <a:pt x="1351928" y="25076"/>
                </a:cubicBezTo>
                <a:cubicBezTo>
                  <a:pt x="1353989" y="30053"/>
                  <a:pt x="1355020" y="35235"/>
                  <a:pt x="1355020" y="40622"/>
                </a:cubicBezTo>
                <a:lnTo>
                  <a:pt x="1355020" y="539687"/>
                </a:lnTo>
                <a:cubicBezTo>
                  <a:pt x="1355020" y="545074"/>
                  <a:pt x="1353989" y="550255"/>
                  <a:pt x="1351928" y="555232"/>
                </a:cubicBezTo>
                <a:cubicBezTo>
                  <a:pt x="1349866" y="560208"/>
                  <a:pt x="1346931" y="564601"/>
                  <a:pt x="1343122" y="568411"/>
                </a:cubicBezTo>
                <a:cubicBezTo>
                  <a:pt x="1339313" y="572220"/>
                  <a:pt x="1334920" y="575155"/>
                  <a:pt x="1329944" y="577215"/>
                </a:cubicBezTo>
                <a:cubicBezTo>
                  <a:pt x="1324967" y="579277"/>
                  <a:pt x="1319785" y="580308"/>
                  <a:pt x="1314399" y="580308"/>
                </a:cubicBezTo>
                <a:lnTo>
                  <a:pt x="40622" y="580308"/>
                </a:lnTo>
                <a:cubicBezTo>
                  <a:pt x="35235" y="580308"/>
                  <a:pt x="30053" y="579277"/>
                  <a:pt x="25076" y="577215"/>
                </a:cubicBezTo>
                <a:cubicBezTo>
                  <a:pt x="20100" y="575155"/>
                  <a:pt x="15707" y="572220"/>
                  <a:pt x="11898" y="568411"/>
                </a:cubicBezTo>
                <a:cubicBezTo>
                  <a:pt x="8089" y="564601"/>
                  <a:pt x="5154" y="560208"/>
                  <a:pt x="3092" y="555232"/>
                </a:cubicBezTo>
                <a:cubicBezTo>
                  <a:pt x="1031" y="550255"/>
                  <a:pt x="0" y="545074"/>
                  <a:pt x="0" y="539687"/>
                </a:cubicBezTo>
                <a:lnTo>
                  <a:pt x="0" y="40622"/>
                </a:lnTo>
                <a:cubicBezTo>
                  <a:pt x="0" y="35235"/>
                  <a:pt x="1031" y="30053"/>
                  <a:pt x="3092" y="25076"/>
                </a:cubicBezTo>
                <a:cubicBezTo>
                  <a:pt x="5154" y="20099"/>
                  <a:pt x="8089" y="15706"/>
                  <a:pt x="11898" y="11897"/>
                </a:cubicBezTo>
                <a:cubicBezTo>
                  <a:pt x="15707" y="8089"/>
                  <a:pt x="20100" y="5153"/>
                  <a:pt x="25076" y="3092"/>
                </a:cubicBezTo>
                <a:cubicBezTo>
                  <a:pt x="30053" y="1031"/>
                  <a:pt x="35235" y="0"/>
                  <a:pt x="406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3CD39-2BF6-4BAF-ABAC-7669AACD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751" y="3150573"/>
            <a:ext cx="1355020" cy="580308"/>
          </a:xfrm>
          <a:custGeom xmlns:a="http://schemas.openxmlformats.org/drawingml/2006/main">
            <a:pathLst>
              <a:path w="1355020" h="580308" fill="none">
                <a:moveTo>
                  <a:pt x="40622" y="0"/>
                </a:moveTo>
                <a:lnTo>
                  <a:pt x="1314399" y="0"/>
                </a:lnTo>
                <a:cubicBezTo>
                  <a:pt x="1319785" y="0"/>
                  <a:pt x="1324967" y="1031"/>
                  <a:pt x="1329944" y="3092"/>
                </a:cubicBezTo>
                <a:cubicBezTo>
                  <a:pt x="1334920" y="5154"/>
                  <a:pt x="1339313" y="8089"/>
                  <a:pt x="1343122" y="11898"/>
                </a:cubicBezTo>
                <a:cubicBezTo>
                  <a:pt x="1346931" y="15707"/>
                  <a:pt x="1349866" y="20099"/>
                  <a:pt x="1351928" y="25076"/>
                </a:cubicBezTo>
                <a:cubicBezTo>
                  <a:pt x="1353989" y="30053"/>
                  <a:pt x="1355020" y="35235"/>
                  <a:pt x="1355020" y="40622"/>
                </a:cubicBezTo>
                <a:lnTo>
                  <a:pt x="1355020" y="539687"/>
                </a:lnTo>
                <a:cubicBezTo>
                  <a:pt x="1355020" y="545074"/>
                  <a:pt x="1353989" y="550255"/>
                  <a:pt x="1351928" y="555232"/>
                </a:cubicBezTo>
                <a:cubicBezTo>
                  <a:pt x="1349866" y="560208"/>
                  <a:pt x="1346931" y="564601"/>
                  <a:pt x="1343122" y="568411"/>
                </a:cubicBezTo>
                <a:cubicBezTo>
                  <a:pt x="1339313" y="572220"/>
                  <a:pt x="1334920" y="575155"/>
                  <a:pt x="1329944" y="577215"/>
                </a:cubicBezTo>
                <a:cubicBezTo>
                  <a:pt x="1324967" y="579277"/>
                  <a:pt x="1319785" y="580308"/>
                  <a:pt x="1314399" y="580308"/>
                </a:cubicBezTo>
                <a:lnTo>
                  <a:pt x="40622" y="580308"/>
                </a:lnTo>
                <a:cubicBezTo>
                  <a:pt x="35235" y="580308"/>
                  <a:pt x="30053" y="579277"/>
                  <a:pt x="25076" y="577215"/>
                </a:cubicBezTo>
                <a:cubicBezTo>
                  <a:pt x="20100" y="575155"/>
                  <a:pt x="15707" y="572220"/>
                  <a:pt x="11898" y="568411"/>
                </a:cubicBezTo>
                <a:cubicBezTo>
                  <a:pt x="8089" y="564601"/>
                  <a:pt x="5154" y="560208"/>
                  <a:pt x="3092" y="555232"/>
                </a:cubicBezTo>
                <a:cubicBezTo>
                  <a:pt x="1031" y="550255"/>
                  <a:pt x="0" y="545074"/>
                  <a:pt x="0" y="539687"/>
                </a:cubicBezTo>
                <a:lnTo>
                  <a:pt x="0" y="40622"/>
                </a:lnTo>
                <a:cubicBezTo>
                  <a:pt x="0" y="35235"/>
                  <a:pt x="1031" y="30053"/>
                  <a:pt x="3092" y="25076"/>
                </a:cubicBezTo>
                <a:cubicBezTo>
                  <a:pt x="5154" y="20099"/>
                  <a:pt x="8089" y="15706"/>
                  <a:pt x="11898" y="11897"/>
                </a:cubicBezTo>
                <a:cubicBezTo>
                  <a:pt x="15707" y="8089"/>
                  <a:pt x="20100" y="5153"/>
                  <a:pt x="25076" y="3092"/>
                </a:cubicBezTo>
                <a:cubicBezTo>
                  <a:pt x="30053" y="1031"/>
                  <a:pt x="35235" y="0"/>
                  <a:pt x="4062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88" name="Text apparel:">
            <a:extLst xmlns:a="http://schemas.openxmlformats.org/drawingml/2006/main">
              <a:ext uri="{FF2B5EF4-FFF2-40B4-BE49-F238E27FC236}">
                <a16:creationId xmlns:a16="http://schemas.microsoft.com/office/drawing/2014/main" id="{622D8DD7-1908-4935-8EDC-A55D343D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31" y="3195924"/>
            <a:ext cx="592542" cy="145715"/>
          </a:xfrm>
          <a:custGeom xmlns:a="http://schemas.openxmlformats.org/drawingml/2006/main">
            <a:pathLst>
              <a:path w="592542" h="145715">
                <a:moveTo>
                  <a:pt x="22130" y="57039"/>
                </a:moveTo>
                <a:lnTo>
                  <a:pt x="2260" y="53455"/>
                </a:lnTo>
                <a:cubicBezTo>
                  <a:pt x="4494" y="45349"/>
                  <a:pt x="8338" y="39349"/>
                  <a:pt x="13792" y="35455"/>
                </a:cubicBezTo>
                <a:cubicBezTo>
                  <a:pt x="19247" y="31559"/>
                  <a:pt x="27351" y="29610"/>
                  <a:pt x="38104" y="29610"/>
                </a:cubicBezTo>
                <a:cubicBezTo>
                  <a:pt x="47870" y="29610"/>
                  <a:pt x="55143" y="30766"/>
                  <a:pt x="59922" y="33078"/>
                </a:cubicBezTo>
                <a:cubicBezTo>
                  <a:pt x="64701" y="35390"/>
                  <a:pt x="68065" y="38325"/>
                  <a:pt x="70013" y="41883"/>
                </a:cubicBezTo>
                <a:cubicBezTo>
                  <a:pt x="71961" y="45442"/>
                  <a:pt x="72935" y="51974"/>
                  <a:pt x="72935" y="61481"/>
                </a:cubicBezTo>
                <a:lnTo>
                  <a:pt x="72701" y="87039"/>
                </a:lnTo>
                <a:cubicBezTo>
                  <a:pt x="72701" y="94312"/>
                  <a:pt x="73052" y="99676"/>
                  <a:pt x="73753" y="103130"/>
                </a:cubicBezTo>
                <a:cubicBezTo>
                  <a:pt x="74455" y="106585"/>
                  <a:pt x="75766" y="110286"/>
                  <a:pt x="77689" y="114234"/>
                </a:cubicBezTo>
                <a:lnTo>
                  <a:pt x="56026" y="114234"/>
                </a:lnTo>
                <a:cubicBezTo>
                  <a:pt x="55455" y="112779"/>
                  <a:pt x="54753" y="110624"/>
                  <a:pt x="53922" y="107766"/>
                </a:cubicBezTo>
                <a:cubicBezTo>
                  <a:pt x="53559" y="106468"/>
                  <a:pt x="53299" y="105611"/>
                  <a:pt x="53143" y="105195"/>
                </a:cubicBezTo>
                <a:cubicBezTo>
                  <a:pt x="49403" y="108831"/>
                  <a:pt x="45403" y="111559"/>
                  <a:pt x="41143" y="113377"/>
                </a:cubicBezTo>
                <a:cubicBezTo>
                  <a:pt x="36883" y="115195"/>
                  <a:pt x="32338" y="116104"/>
                  <a:pt x="27507" y="116104"/>
                </a:cubicBezTo>
                <a:cubicBezTo>
                  <a:pt x="18987" y="116104"/>
                  <a:pt x="12273" y="113802"/>
                  <a:pt x="7364" y="109198"/>
                </a:cubicBezTo>
                <a:cubicBezTo>
                  <a:pt x="2455" y="104594"/>
                  <a:pt x="0" y="98775"/>
                  <a:pt x="0" y="91739"/>
                </a:cubicBezTo>
                <a:cubicBezTo>
                  <a:pt x="0" y="87083"/>
                  <a:pt x="1117" y="82932"/>
                  <a:pt x="3351" y="79286"/>
                </a:cubicBezTo>
                <a:cubicBezTo>
                  <a:pt x="5584" y="75638"/>
                  <a:pt x="8714" y="72844"/>
                  <a:pt x="12740" y="70904"/>
                </a:cubicBezTo>
                <a:cubicBezTo>
                  <a:pt x="16766" y="68964"/>
                  <a:pt x="22571" y="67270"/>
                  <a:pt x="30156" y="65822"/>
                </a:cubicBezTo>
                <a:cubicBezTo>
                  <a:pt x="40390" y="63908"/>
                  <a:pt x="47481" y="62124"/>
                  <a:pt x="51429" y="60468"/>
                </a:cubicBezTo>
                <a:lnTo>
                  <a:pt x="51429" y="58262"/>
                </a:lnTo>
                <a:cubicBezTo>
                  <a:pt x="51429" y="54007"/>
                  <a:pt x="50390" y="50973"/>
                  <a:pt x="48312" y="49162"/>
                </a:cubicBezTo>
                <a:cubicBezTo>
                  <a:pt x="46234" y="47348"/>
                  <a:pt x="42312" y="46442"/>
                  <a:pt x="36546" y="46442"/>
                </a:cubicBezTo>
                <a:cubicBezTo>
                  <a:pt x="32649" y="46442"/>
                  <a:pt x="29610" y="47226"/>
                  <a:pt x="27429" y="48794"/>
                </a:cubicBezTo>
                <a:cubicBezTo>
                  <a:pt x="25247" y="50361"/>
                  <a:pt x="23481" y="53109"/>
                  <a:pt x="22130" y="57039"/>
                </a:cubicBezTo>
                <a:moveTo>
                  <a:pt x="51429" y="74805"/>
                </a:moveTo>
                <a:cubicBezTo>
                  <a:pt x="48623" y="75729"/>
                  <a:pt x="44182" y="76833"/>
                  <a:pt x="38104" y="78117"/>
                </a:cubicBezTo>
                <a:cubicBezTo>
                  <a:pt x="32026" y="79400"/>
                  <a:pt x="28052" y="80657"/>
                  <a:pt x="26182" y="81889"/>
                </a:cubicBezTo>
                <a:cubicBezTo>
                  <a:pt x="23325" y="83891"/>
                  <a:pt x="21896" y="86431"/>
                  <a:pt x="21896" y="89511"/>
                </a:cubicBezTo>
                <a:cubicBezTo>
                  <a:pt x="21896" y="92540"/>
                  <a:pt x="23039" y="95159"/>
                  <a:pt x="25325" y="97366"/>
                </a:cubicBezTo>
                <a:cubicBezTo>
                  <a:pt x="27610" y="99572"/>
                  <a:pt x="30520" y="100676"/>
                  <a:pt x="34052" y="100676"/>
                </a:cubicBezTo>
                <a:cubicBezTo>
                  <a:pt x="38000" y="100676"/>
                  <a:pt x="41766" y="99392"/>
                  <a:pt x="45351" y="96826"/>
                </a:cubicBezTo>
                <a:cubicBezTo>
                  <a:pt x="48000" y="94876"/>
                  <a:pt x="49740" y="92489"/>
                  <a:pt x="50572" y="89664"/>
                </a:cubicBezTo>
                <a:cubicBezTo>
                  <a:pt x="51143" y="87817"/>
                  <a:pt x="51429" y="84301"/>
                  <a:pt x="51429" y="79118"/>
                </a:cubicBezTo>
                <a:lnTo>
                  <a:pt x="51429" y="74805"/>
                </a:lnTo>
                <a:close/>
                <a:moveTo>
                  <a:pt x="93872" y="31481"/>
                </a:moveTo>
                <a:lnTo>
                  <a:pt x="114288" y="31481"/>
                </a:lnTo>
                <a:lnTo>
                  <a:pt x="114288" y="43636"/>
                </a:lnTo>
                <a:cubicBezTo>
                  <a:pt x="116937" y="39481"/>
                  <a:pt x="120521" y="36104"/>
                  <a:pt x="125041" y="33507"/>
                </a:cubicBezTo>
                <a:cubicBezTo>
                  <a:pt x="129560" y="30909"/>
                  <a:pt x="134573" y="29610"/>
                  <a:pt x="140080" y="29610"/>
                </a:cubicBezTo>
                <a:cubicBezTo>
                  <a:pt x="149690" y="29610"/>
                  <a:pt x="157846" y="33377"/>
                  <a:pt x="164547" y="40909"/>
                </a:cubicBezTo>
                <a:cubicBezTo>
                  <a:pt x="171249" y="48442"/>
                  <a:pt x="174599" y="58935"/>
                  <a:pt x="174599" y="72390"/>
                </a:cubicBezTo>
                <a:cubicBezTo>
                  <a:pt x="174599" y="86208"/>
                  <a:pt x="171223" y="96948"/>
                  <a:pt x="164470" y="104611"/>
                </a:cubicBezTo>
                <a:cubicBezTo>
                  <a:pt x="157716" y="112273"/>
                  <a:pt x="149534" y="116104"/>
                  <a:pt x="139924" y="116104"/>
                </a:cubicBezTo>
                <a:cubicBezTo>
                  <a:pt x="135353" y="116104"/>
                  <a:pt x="131210" y="115195"/>
                  <a:pt x="127495" y="113377"/>
                </a:cubicBezTo>
                <a:cubicBezTo>
                  <a:pt x="123781" y="111559"/>
                  <a:pt x="119872" y="108442"/>
                  <a:pt x="115768" y="104026"/>
                </a:cubicBezTo>
                <a:lnTo>
                  <a:pt x="115768" y="145715"/>
                </a:lnTo>
                <a:lnTo>
                  <a:pt x="93872" y="145715"/>
                </a:lnTo>
                <a:lnTo>
                  <a:pt x="93872" y="31481"/>
                </a:lnTo>
                <a:moveTo>
                  <a:pt x="115534" y="71418"/>
                </a:moveTo>
                <a:cubicBezTo>
                  <a:pt x="115534" y="80702"/>
                  <a:pt x="117379" y="87562"/>
                  <a:pt x="121067" y="91997"/>
                </a:cubicBezTo>
                <a:cubicBezTo>
                  <a:pt x="124755" y="96432"/>
                  <a:pt x="129249" y="98650"/>
                  <a:pt x="134547" y="98650"/>
                </a:cubicBezTo>
                <a:cubicBezTo>
                  <a:pt x="139638" y="98650"/>
                  <a:pt x="143872" y="96614"/>
                  <a:pt x="147249" y="92542"/>
                </a:cubicBezTo>
                <a:cubicBezTo>
                  <a:pt x="150625" y="88471"/>
                  <a:pt x="152314" y="81792"/>
                  <a:pt x="152314" y="72507"/>
                </a:cubicBezTo>
                <a:cubicBezTo>
                  <a:pt x="152314" y="63844"/>
                  <a:pt x="150573" y="57412"/>
                  <a:pt x="147093" y="53211"/>
                </a:cubicBezTo>
                <a:cubicBezTo>
                  <a:pt x="143612" y="49010"/>
                  <a:pt x="139301" y="46909"/>
                  <a:pt x="134158" y="46909"/>
                </a:cubicBezTo>
                <a:cubicBezTo>
                  <a:pt x="128807" y="46909"/>
                  <a:pt x="124366" y="48971"/>
                  <a:pt x="120833" y="53094"/>
                </a:cubicBezTo>
                <a:cubicBezTo>
                  <a:pt x="117301" y="57218"/>
                  <a:pt x="115534" y="63326"/>
                  <a:pt x="115534" y="71418"/>
                </a:cubicBezTo>
                <a:close/>
                <a:moveTo>
                  <a:pt x="191378" y="31481"/>
                </a:moveTo>
                <a:lnTo>
                  <a:pt x="211794" y="31481"/>
                </a:lnTo>
                <a:lnTo>
                  <a:pt x="211794" y="43636"/>
                </a:lnTo>
                <a:cubicBezTo>
                  <a:pt x="214443" y="39481"/>
                  <a:pt x="218028" y="36104"/>
                  <a:pt x="222547" y="33507"/>
                </a:cubicBezTo>
                <a:cubicBezTo>
                  <a:pt x="227067" y="30909"/>
                  <a:pt x="232080" y="29610"/>
                  <a:pt x="237586" y="29610"/>
                </a:cubicBezTo>
                <a:cubicBezTo>
                  <a:pt x="247196" y="29610"/>
                  <a:pt x="255352" y="33377"/>
                  <a:pt x="262054" y="40909"/>
                </a:cubicBezTo>
                <a:cubicBezTo>
                  <a:pt x="268755" y="48442"/>
                  <a:pt x="272106" y="58935"/>
                  <a:pt x="272106" y="72390"/>
                </a:cubicBezTo>
                <a:cubicBezTo>
                  <a:pt x="272106" y="86208"/>
                  <a:pt x="268729" y="96948"/>
                  <a:pt x="261976" y="104611"/>
                </a:cubicBezTo>
                <a:cubicBezTo>
                  <a:pt x="255222" y="112273"/>
                  <a:pt x="247041" y="116104"/>
                  <a:pt x="237430" y="116104"/>
                </a:cubicBezTo>
                <a:cubicBezTo>
                  <a:pt x="232859" y="116104"/>
                  <a:pt x="228716" y="115195"/>
                  <a:pt x="225002" y="113377"/>
                </a:cubicBezTo>
                <a:cubicBezTo>
                  <a:pt x="221287" y="111559"/>
                  <a:pt x="217378" y="108442"/>
                  <a:pt x="213274" y="104026"/>
                </a:cubicBezTo>
                <a:lnTo>
                  <a:pt x="213274" y="145715"/>
                </a:lnTo>
                <a:lnTo>
                  <a:pt x="191378" y="145715"/>
                </a:lnTo>
                <a:lnTo>
                  <a:pt x="191378" y="31481"/>
                </a:lnTo>
                <a:moveTo>
                  <a:pt x="213041" y="71418"/>
                </a:moveTo>
                <a:cubicBezTo>
                  <a:pt x="213041" y="80702"/>
                  <a:pt x="214885" y="87562"/>
                  <a:pt x="218573" y="91997"/>
                </a:cubicBezTo>
                <a:cubicBezTo>
                  <a:pt x="222261" y="96432"/>
                  <a:pt x="226755" y="98650"/>
                  <a:pt x="232054" y="98650"/>
                </a:cubicBezTo>
                <a:cubicBezTo>
                  <a:pt x="237144" y="98650"/>
                  <a:pt x="241378" y="96614"/>
                  <a:pt x="244755" y="92542"/>
                </a:cubicBezTo>
                <a:cubicBezTo>
                  <a:pt x="248132" y="88471"/>
                  <a:pt x="249820" y="81792"/>
                  <a:pt x="249820" y="72507"/>
                </a:cubicBezTo>
                <a:cubicBezTo>
                  <a:pt x="249820" y="63844"/>
                  <a:pt x="248080" y="57412"/>
                  <a:pt x="244599" y="53211"/>
                </a:cubicBezTo>
                <a:cubicBezTo>
                  <a:pt x="241119" y="49010"/>
                  <a:pt x="236807" y="46909"/>
                  <a:pt x="231664" y="46909"/>
                </a:cubicBezTo>
                <a:cubicBezTo>
                  <a:pt x="226313" y="46909"/>
                  <a:pt x="221872" y="48971"/>
                  <a:pt x="218339" y="53094"/>
                </a:cubicBezTo>
                <a:cubicBezTo>
                  <a:pt x="214807" y="57218"/>
                  <a:pt x="213041" y="63326"/>
                  <a:pt x="213041" y="71418"/>
                </a:cubicBezTo>
                <a:close/>
                <a:moveTo>
                  <a:pt x="305871" y="57039"/>
                </a:moveTo>
                <a:lnTo>
                  <a:pt x="286001" y="53455"/>
                </a:lnTo>
                <a:cubicBezTo>
                  <a:pt x="288235" y="45349"/>
                  <a:pt x="292079" y="39349"/>
                  <a:pt x="297534" y="35455"/>
                </a:cubicBezTo>
                <a:cubicBezTo>
                  <a:pt x="302988" y="31559"/>
                  <a:pt x="311092" y="29610"/>
                  <a:pt x="321845" y="29610"/>
                </a:cubicBezTo>
                <a:cubicBezTo>
                  <a:pt x="331612" y="29610"/>
                  <a:pt x="338884" y="30766"/>
                  <a:pt x="343664" y="33078"/>
                </a:cubicBezTo>
                <a:cubicBezTo>
                  <a:pt x="348443" y="35390"/>
                  <a:pt x="351807" y="38325"/>
                  <a:pt x="353755" y="41883"/>
                </a:cubicBezTo>
                <a:cubicBezTo>
                  <a:pt x="355703" y="45442"/>
                  <a:pt x="356677" y="51974"/>
                  <a:pt x="356677" y="61481"/>
                </a:cubicBezTo>
                <a:lnTo>
                  <a:pt x="356443" y="87039"/>
                </a:lnTo>
                <a:cubicBezTo>
                  <a:pt x="356443" y="94312"/>
                  <a:pt x="356794" y="99676"/>
                  <a:pt x="357495" y="103130"/>
                </a:cubicBezTo>
                <a:cubicBezTo>
                  <a:pt x="358196" y="106585"/>
                  <a:pt x="359508" y="110286"/>
                  <a:pt x="361430" y="114234"/>
                </a:cubicBezTo>
                <a:lnTo>
                  <a:pt x="339768" y="114234"/>
                </a:lnTo>
                <a:cubicBezTo>
                  <a:pt x="339196" y="112779"/>
                  <a:pt x="338495" y="110624"/>
                  <a:pt x="337664" y="107766"/>
                </a:cubicBezTo>
                <a:cubicBezTo>
                  <a:pt x="337300" y="106468"/>
                  <a:pt x="337040" y="105611"/>
                  <a:pt x="336884" y="105195"/>
                </a:cubicBezTo>
                <a:cubicBezTo>
                  <a:pt x="333144" y="108831"/>
                  <a:pt x="329144" y="111559"/>
                  <a:pt x="324884" y="113377"/>
                </a:cubicBezTo>
                <a:cubicBezTo>
                  <a:pt x="320625" y="115195"/>
                  <a:pt x="316079" y="116104"/>
                  <a:pt x="311248" y="116104"/>
                </a:cubicBezTo>
                <a:cubicBezTo>
                  <a:pt x="302729" y="116104"/>
                  <a:pt x="296014" y="113802"/>
                  <a:pt x="291105" y="109198"/>
                </a:cubicBezTo>
                <a:cubicBezTo>
                  <a:pt x="286196" y="104594"/>
                  <a:pt x="283741" y="98775"/>
                  <a:pt x="283741" y="91739"/>
                </a:cubicBezTo>
                <a:cubicBezTo>
                  <a:pt x="283741" y="87083"/>
                  <a:pt x="284858" y="82932"/>
                  <a:pt x="287092" y="79286"/>
                </a:cubicBezTo>
                <a:cubicBezTo>
                  <a:pt x="289326" y="75638"/>
                  <a:pt x="292456" y="72844"/>
                  <a:pt x="296482" y="70904"/>
                </a:cubicBezTo>
                <a:cubicBezTo>
                  <a:pt x="300508" y="68964"/>
                  <a:pt x="306313" y="67270"/>
                  <a:pt x="313897" y="65822"/>
                </a:cubicBezTo>
                <a:cubicBezTo>
                  <a:pt x="324131" y="63908"/>
                  <a:pt x="331222" y="62124"/>
                  <a:pt x="335170" y="60468"/>
                </a:cubicBezTo>
                <a:lnTo>
                  <a:pt x="335170" y="58262"/>
                </a:lnTo>
                <a:cubicBezTo>
                  <a:pt x="335170" y="54007"/>
                  <a:pt x="334131" y="50973"/>
                  <a:pt x="332053" y="49162"/>
                </a:cubicBezTo>
                <a:cubicBezTo>
                  <a:pt x="329975" y="47348"/>
                  <a:pt x="326053" y="46442"/>
                  <a:pt x="320287" y="46442"/>
                </a:cubicBezTo>
                <a:cubicBezTo>
                  <a:pt x="316391" y="46442"/>
                  <a:pt x="313352" y="47226"/>
                  <a:pt x="311170" y="48794"/>
                </a:cubicBezTo>
                <a:cubicBezTo>
                  <a:pt x="308988" y="50361"/>
                  <a:pt x="307222" y="53109"/>
                  <a:pt x="305871" y="57039"/>
                </a:cubicBezTo>
                <a:moveTo>
                  <a:pt x="335170" y="74805"/>
                </a:moveTo>
                <a:cubicBezTo>
                  <a:pt x="332365" y="75729"/>
                  <a:pt x="327923" y="76833"/>
                  <a:pt x="321845" y="78117"/>
                </a:cubicBezTo>
                <a:cubicBezTo>
                  <a:pt x="315768" y="79400"/>
                  <a:pt x="311793" y="80657"/>
                  <a:pt x="309923" y="81889"/>
                </a:cubicBezTo>
                <a:cubicBezTo>
                  <a:pt x="307066" y="83891"/>
                  <a:pt x="305638" y="86431"/>
                  <a:pt x="305638" y="89511"/>
                </a:cubicBezTo>
                <a:cubicBezTo>
                  <a:pt x="305638" y="92540"/>
                  <a:pt x="306780" y="95159"/>
                  <a:pt x="309066" y="97366"/>
                </a:cubicBezTo>
                <a:cubicBezTo>
                  <a:pt x="311352" y="99572"/>
                  <a:pt x="314261" y="100676"/>
                  <a:pt x="317793" y="100676"/>
                </a:cubicBezTo>
                <a:cubicBezTo>
                  <a:pt x="321742" y="100676"/>
                  <a:pt x="325508" y="99392"/>
                  <a:pt x="329092" y="96826"/>
                </a:cubicBezTo>
                <a:cubicBezTo>
                  <a:pt x="331742" y="94876"/>
                  <a:pt x="333482" y="92489"/>
                  <a:pt x="334313" y="89664"/>
                </a:cubicBezTo>
                <a:cubicBezTo>
                  <a:pt x="334884" y="87817"/>
                  <a:pt x="335170" y="84301"/>
                  <a:pt x="335170" y="79118"/>
                </a:cubicBezTo>
                <a:lnTo>
                  <a:pt x="335170" y="74805"/>
                </a:lnTo>
                <a:close/>
                <a:moveTo>
                  <a:pt x="399198" y="114234"/>
                </a:moveTo>
                <a:lnTo>
                  <a:pt x="377302" y="114234"/>
                </a:lnTo>
                <a:lnTo>
                  <a:pt x="377302" y="31481"/>
                </a:lnTo>
                <a:lnTo>
                  <a:pt x="397640" y="31481"/>
                </a:lnTo>
                <a:lnTo>
                  <a:pt x="397640" y="43247"/>
                </a:lnTo>
                <a:cubicBezTo>
                  <a:pt x="401120" y="37688"/>
                  <a:pt x="404250" y="34026"/>
                  <a:pt x="407029" y="32260"/>
                </a:cubicBezTo>
                <a:cubicBezTo>
                  <a:pt x="409809" y="30494"/>
                  <a:pt x="412964" y="29610"/>
                  <a:pt x="416497" y="29610"/>
                </a:cubicBezTo>
                <a:cubicBezTo>
                  <a:pt x="421484" y="29610"/>
                  <a:pt x="426289" y="30987"/>
                  <a:pt x="430913" y="33740"/>
                </a:cubicBezTo>
                <a:lnTo>
                  <a:pt x="424133" y="52831"/>
                </a:lnTo>
                <a:cubicBezTo>
                  <a:pt x="420445" y="50442"/>
                  <a:pt x="417016" y="49247"/>
                  <a:pt x="413848" y="49247"/>
                </a:cubicBezTo>
                <a:cubicBezTo>
                  <a:pt x="410783" y="49247"/>
                  <a:pt x="408185" y="50091"/>
                  <a:pt x="406055" y="51779"/>
                </a:cubicBezTo>
                <a:cubicBezTo>
                  <a:pt x="403925" y="53468"/>
                  <a:pt x="402250" y="56520"/>
                  <a:pt x="401029" y="60935"/>
                </a:cubicBezTo>
                <a:cubicBezTo>
                  <a:pt x="399809" y="65351"/>
                  <a:pt x="399198" y="74598"/>
                  <a:pt x="399198" y="88676"/>
                </a:cubicBezTo>
                <a:lnTo>
                  <a:pt x="399198" y="114234"/>
                </a:lnTo>
                <a:close/>
                <a:moveTo>
                  <a:pt x="488238" y="87896"/>
                </a:moveTo>
                <a:lnTo>
                  <a:pt x="510056" y="91637"/>
                </a:lnTo>
                <a:cubicBezTo>
                  <a:pt x="507251" y="99611"/>
                  <a:pt x="502822" y="105682"/>
                  <a:pt x="496770" y="109851"/>
                </a:cubicBezTo>
                <a:cubicBezTo>
                  <a:pt x="490718" y="114020"/>
                  <a:pt x="483147" y="116104"/>
                  <a:pt x="474056" y="116104"/>
                </a:cubicBezTo>
                <a:cubicBezTo>
                  <a:pt x="459666" y="116104"/>
                  <a:pt x="449017" y="111403"/>
                  <a:pt x="442108" y="102000"/>
                </a:cubicBezTo>
                <a:cubicBezTo>
                  <a:pt x="436653" y="94468"/>
                  <a:pt x="433926" y="84961"/>
                  <a:pt x="433926" y="73481"/>
                </a:cubicBezTo>
                <a:cubicBezTo>
                  <a:pt x="433926" y="59766"/>
                  <a:pt x="437511" y="49026"/>
                  <a:pt x="444679" y="41260"/>
                </a:cubicBezTo>
                <a:cubicBezTo>
                  <a:pt x="451848" y="33494"/>
                  <a:pt x="460913" y="29610"/>
                  <a:pt x="471874" y="29610"/>
                </a:cubicBezTo>
                <a:cubicBezTo>
                  <a:pt x="484186" y="29610"/>
                  <a:pt x="493900" y="33675"/>
                  <a:pt x="501017" y="41805"/>
                </a:cubicBezTo>
                <a:cubicBezTo>
                  <a:pt x="508134" y="49935"/>
                  <a:pt x="511537" y="62390"/>
                  <a:pt x="511225" y="79169"/>
                </a:cubicBezTo>
                <a:lnTo>
                  <a:pt x="456368" y="79169"/>
                </a:lnTo>
                <a:cubicBezTo>
                  <a:pt x="456524" y="85663"/>
                  <a:pt x="458290" y="90715"/>
                  <a:pt x="461666" y="94325"/>
                </a:cubicBezTo>
                <a:cubicBezTo>
                  <a:pt x="465043" y="97935"/>
                  <a:pt x="469251" y="99741"/>
                  <a:pt x="474290" y="99741"/>
                </a:cubicBezTo>
                <a:cubicBezTo>
                  <a:pt x="477718" y="99741"/>
                  <a:pt x="480602" y="98805"/>
                  <a:pt x="482939" y="96935"/>
                </a:cubicBezTo>
                <a:cubicBezTo>
                  <a:pt x="485277" y="95065"/>
                  <a:pt x="487043" y="92052"/>
                  <a:pt x="488238" y="87896"/>
                </a:cubicBezTo>
                <a:moveTo>
                  <a:pt x="489485" y="65766"/>
                </a:moveTo>
                <a:cubicBezTo>
                  <a:pt x="489329" y="59455"/>
                  <a:pt x="487692" y="54656"/>
                  <a:pt x="484576" y="51370"/>
                </a:cubicBezTo>
                <a:cubicBezTo>
                  <a:pt x="481459" y="48085"/>
                  <a:pt x="477666" y="46442"/>
                  <a:pt x="473199" y="46442"/>
                </a:cubicBezTo>
                <a:cubicBezTo>
                  <a:pt x="468420" y="46442"/>
                  <a:pt x="464472" y="48175"/>
                  <a:pt x="461355" y="51641"/>
                </a:cubicBezTo>
                <a:cubicBezTo>
                  <a:pt x="458238" y="55108"/>
                  <a:pt x="456705" y="59817"/>
                  <a:pt x="456757" y="65766"/>
                </a:cubicBezTo>
                <a:lnTo>
                  <a:pt x="489485" y="65766"/>
                </a:lnTo>
                <a:close/>
                <a:moveTo>
                  <a:pt x="529045" y="114234"/>
                </a:moveTo>
                <a:lnTo>
                  <a:pt x="529045" y="0"/>
                </a:lnTo>
                <a:lnTo>
                  <a:pt x="550941" y="0"/>
                </a:lnTo>
                <a:lnTo>
                  <a:pt x="550941" y="114234"/>
                </a:lnTo>
                <a:lnTo>
                  <a:pt x="529045" y="114234"/>
                </a:lnTo>
                <a:close/>
                <a:moveTo>
                  <a:pt x="576568" y="47533"/>
                </a:moveTo>
                <a:lnTo>
                  <a:pt x="576568" y="31481"/>
                </a:lnTo>
                <a:lnTo>
                  <a:pt x="592542" y="31481"/>
                </a:lnTo>
                <a:lnTo>
                  <a:pt x="592542" y="47533"/>
                </a:lnTo>
                <a:lnTo>
                  <a:pt x="576568" y="47533"/>
                </a:lnTo>
                <a:moveTo>
                  <a:pt x="576568" y="114234"/>
                </a:moveTo>
                <a:lnTo>
                  <a:pt x="576568" y="98182"/>
                </a:lnTo>
                <a:lnTo>
                  <a:pt x="592542" y="98182"/>
                </a:lnTo>
                <a:lnTo>
                  <a:pt x="592542" y="114234"/>
                </a:lnTo>
                <a:lnTo>
                  <a:pt x="576568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Text t-shirt">
            <a:extLst xmlns:a="http://schemas.openxmlformats.org/drawingml/2006/main">
              <a:ext uri="{FF2B5EF4-FFF2-40B4-BE49-F238E27FC236}">
                <a16:creationId xmlns:a16="http://schemas.microsoft.com/office/drawing/2014/main" id="{4E2DE82D-61D5-4662-AE78-1F403BE4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059" y="3195924"/>
            <a:ext cx="447741" cy="116104"/>
          </a:xfrm>
          <a:custGeom xmlns:a="http://schemas.openxmlformats.org/drawingml/2006/main">
            <a:pathLst>
              <a:path w="447741" h="116104">
                <a:moveTo>
                  <a:pt x="46987" y="31481"/>
                </a:moveTo>
                <a:lnTo>
                  <a:pt x="46987" y="48935"/>
                </a:lnTo>
                <a:lnTo>
                  <a:pt x="32026" y="48935"/>
                </a:lnTo>
                <a:lnTo>
                  <a:pt x="32026" y="82232"/>
                </a:lnTo>
                <a:cubicBezTo>
                  <a:pt x="32026" y="88976"/>
                  <a:pt x="32169" y="92905"/>
                  <a:pt x="32455" y="94021"/>
                </a:cubicBezTo>
                <a:cubicBezTo>
                  <a:pt x="32740" y="95134"/>
                  <a:pt x="33390" y="96055"/>
                  <a:pt x="34403" y="96782"/>
                </a:cubicBezTo>
                <a:cubicBezTo>
                  <a:pt x="35416" y="97508"/>
                  <a:pt x="36649" y="97870"/>
                  <a:pt x="38104" y="97870"/>
                </a:cubicBezTo>
                <a:cubicBezTo>
                  <a:pt x="40130" y="97870"/>
                  <a:pt x="43065" y="97169"/>
                  <a:pt x="46909" y="95766"/>
                </a:cubicBezTo>
                <a:lnTo>
                  <a:pt x="48779" y="112817"/>
                </a:lnTo>
                <a:cubicBezTo>
                  <a:pt x="43688" y="115008"/>
                  <a:pt x="37922" y="116104"/>
                  <a:pt x="31481" y="116104"/>
                </a:cubicBezTo>
                <a:cubicBezTo>
                  <a:pt x="27533" y="116104"/>
                  <a:pt x="23974" y="115442"/>
                  <a:pt x="20805" y="114117"/>
                </a:cubicBezTo>
                <a:cubicBezTo>
                  <a:pt x="17636" y="112792"/>
                  <a:pt x="15312" y="111078"/>
                  <a:pt x="13831" y="108974"/>
                </a:cubicBezTo>
                <a:cubicBezTo>
                  <a:pt x="12351" y="106870"/>
                  <a:pt x="11325" y="104026"/>
                  <a:pt x="10753" y="100442"/>
                </a:cubicBezTo>
                <a:cubicBezTo>
                  <a:pt x="10286" y="97896"/>
                  <a:pt x="10052" y="92753"/>
                  <a:pt x="10052" y="85013"/>
                </a:cubicBezTo>
                <a:lnTo>
                  <a:pt x="10052" y="48935"/>
                </a:lnTo>
                <a:lnTo>
                  <a:pt x="0" y="48935"/>
                </a:lnTo>
                <a:lnTo>
                  <a:pt x="0" y="31481"/>
                </a:lnTo>
                <a:lnTo>
                  <a:pt x="10052" y="31481"/>
                </a:lnTo>
                <a:lnTo>
                  <a:pt x="10052" y="14961"/>
                </a:lnTo>
                <a:lnTo>
                  <a:pt x="32026" y="2026"/>
                </a:lnTo>
                <a:lnTo>
                  <a:pt x="32026" y="31481"/>
                </a:lnTo>
                <a:lnTo>
                  <a:pt x="46987" y="31481"/>
                </a:lnTo>
                <a:close/>
                <a:moveTo>
                  <a:pt x="59686" y="83689"/>
                </a:moveTo>
                <a:lnTo>
                  <a:pt x="59686" y="61714"/>
                </a:lnTo>
                <a:lnTo>
                  <a:pt x="102699" y="61714"/>
                </a:lnTo>
                <a:lnTo>
                  <a:pt x="102699" y="83689"/>
                </a:lnTo>
                <a:lnTo>
                  <a:pt x="59686" y="83689"/>
                </a:lnTo>
                <a:close/>
                <a:moveTo>
                  <a:pt x="107608" y="90702"/>
                </a:moveTo>
                <a:lnTo>
                  <a:pt x="129582" y="87273"/>
                </a:lnTo>
                <a:cubicBezTo>
                  <a:pt x="130517" y="91507"/>
                  <a:pt x="132414" y="94721"/>
                  <a:pt x="135271" y="96916"/>
                </a:cubicBezTo>
                <a:cubicBezTo>
                  <a:pt x="138128" y="99111"/>
                  <a:pt x="142128" y="100208"/>
                  <a:pt x="147271" y="100208"/>
                </a:cubicBezTo>
                <a:cubicBezTo>
                  <a:pt x="152933" y="100208"/>
                  <a:pt x="157193" y="99171"/>
                  <a:pt x="160050" y="97096"/>
                </a:cubicBezTo>
                <a:cubicBezTo>
                  <a:pt x="161972" y="95643"/>
                  <a:pt x="162933" y="93697"/>
                  <a:pt x="162933" y="91259"/>
                </a:cubicBezTo>
                <a:cubicBezTo>
                  <a:pt x="162933" y="89598"/>
                  <a:pt x="162414" y="88223"/>
                  <a:pt x="161375" y="87134"/>
                </a:cubicBezTo>
                <a:cubicBezTo>
                  <a:pt x="160284" y="86097"/>
                  <a:pt x="157842" y="85137"/>
                  <a:pt x="154050" y="84256"/>
                </a:cubicBezTo>
                <a:cubicBezTo>
                  <a:pt x="136388" y="80366"/>
                  <a:pt x="125193" y="76813"/>
                  <a:pt x="120465" y="73595"/>
                </a:cubicBezTo>
                <a:cubicBezTo>
                  <a:pt x="113920" y="69131"/>
                  <a:pt x="110647" y="62929"/>
                  <a:pt x="110647" y="54989"/>
                </a:cubicBezTo>
                <a:cubicBezTo>
                  <a:pt x="110647" y="47826"/>
                  <a:pt x="113478" y="41806"/>
                  <a:pt x="119141" y="36928"/>
                </a:cubicBezTo>
                <a:cubicBezTo>
                  <a:pt x="124803" y="32050"/>
                  <a:pt x="133582" y="29610"/>
                  <a:pt x="145478" y="29610"/>
                </a:cubicBezTo>
                <a:cubicBezTo>
                  <a:pt x="156803" y="29610"/>
                  <a:pt x="165219" y="31448"/>
                  <a:pt x="170725" y="35123"/>
                </a:cubicBezTo>
                <a:cubicBezTo>
                  <a:pt x="176232" y="38799"/>
                  <a:pt x="180024" y="44234"/>
                  <a:pt x="182102" y="51429"/>
                </a:cubicBezTo>
                <a:lnTo>
                  <a:pt x="161453" y="55325"/>
                </a:lnTo>
                <a:cubicBezTo>
                  <a:pt x="160569" y="52104"/>
                  <a:pt x="158894" y="49636"/>
                  <a:pt x="156427" y="47922"/>
                </a:cubicBezTo>
                <a:cubicBezTo>
                  <a:pt x="153959" y="46208"/>
                  <a:pt x="150440" y="45351"/>
                  <a:pt x="145868" y="45351"/>
                </a:cubicBezTo>
                <a:cubicBezTo>
                  <a:pt x="140102" y="45351"/>
                  <a:pt x="135972" y="46155"/>
                  <a:pt x="133478" y="47764"/>
                </a:cubicBezTo>
                <a:cubicBezTo>
                  <a:pt x="131816" y="48904"/>
                  <a:pt x="130985" y="50382"/>
                  <a:pt x="130985" y="52198"/>
                </a:cubicBezTo>
                <a:cubicBezTo>
                  <a:pt x="130985" y="53753"/>
                  <a:pt x="131712" y="55076"/>
                  <a:pt x="133167" y="56165"/>
                </a:cubicBezTo>
                <a:cubicBezTo>
                  <a:pt x="135141" y="57618"/>
                  <a:pt x="141959" y="59667"/>
                  <a:pt x="153621" y="62313"/>
                </a:cubicBezTo>
                <a:cubicBezTo>
                  <a:pt x="165284" y="64960"/>
                  <a:pt x="173427" y="68206"/>
                  <a:pt x="178050" y="72051"/>
                </a:cubicBezTo>
                <a:cubicBezTo>
                  <a:pt x="182621" y="75951"/>
                  <a:pt x="184907" y="81382"/>
                  <a:pt x="184907" y="88347"/>
                </a:cubicBezTo>
                <a:cubicBezTo>
                  <a:pt x="184907" y="95936"/>
                  <a:pt x="181738" y="102460"/>
                  <a:pt x="175401" y="107917"/>
                </a:cubicBezTo>
                <a:cubicBezTo>
                  <a:pt x="169063" y="113375"/>
                  <a:pt x="159686" y="116104"/>
                  <a:pt x="147271" y="116104"/>
                </a:cubicBezTo>
                <a:cubicBezTo>
                  <a:pt x="135998" y="116104"/>
                  <a:pt x="127076" y="113826"/>
                  <a:pt x="120504" y="109269"/>
                </a:cubicBezTo>
                <a:cubicBezTo>
                  <a:pt x="113933" y="104710"/>
                  <a:pt x="109634" y="98521"/>
                  <a:pt x="107608" y="90702"/>
                </a:cubicBezTo>
                <a:close/>
                <a:moveTo>
                  <a:pt x="225870" y="0"/>
                </a:moveTo>
                <a:lnTo>
                  <a:pt x="225870" y="42059"/>
                </a:lnTo>
                <a:cubicBezTo>
                  <a:pt x="232935" y="33760"/>
                  <a:pt x="241377" y="29610"/>
                  <a:pt x="251195" y="29610"/>
                </a:cubicBezTo>
                <a:cubicBezTo>
                  <a:pt x="256234" y="29610"/>
                  <a:pt x="260779" y="30546"/>
                  <a:pt x="264831" y="32416"/>
                </a:cubicBezTo>
                <a:cubicBezTo>
                  <a:pt x="268883" y="34286"/>
                  <a:pt x="271935" y="36675"/>
                  <a:pt x="273987" y="39585"/>
                </a:cubicBezTo>
                <a:cubicBezTo>
                  <a:pt x="276039" y="42494"/>
                  <a:pt x="277442" y="45714"/>
                  <a:pt x="278195" y="49247"/>
                </a:cubicBezTo>
                <a:cubicBezTo>
                  <a:pt x="278948" y="52779"/>
                  <a:pt x="279325" y="58260"/>
                  <a:pt x="279325" y="65688"/>
                </a:cubicBezTo>
                <a:lnTo>
                  <a:pt x="279325" y="114234"/>
                </a:lnTo>
                <a:lnTo>
                  <a:pt x="257429" y="114234"/>
                </a:lnTo>
                <a:lnTo>
                  <a:pt x="257429" y="70571"/>
                </a:lnTo>
                <a:cubicBezTo>
                  <a:pt x="257429" y="61905"/>
                  <a:pt x="257013" y="56405"/>
                  <a:pt x="256182" y="54071"/>
                </a:cubicBezTo>
                <a:cubicBezTo>
                  <a:pt x="255351" y="51735"/>
                  <a:pt x="253883" y="49879"/>
                  <a:pt x="251779" y="48504"/>
                </a:cubicBezTo>
                <a:cubicBezTo>
                  <a:pt x="249675" y="47129"/>
                  <a:pt x="247039" y="46442"/>
                  <a:pt x="243870" y="46442"/>
                </a:cubicBezTo>
                <a:cubicBezTo>
                  <a:pt x="240234" y="46442"/>
                  <a:pt x="236987" y="47324"/>
                  <a:pt x="234130" y="49089"/>
                </a:cubicBezTo>
                <a:cubicBezTo>
                  <a:pt x="231273" y="50853"/>
                  <a:pt x="229182" y="53512"/>
                  <a:pt x="227857" y="57066"/>
                </a:cubicBezTo>
                <a:cubicBezTo>
                  <a:pt x="226533" y="60619"/>
                  <a:pt x="225870" y="65874"/>
                  <a:pt x="225870" y="72828"/>
                </a:cubicBezTo>
                <a:lnTo>
                  <a:pt x="225870" y="114234"/>
                </a:lnTo>
                <a:lnTo>
                  <a:pt x="203974" y="114234"/>
                </a:lnTo>
                <a:lnTo>
                  <a:pt x="203974" y="0"/>
                </a:lnTo>
                <a:lnTo>
                  <a:pt x="225870" y="0"/>
                </a:lnTo>
                <a:close/>
                <a:moveTo>
                  <a:pt x="301558" y="20260"/>
                </a:moveTo>
                <a:lnTo>
                  <a:pt x="301558" y="0"/>
                </a:lnTo>
                <a:lnTo>
                  <a:pt x="323454" y="0"/>
                </a:lnTo>
                <a:lnTo>
                  <a:pt x="323454" y="20260"/>
                </a:lnTo>
                <a:lnTo>
                  <a:pt x="301558" y="20260"/>
                </a:lnTo>
                <a:moveTo>
                  <a:pt x="301558" y="114234"/>
                </a:moveTo>
                <a:lnTo>
                  <a:pt x="301558" y="31481"/>
                </a:lnTo>
                <a:lnTo>
                  <a:pt x="323454" y="31481"/>
                </a:lnTo>
                <a:lnTo>
                  <a:pt x="323454" y="114234"/>
                </a:lnTo>
                <a:lnTo>
                  <a:pt x="301558" y="114234"/>
                </a:lnTo>
                <a:close/>
                <a:moveTo>
                  <a:pt x="366883" y="114234"/>
                </a:moveTo>
                <a:lnTo>
                  <a:pt x="344987" y="114234"/>
                </a:lnTo>
                <a:lnTo>
                  <a:pt x="344987" y="31481"/>
                </a:lnTo>
                <a:lnTo>
                  <a:pt x="365325" y="31481"/>
                </a:lnTo>
                <a:lnTo>
                  <a:pt x="365325" y="43247"/>
                </a:lnTo>
                <a:cubicBezTo>
                  <a:pt x="368805" y="37688"/>
                  <a:pt x="371935" y="34026"/>
                  <a:pt x="374715" y="32260"/>
                </a:cubicBezTo>
                <a:cubicBezTo>
                  <a:pt x="377494" y="30494"/>
                  <a:pt x="380650" y="29610"/>
                  <a:pt x="384182" y="29610"/>
                </a:cubicBezTo>
                <a:cubicBezTo>
                  <a:pt x="389169" y="29610"/>
                  <a:pt x="393974" y="30987"/>
                  <a:pt x="398598" y="33740"/>
                </a:cubicBezTo>
                <a:lnTo>
                  <a:pt x="391818" y="52831"/>
                </a:lnTo>
                <a:cubicBezTo>
                  <a:pt x="388130" y="50442"/>
                  <a:pt x="384702" y="49247"/>
                  <a:pt x="381533" y="49247"/>
                </a:cubicBezTo>
                <a:cubicBezTo>
                  <a:pt x="378468" y="49247"/>
                  <a:pt x="375870" y="50091"/>
                  <a:pt x="373740" y="51779"/>
                </a:cubicBezTo>
                <a:cubicBezTo>
                  <a:pt x="371611" y="53468"/>
                  <a:pt x="369935" y="56520"/>
                  <a:pt x="368714" y="60935"/>
                </a:cubicBezTo>
                <a:cubicBezTo>
                  <a:pt x="367494" y="65351"/>
                  <a:pt x="366883" y="74598"/>
                  <a:pt x="366883" y="88676"/>
                </a:cubicBezTo>
                <a:lnTo>
                  <a:pt x="366883" y="114234"/>
                </a:lnTo>
                <a:close/>
                <a:moveTo>
                  <a:pt x="445949" y="31481"/>
                </a:moveTo>
                <a:lnTo>
                  <a:pt x="445949" y="48935"/>
                </a:lnTo>
                <a:lnTo>
                  <a:pt x="430988" y="48935"/>
                </a:lnTo>
                <a:lnTo>
                  <a:pt x="430988" y="82232"/>
                </a:lnTo>
                <a:cubicBezTo>
                  <a:pt x="430988" y="88976"/>
                  <a:pt x="431131" y="92905"/>
                  <a:pt x="431417" y="94021"/>
                </a:cubicBezTo>
                <a:cubicBezTo>
                  <a:pt x="431702" y="95134"/>
                  <a:pt x="432352" y="96055"/>
                  <a:pt x="433365" y="96782"/>
                </a:cubicBezTo>
                <a:cubicBezTo>
                  <a:pt x="434378" y="97508"/>
                  <a:pt x="435612" y="97870"/>
                  <a:pt x="437066" y="97870"/>
                </a:cubicBezTo>
                <a:cubicBezTo>
                  <a:pt x="439092" y="97870"/>
                  <a:pt x="442027" y="97169"/>
                  <a:pt x="445871" y="95766"/>
                </a:cubicBezTo>
                <a:lnTo>
                  <a:pt x="447741" y="112817"/>
                </a:lnTo>
                <a:cubicBezTo>
                  <a:pt x="442651" y="115008"/>
                  <a:pt x="436884" y="116104"/>
                  <a:pt x="430443" y="116104"/>
                </a:cubicBezTo>
                <a:cubicBezTo>
                  <a:pt x="426495" y="116104"/>
                  <a:pt x="422936" y="115442"/>
                  <a:pt x="419767" y="114117"/>
                </a:cubicBezTo>
                <a:cubicBezTo>
                  <a:pt x="416599" y="112792"/>
                  <a:pt x="414274" y="111078"/>
                  <a:pt x="412793" y="108974"/>
                </a:cubicBezTo>
                <a:cubicBezTo>
                  <a:pt x="411313" y="106870"/>
                  <a:pt x="410287" y="104026"/>
                  <a:pt x="409715" y="100442"/>
                </a:cubicBezTo>
                <a:cubicBezTo>
                  <a:pt x="409248" y="97896"/>
                  <a:pt x="409014" y="92753"/>
                  <a:pt x="409014" y="85013"/>
                </a:cubicBezTo>
                <a:lnTo>
                  <a:pt x="409014" y="48935"/>
                </a:lnTo>
                <a:lnTo>
                  <a:pt x="398962" y="48935"/>
                </a:lnTo>
                <a:lnTo>
                  <a:pt x="398962" y="31481"/>
                </a:lnTo>
                <a:lnTo>
                  <a:pt x="409014" y="31481"/>
                </a:lnTo>
                <a:lnTo>
                  <a:pt x="409014" y="14961"/>
                </a:lnTo>
                <a:lnTo>
                  <a:pt x="430988" y="2026"/>
                </a:lnTo>
                <a:lnTo>
                  <a:pt x="430988" y="31481"/>
                </a:lnTo>
                <a:lnTo>
                  <a:pt x="445949" y="31481"/>
                </a:lnTo>
                <a:close/>
              </a:path>
            </a:pathLst>
          </a:custGeom>
          <a:solidFill xmlns:a="http://schemas.openxmlformats.org/drawingml/2006/main">
            <a:srgbClr val="FF8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color:">
            <a:extLst xmlns:a="http://schemas.openxmlformats.org/drawingml/2006/main">
              <a:ext uri="{FF2B5EF4-FFF2-40B4-BE49-F238E27FC236}">
                <a16:creationId xmlns:a16="http://schemas.microsoft.com/office/drawing/2014/main" id="{A9C75EFE-14D9-48C6-B750-CD6597D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567" y="3384524"/>
            <a:ext cx="591381" cy="116104"/>
          </a:xfrm>
          <a:custGeom xmlns:a="http://schemas.openxmlformats.org/drawingml/2006/main">
            <a:pathLst>
              <a:path w="591381" h="116104">
                <a:moveTo>
                  <a:pt x="76987" y="55948"/>
                </a:moveTo>
                <a:lnTo>
                  <a:pt x="55403" y="59844"/>
                </a:lnTo>
                <a:cubicBezTo>
                  <a:pt x="54675" y="55559"/>
                  <a:pt x="53026" y="52331"/>
                  <a:pt x="50455" y="50162"/>
                </a:cubicBezTo>
                <a:cubicBezTo>
                  <a:pt x="47883" y="47994"/>
                  <a:pt x="44546" y="46909"/>
                  <a:pt x="40442" y="46909"/>
                </a:cubicBezTo>
                <a:cubicBezTo>
                  <a:pt x="34987" y="46909"/>
                  <a:pt x="30636" y="48787"/>
                  <a:pt x="27390" y="52542"/>
                </a:cubicBezTo>
                <a:cubicBezTo>
                  <a:pt x="24143" y="56296"/>
                  <a:pt x="22520" y="62576"/>
                  <a:pt x="22520" y="71379"/>
                </a:cubicBezTo>
                <a:cubicBezTo>
                  <a:pt x="22520" y="81168"/>
                  <a:pt x="24169" y="88083"/>
                  <a:pt x="27468" y="92124"/>
                </a:cubicBezTo>
                <a:cubicBezTo>
                  <a:pt x="30766" y="96163"/>
                  <a:pt x="35195" y="98182"/>
                  <a:pt x="40753" y="98182"/>
                </a:cubicBezTo>
                <a:cubicBezTo>
                  <a:pt x="44909" y="98182"/>
                  <a:pt x="48312" y="97000"/>
                  <a:pt x="50961" y="94637"/>
                </a:cubicBezTo>
                <a:cubicBezTo>
                  <a:pt x="53611" y="92273"/>
                  <a:pt x="55481" y="88208"/>
                  <a:pt x="56572" y="82442"/>
                </a:cubicBezTo>
                <a:lnTo>
                  <a:pt x="78078" y="86182"/>
                </a:lnTo>
                <a:cubicBezTo>
                  <a:pt x="75844" y="96052"/>
                  <a:pt x="71559" y="103507"/>
                  <a:pt x="65221" y="108546"/>
                </a:cubicBezTo>
                <a:cubicBezTo>
                  <a:pt x="58883" y="113585"/>
                  <a:pt x="50390" y="116104"/>
                  <a:pt x="39740" y="116104"/>
                </a:cubicBezTo>
                <a:cubicBezTo>
                  <a:pt x="27636" y="116104"/>
                  <a:pt x="17987" y="112286"/>
                  <a:pt x="10792" y="104650"/>
                </a:cubicBezTo>
                <a:cubicBezTo>
                  <a:pt x="3597" y="97013"/>
                  <a:pt x="0" y="86442"/>
                  <a:pt x="0" y="72935"/>
                </a:cubicBezTo>
                <a:cubicBezTo>
                  <a:pt x="0" y="59273"/>
                  <a:pt x="3610" y="48636"/>
                  <a:pt x="10831" y="41026"/>
                </a:cubicBezTo>
                <a:cubicBezTo>
                  <a:pt x="18052" y="33416"/>
                  <a:pt x="27818" y="29610"/>
                  <a:pt x="40130" y="29610"/>
                </a:cubicBezTo>
                <a:cubicBezTo>
                  <a:pt x="50208" y="29610"/>
                  <a:pt x="58221" y="31779"/>
                  <a:pt x="64169" y="36117"/>
                </a:cubicBezTo>
                <a:cubicBezTo>
                  <a:pt x="70117" y="40455"/>
                  <a:pt x="74390" y="47065"/>
                  <a:pt x="76987" y="55948"/>
                </a:cubicBezTo>
                <a:close/>
                <a:moveTo>
                  <a:pt x="88495" y="71688"/>
                </a:moveTo>
                <a:cubicBezTo>
                  <a:pt x="88495" y="64416"/>
                  <a:pt x="90288" y="57377"/>
                  <a:pt x="93872" y="50572"/>
                </a:cubicBezTo>
                <a:cubicBezTo>
                  <a:pt x="97456" y="43766"/>
                  <a:pt x="102534" y="38572"/>
                  <a:pt x="109106" y="34987"/>
                </a:cubicBezTo>
                <a:cubicBezTo>
                  <a:pt x="115677" y="31403"/>
                  <a:pt x="123015" y="29610"/>
                  <a:pt x="131119" y="29610"/>
                </a:cubicBezTo>
                <a:cubicBezTo>
                  <a:pt x="143638" y="29610"/>
                  <a:pt x="153898" y="33675"/>
                  <a:pt x="161898" y="41805"/>
                </a:cubicBezTo>
                <a:cubicBezTo>
                  <a:pt x="169898" y="49935"/>
                  <a:pt x="173898" y="60208"/>
                  <a:pt x="173898" y="72624"/>
                </a:cubicBezTo>
                <a:cubicBezTo>
                  <a:pt x="173898" y="85143"/>
                  <a:pt x="169859" y="95520"/>
                  <a:pt x="161781" y="103753"/>
                </a:cubicBezTo>
                <a:cubicBezTo>
                  <a:pt x="153703" y="111987"/>
                  <a:pt x="143534" y="116104"/>
                  <a:pt x="131275" y="116104"/>
                </a:cubicBezTo>
                <a:cubicBezTo>
                  <a:pt x="123690" y="116104"/>
                  <a:pt x="116456" y="114390"/>
                  <a:pt x="109573" y="110961"/>
                </a:cubicBezTo>
                <a:cubicBezTo>
                  <a:pt x="102690" y="107533"/>
                  <a:pt x="97456" y="102507"/>
                  <a:pt x="93872" y="95883"/>
                </a:cubicBezTo>
                <a:cubicBezTo>
                  <a:pt x="90288" y="89260"/>
                  <a:pt x="88495" y="81195"/>
                  <a:pt x="88495" y="71688"/>
                </a:cubicBezTo>
                <a:moveTo>
                  <a:pt x="110937" y="72857"/>
                </a:moveTo>
                <a:cubicBezTo>
                  <a:pt x="110937" y="81039"/>
                  <a:pt x="112885" y="87305"/>
                  <a:pt x="116781" y="91656"/>
                </a:cubicBezTo>
                <a:cubicBezTo>
                  <a:pt x="120677" y="96007"/>
                  <a:pt x="125482" y="98182"/>
                  <a:pt x="131197" y="98182"/>
                </a:cubicBezTo>
                <a:cubicBezTo>
                  <a:pt x="136911" y="98182"/>
                  <a:pt x="141703" y="96007"/>
                  <a:pt x="145573" y="91656"/>
                </a:cubicBezTo>
                <a:cubicBezTo>
                  <a:pt x="149444" y="87305"/>
                  <a:pt x="151379" y="80987"/>
                  <a:pt x="151379" y="72701"/>
                </a:cubicBezTo>
                <a:cubicBezTo>
                  <a:pt x="151379" y="64624"/>
                  <a:pt x="149444" y="58409"/>
                  <a:pt x="145573" y="54059"/>
                </a:cubicBezTo>
                <a:cubicBezTo>
                  <a:pt x="141703" y="49708"/>
                  <a:pt x="136911" y="47533"/>
                  <a:pt x="131197" y="47533"/>
                </a:cubicBezTo>
                <a:cubicBezTo>
                  <a:pt x="125482" y="47533"/>
                  <a:pt x="120677" y="49708"/>
                  <a:pt x="116781" y="54059"/>
                </a:cubicBezTo>
                <a:cubicBezTo>
                  <a:pt x="112885" y="58409"/>
                  <a:pt x="110937" y="64675"/>
                  <a:pt x="110937" y="72857"/>
                </a:cubicBezTo>
                <a:close/>
                <a:moveTo>
                  <a:pt x="191066" y="114234"/>
                </a:moveTo>
                <a:lnTo>
                  <a:pt x="191066" y="0"/>
                </a:lnTo>
                <a:lnTo>
                  <a:pt x="212963" y="0"/>
                </a:lnTo>
                <a:lnTo>
                  <a:pt x="212963" y="114234"/>
                </a:lnTo>
                <a:lnTo>
                  <a:pt x="191066" y="114234"/>
                </a:lnTo>
                <a:close/>
                <a:moveTo>
                  <a:pt x="230366" y="71688"/>
                </a:moveTo>
                <a:cubicBezTo>
                  <a:pt x="230366" y="64416"/>
                  <a:pt x="232158" y="57377"/>
                  <a:pt x="235743" y="50572"/>
                </a:cubicBezTo>
                <a:cubicBezTo>
                  <a:pt x="239327" y="43766"/>
                  <a:pt x="244405" y="38572"/>
                  <a:pt x="250977" y="34987"/>
                </a:cubicBezTo>
                <a:cubicBezTo>
                  <a:pt x="257548" y="31403"/>
                  <a:pt x="264886" y="29610"/>
                  <a:pt x="272990" y="29610"/>
                </a:cubicBezTo>
                <a:cubicBezTo>
                  <a:pt x="285509" y="29610"/>
                  <a:pt x="295769" y="33675"/>
                  <a:pt x="303769" y="41805"/>
                </a:cubicBezTo>
                <a:cubicBezTo>
                  <a:pt x="311769" y="49935"/>
                  <a:pt x="315769" y="60208"/>
                  <a:pt x="315769" y="72624"/>
                </a:cubicBezTo>
                <a:cubicBezTo>
                  <a:pt x="315769" y="85143"/>
                  <a:pt x="311730" y="95520"/>
                  <a:pt x="303652" y="103753"/>
                </a:cubicBezTo>
                <a:cubicBezTo>
                  <a:pt x="295574" y="111987"/>
                  <a:pt x="285405" y="116104"/>
                  <a:pt x="273146" y="116104"/>
                </a:cubicBezTo>
                <a:cubicBezTo>
                  <a:pt x="265561" y="116104"/>
                  <a:pt x="258327" y="114390"/>
                  <a:pt x="251444" y="110961"/>
                </a:cubicBezTo>
                <a:cubicBezTo>
                  <a:pt x="244561" y="107533"/>
                  <a:pt x="239327" y="102507"/>
                  <a:pt x="235743" y="95883"/>
                </a:cubicBezTo>
                <a:cubicBezTo>
                  <a:pt x="232158" y="89260"/>
                  <a:pt x="230366" y="81195"/>
                  <a:pt x="230366" y="71688"/>
                </a:cubicBezTo>
                <a:moveTo>
                  <a:pt x="252808" y="72857"/>
                </a:moveTo>
                <a:cubicBezTo>
                  <a:pt x="252808" y="81039"/>
                  <a:pt x="254756" y="87305"/>
                  <a:pt x="258652" y="91656"/>
                </a:cubicBezTo>
                <a:cubicBezTo>
                  <a:pt x="262548" y="96007"/>
                  <a:pt x="267353" y="98182"/>
                  <a:pt x="273068" y="98182"/>
                </a:cubicBezTo>
                <a:cubicBezTo>
                  <a:pt x="278782" y="98182"/>
                  <a:pt x="283574" y="96007"/>
                  <a:pt x="287444" y="91656"/>
                </a:cubicBezTo>
                <a:cubicBezTo>
                  <a:pt x="291314" y="87305"/>
                  <a:pt x="293249" y="80987"/>
                  <a:pt x="293249" y="72701"/>
                </a:cubicBezTo>
                <a:cubicBezTo>
                  <a:pt x="293249" y="64624"/>
                  <a:pt x="291314" y="58409"/>
                  <a:pt x="287444" y="54059"/>
                </a:cubicBezTo>
                <a:cubicBezTo>
                  <a:pt x="283574" y="49708"/>
                  <a:pt x="278782" y="47533"/>
                  <a:pt x="273068" y="47533"/>
                </a:cubicBezTo>
                <a:cubicBezTo>
                  <a:pt x="267353" y="47533"/>
                  <a:pt x="262548" y="49708"/>
                  <a:pt x="258652" y="54059"/>
                </a:cubicBezTo>
                <a:cubicBezTo>
                  <a:pt x="254756" y="58409"/>
                  <a:pt x="252808" y="64675"/>
                  <a:pt x="252808" y="72857"/>
                </a:cubicBezTo>
                <a:close/>
                <a:moveTo>
                  <a:pt x="353898" y="114234"/>
                </a:moveTo>
                <a:lnTo>
                  <a:pt x="332002" y="114234"/>
                </a:lnTo>
                <a:lnTo>
                  <a:pt x="332002" y="31481"/>
                </a:lnTo>
                <a:lnTo>
                  <a:pt x="352340" y="31481"/>
                </a:lnTo>
                <a:lnTo>
                  <a:pt x="352340" y="43247"/>
                </a:lnTo>
                <a:cubicBezTo>
                  <a:pt x="355821" y="37688"/>
                  <a:pt x="358950" y="34026"/>
                  <a:pt x="361730" y="32260"/>
                </a:cubicBezTo>
                <a:cubicBezTo>
                  <a:pt x="364509" y="30494"/>
                  <a:pt x="367665" y="29610"/>
                  <a:pt x="371197" y="29610"/>
                </a:cubicBezTo>
                <a:cubicBezTo>
                  <a:pt x="376184" y="29610"/>
                  <a:pt x="380989" y="30987"/>
                  <a:pt x="385613" y="33740"/>
                </a:cubicBezTo>
                <a:lnTo>
                  <a:pt x="378834" y="52831"/>
                </a:lnTo>
                <a:cubicBezTo>
                  <a:pt x="375145" y="50442"/>
                  <a:pt x="371717" y="49247"/>
                  <a:pt x="368548" y="49247"/>
                </a:cubicBezTo>
                <a:cubicBezTo>
                  <a:pt x="365483" y="49247"/>
                  <a:pt x="362885" y="50091"/>
                  <a:pt x="360756" y="51779"/>
                </a:cubicBezTo>
                <a:cubicBezTo>
                  <a:pt x="358626" y="53468"/>
                  <a:pt x="356950" y="56520"/>
                  <a:pt x="355730" y="60935"/>
                </a:cubicBezTo>
                <a:cubicBezTo>
                  <a:pt x="354509" y="65351"/>
                  <a:pt x="353898" y="74598"/>
                  <a:pt x="353898" y="88676"/>
                </a:cubicBezTo>
                <a:lnTo>
                  <a:pt x="353898" y="114234"/>
                </a:lnTo>
                <a:close/>
                <a:moveTo>
                  <a:pt x="575407" y="47533"/>
                </a:moveTo>
                <a:lnTo>
                  <a:pt x="575407" y="31481"/>
                </a:lnTo>
                <a:lnTo>
                  <a:pt x="591381" y="31481"/>
                </a:lnTo>
                <a:lnTo>
                  <a:pt x="591381" y="47533"/>
                </a:lnTo>
                <a:lnTo>
                  <a:pt x="575407" y="47533"/>
                </a:lnTo>
                <a:moveTo>
                  <a:pt x="575407" y="114234"/>
                </a:moveTo>
                <a:lnTo>
                  <a:pt x="575407" y="98182"/>
                </a:lnTo>
                <a:lnTo>
                  <a:pt x="591381" y="98182"/>
                </a:lnTo>
                <a:lnTo>
                  <a:pt x="591381" y="114234"/>
                </a:lnTo>
                <a:lnTo>
                  <a:pt x="575407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Text blue">
            <a:extLst xmlns:a="http://schemas.openxmlformats.org/drawingml/2006/main">
              <a:ext uri="{FF2B5EF4-FFF2-40B4-BE49-F238E27FC236}">
                <a16:creationId xmlns:a16="http://schemas.microsoft.com/office/drawing/2014/main" id="{4114FC9F-D3E9-4D95-BA25-3104E43B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2937" y="3384524"/>
            <a:ext cx="311532" cy="116104"/>
          </a:xfrm>
          <a:custGeom xmlns:a="http://schemas.openxmlformats.org/drawingml/2006/main">
            <a:pathLst>
              <a:path w="311532" h="116104">
                <a:moveTo>
                  <a:pt x="0" y="114234"/>
                </a:moveTo>
                <a:lnTo>
                  <a:pt x="0" y="0"/>
                </a:lnTo>
                <a:lnTo>
                  <a:pt x="21896" y="0"/>
                </a:lnTo>
                <a:lnTo>
                  <a:pt x="21896" y="41143"/>
                </a:lnTo>
                <a:cubicBezTo>
                  <a:pt x="28649" y="33455"/>
                  <a:pt x="36649" y="29610"/>
                  <a:pt x="45896" y="29610"/>
                </a:cubicBezTo>
                <a:cubicBezTo>
                  <a:pt x="55974" y="29610"/>
                  <a:pt x="64312" y="33260"/>
                  <a:pt x="70909" y="40559"/>
                </a:cubicBezTo>
                <a:cubicBezTo>
                  <a:pt x="77507" y="47857"/>
                  <a:pt x="80805" y="58338"/>
                  <a:pt x="80805" y="72000"/>
                </a:cubicBezTo>
                <a:cubicBezTo>
                  <a:pt x="80805" y="86130"/>
                  <a:pt x="77442" y="97013"/>
                  <a:pt x="70714" y="104650"/>
                </a:cubicBezTo>
                <a:cubicBezTo>
                  <a:pt x="63987" y="112286"/>
                  <a:pt x="55818" y="116104"/>
                  <a:pt x="46208" y="116104"/>
                </a:cubicBezTo>
                <a:cubicBezTo>
                  <a:pt x="41481" y="116104"/>
                  <a:pt x="36818" y="114922"/>
                  <a:pt x="32221" y="112559"/>
                </a:cubicBezTo>
                <a:cubicBezTo>
                  <a:pt x="27623" y="110195"/>
                  <a:pt x="23662" y="106702"/>
                  <a:pt x="20338" y="102078"/>
                </a:cubicBezTo>
                <a:lnTo>
                  <a:pt x="20338" y="114234"/>
                </a:lnTo>
                <a:lnTo>
                  <a:pt x="0" y="114234"/>
                </a:lnTo>
                <a:moveTo>
                  <a:pt x="21740" y="71107"/>
                </a:moveTo>
                <a:cubicBezTo>
                  <a:pt x="21740" y="79665"/>
                  <a:pt x="23091" y="85993"/>
                  <a:pt x="25792" y="90090"/>
                </a:cubicBezTo>
                <a:cubicBezTo>
                  <a:pt x="29584" y="95900"/>
                  <a:pt x="34623" y="98805"/>
                  <a:pt x="40909" y="98805"/>
                </a:cubicBezTo>
                <a:cubicBezTo>
                  <a:pt x="45740" y="98805"/>
                  <a:pt x="49857" y="96744"/>
                  <a:pt x="53260" y="92620"/>
                </a:cubicBezTo>
                <a:cubicBezTo>
                  <a:pt x="56662" y="88497"/>
                  <a:pt x="58364" y="82000"/>
                  <a:pt x="58364" y="73130"/>
                </a:cubicBezTo>
                <a:cubicBezTo>
                  <a:pt x="58364" y="63688"/>
                  <a:pt x="56649" y="56880"/>
                  <a:pt x="53221" y="52705"/>
                </a:cubicBezTo>
                <a:cubicBezTo>
                  <a:pt x="49792" y="48529"/>
                  <a:pt x="45403" y="46442"/>
                  <a:pt x="40052" y="46442"/>
                </a:cubicBezTo>
                <a:cubicBezTo>
                  <a:pt x="34805" y="46442"/>
                  <a:pt x="30442" y="48478"/>
                  <a:pt x="26961" y="52551"/>
                </a:cubicBezTo>
                <a:cubicBezTo>
                  <a:pt x="23481" y="56623"/>
                  <a:pt x="21740" y="62808"/>
                  <a:pt x="21740" y="71107"/>
                </a:cubicBezTo>
                <a:close/>
                <a:moveTo>
                  <a:pt x="98441" y="114234"/>
                </a:moveTo>
                <a:lnTo>
                  <a:pt x="98441" y="0"/>
                </a:lnTo>
                <a:lnTo>
                  <a:pt x="120337" y="0"/>
                </a:lnTo>
                <a:lnTo>
                  <a:pt x="120337" y="114234"/>
                </a:lnTo>
                <a:lnTo>
                  <a:pt x="98441" y="114234"/>
                </a:lnTo>
                <a:close/>
                <a:moveTo>
                  <a:pt x="197272" y="114234"/>
                </a:moveTo>
                <a:lnTo>
                  <a:pt x="197272" y="101844"/>
                </a:lnTo>
                <a:cubicBezTo>
                  <a:pt x="194259" y="106260"/>
                  <a:pt x="190298" y="109741"/>
                  <a:pt x="185389" y="112286"/>
                </a:cubicBezTo>
                <a:cubicBezTo>
                  <a:pt x="180480" y="114831"/>
                  <a:pt x="175298" y="116104"/>
                  <a:pt x="169844" y="116104"/>
                </a:cubicBezTo>
                <a:cubicBezTo>
                  <a:pt x="164285" y="116104"/>
                  <a:pt x="159298" y="114883"/>
                  <a:pt x="154883" y="112442"/>
                </a:cubicBezTo>
                <a:cubicBezTo>
                  <a:pt x="150467" y="110000"/>
                  <a:pt x="147272" y="106572"/>
                  <a:pt x="145298" y="102156"/>
                </a:cubicBezTo>
                <a:cubicBezTo>
                  <a:pt x="143324" y="97740"/>
                  <a:pt x="142337" y="91637"/>
                  <a:pt x="142337" y="83844"/>
                </a:cubicBezTo>
                <a:lnTo>
                  <a:pt x="142337" y="31481"/>
                </a:lnTo>
                <a:lnTo>
                  <a:pt x="164233" y="31481"/>
                </a:lnTo>
                <a:lnTo>
                  <a:pt x="164233" y="69419"/>
                </a:lnTo>
                <a:cubicBezTo>
                  <a:pt x="164233" y="81029"/>
                  <a:pt x="164636" y="88143"/>
                  <a:pt x="165441" y="90760"/>
                </a:cubicBezTo>
                <a:cubicBezTo>
                  <a:pt x="166246" y="93377"/>
                  <a:pt x="167714" y="95450"/>
                  <a:pt x="169844" y="96979"/>
                </a:cubicBezTo>
                <a:cubicBezTo>
                  <a:pt x="171974" y="98508"/>
                  <a:pt x="174675" y="99273"/>
                  <a:pt x="177948" y="99273"/>
                </a:cubicBezTo>
                <a:cubicBezTo>
                  <a:pt x="181688" y="99273"/>
                  <a:pt x="185039" y="98249"/>
                  <a:pt x="188000" y="96202"/>
                </a:cubicBezTo>
                <a:cubicBezTo>
                  <a:pt x="190961" y="94155"/>
                  <a:pt x="192987" y="91615"/>
                  <a:pt x="194078" y="88583"/>
                </a:cubicBezTo>
                <a:cubicBezTo>
                  <a:pt x="195169" y="85551"/>
                  <a:pt x="195714" y="78126"/>
                  <a:pt x="195714" y="66309"/>
                </a:cubicBezTo>
                <a:lnTo>
                  <a:pt x="195714" y="31481"/>
                </a:lnTo>
                <a:lnTo>
                  <a:pt x="217610" y="31481"/>
                </a:lnTo>
                <a:lnTo>
                  <a:pt x="217610" y="114234"/>
                </a:lnTo>
                <a:lnTo>
                  <a:pt x="197272" y="114234"/>
                </a:lnTo>
                <a:close/>
                <a:moveTo>
                  <a:pt x="288233" y="87896"/>
                </a:moveTo>
                <a:lnTo>
                  <a:pt x="310052" y="91637"/>
                </a:lnTo>
                <a:cubicBezTo>
                  <a:pt x="307247" y="99611"/>
                  <a:pt x="302818" y="105682"/>
                  <a:pt x="296766" y="109851"/>
                </a:cubicBezTo>
                <a:cubicBezTo>
                  <a:pt x="290714" y="114020"/>
                  <a:pt x="283143" y="116104"/>
                  <a:pt x="274052" y="116104"/>
                </a:cubicBezTo>
                <a:cubicBezTo>
                  <a:pt x="259662" y="116104"/>
                  <a:pt x="249013" y="111403"/>
                  <a:pt x="242103" y="102000"/>
                </a:cubicBezTo>
                <a:cubicBezTo>
                  <a:pt x="236649" y="94468"/>
                  <a:pt x="233922" y="84961"/>
                  <a:pt x="233922" y="73481"/>
                </a:cubicBezTo>
                <a:cubicBezTo>
                  <a:pt x="233922" y="59766"/>
                  <a:pt x="237506" y="49026"/>
                  <a:pt x="244675" y="41260"/>
                </a:cubicBezTo>
                <a:cubicBezTo>
                  <a:pt x="251844" y="33494"/>
                  <a:pt x="260909" y="29610"/>
                  <a:pt x="271870" y="29610"/>
                </a:cubicBezTo>
                <a:cubicBezTo>
                  <a:pt x="284182" y="29610"/>
                  <a:pt x="293896" y="33675"/>
                  <a:pt x="301013" y="41805"/>
                </a:cubicBezTo>
                <a:cubicBezTo>
                  <a:pt x="308130" y="49935"/>
                  <a:pt x="311532" y="62390"/>
                  <a:pt x="311221" y="79169"/>
                </a:cubicBezTo>
                <a:lnTo>
                  <a:pt x="256363" y="79169"/>
                </a:lnTo>
                <a:cubicBezTo>
                  <a:pt x="256519" y="85663"/>
                  <a:pt x="258285" y="90715"/>
                  <a:pt x="261662" y="94325"/>
                </a:cubicBezTo>
                <a:cubicBezTo>
                  <a:pt x="265039" y="97935"/>
                  <a:pt x="269246" y="99741"/>
                  <a:pt x="274285" y="99741"/>
                </a:cubicBezTo>
                <a:cubicBezTo>
                  <a:pt x="277714" y="99741"/>
                  <a:pt x="280597" y="98805"/>
                  <a:pt x="282935" y="96935"/>
                </a:cubicBezTo>
                <a:cubicBezTo>
                  <a:pt x="285272" y="95065"/>
                  <a:pt x="287039" y="92052"/>
                  <a:pt x="288233" y="87896"/>
                </a:cubicBezTo>
                <a:moveTo>
                  <a:pt x="289480" y="65766"/>
                </a:moveTo>
                <a:cubicBezTo>
                  <a:pt x="289324" y="59455"/>
                  <a:pt x="287688" y="54656"/>
                  <a:pt x="284571" y="51370"/>
                </a:cubicBezTo>
                <a:cubicBezTo>
                  <a:pt x="281454" y="48085"/>
                  <a:pt x="277662" y="46442"/>
                  <a:pt x="273194" y="46442"/>
                </a:cubicBezTo>
                <a:cubicBezTo>
                  <a:pt x="268415" y="46442"/>
                  <a:pt x="264467" y="48175"/>
                  <a:pt x="261350" y="51641"/>
                </a:cubicBezTo>
                <a:cubicBezTo>
                  <a:pt x="258233" y="55108"/>
                  <a:pt x="256701" y="59817"/>
                  <a:pt x="256753" y="65766"/>
                </a:cubicBezTo>
                <a:lnTo>
                  <a:pt x="289480" y="65766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Text answer">
            <a:extLst xmlns:a="http://schemas.openxmlformats.org/drawingml/2006/main">
              <a:ext uri="{FF2B5EF4-FFF2-40B4-BE49-F238E27FC236}">
                <a16:creationId xmlns:a16="http://schemas.microsoft.com/office/drawing/2014/main" id="{D591C2C5-814E-429D-BC67-DBFE2305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31" y="3602735"/>
            <a:ext cx="546292" cy="86494"/>
          </a:xfrm>
          <a:custGeom xmlns:a="http://schemas.openxmlformats.org/drawingml/2006/main">
            <a:pathLst>
              <a:path w="546292" h="86494">
                <a:moveTo>
                  <a:pt x="22130" y="27429"/>
                </a:moveTo>
                <a:lnTo>
                  <a:pt x="2260" y="23844"/>
                </a:lnTo>
                <a:cubicBezTo>
                  <a:pt x="4494" y="15739"/>
                  <a:pt x="8338" y="9739"/>
                  <a:pt x="13792" y="5844"/>
                </a:cubicBezTo>
                <a:cubicBezTo>
                  <a:pt x="19247" y="1948"/>
                  <a:pt x="27351" y="0"/>
                  <a:pt x="38104" y="0"/>
                </a:cubicBezTo>
                <a:cubicBezTo>
                  <a:pt x="47870" y="0"/>
                  <a:pt x="55143" y="1156"/>
                  <a:pt x="59922" y="3468"/>
                </a:cubicBezTo>
                <a:cubicBezTo>
                  <a:pt x="64701" y="5779"/>
                  <a:pt x="68065" y="8714"/>
                  <a:pt x="70013" y="12273"/>
                </a:cubicBezTo>
                <a:cubicBezTo>
                  <a:pt x="71961" y="15831"/>
                  <a:pt x="72935" y="22364"/>
                  <a:pt x="72935" y="31870"/>
                </a:cubicBezTo>
                <a:lnTo>
                  <a:pt x="72701" y="57429"/>
                </a:lnTo>
                <a:cubicBezTo>
                  <a:pt x="72701" y="64701"/>
                  <a:pt x="73052" y="70065"/>
                  <a:pt x="73753" y="73520"/>
                </a:cubicBezTo>
                <a:cubicBezTo>
                  <a:pt x="74455" y="76974"/>
                  <a:pt x="75766" y="80676"/>
                  <a:pt x="77689" y="84624"/>
                </a:cubicBezTo>
                <a:lnTo>
                  <a:pt x="56026" y="84624"/>
                </a:lnTo>
                <a:cubicBezTo>
                  <a:pt x="55455" y="83169"/>
                  <a:pt x="54753" y="81013"/>
                  <a:pt x="53922" y="78156"/>
                </a:cubicBezTo>
                <a:cubicBezTo>
                  <a:pt x="53559" y="76857"/>
                  <a:pt x="53299" y="76000"/>
                  <a:pt x="53143" y="75585"/>
                </a:cubicBezTo>
                <a:cubicBezTo>
                  <a:pt x="49403" y="79221"/>
                  <a:pt x="45403" y="81948"/>
                  <a:pt x="41143" y="83766"/>
                </a:cubicBezTo>
                <a:cubicBezTo>
                  <a:pt x="36883" y="85585"/>
                  <a:pt x="32338" y="86494"/>
                  <a:pt x="27507" y="86494"/>
                </a:cubicBezTo>
                <a:cubicBezTo>
                  <a:pt x="18987" y="86494"/>
                  <a:pt x="12273" y="84192"/>
                  <a:pt x="7364" y="79588"/>
                </a:cubicBezTo>
                <a:cubicBezTo>
                  <a:pt x="2455" y="74984"/>
                  <a:pt x="0" y="69164"/>
                  <a:pt x="0" y="62128"/>
                </a:cubicBezTo>
                <a:cubicBezTo>
                  <a:pt x="0" y="57473"/>
                  <a:pt x="1117" y="53322"/>
                  <a:pt x="3351" y="49675"/>
                </a:cubicBezTo>
                <a:cubicBezTo>
                  <a:pt x="5584" y="46028"/>
                  <a:pt x="8714" y="43234"/>
                  <a:pt x="12740" y="41294"/>
                </a:cubicBezTo>
                <a:cubicBezTo>
                  <a:pt x="16766" y="39354"/>
                  <a:pt x="22571" y="37660"/>
                  <a:pt x="30156" y="36212"/>
                </a:cubicBezTo>
                <a:cubicBezTo>
                  <a:pt x="40390" y="34298"/>
                  <a:pt x="47481" y="32513"/>
                  <a:pt x="51429" y="30857"/>
                </a:cubicBezTo>
                <a:lnTo>
                  <a:pt x="51429" y="28651"/>
                </a:lnTo>
                <a:cubicBezTo>
                  <a:pt x="51429" y="24396"/>
                  <a:pt x="50390" y="21363"/>
                  <a:pt x="48312" y="19551"/>
                </a:cubicBezTo>
                <a:cubicBezTo>
                  <a:pt x="46234" y="17738"/>
                  <a:pt x="42312" y="16831"/>
                  <a:pt x="36546" y="16831"/>
                </a:cubicBezTo>
                <a:cubicBezTo>
                  <a:pt x="32649" y="16831"/>
                  <a:pt x="29610" y="17615"/>
                  <a:pt x="27429" y="19183"/>
                </a:cubicBezTo>
                <a:cubicBezTo>
                  <a:pt x="25247" y="20750"/>
                  <a:pt x="23481" y="23498"/>
                  <a:pt x="22130" y="27429"/>
                </a:cubicBezTo>
                <a:moveTo>
                  <a:pt x="51429" y="45195"/>
                </a:moveTo>
                <a:cubicBezTo>
                  <a:pt x="48623" y="46119"/>
                  <a:pt x="44182" y="47223"/>
                  <a:pt x="38104" y="48507"/>
                </a:cubicBezTo>
                <a:cubicBezTo>
                  <a:pt x="32026" y="49789"/>
                  <a:pt x="28052" y="51046"/>
                  <a:pt x="26182" y="52279"/>
                </a:cubicBezTo>
                <a:cubicBezTo>
                  <a:pt x="23325" y="54280"/>
                  <a:pt x="21896" y="56821"/>
                  <a:pt x="21896" y="59900"/>
                </a:cubicBezTo>
                <a:cubicBezTo>
                  <a:pt x="21896" y="62930"/>
                  <a:pt x="23039" y="65548"/>
                  <a:pt x="25325" y="67756"/>
                </a:cubicBezTo>
                <a:cubicBezTo>
                  <a:pt x="27610" y="69962"/>
                  <a:pt x="30520" y="71065"/>
                  <a:pt x="34052" y="71065"/>
                </a:cubicBezTo>
                <a:cubicBezTo>
                  <a:pt x="38000" y="71065"/>
                  <a:pt x="41766" y="69782"/>
                  <a:pt x="45351" y="67215"/>
                </a:cubicBezTo>
                <a:cubicBezTo>
                  <a:pt x="48000" y="65266"/>
                  <a:pt x="49740" y="62878"/>
                  <a:pt x="50572" y="60054"/>
                </a:cubicBezTo>
                <a:cubicBezTo>
                  <a:pt x="51143" y="58206"/>
                  <a:pt x="51429" y="54691"/>
                  <a:pt x="51429" y="49507"/>
                </a:cubicBezTo>
                <a:lnTo>
                  <a:pt x="51429" y="45195"/>
                </a:lnTo>
                <a:close/>
                <a:moveTo>
                  <a:pt x="169768" y="84624"/>
                </a:moveTo>
                <a:lnTo>
                  <a:pt x="147872" y="84624"/>
                </a:lnTo>
                <a:lnTo>
                  <a:pt x="147872" y="42438"/>
                </a:lnTo>
                <a:cubicBezTo>
                  <a:pt x="147872" y="33513"/>
                  <a:pt x="147405" y="27740"/>
                  <a:pt x="146469" y="25120"/>
                </a:cubicBezTo>
                <a:cubicBezTo>
                  <a:pt x="145534" y="22500"/>
                  <a:pt x="144015" y="20464"/>
                  <a:pt x="141911" y="19011"/>
                </a:cubicBezTo>
                <a:cubicBezTo>
                  <a:pt x="139807" y="17558"/>
                  <a:pt x="137275" y="16831"/>
                  <a:pt x="134314" y="16831"/>
                </a:cubicBezTo>
                <a:cubicBezTo>
                  <a:pt x="130521" y="16831"/>
                  <a:pt x="127119" y="17869"/>
                  <a:pt x="124106" y="19946"/>
                </a:cubicBezTo>
                <a:cubicBezTo>
                  <a:pt x="121093" y="22020"/>
                  <a:pt x="119028" y="24770"/>
                  <a:pt x="117911" y="28196"/>
                </a:cubicBezTo>
                <a:cubicBezTo>
                  <a:pt x="116794" y="31619"/>
                  <a:pt x="116236" y="37950"/>
                  <a:pt x="116236" y="47187"/>
                </a:cubicBezTo>
                <a:lnTo>
                  <a:pt x="116236" y="84624"/>
                </a:lnTo>
                <a:lnTo>
                  <a:pt x="94339" y="84624"/>
                </a:lnTo>
                <a:lnTo>
                  <a:pt x="94339" y="1870"/>
                </a:lnTo>
                <a:lnTo>
                  <a:pt x="114677" y="1870"/>
                </a:lnTo>
                <a:lnTo>
                  <a:pt x="114677" y="14026"/>
                </a:lnTo>
                <a:cubicBezTo>
                  <a:pt x="121898" y="4675"/>
                  <a:pt x="130989" y="0"/>
                  <a:pt x="141950" y="0"/>
                </a:cubicBezTo>
                <a:cubicBezTo>
                  <a:pt x="146781" y="0"/>
                  <a:pt x="151197" y="870"/>
                  <a:pt x="155197" y="2610"/>
                </a:cubicBezTo>
                <a:cubicBezTo>
                  <a:pt x="159197" y="4351"/>
                  <a:pt x="162223" y="6571"/>
                  <a:pt x="164275" y="9273"/>
                </a:cubicBezTo>
                <a:cubicBezTo>
                  <a:pt x="166327" y="11974"/>
                  <a:pt x="167755" y="15039"/>
                  <a:pt x="168560" y="18468"/>
                </a:cubicBezTo>
                <a:cubicBezTo>
                  <a:pt x="169366" y="21896"/>
                  <a:pt x="169768" y="26805"/>
                  <a:pt x="169768" y="33195"/>
                </a:cubicBezTo>
                <a:lnTo>
                  <a:pt x="169768" y="84624"/>
                </a:lnTo>
                <a:close/>
                <a:moveTo>
                  <a:pt x="184287" y="61091"/>
                </a:moveTo>
                <a:lnTo>
                  <a:pt x="206261" y="57662"/>
                </a:lnTo>
                <a:cubicBezTo>
                  <a:pt x="207196" y="61896"/>
                  <a:pt x="209092" y="65111"/>
                  <a:pt x="211950" y="67305"/>
                </a:cubicBezTo>
                <a:cubicBezTo>
                  <a:pt x="214807" y="69500"/>
                  <a:pt x="218807" y="70598"/>
                  <a:pt x="223950" y="70598"/>
                </a:cubicBezTo>
                <a:cubicBezTo>
                  <a:pt x="229612" y="70598"/>
                  <a:pt x="233872" y="69560"/>
                  <a:pt x="236729" y="67486"/>
                </a:cubicBezTo>
                <a:cubicBezTo>
                  <a:pt x="238651" y="66033"/>
                  <a:pt x="239612" y="64087"/>
                  <a:pt x="239612" y="61649"/>
                </a:cubicBezTo>
                <a:cubicBezTo>
                  <a:pt x="239612" y="59988"/>
                  <a:pt x="239093" y="58613"/>
                  <a:pt x="238054" y="57524"/>
                </a:cubicBezTo>
                <a:cubicBezTo>
                  <a:pt x="236963" y="56486"/>
                  <a:pt x="234521" y="55527"/>
                  <a:pt x="230729" y="54645"/>
                </a:cubicBezTo>
                <a:cubicBezTo>
                  <a:pt x="213067" y="50756"/>
                  <a:pt x="201872" y="47202"/>
                  <a:pt x="197144" y="43985"/>
                </a:cubicBezTo>
                <a:cubicBezTo>
                  <a:pt x="190599" y="39520"/>
                  <a:pt x="187326" y="33318"/>
                  <a:pt x="187326" y="25378"/>
                </a:cubicBezTo>
                <a:cubicBezTo>
                  <a:pt x="187326" y="18216"/>
                  <a:pt x="190157" y="12196"/>
                  <a:pt x="195820" y="7317"/>
                </a:cubicBezTo>
                <a:cubicBezTo>
                  <a:pt x="201482" y="2439"/>
                  <a:pt x="210261" y="0"/>
                  <a:pt x="222157" y="0"/>
                </a:cubicBezTo>
                <a:cubicBezTo>
                  <a:pt x="233482" y="0"/>
                  <a:pt x="241898" y="1838"/>
                  <a:pt x="247404" y="5513"/>
                </a:cubicBezTo>
                <a:cubicBezTo>
                  <a:pt x="252911" y="9188"/>
                  <a:pt x="256703" y="14623"/>
                  <a:pt x="258781" y="21818"/>
                </a:cubicBezTo>
                <a:lnTo>
                  <a:pt x="238132" y="25714"/>
                </a:lnTo>
                <a:cubicBezTo>
                  <a:pt x="237248" y="22494"/>
                  <a:pt x="235573" y="20026"/>
                  <a:pt x="233106" y="18312"/>
                </a:cubicBezTo>
                <a:cubicBezTo>
                  <a:pt x="230638" y="16597"/>
                  <a:pt x="227118" y="15740"/>
                  <a:pt x="222547" y="15740"/>
                </a:cubicBezTo>
                <a:cubicBezTo>
                  <a:pt x="216781" y="15740"/>
                  <a:pt x="212651" y="16545"/>
                  <a:pt x="210157" y="18153"/>
                </a:cubicBezTo>
                <a:cubicBezTo>
                  <a:pt x="208495" y="19293"/>
                  <a:pt x="207664" y="20771"/>
                  <a:pt x="207664" y="22588"/>
                </a:cubicBezTo>
                <a:cubicBezTo>
                  <a:pt x="207664" y="24143"/>
                  <a:pt x="208391" y="25465"/>
                  <a:pt x="209846" y="26554"/>
                </a:cubicBezTo>
                <a:cubicBezTo>
                  <a:pt x="211820" y="28007"/>
                  <a:pt x="218638" y="30057"/>
                  <a:pt x="230300" y="32703"/>
                </a:cubicBezTo>
                <a:cubicBezTo>
                  <a:pt x="241963" y="35349"/>
                  <a:pt x="250106" y="38595"/>
                  <a:pt x="254729" y="42441"/>
                </a:cubicBezTo>
                <a:cubicBezTo>
                  <a:pt x="259300" y="46340"/>
                  <a:pt x="261586" y="51772"/>
                  <a:pt x="261586" y="58736"/>
                </a:cubicBezTo>
                <a:cubicBezTo>
                  <a:pt x="261586" y="66326"/>
                  <a:pt x="258417" y="72849"/>
                  <a:pt x="252080" y="78307"/>
                </a:cubicBezTo>
                <a:cubicBezTo>
                  <a:pt x="245742" y="83765"/>
                  <a:pt x="236365" y="86494"/>
                  <a:pt x="223950" y="86494"/>
                </a:cubicBezTo>
                <a:cubicBezTo>
                  <a:pt x="212677" y="86494"/>
                  <a:pt x="203755" y="84215"/>
                  <a:pt x="197183" y="79658"/>
                </a:cubicBezTo>
                <a:cubicBezTo>
                  <a:pt x="190612" y="75100"/>
                  <a:pt x="186313" y="68911"/>
                  <a:pt x="184287" y="61091"/>
                </a:cubicBezTo>
                <a:close/>
                <a:moveTo>
                  <a:pt x="296159" y="84624"/>
                </a:moveTo>
                <a:lnTo>
                  <a:pt x="269977" y="1870"/>
                </a:lnTo>
                <a:lnTo>
                  <a:pt x="291250" y="1870"/>
                </a:lnTo>
                <a:lnTo>
                  <a:pt x="306757" y="56104"/>
                </a:lnTo>
                <a:lnTo>
                  <a:pt x="321016" y="1870"/>
                </a:lnTo>
                <a:lnTo>
                  <a:pt x="342133" y="1870"/>
                </a:lnTo>
                <a:lnTo>
                  <a:pt x="355926" y="56104"/>
                </a:lnTo>
                <a:lnTo>
                  <a:pt x="371744" y="1870"/>
                </a:lnTo>
                <a:lnTo>
                  <a:pt x="393328" y="1870"/>
                </a:lnTo>
                <a:lnTo>
                  <a:pt x="366757" y="84624"/>
                </a:lnTo>
                <a:lnTo>
                  <a:pt x="345718" y="84624"/>
                </a:lnTo>
                <a:lnTo>
                  <a:pt x="331458" y="31403"/>
                </a:lnTo>
                <a:lnTo>
                  <a:pt x="317432" y="84624"/>
                </a:lnTo>
                <a:lnTo>
                  <a:pt x="296159" y="84624"/>
                </a:lnTo>
                <a:close/>
                <a:moveTo>
                  <a:pt x="452810" y="58286"/>
                </a:moveTo>
                <a:lnTo>
                  <a:pt x="474628" y="62026"/>
                </a:lnTo>
                <a:cubicBezTo>
                  <a:pt x="471823" y="70000"/>
                  <a:pt x="467394" y="76072"/>
                  <a:pt x="461343" y="80240"/>
                </a:cubicBezTo>
                <a:cubicBezTo>
                  <a:pt x="455291" y="84409"/>
                  <a:pt x="447719" y="86494"/>
                  <a:pt x="438628" y="86494"/>
                </a:cubicBezTo>
                <a:cubicBezTo>
                  <a:pt x="424239" y="86494"/>
                  <a:pt x="413589" y="81792"/>
                  <a:pt x="406680" y="72390"/>
                </a:cubicBezTo>
                <a:cubicBezTo>
                  <a:pt x="401225" y="64857"/>
                  <a:pt x="398498" y="55351"/>
                  <a:pt x="398498" y="43870"/>
                </a:cubicBezTo>
                <a:cubicBezTo>
                  <a:pt x="398498" y="30156"/>
                  <a:pt x="402083" y="19416"/>
                  <a:pt x="409251" y="11649"/>
                </a:cubicBezTo>
                <a:cubicBezTo>
                  <a:pt x="416420" y="3883"/>
                  <a:pt x="425485" y="0"/>
                  <a:pt x="436446" y="0"/>
                </a:cubicBezTo>
                <a:cubicBezTo>
                  <a:pt x="448758" y="0"/>
                  <a:pt x="458472" y="4065"/>
                  <a:pt x="465589" y="12195"/>
                </a:cubicBezTo>
                <a:cubicBezTo>
                  <a:pt x="472706" y="20325"/>
                  <a:pt x="476109" y="32779"/>
                  <a:pt x="475797" y="49559"/>
                </a:cubicBezTo>
                <a:lnTo>
                  <a:pt x="420940" y="49559"/>
                </a:lnTo>
                <a:cubicBezTo>
                  <a:pt x="421096" y="56052"/>
                  <a:pt x="422862" y="61104"/>
                  <a:pt x="426239" y="64714"/>
                </a:cubicBezTo>
                <a:cubicBezTo>
                  <a:pt x="429615" y="68325"/>
                  <a:pt x="433823" y="70130"/>
                  <a:pt x="438862" y="70130"/>
                </a:cubicBezTo>
                <a:cubicBezTo>
                  <a:pt x="442291" y="70130"/>
                  <a:pt x="445174" y="69195"/>
                  <a:pt x="447511" y="67325"/>
                </a:cubicBezTo>
                <a:cubicBezTo>
                  <a:pt x="449849" y="65455"/>
                  <a:pt x="451615" y="62442"/>
                  <a:pt x="452810" y="58286"/>
                </a:cubicBezTo>
                <a:moveTo>
                  <a:pt x="454057" y="36156"/>
                </a:moveTo>
                <a:cubicBezTo>
                  <a:pt x="453901" y="29844"/>
                  <a:pt x="452265" y="25046"/>
                  <a:pt x="449148" y="21760"/>
                </a:cubicBezTo>
                <a:cubicBezTo>
                  <a:pt x="446031" y="18474"/>
                  <a:pt x="442239" y="16831"/>
                  <a:pt x="437771" y="16831"/>
                </a:cubicBezTo>
                <a:cubicBezTo>
                  <a:pt x="432992" y="16831"/>
                  <a:pt x="429044" y="18564"/>
                  <a:pt x="425927" y="22030"/>
                </a:cubicBezTo>
                <a:cubicBezTo>
                  <a:pt x="422810" y="25498"/>
                  <a:pt x="421277" y="30206"/>
                  <a:pt x="421329" y="36156"/>
                </a:cubicBezTo>
                <a:lnTo>
                  <a:pt x="454057" y="36156"/>
                </a:lnTo>
                <a:close/>
                <a:moveTo>
                  <a:pt x="514578" y="84624"/>
                </a:moveTo>
                <a:lnTo>
                  <a:pt x="492682" y="84624"/>
                </a:lnTo>
                <a:lnTo>
                  <a:pt x="492682" y="1870"/>
                </a:lnTo>
                <a:lnTo>
                  <a:pt x="513020" y="1870"/>
                </a:lnTo>
                <a:lnTo>
                  <a:pt x="513020" y="13636"/>
                </a:lnTo>
                <a:cubicBezTo>
                  <a:pt x="516500" y="8078"/>
                  <a:pt x="519630" y="4416"/>
                  <a:pt x="522409" y="2649"/>
                </a:cubicBezTo>
                <a:cubicBezTo>
                  <a:pt x="525188" y="883"/>
                  <a:pt x="528344" y="0"/>
                  <a:pt x="531877" y="0"/>
                </a:cubicBezTo>
                <a:cubicBezTo>
                  <a:pt x="536864" y="0"/>
                  <a:pt x="541669" y="1377"/>
                  <a:pt x="546292" y="4130"/>
                </a:cubicBezTo>
                <a:lnTo>
                  <a:pt x="539513" y="23221"/>
                </a:lnTo>
                <a:cubicBezTo>
                  <a:pt x="535825" y="20831"/>
                  <a:pt x="532396" y="19636"/>
                  <a:pt x="529227" y="19636"/>
                </a:cubicBezTo>
                <a:cubicBezTo>
                  <a:pt x="526162" y="19636"/>
                  <a:pt x="523565" y="20481"/>
                  <a:pt x="521435" y="22169"/>
                </a:cubicBezTo>
                <a:cubicBezTo>
                  <a:pt x="519305" y="23857"/>
                  <a:pt x="517630" y="26909"/>
                  <a:pt x="516409" y="31325"/>
                </a:cubicBezTo>
                <a:cubicBezTo>
                  <a:pt x="515188" y="35740"/>
                  <a:pt x="514578" y="44987"/>
                  <a:pt x="514578" y="59065"/>
                </a:cubicBezTo>
                <a:lnTo>
                  <a:pt x="514578" y="84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Text :">
            <a:extLst xmlns:a="http://schemas.openxmlformats.org/drawingml/2006/main">
              <a:ext uri="{FF2B5EF4-FFF2-40B4-BE49-F238E27FC236}">
                <a16:creationId xmlns:a16="http://schemas.microsoft.com/office/drawing/2014/main" id="{094CD39D-2AA3-4B2D-B4E4-7A612108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883" y="3604605"/>
            <a:ext cx="15974" cy="82753"/>
          </a:xfrm>
          <a:custGeom xmlns:a="http://schemas.openxmlformats.org/drawingml/2006/main">
            <a:pathLst>
              <a:path w="15974" h="82753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moveTo>
                  <a:pt x="0" y="82753"/>
                </a:moveTo>
                <a:lnTo>
                  <a:pt x="0" y="66701"/>
                </a:lnTo>
                <a:lnTo>
                  <a:pt x="15974" y="66701"/>
                </a:lnTo>
                <a:lnTo>
                  <a:pt x="15974" y="82753"/>
                </a:lnTo>
                <a:lnTo>
                  <a:pt x="0" y="8275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null">
            <a:extLst xmlns:a="http://schemas.openxmlformats.org/drawingml/2006/main">
              <a:ext uri="{FF2B5EF4-FFF2-40B4-BE49-F238E27FC236}">
                <a16:creationId xmlns:a16="http://schemas.microsoft.com/office/drawing/2014/main" id="{BF218D00-285B-48FB-B88D-BAC5DAEA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9685" y="3573125"/>
            <a:ext cx="226601" cy="116104"/>
          </a:xfrm>
          <a:custGeom xmlns:a="http://schemas.openxmlformats.org/drawingml/2006/main">
            <a:pathLst>
              <a:path w="226601" h="116104">
                <a:moveTo>
                  <a:pt x="0" y="114234"/>
                </a:moveTo>
                <a:lnTo>
                  <a:pt x="0" y="31481"/>
                </a:lnTo>
                <a:lnTo>
                  <a:pt x="12623" y="31481"/>
                </a:lnTo>
                <a:lnTo>
                  <a:pt x="12623" y="43169"/>
                </a:lnTo>
                <a:cubicBezTo>
                  <a:pt x="18701" y="34130"/>
                  <a:pt x="27481" y="29610"/>
                  <a:pt x="38961" y="29610"/>
                </a:cubicBezTo>
                <a:cubicBezTo>
                  <a:pt x="43948" y="29610"/>
                  <a:pt x="48533" y="30507"/>
                  <a:pt x="52714" y="32299"/>
                </a:cubicBezTo>
                <a:cubicBezTo>
                  <a:pt x="56896" y="34091"/>
                  <a:pt x="60026" y="36442"/>
                  <a:pt x="62104" y="39351"/>
                </a:cubicBezTo>
                <a:cubicBezTo>
                  <a:pt x="64182" y="42260"/>
                  <a:pt x="65637" y="45714"/>
                  <a:pt x="66468" y="49714"/>
                </a:cubicBezTo>
                <a:cubicBezTo>
                  <a:pt x="66987" y="52312"/>
                  <a:pt x="67247" y="56857"/>
                  <a:pt x="67247" y="63351"/>
                </a:cubicBezTo>
                <a:lnTo>
                  <a:pt x="67247" y="114234"/>
                </a:lnTo>
                <a:lnTo>
                  <a:pt x="53221" y="114234"/>
                </a:lnTo>
                <a:lnTo>
                  <a:pt x="53221" y="63843"/>
                </a:lnTo>
                <a:cubicBezTo>
                  <a:pt x="53221" y="58122"/>
                  <a:pt x="52675" y="53844"/>
                  <a:pt x="51585" y="51010"/>
                </a:cubicBezTo>
                <a:cubicBezTo>
                  <a:pt x="50494" y="48175"/>
                  <a:pt x="48559" y="45913"/>
                  <a:pt x="45779" y="44223"/>
                </a:cubicBezTo>
                <a:cubicBezTo>
                  <a:pt x="43000" y="42533"/>
                  <a:pt x="39740" y="41688"/>
                  <a:pt x="36000" y="41688"/>
                </a:cubicBezTo>
                <a:cubicBezTo>
                  <a:pt x="30026" y="41688"/>
                  <a:pt x="24870" y="43587"/>
                  <a:pt x="20533" y="47384"/>
                </a:cubicBezTo>
                <a:cubicBezTo>
                  <a:pt x="16195" y="51180"/>
                  <a:pt x="14026" y="58382"/>
                  <a:pt x="14026" y="68990"/>
                </a:cubicBezTo>
                <a:lnTo>
                  <a:pt x="14026" y="114234"/>
                </a:lnTo>
                <a:lnTo>
                  <a:pt x="0" y="114234"/>
                </a:lnTo>
                <a:close/>
                <a:moveTo>
                  <a:pt x="142963" y="114234"/>
                </a:moveTo>
                <a:lnTo>
                  <a:pt x="142963" y="102078"/>
                </a:lnTo>
                <a:cubicBezTo>
                  <a:pt x="136522" y="111429"/>
                  <a:pt x="127768" y="116104"/>
                  <a:pt x="116703" y="116104"/>
                </a:cubicBezTo>
                <a:cubicBezTo>
                  <a:pt x="111820" y="116104"/>
                  <a:pt x="107262" y="115169"/>
                  <a:pt x="103028" y="113299"/>
                </a:cubicBezTo>
                <a:cubicBezTo>
                  <a:pt x="98794" y="111429"/>
                  <a:pt x="95651" y="109078"/>
                  <a:pt x="93600" y="106247"/>
                </a:cubicBezTo>
                <a:cubicBezTo>
                  <a:pt x="91548" y="103416"/>
                  <a:pt x="90106" y="99948"/>
                  <a:pt x="89275" y="95844"/>
                </a:cubicBezTo>
                <a:cubicBezTo>
                  <a:pt x="88703" y="93091"/>
                  <a:pt x="88418" y="88727"/>
                  <a:pt x="88418" y="82753"/>
                </a:cubicBezTo>
                <a:lnTo>
                  <a:pt x="88418" y="31481"/>
                </a:lnTo>
                <a:lnTo>
                  <a:pt x="102444" y="31481"/>
                </a:lnTo>
                <a:lnTo>
                  <a:pt x="102444" y="77377"/>
                </a:lnTo>
                <a:cubicBezTo>
                  <a:pt x="102444" y="84702"/>
                  <a:pt x="102729" y="89637"/>
                  <a:pt x="103301" y="92182"/>
                </a:cubicBezTo>
                <a:cubicBezTo>
                  <a:pt x="104184" y="95870"/>
                  <a:pt x="106054" y="98766"/>
                  <a:pt x="108911" y="100870"/>
                </a:cubicBezTo>
                <a:cubicBezTo>
                  <a:pt x="111768" y="102974"/>
                  <a:pt x="115301" y="104026"/>
                  <a:pt x="119509" y="104026"/>
                </a:cubicBezTo>
                <a:cubicBezTo>
                  <a:pt x="123716" y="104026"/>
                  <a:pt x="127665" y="102948"/>
                  <a:pt x="131353" y="100792"/>
                </a:cubicBezTo>
                <a:cubicBezTo>
                  <a:pt x="135041" y="98637"/>
                  <a:pt x="137652" y="95702"/>
                  <a:pt x="139184" y="91987"/>
                </a:cubicBezTo>
                <a:cubicBezTo>
                  <a:pt x="140717" y="88273"/>
                  <a:pt x="141483" y="82883"/>
                  <a:pt x="141483" y="75818"/>
                </a:cubicBezTo>
                <a:lnTo>
                  <a:pt x="141483" y="31481"/>
                </a:lnTo>
                <a:lnTo>
                  <a:pt x="155509" y="31481"/>
                </a:lnTo>
                <a:lnTo>
                  <a:pt x="155509" y="114234"/>
                </a:lnTo>
                <a:lnTo>
                  <a:pt x="142963" y="114234"/>
                </a:lnTo>
                <a:close/>
                <a:moveTo>
                  <a:pt x="177146" y="114234"/>
                </a:moveTo>
                <a:lnTo>
                  <a:pt x="177146" y="0"/>
                </a:lnTo>
                <a:lnTo>
                  <a:pt x="191172" y="0"/>
                </a:lnTo>
                <a:lnTo>
                  <a:pt x="191172" y="114234"/>
                </a:lnTo>
                <a:lnTo>
                  <a:pt x="177146" y="114234"/>
                </a:lnTo>
                <a:close/>
                <a:moveTo>
                  <a:pt x="212575" y="114234"/>
                </a:moveTo>
                <a:lnTo>
                  <a:pt x="212575" y="0"/>
                </a:lnTo>
                <a:lnTo>
                  <a:pt x="226601" y="0"/>
                </a:lnTo>
                <a:lnTo>
                  <a:pt x="226601" y="114234"/>
                </a:lnTo>
                <a:lnTo>
                  <a:pt x="212575" y="114234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32048-40D7-46C0-B638-C7314AE9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8" y="4347459"/>
            <a:ext cx="7747117" cy="1102586"/>
          </a:xfrm>
          <a:custGeom xmlns:a="http://schemas.openxmlformats.org/drawingml/2006/main">
            <a:pathLst>
              <a:path w="7747117" h="1102586">
                <a:moveTo>
                  <a:pt x="22052" y="0"/>
                </a:moveTo>
                <a:lnTo>
                  <a:pt x="7725066" y="0"/>
                </a:lnTo>
                <a:cubicBezTo>
                  <a:pt x="7727990" y="0"/>
                  <a:pt x="7730803" y="560"/>
                  <a:pt x="7733504" y="1679"/>
                </a:cubicBezTo>
                <a:cubicBezTo>
                  <a:pt x="7736206" y="2797"/>
                  <a:pt x="7738591" y="4391"/>
                  <a:pt x="7740658" y="6459"/>
                </a:cubicBezTo>
                <a:cubicBezTo>
                  <a:pt x="7742726" y="8526"/>
                  <a:pt x="7744319" y="10911"/>
                  <a:pt x="7745439" y="13613"/>
                </a:cubicBezTo>
                <a:cubicBezTo>
                  <a:pt x="7746557" y="16314"/>
                  <a:pt x="7747117" y="19127"/>
                  <a:pt x="7747117" y="22052"/>
                </a:cubicBezTo>
                <a:lnTo>
                  <a:pt x="7747117" y="1080534"/>
                </a:lnTo>
                <a:cubicBezTo>
                  <a:pt x="7747117" y="1083458"/>
                  <a:pt x="7746557" y="1086271"/>
                  <a:pt x="7745439" y="1088973"/>
                </a:cubicBezTo>
                <a:cubicBezTo>
                  <a:pt x="7744319" y="1091674"/>
                  <a:pt x="7742726" y="1094059"/>
                  <a:pt x="7740658" y="1096127"/>
                </a:cubicBezTo>
                <a:cubicBezTo>
                  <a:pt x="7738591" y="1098194"/>
                  <a:pt x="7736206" y="1099787"/>
                  <a:pt x="7733504" y="1100907"/>
                </a:cubicBezTo>
                <a:cubicBezTo>
                  <a:pt x="7730803" y="1102026"/>
                  <a:pt x="7727990" y="1102586"/>
                  <a:pt x="7725066" y="1102586"/>
                </a:cubicBezTo>
                <a:lnTo>
                  <a:pt x="22052" y="1102586"/>
                </a:lnTo>
                <a:cubicBezTo>
                  <a:pt x="19128" y="1102586"/>
                  <a:pt x="16315" y="1102026"/>
                  <a:pt x="13614" y="1100907"/>
                </a:cubicBezTo>
                <a:cubicBezTo>
                  <a:pt x="10912" y="1099787"/>
                  <a:pt x="8527" y="1098194"/>
                  <a:pt x="6459" y="1096127"/>
                </a:cubicBezTo>
                <a:cubicBezTo>
                  <a:pt x="4391" y="1094059"/>
                  <a:pt x="2798" y="1091674"/>
                  <a:pt x="1679" y="1088972"/>
                </a:cubicBezTo>
                <a:cubicBezTo>
                  <a:pt x="560" y="1086271"/>
                  <a:pt x="0" y="1083458"/>
                  <a:pt x="0" y="1080534"/>
                </a:cubicBezTo>
                <a:lnTo>
                  <a:pt x="0" y="22052"/>
                </a:lnTo>
                <a:cubicBezTo>
                  <a:pt x="0" y="19127"/>
                  <a:pt x="560" y="16314"/>
                  <a:pt x="1679" y="13613"/>
                </a:cubicBezTo>
                <a:cubicBezTo>
                  <a:pt x="2798" y="10911"/>
                  <a:pt x="4391" y="8526"/>
                  <a:pt x="6459" y="6459"/>
                </a:cubicBezTo>
                <a:cubicBezTo>
                  <a:pt x="8527" y="4391"/>
                  <a:pt x="10912" y="2797"/>
                  <a:pt x="13614" y="1679"/>
                </a:cubicBezTo>
                <a:cubicBezTo>
                  <a:pt x="16315" y="560"/>
                  <a:pt x="19128" y="0"/>
                  <a:pt x="22052" y="0"/>
                </a:cubicBezTo>
                <a:close/>
              </a:path>
            </a:pathLst>
          </a:custGeom>
          <a:solidFill xmlns:a="http://schemas.openxmlformats.org/drawingml/2006/main">
            <a:srgbClr val="FFF7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B2F3F-7B88-4949-89A3-C350FE80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28" y="4347459"/>
            <a:ext cx="7747117" cy="1102586"/>
          </a:xfrm>
          <a:custGeom xmlns:a="http://schemas.openxmlformats.org/drawingml/2006/main">
            <a:pathLst>
              <a:path w="7747117" h="1102586" fill="none">
                <a:moveTo>
                  <a:pt x="22052" y="0"/>
                </a:moveTo>
                <a:lnTo>
                  <a:pt x="7725066" y="0"/>
                </a:lnTo>
                <a:cubicBezTo>
                  <a:pt x="7727990" y="0"/>
                  <a:pt x="7730803" y="560"/>
                  <a:pt x="7733504" y="1679"/>
                </a:cubicBezTo>
                <a:cubicBezTo>
                  <a:pt x="7736206" y="2797"/>
                  <a:pt x="7738591" y="4391"/>
                  <a:pt x="7740658" y="6459"/>
                </a:cubicBezTo>
                <a:cubicBezTo>
                  <a:pt x="7742726" y="8526"/>
                  <a:pt x="7744319" y="10911"/>
                  <a:pt x="7745439" y="13613"/>
                </a:cubicBezTo>
                <a:cubicBezTo>
                  <a:pt x="7746557" y="16314"/>
                  <a:pt x="7747117" y="19127"/>
                  <a:pt x="7747117" y="22052"/>
                </a:cubicBezTo>
                <a:lnTo>
                  <a:pt x="7747117" y="1080534"/>
                </a:lnTo>
                <a:cubicBezTo>
                  <a:pt x="7747117" y="1083458"/>
                  <a:pt x="7746557" y="1086271"/>
                  <a:pt x="7745439" y="1088973"/>
                </a:cubicBezTo>
                <a:cubicBezTo>
                  <a:pt x="7744319" y="1091674"/>
                  <a:pt x="7742726" y="1094059"/>
                  <a:pt x="7740658" y="1096127"/>
                </a:cubicBezTo>
                <a:cubicBezTo>
                  <a:pt x="7738591" y="1098194"/>
                  <a:pt x="7736206" y="1099787"/>
                  <a:pt x="7733504" y="1100907"/>
                </a:cubicBezTo>
                <a:cubicBezTo>
                  <a:pt x="7730803" y="1102026"/>
                  <a:pt x="7727990" y="1102586"/>
                  <a:pt x="7725066" y="1102586"/>
                </a:cubicBezTo>
                <a:lnTo>
                  <a:pt x="22052" y="1102586"/>
                </a:lnTo>
                <a:cubicBezTo>
                  <a:pt x="19128" y="1102586"/>
                  <a:pt x="16315" y="1102026"/>
                  <a:pt x="13614" y="1100907"/>
                </a:cubicBezTo>
                <a:cubicBezTo>
                  <a:pt x="10912" y="1099787"/>
                  <a:pt x="8527" y="1098194"/>
                  <a:pt x="6459" y="1096127"/>
                </a:cubicBezTo>
                <a:cubicBezTo>
                  <a:pt x="4391" y="1094059"/>
                  <a:pt x="2798" y="1091674"/>
                  <a:pt x="1679" y="1088972"/>
                </a:cubicBezTo>
                <a:cubicBezTo>
                  <a:pt x="560" y="1086271"/>
                  <a:pt x="0" y="1083458"/>
                  <a:pt x="0" y="1080534"/>
                </a:cubicBezTo>
                <a:lnTo>
                  <a:pt x="0" y="22052"/>
                </a:lnTo>
                <a:cubicBezTo>
                  <a:pt x="0" y="19127"/>
                  <a:pt x="560" y="16314"/>
                  <a:pt x="1679" y="13613"/>
                </a:cubicBezTo>
                <a:cubicBezTo>
                  <a:pt x="2798" y="10911"/>
                  <a:pt x="4391" y="8526"/>
                  <a:pt x="6459" y="6459"/>
                </a:cubicBezTo>
                <a:cubicBezTo>
                  <a:pt x="8527" y="4391"/>
                  <a:pt x="10912" y="2797"/>
                  <a:pt x="13614" y="1679"/>
                </a:cubicBezTo>
                <a:cubicBezTo>
                  <a:pt x="16315" y="560"/>
                  <a:pt x="19128" y="0"/>
                  <a:pt x="2205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907C2E-B8A1-4764-8E89-E76C48F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37" y="4507044"/>
            <a:ext cx="1915018" cy="464247"/>
          </a:xfrm>
          <a:custGeom xmlns:a="http://schemas.openxmlformats.org/drawingml/2006/main">
            <a:pathLst>
              <a:path w="1915018" h="464247">
                <a:moveTo>
                  <a:pt x="32497" y="0"/>
                </a:moveTo>
                <a:lnTo>
                  <a:pt x="1882520" y="0"/>
                </a:lnTo>
                <a:cubicBezTo>
                  <a:pt x="1886830" y="0"/>
                  <a:pt x="1890976" y="824"/>
                  <a:pt x="1894957" y="2473"/>
                </a:cubicBezTo>
                <a:cubicBezTo>
                  <a:pt x="1898938" y="4123"/>
                  <a:pt x="1902452" y="6470"/>
                  <a:pt x="1905500" y="9518"/>
                </a:cubicBezTo>
                <a:cubicBezTo>
                  <a:pt x="1908547" y="12565"/>
                  <a:pt x="1910895" y="16079"/>
                  <a:pt x="1912544" y="20061"/>
                </a:cubicBezTo>
                <a:cubicBezTo>
                  <a:pt x="1914194" y="24042"/>
                  <a:pt x="1915018" y="28188"/>
                  <a:pt x="1915018" y="32497"/>
                </a:cubicBezTo>
                <a:lnTo>
                  <a:pt x="1915018" y="431749"/>
                </a:lnTo>
                <a:cubicBezTo>
                  <a:pt x="1915018" y="436058"/>
                  <a:pt x="1914194" y="440203"/>
                  <a:pt x="1912544" y="444185"/>
                </a:cubicBezTo>
                <a:cubicBezTo>
                  <a:pt x="1910895" y="448166"/>
                  <a:pt x="1908547" y="451681"/>
                  <a:pt x="1905500" y="454728"/>
                </a:cubicBezTo>
                <a:cubicBezTo>
                  <a:pt x="1902453" y="457775"/>
                  <a:pt x="1898939" y="460123"/>
                  <a:pt x="1894957" y="461772"/>
                </a:cubicBezTo>
                <a:cubicBezTo>
                  <a:pt x="1890976" y="463421"/>
                  <a:pt x="1886830" y="464246"/>
                  <a:pt x="1882520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2"/>
                </a:cubicBezTo>
                <a:cubicBezTo>
                  <a:pt x="16080" y="460123"/>
                  <a:pt x="12566" y="457775"/>
                  <a:pt x="9519" y="454728"/>
                </a:cubicBezTo>
                <a:cubicBezTo>
                  <a:pt x="6471" y="451681"/>
                  <a:pt x="4124" y="448166"/>
                  <a:pt x="2475" y="444185"/>
                </a:cubicBezTo>
                <a:cubicBezTo>
                  <a:pt x="825" y="440203"/>
                  <a:pt x="0" y="436058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5" y="20061"/>
                </a:cubicBezTo>
                <a:cubicBezTo>
                  <a:pt x="4124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2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C5FC33-E3F4-4F81-B96D-987CB752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837" y="4507044"/>
            <a:ext cx="1915018" cy="464247"/>
          </a:xfrm>
          <a:custGeom xmlns:a="http://schemas.openxmlformats.org/drawingml/2006/main">
            <a:pathLst>
              <a:path w="1915018" h="464247" fill="none">
                <a:moveTo>
                  <a:pt x="32497" y="0"/>
                </a:moveTo>
                <a:lnTo>
                  <a:pt x="1882520" y="0"/>
                </a:lnTo>
                <a:cubicBezTo>
                  <a:pt x="1886830" y="0"/>
                  <a:pt x="1890976" y="824"/>
                  <a:pt x="1894957" y="2473"/>
                </a:cubicBezTo>
                <a:cubicBezTo>
                  <a:pt x="1898938" y="4123"/>
                  <a:pt x="1902452" y="6470"/>
                  <a:pt x="1905500" y="9518"/>
                </a:cubicBezTo>
                <a:cubicBezTo>
                  <a:pt x="1908547" y="12565"/>
                  <a:pt x="1910895" y="16079"/>
                  <a:pt x="1912544" y="20061"/>
                </a:cubicBezTo>
                <a:cubicBezTo>
                  <a:pt x="1914194" y="24042"/>
                  <a:pt x="1915018" y="28188"/>
                  <a:pt x="1915018" y="32497"/>
                </a:cubicBezTo>
                <a:lnTo>
                  <a:pt x="1915018" y="431749"/>
                </a:lnTo>
                <a:cubicBezTo>
                  <a:pt x="1915018" y="436058"/>
                  <a:pt x="1914194" y="440203"/>
                  <a:pt x="1912544" y="444185"/>
                </a:cubicBezTo>
                <a:cubicBezTo>
                  <a:pt x="1910895" y="448166"/>
                  <a:pt x="1908547" y="451681"/>
                  <a:pt x="1905500" y="454728"/>
                </a:cubicBezTo>
                <a:cubicBezTo>
                  <a:pt x="1902453" y="457775"/>
                  <a:pt x="1898939" y="460123"/>
                  <a:pt x="1894957" y="461772"/>
                </a:cubicBezTo>
                <a:cubicBezTo>
                  <a:pt x="1890976" y="463421"/>
                  <a:pt x="1886830" y="464246"/>
                  <a:pt x="1882520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2"/>
                </a:cubicBezTo>
                <a:cubicBezTo>
                  <a:pt x="16080" y="460123"/>
                  <a:pt x="12566" y="457775"/>
                  <a:pt x="9519" y="454728"/>
                </a:cubicBezTo>
                <a:cubicBezTo>
                  <a:pt x="6471" y="451681"/>
                  <a:pt x="4124" y="448166"/>
                  <a:pt x="2475" y="444185"/>
                </a:cubicBezTo>
                <a:cubicBezTo>
                  <a:pt x="825" y="440203"/>
                  <a:pt x="0" y="436058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5" y="20061"/>
                </a:cubicBezTo>
                <a:cubicBezTo>
                  <a:pt x="4124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2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199" name="Text Ilike...">
            <a:extLst xmlns:a="http://schemas.openxmlformats.org/drawingml/2006/main">
              <a:ext uri="{FF2B5EF4-FFF2-40B4-BE49-F238E27FC236}">
                <a16:creationId xmlns:a16="http://schemas.microsoft.com/office/drawing/2014/main" id="{1D6F0E06-8857-45E5-9DAA-2EF3EA92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37" y="4574157"/>
            <a:ext cx="476785" cy="116104"/>
          </a:xfrm>
          <a:custGeom xmlns:a="http://schemas.openxmlformats.org/drawingml/2006/main">
            <a:pathLst>
              <a:path w="476785" h="116104">
                <a:moveTo>
                  <a:pt x="0" y="114234"/>
                </a:moveTo>
                <a:lnTo>
                  <a:pt x="0" y="0"/>
                </a:lnTo>
                <a:lnTo>
                  <a:pt x="15117" y="0"/>
                </a:lnTo>
                <a:lnTo>
                  <a:pt x="15117" y="114234"/>
                </a:lnTo>
                <a:lnTo>
                  <a:pt x="0" y="114234"/>
                </a:lnTo>
                <a:close/>
                <a:moveTo>
                  <a:pt x="84054" y="114234"/>
                </a:moveTo>
                <a:lnTo>
                  <a:pt x="84054" y="0"/>
                </a:lnTo>
                <a:lnTo>
                  <a:pt x="98080" y="0"/>
                </a:lnTo>
                <a:lnTo>
                  <a:pt x="98080" y="114234"/>
                </a:lnTo>
                <a:lnTo>
                  <a:pt x="84054" y="114234"/>
                </a:lnTo>
                <a:close/>
                <a:moveTo>
                  <a:pt x="119871" y="16208"/>
                </a:moveTo>
                <a:lnTo>
                  <a:pt x="119871" y="0"/>
                </a:lnTo>
                <a:lnTo>
                  <a:pt x="133897" y="0"/>
                </a:lnTo>
                <a:lnTo>
                  <a:pt x="133897" y="16208"/>
                </a:lnTo>
                <a:lnTo>
                  <a:pt x="119871" y="16208"/>
                </a:lnTo>
                <a:moveTo>
                  <a:pt x="119871" y="114234"/>
                </a:moveTo>
                <a:lnTo>
                  <a:pt x="119871" y="31481"/>
                </a:lnTo>
                <a:lnTo>
                  <a:pt x="133897" y="31481"/>
                </a:lnTo>
                <a:lnTo>
                  <a:pt x="133897" y="114234"/>
                </a:lnTo>
                <a:lnTo>
                  <a:pt x="119871" y="114234"/>
                </a:lnTo>
                <a:close/>
                <a:moveTo>
                  <a:pt x="155299" y="114234"/>
                </a:moveTo>
                <a:lnTo>
                  <a:pt x="155299" y="0"/>
                </a:lnTo>
                <a:lnTo>
                  <a:pt x="169325" y="0"/>
                </a:lnTo>
                <a:lnTo>
                  <a:pt x="169325" y="65143"/>
                </a:lnTo>
                <a:lnTo>
                  <a:pt x="202520" y="31481"/>
                </a:lnTo>
                <a:lnTo>
                  <a:pt x="220676" y="31481"/>
                </a:lnTo>
                <a:lnTo>
                  <a:pt x="189040" y="62182"/>
                </a:lnTo>
                <a:lnTo>
                  <a:pt x="223871" y="114234"/>
                </a:lnTo>
                <a:lnTo>
                  <a:pt x="206572" y="114234"/>
                </a:lnTo>
                <a:lnTo>
                  <a:pt x="179221" y="71922"/>
                </a:lnTo>
                <a:lnTo>
                  <a:pt x="169325" y="81429"/>
                </a:lnTo>
                <a:lnTo>
                  <a:pt x="169325" y="114234"/>
                </a:lnTo>
                <a:lnTo>
                  <a:pt x="155299" y="114234"/>
                </a:lnTo>
                <a:close/>
                <a:moveTo>
                  <a:pt x="291663" y="87585"/>
                </a:moveTo>
                <a:lnTo>
                  <a:pt x="306156" y="89377"/>
                </a:lnTo>
                <a:cubicBezTo>
                  <a:pt x="303871" y="97844"/>
                  <a:pt x="299637" y="104416"/>
                  <a:pt x="293455" y="109091"/>
                </a:cubicBezTo>
                <a:cubicBezTo>
                  <a:pt x="287273" y="113767"/>
                  <a:pt x="279377" y="116104"/>
                  <a:pt x="269767" y="116104"/>
                </a:cubicBezTo>
                <a:cubicBezTo>
                  <a:pt x="257663" y="116104"/>
                  <a:pt x="248065" y="112377"/>
                  <a:pt x="240974" y="104922"/>
                </a:cubicBezTo>
                <a:cubicBezTo>
                  <a:pt x="233884" y="97468"/>
                  <a:pt x="230338" y="87013"/>
                  <a:pt x="230338" y="73559"/>
                </a:cubicBezTo>
                <a:cubicBezTo>
                  <a:pt x="230338" y="59637"/>
                  <a:pt x="233923" y="48831"/>
                  <a:pt x="241091" y="41143"/>
                </a:cubicBezTo>
                <a:cubicBezTo>
                  <a:pt x="248260" y="33455"/>
                  <a:pt x="257559" y="29610"/>
                  <a:pt x="268988" y="29610"/>
                </a:cubicBezTo>
                <a:cubicBezTo>
                  <a:pt x="280053" y="29610"/>
                  <a:pt x="289091" y="33371"/>
                  <a:pt x="296105" y="40892"/>
                </a:cubicBezTo>
                <a:cubicBezTo>
                  <a:pt x="303118" y="48412"/>
                  <a:pt x="306624" y="58991"/>
                  <a:pt x="306624" y="72631"/>
                </a:cubicBezTo>
                <a:cubicBezTo>
                  <a:pt x="306624" y="73460"/>
                  <a:pt x="306598" y="74705"/>
                  <a:pt x="306546" y="76364"/>
                </a:cubicBezTo>
                <a:lnTo>
                  <a:pt x="244832" y="76364"/>
                </a:lnTo>
                <a:cubicBezTo>
                  <a:pt x="245351" y="85429"/>
                  <a:pt x="247923" y="92370"/>
                  <a:pt x="252546" y="97189"/>
                </a:cubicBezTo>
                <a:cubicBezTo>
                  <a:pt x="257169" y="102007"/>
                  <a:pt x="262936" y="104416"/>
                  <a:pt x="269845" y="104416"/>
                </a:cubicBezTo>
                <a:cubicBezTo>
                  <a:pt x="274988" y="104416"/>
                  <a:pt x="279377" y="103078"/>
                  <a:pt x="283014" y="100403"/>
                </a:cubicBezTo>
                <a:cubicBezTo>
                  <a:pt x="286650" y="97726"/>
                  <a:pt x="289533" y="93453"/>
                  <a:pt x="291663" y="87585"/>
                </a:cubicBezTo>
                <a:moveTo>
                  <a:pt x="245611" y="64675"/>
                </a:moveTo>
                <a:lnTo>
                  <a:pt x="291819" y="64675"/>
                </a:lnTo>
                <a:cubicBezTo>
                  <a:pt x="291195" y="57828"/>
                  <a:pt x="289429" y="52692"/>
                  <a:pt x="286520" y="49269"/>
                </a:cubicBezTo>
                <a:cubicBezTo>
                  <a:pt x="282053" y="43955"/>
                  <a:pt x="276260" y="41299"/>
                  <a:pt x="269143" y="41299"/>
                </a:cubicBezTo>
                <a:cubicBezTo>
                  <a:pt x="262702" y="41299"/>
                  <a:pt x="257286" y="43420"/>
                  <a:pt x="252897" y="47662"/>
                </a:cubicBezTo>
                <a:cubicBezTo>
                  <a:pt x="248507" y="51902"/>
                  <a:pt x="246078" y="57573"/>
                  <a:pt x="245611" y="64675"/>
                </a:cubicBezTo>
                <a:close/>
                <a:moveTo>
                  <a:pt x="372082" y="114234"/>
                </a:moveTo>
                <a:lnTo>
                  <a:pt x="372082" y="98182"/>
                </a:lnTo>
                <a:lnTo>
                  <a:pt x="388056" y="98182"/>
                </a:lnTo>
                <a:lnTo>
                  <a:pt x="388056" y="114234"/>
                </a:lnTo>
                <a:lnTo>
                  <a:pt x="372082" y="114234"/>
                </a:lnTo>
                <a:close/>
                <a:moveTo>
                  <a:pt x="416446" y="114234"/>
                </a:moveTo>
                <a:lnTo>
                  <a:pt x="416446" y="98182"/>
                </a:lnTo>
                <a:lnTo>
                  <a:pt x="432420" y="98182"/>
                </a:lnTo>
                <a:lnTo>
                  <a:pt x="432420" y="114234"/>
                </a:lnTo>
                <a:lnTo>
                  <a:pt x="416446" y="114234"/>
                </a:lnTo>
                <a:close/>
                <a:moveTo>
                  <a:pt x="460811" y="114234"/>
                </a:moveTo>
                <a:lnTo>
                  <a:pt x="460811" y="98182"/>
                </a:lnTo>
                <a:lnTo>
                  <a:pt x="476785" y="98182"/>
                </a:lnTo>
                <a:lnTo>
                  <a:pt x="476785" y="114234"/>
                </a:lnTo>
                <a:lnTo>
                  <a:pt x="460811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green">
            <a:extLst xmlns:a="http://schemas.openxmlformats.org/drawingml/2006/main">
              <a:ext uri="{FF2B5EF4-FFF2-40B4-BE49-F238E27FC236}">
                <a16:creationId xmlns:a16="http://schemas.microsoft.com/office/drawing/2014/main" id="{6E4ADF65-F791-4A62-B3CE-1971A03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732" y="4603767"/>
            <a:ext cx="417225" cy="118286"/>
          </a:xfrm>
          <a:custGeom xmlns:a="http://schemas.openxmlformats.org/drawingml/2006/main">
            <a:pathLst>
              <a:path w="417225" h="118286">
                <a:moveTo>
                  <a:pt x="2883" y="89922"/>
                </a:moveTo>
                <a:lnTo>
                  <a:pt x="27896" y="93039"/>
                </a:lnTo>
                <a:cubicBezTo>
                  <a:pt x="28312" y="95976"/>
                  <a:pt x="29273" y="97995"/>
                  <a:pt x="30779" y="99095"/>
                </a:cubicBezTo>
                <a:cubicBezTo>
                  <a:pt x="32857" y="100668"/>
                  <a:pt x="36130" y="101455"/>
                  <a:pt x="40598" y="101455"/>
                </a:cubicBezTo>
                <a:cubicBezTo>
                  <a:pt x="46312" y="101455"/>
                  <a:pt x="50598" y="100591"/>
                  <a:pt x="53455" y="98864"/>
                </a:cubicBezTo>
                <a:cubicBezTo>
                  <a:pt x="55377" y="97713"/>
                  <a:pt x="56831" y="95856"/>
                  <a:pt x="57818" y="93292"/>
                </a:cubicBezTo>
                <a:cubicBezTo>
                  <a:pt x="58494" y="91461"/>
                  <a:pt x="58831" y="88087"/>
                  <a:pt x="58831" y="83170"/>
                </a:cubicBezTo>
                <a:lnTo>
                  <a:pt x="58831" y="71004"/>
                </a:lnTo>
                <a:cubicBezTo>
                  <a:pt x="52286" y="80084"/>
                  <a:pt x="44026" y="84624"/>
                  <a:pt x="34052" y="84624"/>
                </a:cubicBezTo>
                <a:cubicBezTo>
                  <a:pt x="22935" y="84624"/>
                  <a:pt x="14130" y="79922"/>
                  <a:pt x="7636" y="70520"/>
                </a:cubicBezTo>
                <a:cubicBezTo>
                  <a:pt x="2545" y="63091"/>
                  <a:pt x="0" y="53844"/>
                  <a:pt x="0" y="42779"/>
                </a:cubicBezTo>
                <a:cubicBezTo>
                  <a:pt x="0" y="28909"/>
                  <a:pt x="3338" y="18312"/>
                  <a:pt x="10013" y="10987"/>
                </a:cubicBezTo>
                <a:cubicBezTo>
                  <a:pt x="16688" y="3662"/>
                  <a:pt x="24987" y="0"/>
                  <a:pt x="34909" y="0"/>
                </a:cubicBezTo>
                <a:cubicBezTo>
                  <a:pt x="45143" y="0"/>
                  <a:pt x="53585" y="4515"/>
                  <a:pt x="60234" y="13544"/>
                </a:cubicBezTo>
                <a:lnTo>
                  <a:pt x="60234" y="1870"/>
                </a:lnTo>
                <a:lnTo>
                  <a:pt x="80727" y="1870"/>
                </a:lnTo>
                <a:lnTo>
                  <a:pt x="80727" y="76179"/>
                </a:lnTo>
                <a:cubicBezTo>
                  <a:pt x="80727" y="85952"/>
                  <a:pt x="79922" y="93255"/>
                  <a:pt x="78312" y="98090"/>
                </a:cubicBezTo>
                <a:cubicBezTo>
                  <a:pt x="76701" y="102924"/>
                  <a:pt x="74442" y="106719"/>
                  <a:pt x="71533" y="109473"/>
                </a:cubicBezTo>
                <a:cubicBezTo>
                  <a:pt x="68624" y="112230"/>
                  <a:pt x="64740" y="114387"/>
                  <a:pt x="59883" y="115946"/>
                </a:cubicBezTo>
                <a:cubicBezTo>
                  <a:pt x="55026" y="117506"/>
                  <a:pt x="48883" y="118286"/>
                  <a:pt x="41455" y="118286"/>
                </a:cubicBezTo>
                <a:cubicBezTo>
                  <a:pt x="27429" y="118286"/>
                  <a:pt x="17481" y="115863"/>
                  <a:pt x="11610" y="111017"/>
                </a:cubicBezTo>
                <a:cubicBezTo>
                  <a:pt x="5740" y="106173"/>
                  <a:pt x="2805" y="100032"/>
                  <a:pt x="2805" y="92594"/>
                </a:cubicBezTo>
                <a:cubicBezTo>
                  <a:pt x="2805" y="91860"/>
                  <a:pt x="2831" y="90969"/>
                  <a:pt x="2883" y="89922"/>
                </a:cubicBezTo>
                <a:moveTo>
                  <a:pt x="22442" y="41533"/>
                </a:moveTo>
                <a:cubicBezTo>
                  <a:pt x="22442" y="50286"/>
                  <a:pt x="24143" y="56695"/>
                  <a:pt x="27546" y="60760"/>
                </a:cubicBezTo>
                <a:cubicBezTo>
                  <a:pt x="30948" y="64825"/>
                  <a:pt x="35143" y="66857"/>
                  <a:pt x="40130" y="66857"/>
                </a:cubicBezTo>
                <a:cubicBezTo>
                  <a:pt x="45481" y="66857"/>
                  <a:pt x="50000" y="64773"/>
                  <a:pt x="53688" y="60604"/>
                </a:cubicBezTo>
                <a:cubicBezTo>
                  <a:pt x="57377" y="56435"/>
                  <a:pt x="59221" y="50260"/>
                  <a:pt x="59221" y="42078"/>
                </a:cubicBezTo>
                <a:cubicBezTo>
                  <a:pt x="59221" y="33533"/>
                  <a:pt x="57455" y="27188"/>
                  <a:pt x="53922" y="23046"/>
                </a:cubicBezTo>
                <a:cubicBezTo>
                  <a:pt x="50390" y="18903"/>
                  <a:pt x="45922" y="16831"/>
                  <a:pt x="40520" y="16831"/>
                </a:cubicBezTo>
                <a:cubicBezTo>
                  <a:pt x="35273" y="16831"/>
                  <a:pt x="30948" y="18864"/>
                  <a:pt x="27546" y="22929"/>
                </a:cubicBezTo>
                <a:cubicBezTo>
                  <a:pt x="24143" y="26994"/>
                  <a:pt x="22442" y="33195"/>
                  <a:pt x="22442" y="41533"/>
                </a:cubicBezTo>
                <a:close/>
                <a:moveTo>
                  <a:pt x="123376" y="84624"/>
                </a:moveTo>
                <a:lnTo>
                  <a:pt x="101480" y="84624"/>
                </a:lnTo>
                <a:lnTo>
                  <a:pt x="101480" y="1870"/>
                </a:lnTo>
                <a:lnTo>
                  <a:pt x="121818" y="1870"/>
                </a:lnTo>
                <a:lnTo>
                  <a:pt x="121818" y="13636"/>
                </a:lnTo>
                <a:cubicBezTo>
                  <a:pt x="125298" y="8078"/>
                  <a:pt x="128428" y="4416"/>
                  <a:pt x="131208" y="2649"/>
                </a:cubicBezTo>
                <a:cubicBezTo>
                  <a:pt x="133987" y="883"/>
                  <a:pt x="137143" y="0"/>
                  <a:pt x="140675" y="0"/>
                </a:cubicBezTo>
                <a:cubicBezTo>
                  <a:pt x="145662" y="0"/>
                  <a:pt x="150467" y="1377"/>
                  <a:pt x="155091" y="4130"/>
                </a:cubicBezTo>
                <a:lnTo>
                  <a:pt x="148312" y="23221"/>
                </a:lnTo>
                <a:cubicBezTo>
                  <a:pt x="144623" y="20831"/>
                  <a:pt x="141195" y="19636"/>
                  <a:pt x="138026" y="19636"/>
                </a:cubicBezTo>
                <a:cubicBezTo>
                  <a:pt x="134961" y="19636"/>
                  <a:pt x="132363" y="20481"/>
                  <a:pt x="130234" y="22169"/>
                </a:cubicBezTo>
                <a:cubicBezTo>
                  <a:pt x="128104" y="23857"/>
                  <a:pt x="126428" y="26909"/>
                  <a:pt x="125208" y="31325"/>
                </a:cubicBezTo>
                <a:cubicBezTo>
                  <a:pt x="123987" y="35740"/>
                  <a:pt x="123376" y="44987"/>
                  <a:pt x="123376" y="59065"/>
                </a:cubicBezTo>
                <a:lnTo>
                  <a:pt x="123376" y="84624"/>
                </a:lnTo>
                <a:close/>
                <a:moveTo>
                  <a:pt x="212416" y="58286"/>
                </a:moveTo>
                <a:lnTo>
                  <a:pt x="234234" y="62026"/>
                </a:lnTo>
                <a:cubicBezTo>
                  <a:pt x="231429" y="70000"/>
                  <a:pt x="227000" y="76072"/>
                  <a:pt x="220948" y="80240"/>
                </a:cubicBezTo>
                <a:cubicBezTo>
                  <a:pt x="214896" y="84409"/>
                  <a:pt x="207325" y="86494"/>
                  <a:pt x="198234" y="86494"/>
                </a:cubicBezTo>
                <a:cubicBezTo>
                  <a:pt x="183844" y="86494"/>
                  <a:pt x="173195" y="81792"/>
                  <a:pt x="166286" y="72390"/>
                </a:cubicBezTo>
                <a:cubicBezTo>
                  <a:pt x="160831" y="64857"/>
                  <a:pt x="158104" y="55351"/>
                  <a:pt x="158104" y="43870"/>
                </a:cubicBezTo>
                <a:cubicBezTo>
                  <a:pt x="158104" y="30156"/>
                  <a:pt x="161688" y="19416"/>
                  <a:pt x="168857" y="11649"/>
                </a:cubicBezTo>
                <a:cubicBezTo>
                  <a:pt x="176026" y="3883"/>
                  <a:pt x="185091" y="0"/>
                  <a:pt x="196052" y="0"/>
                </a:cubicBezTo>
                <a:cubicBezTo>
                  <a:pt x="208364" y="0"/>
                  <a:pt x="218078" y="4065"/>
                  <a:pt x="225195" y="12195"/>
                </a:cubicBezTo>
                <a:cubicBezTo>
                  <a:pt x="232312" y="20325"/>
                  <a:pt x="235715" y="32779"/>
                  <a:pt x="235403" y="49559"/>
                </a:cubicBezTo>
                <a:lnTo>
                  <a:pt x="180546" y="49559"/>
                </a:lnTo>
                <a:cubicBezTo>
                  <a:pt x="180701" y="56052"/>
                  <a:pt x="182468" y="61104"/>
                  <a:pt x="185844" y="64714"/>
                </a:cubicBezTo>
                <a:cubicBezTo>
                  <a:pt x="189221" y="68325"/>
                  <a:pt x="193429" y="70130"/>
                  <a:pt x="198468" y="70130"/>
                </a:cubicBezTo>
                <a:cubicBezTo>
                  <a:pt x="201896" y="70130"/>
                  <a:pt x="204779" y="69195"/>
                  <a:pt x="207117" y="67325"/>
                </a:cubicBezTo>
                <a:cubicBezTo>
                  <a:pt x="209455" y="65455"/>
                  <a:pt x="211221" y="62442"/>
                  <a:pt x="212416" y="58286"/>
                </a:cubicBezTo>
                <a:moveTo>
                  <a:pt x="213663" y="36156"/>
                </a:moveTo>
                <a:cubicBezTo>
                  <a:pt x="213507" y="29844"/>
                  <a:pt x="211870" y="25046"/>
                  <a:pt x="208753" y="21760"/>
                </a:cubicBezTo>
                <a:cubicBezTo>
                  <a:pt x="205637" y="18474"/>
                  <a:pt x="201844" y="16831"/>
                  <a:pt x="197377" y="16831"/>
                </a:cubicBezTo>
                <a:cubicBezTo>
                  <a:pt x="192598" y="16831"/>
                  <a:pt x="188650" y="18564"/>
                  <a:pt x="185533" y="22030"/>
                </a:cubicBezTo>
                <a:cubicBezTo>
                  <a:pt x="182416" y="25498"/>
                  <a:pt x="180883" y="30206"/>
                  <a:pt x="180935" y="36156"/>
                </a:cubicBezTo>
                <a:lnTo>
                  <a:pt x="213663" y="36156"/>
                </a:lnTo>
                <a:close/>
                <a:moveTo>
                  <a:pt x="301145" y="58286"/>
                </a:moveTo>
                <a:lnTo>
                  <a:pt x="322963" y="62026"/>
                </a:lnTo>
                <a:cubicBezTo>
                  <a:pt x="320158" y="70000"/>
                  <a:pt x="315729" y="76072"/>
                  <a:pt x="309677" y="80240"/>
                </a:cubicBezTo>
                <a:cubicBezTo>
                  <a:pt x="303625" y="84409"/>
                  <a:pt x="296054" y="86494"/>
                  <a:pt x="286963" y="86494"/>
                </a:cubicBezTo>
                <a:cubicBezTo>
                  <a:pt x="272573" y="86494"/>
                  <a:pt x="261924" y="81792"/>
                  <a:pt x="255015" y="72390"/>
                </a:cubicBezTo>
                <a:cubicBezTo>
                  <a:pt x="249560" y="64857"/>
                  <a:pt x="246833" y="55351"/>
                  <a:pt x="246833" y="43870"/>
                </a:cubicBezTo>
                <a:cubicBezTo>
                  <a:pt x="246833" y="30156"/>
                  <a:pt x="250418" y="19416"/>
                  <a:pt x="257586" y="11649"/>
                </a:cubicBezTo>
                <a:cubicBezTo>
                  <a:pt x="264755" y="3883"/>
                  <a:pt x="273820" y="0"/>
                  <a:pt x="284781" y="0"/>
                </a:cubicBezTo>
                <a:cubicBezTo>
                  <a:pt x="297093" y="0"/>
                  <a:pt x="306807" y="4065"/>
                  <a:pt x="313924" y="12195"/>
                </a:cubicBezTo>
                <a:cubicBezTo>
                  <a:pt x="321041" y="20325"/>
                  <a:pt x="324444" y="32779"/>
                  <a:pt x="324132" y="49559"/>
                </a:cubicBezTo>
                <a:lnTo>
                  <a:pt x="269275" y="49559"/>
                </a:lnTo>
                <a:cubicBezTo>
                  <a:pt x="269431" y="56052"/>
                  <a:pt x="271197" y="61104"/>
                  <a:pt x="274573" y="64714"/>
                </a:cubicBezTo>
                <a:cubicBezTo>
                  <a:pt x="277950" y="68325"/>
                  <a:pt x="282158" y="70130"/>
                  <a:pt x="287197" y="70130"/>
                </a:cubicBezTo>
                <a:cubicBezTo>
                  <a:pt x="290625" y="70130"/>
                  <a:pt x="293509" y="69195"/>
                  <a:pt x="295846" y="67325"/>
                </a:cubicBezTo>
                <a:cubicBezTo>
                  <a:pt x="298184" y="65455"/>
                  <a:pt x="299950" y="62442"/>
                  <a:pt x="301145" y="58286"/>
                </a:cubicBezTo>
                <a:moveTo>
                  <a:pt x="302392" y="36156"/>
                </a:moveTo>
                <a:cubicBezTo>
                  <a:pt x="302236" y="29844"/>
                  <a:pt x="300599" y="25046"/>
                  <a:pt x="297483" y="21760"/>
                </a:cubicBezTo>
                <a:cubicBezTo>
                  <a:pt x="294366" y="18474"/>
                  <a:pt x="290573" y="16831"/>
                  <a:pt x="286106" y="16831"/>
                </a:cubicBezTo>
                <a:cubicBezTo>
                  <a:pt x="281327" y="16831"/>
                  <a:pt x="277379" y="18564"/>
                  <a:pt x="274262" y="22030"/>
                </a:cubicBezTo>
                <a:cubicBezTo>
                  <a:pt x="271145" y="25498"/>
                  <a:pt x="269612" y="30206"/>
                  <a:pt x="269664" y="36156"/>
                </a:cubicBezTo>
                <a:lnTo>
                  <a:pt x="302392" y="36156"/>
                </a:lnTo>
                <a:close/>
                <a:moveTo>
                  <a:pt x="417225" y="84624"/>
                </a:moveTo>
                <a:lnTo>
                  <a:pt x="395329" y="84624"/>
                </a:lnTo>
                <a:lnTo>
                  <a:pt x="395329" y="42438"/>
                </a:lnTo>
                <a:cubicBezTo>
                  <a:pt x="395329" y="33513"/>
                  <a:pt x="394861" y="27740"/>
                  <a:pt x="393926" y="25120"/>
                </a:cubicBezTo>
                <a:cubicBezTo>
                  <a:pt x="392991" y="22500"/>
                  <a:pt x="391472" y="20464"/>
                  <a:pt x="389368" y="19011"/>
                </a:cubicBezTo>
                <a:cubicBezTo>
                  <a:pt x="387264" y="17558"/>
                  <a:pt x="384731" y="16831"/>
                  <a:pt x="381770" y="16831"/>
                </a:cubicBezTo>
                <a:cubicBezTo>
                  <a:pt x="377978" y="16831"/>
                  <a:pt x="374576" y="17869"/>
                  <a:pt x="371563" y="19946"/>
                </a:cubicBezTo>
                <a:cubicBezTo>
                  <a:pt x="368550" y="22020"/>
                  <a:pt x="366485" y="24770"/>
                  <a:pt x="365368" y="28196"/>
                </a:cubicBezTo>
                <a:cubicBezTo>
                  <a:pt x="364251" y="31619"/>
                  <a:pt x="363692" y="37950"/>
                  <a:pt x="363692" y="47187"/>
                </a:cubicBezTo>
                <a:lnTo>
                  <a:pt x="363692" y="84624"/>
                </a:lnTo>
                <a:lnTo>
                  <a:pt x="341796" y="84624"/>
                </a:lnTo>
                <a:lnTo>
                  <a:pt x="341796" y="1870"/>
                </a:lnTo>
                <a:lnTo>
                  <a:pt x="362134" y="1870"/>
                </a:lnTo>
                <a:lnTo>
                  <a:pt x="362134" y="14026"/>
                </a:lnTo>
                <a:cubicBezTo>
                  <a:pt x="369355" y="4675"/>
                  <a:pt x="378446" y="0"/>
                  <a:pt x="389407" y="0"/>
                </a:cubicBezTo>
                <a:cubicBezTo>
                  <a:pt x="394238" y="0"/>
                  <a:pt x="398653" y="870"/>
                  <a:pt x="402654" y="2610"/>
                </a:cubicBezTo>
                <a:cubicBezTo>
                  <a:pt x="406654" y="4351"/>
                  <a:pt x="409679" y="6571"/>
                  <a:pt x="411731" y="9273"/>
                </a:cubicBezTo>
                <a:cubicBezTo>
                  <a:pt x="413783" y="11974"/>
                  <a:pt x="415212" y="15039"/>
                  <a:pt x="416017" y="18468"/>
                </a:cubicBezTo>
                <a:cubicBezTo>
                  <a:pt x="416822" y="21896"/>
                  <a:pt x="417225" y="26805"/>
                  <a:pt x="417225" y="33195"/>
                </a:cubicBezTo>
                <a:lnTo>
                  <a:pt x="417225" y="84624"/>
                </a:lnTo>
                <a:close/>
              </a:path>
            </a:pathLst>
          </a:custGeom>
          <a:solidFill xmlns:a="http://schemas.openxmlformats.org/drawingml/2006/main">
            <a:srgbClr val="00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sweater">
            <a:extLst xmlns:a="http://schemas.openxmlformats.org/drawingml/2006/main">
              <a:ext uri="{FF2B5EF4-FFF2-40B4-BE49-F238E27FC236}">
                <a16:creationId xmlns:a16="http://schemas.microsoft.com/office/drawing/2014/main" id="{ECBE1AB5-0813-463A-A8BD-00F52589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135" y="4576183"/>
            <a:ext cx="592605" cy="114078"/>
          </a:xfrm>
          <a:custGeom xmlns:a="http://schemas.openxmlformats.org/drawingml/2006/main">
            <a:pathLst>
              <a:path w="592605" h="114078">
                <a:moveTo>
                  <a:pt x="0" y="88676"/>
                </a:moveTo>
                <a:lnTo>
                  <a:pt x="21974" y="85247"/>
                </a:lnTo>
                <a:cubicBezTo>
                  <a:pt x="22909" y="89481"/>
                  <a:pt x="24805" y="92695"/>
                  <a:pt x="27662" y="94890"/>
                </a:cubicBezTo>
                <a:cubicBezTo>
                  <a:pt x="30520" y="97085"/>
                  <a:pt x="34520" y="98182"/>
                  <a:pt x="39662" y="98182"/>
                </a:cubicBezTo>
                <a:cubicBezTo>
                  <a:pt x="45325" y="98182"/>
                  <a:pt x="49585" y="97145"/>
                  <a:pt x="52442" y="95070"/>
                </a:cubicBezTo>
                <a:cubicBezTo>
                  <a:pt x="54364" y="93617"/>
                  <a:pt x="55325" y="91671"/>
                  <a:pt x="55325" y="89233"/>
                </a:cubicBezTo>
                <a:cubicBezTo>
                  <a:pt x="55325" y="87572"/>
                  <a:pt x="54805" y="86197"/>
                  <a:pt x="53766" y="85108"/>
                </a:cubicBezTo>
                <a:cubicBezTo>
                  <a:pt x="52675" y="84071"/>
                  <a:pt x="50234" y="83111"/>
                  <a:pt x="46442" y="82230"/>
                </a:cubicBezTo>
                <a:cubicBezTo>
                  <a:pt x="28779" y="78340"/>
                  <a:pt x="17584" y="74787"/>
                  <a:pt x="12857" y="71569"/>
                </a:cubicBezTo>
                <a:cubicBezTo>
                  <a:pt x="6312" y="67105"/>
                  <a:pt x="3039" y="60903"/>
                  <a:pt x="3039" y="52963"/>
                </a:cubicBezTo>
                <a:cubicBezTo>
                  <a:pt x="3039" y="45800"/>
                  <a:pt x="5870" y="39780"/>
                  <a:pt x="11532" y="34902"/>
                </a:cubicBezTo>
                <a:cubicBezTo>
                  <a:pt x="17195" y="30024"/>
                  <a:pt x="25974" y="27584"/>
                  <a:pt x="37870" y="27584"/>
                </a:cubicBezTo>
                <a:cubicBezTo>
                  <a:pt x="49195" y="27584"/>
                  <a:pt x="57611" y="29422"/>
                  <a:pt x="63117" y="33097"/>
                </a:cubicBezTo>
                <a:cubicBezTo>
                  <a:pt x="68624" y="36773"/>
                  <a:pt x="72416" y="42208"/>
                  <a:pt x="74494" y="49403"/>
                </a:cubicBezTo>
                <a:lnTo>
                  <a:pt x="53844" y="53299"/>
                </a:lnTo>
                <a:cubicBezTo>
                  <a:pt x="52961" y="50078"/>
                  <a:pt x="51286" y="47611"/>
                  <a:pt x="48818" y="45896"/>
                </a:cubicBezTo>
                <a:cubicBezTo>
                  <a:pt x="46351" y="44182"/>
                  <a:pt x="42831" y="43325"/>
                  <a:pt x="38260" y="43325"/>
                </a:cubicBezTo>
                <a:cubicBezTo>
                  <a:pt x="32494" y="43325"/>
                  <a:pt x="28364" y="44129"/>
                  <a:pt x="25870" y="45738"/>
                </a:cubicBezTo>
                <a:cubicBezTo>
                  <a:pt x="24208" y="46878"/>
                  <a:pt x="23377" y="48356"/>
                  <a:pt x="23377" y="50172"/>
                </a:cubicBezTo>
                <a:cubicBezTo>
                  <a:pt x="23377" y="51727"/>
                  <a:pt x="24104" y="53050"/>
                  <a:pt x="25559" y="54139"/>
                </a:cubicBezTo>
                <a:cubicBezTo>
                  <a:pt x="27533" y="55592"/>
                  <a:pt x="34351" y="57641"/>
                  <a:pt x="46013" y="60287"/>
                </a:cubicBezTo>
                <a:cubicBezTo>
                  <a:pt x="57675" y="62934"/>
                  <a:pt x="65818" y="66180"/>
                  <a:pt x="70442" y="70025"/>
                </a:cubicBezTo>
                <a:cubicBezTo>
                  <a:pt x="75013" y="73925"/>
                  <a:pt x="77299" y="79357"/>
                  <a:pt x="77299" y="86321"/>
                </a:cubicBezTo>
                <a:cubicBezTo>
                  <a:pt x="77299" y="93910"/>
                  <a:pt x="74130" y="100434"/>
                  <a:pt x="67792" y="105891"/>
                </a:cubicBezTo>
                <a:cubicBezTo>
                  <a:pt x="61455" y="111349"/>
                  <a:pt x="52078" y="114078"/>
                  <a:pt x="39662" y="114078"/>
                </a:cubicBezTo>
                <a:cubicBezTo>
                  <a:pt x="28390" y="114078"/>
                  <a:pt x="19468" y="111800"/>
                  <a:pt x="12896" y="107243"/>
                </a:cubicBezTo>
                <a:cubicBezTo>
                  <a:pt x="6325" y="102685"/>
                  <a:pt x="2026" y="96495"/>
                  <a:pt x="0" y="88676"/>
                </a:cubicBezTo>
                <a:close/>
                <a:moveTo>
                  <a:pt x="111872" y="112208"/>
                </a:moveTo>
                <a:lnTo>
                  <a:pt x="85690" y="29455"/>
                </a:lnTo>
                <a:lnTo>
                  <a:pt x="106963" y="29455"/>
                </a:lnTo>
                <a:lnTo>
                  <a:pt x="122469" y="83689"/>
                </a:lnTo>
                <a:lnTo>
                  <a:pt x="136729" y="29455"/>
                </a:lnTo>
                <a:lnTo>
                  <a:pt x="157846" y="29455"/>
                </a:lnTo>
                <a:lnTo>
                  <a:pt x="171638" y="83689"/>
                </a:lnTo>
                <a:lnTo>
                  <a:pt x="187457" y="29455"/>
                </a:lnTo>
                <a:lnTo>
                  <a:pt x="209041" y="29455"/>
                </a:lnTo>
                <a:lnTo>
                  <a:pt x="182470" y="112208"/>
                </a:lnTo>
                <a:lnTo>
                  <a:pt x="161431" y="112208"/>
                </a:lnTo>
                <a:lnTo>
                  <a:pt x="147171" y="58987"/>
                </a:lnTo>
                <a:lnTo>
                  <a:pt x="133145" y="112208"/>
                </a:lnTo>
                <a:lnTo>
                  <a:pt x="111872" y="112208"/>
                </a:lnTo>
                <a:close/>
                <a:moveTo>
                  <a:pt x="268523" y="85870"/>
                </a:moveTo>
                <a:lnTo>
                  <a:pt x="290341" y="89611"/>
                </a:lnTo>
                <a:cubicBezTo>
                  <a:pt x="287536" y="97585"/>
                  <a:pt x="283107" y="103656"/>
                  <a:pt x="277055" y="107825"/>
                </a:cubicBezTo>
                <a:cubicBezTo>
                  <a:pt x="271003" y="111994"/>
                  <a:pt x="263432" y="114078"/>
                  <a:pt x="254341" y="114078"/>
                </a:cubicBezTo>
                <a:cubicBezTo>
                  <a:pt x="239951" y="114078"/>
                  <a:pt x="229302" y="109377"/>
                  <a:pt x="222393" y="99974"/>
                </a:cubicBezTo>
                <a:cubicBezTo>
                  <a:pt x="216938" y="92442"/>
                  <a:pt x="214211" y="82935"/>
                  <a:pt x="214211" y="71455"/>
                </a:cubicBezTo>
                <a:cubicBezTo>
                  <a:pt x="214211" y="57740"/>
                  <a:pt x="217795" y="47000"/>
                  <a:pt x="224964" y="39234"/>
                </a:cubicBezTo>
                <a:cubicBezTo>
                  <a:pt x="232133" y="31468"/>
                  <a:pt x="241198" y="27584"/>
                  <a:pt x="252159" y="27584"/>
                </a:cubicBezTo>
                <a:cubicBezTo>
                  <a:pt x="264471" y="27584"/>
                  <a:pt x="274185" y="31649"/>
                  <a:pt x="281302" y="39779"/>
                </a:cubicBezTo>
                <a:cubicBezTo>
                  <a:pt x="288419" y="47909"/>
                  <a:pt x="291822" y="60364"/>
                  <a:pt x="291510" y="77143"/>
                </a:cubicBezTo>
                <a:lnTo>
                  <a:pt x="236653" y="77143"/>
                </a:lnTo>
                <a:cubicBezTo>
                  <a:pt x="236808" y="83637"/>
                  <a:pt x="238575" y="88689"/>
                  <a:pt x="241951" y="92299"/>
                </a:cubicBezTo>
                <a:cubicBezTo>
                  <a:pt x="245328" y="95909"/>
                  <a:pt x="249536" y="97715"/>
                  <a:pt x="254575" y="97715"/>
                </a:cubicBezTo>
                <a:cubicBezTo>
                  <a:pt x="258003" y="97715"/>
                  <a:pt x="260886" y="96779"/>
                  <a:pt x="263224" y="94909"/>
                </a:cubicBezTo>
                <a:cubicBezTo>
                  <a:pt x="265562" y="93039"/>
                  <a:pt x="267328" y="90026"/>
                  <a:pt x="268523" y="85870"/>
                </a:cubicBezTo>
                <a:moveTo>
                  <a:pt x="269770" y="63740"/>
                </a:moveTo>
                <a:cubicBezTo>
                  <a:pt x="269614" y="57429"/>
                  <a:pt x="267977" y="52630"/>
                  <a:pt x="264860" y="49344"/>
                </a:cubicBezTo>
                <a:cubicBezTo>
                  <a:pt x="261744" y="46059"/>
                  <a:pt x="257951" y="44416"/>
                  <a:pt x="253484" y="44416"/>
                </a:cubicBezTo>
                <a:cubicBezTo>
                  <a:pt x="248705" y="44416"/>
                  <a:pt x="244757" y="46149"/>
                  <a:pt x="241640" y="49615"/>
                </a:cubicBezTo>
                <a:cubicBezTo>
                  <a:pt x="238523" y="53082"/>
                  <a:pt x="236990" y="57791"/>
                  <a:pt x="237042" y="63740"/>
                </a:cubicBezTo>
                <a:lnTo>
                  <a:pt x="269770" y="63740"/>
                </a:lnTo>
                <a:close/>
                <a:moveTo>
                  <a:pt x="325693" y="55013"/>
                </a:moveTo>
                <a:lnTo>
                  <a:pt x="305823" y="51429"/>
                </a:lnTo>
                <a:cubicBezTo>
                  <a:pt x="308057" y="43323"/>
                  <a:pt x="311901" y="37323"/>
                  <a:pt x="317356" y="33429"/>
                </a:cubicBezTo>
                <a:cubicBezTo>
                  <a:pt x="322810" y="29533"/>
                  <a:pt x="330914" y="27584"/>
                  <a:pt x="341667" y="27584"/>
                </a:cubicBezTo>
                <a:cubicBezTo>
                  <a:pt x="351434" y="27584"/>
                  <a:pt x="358706" y="28740"/>
                  <a:pt x="363486" y="31052"/>
                </a:cubicBezTo>
                <a:cubicBezTo>
                  <a:pt x="368265" y="33364"/>
                  <a:pt x="371629" y="36299"/>
                  <a:pt x="373577" y="39857"/>
                </a:cubicBezTo>
                <a:cubicBezTo>
                  <a:pt x="375525" y="43416"/>
                  <a:pt x="376499" y="49948"/>
                  <a:pt x="376499" y="59455"/>
                </a:cubicBezTo>
                <a:lnTo>
                  <a:pt x="376265" y="85013"/>
                </a:lnTo>
                <a:cubicBezTo>
                  <a:pt x="376265" y="92286"/>
                  <a:pt x="376616" y="97650"/>
                  <a:pt x="377317" y="101104"/>
                </a:cubicBezTo>
                <a:cubicBezTo>
                  <a:pt x="378018" y="104559"/>
                  <a:pt x="379330" y="108260"/>
                  <a:pt x="381252" y="112208"/>
                </a:cubicBezTo>
                <a:lnTo>
                  <a:pt x="359590" y="112208"/>
                </a:lnTo>
                <a:cubicBezTo>
                  <a:pt x="359018" y="110754"/>
                  <a:pt x="358317" y="108598"/>
                  <a:pt x="357486" y="105741"/>
                </a:cubicBezTo>
                <a:cubicBezTo>
                  <a:pt x="357122" y="104442"/>
                  <a:pt x="356862" y="103585"/>
                  <a:pt x="356706" y="103169"/>
                </a:cubicBezTo>
                <a:cubicBezTo>
                  <a:pt x="352966" y="106805"/>
                  <a:pt x="348966" y="109533"/>
                  <a:pt x="344706" y="111351"/>
                </a:cubicBezTo>
                <a:cubicBezTo>
                  <a:pt x="340447" y="113169"/>
                  <a:pt x="335901" y="114078"/>
                  <a:pt x="331070" y="114078"/>
                </a:cubicBezTo>
                <a:cubicBezTo>
                  <a:pt x="322551" y="114078"/>
                  <a:pt x="315836" y="111776"/>
                  <a:pt x="310927" y="107172"/>
                </a:cubicBezTo>
                <a:cubicBezTo>
                  <a:pt x="306018" y="102568"/>
                  <a:pt x="303563" y="96749"/>
                  <a:pt x="303563" y="89713"/>
                </a:cubicBezTo>
                <a:cubicBezTo>
                  <a:pt x="303563" y="85057"/>
                  <a:pt x="304680" y="80906"/>
                  <a:pt x="306914" y="77260"/>
                </a:cubicBezTo>
                <a:cubicBezTo>
                  <a:pt x="309148" y="73612"/>
                  <a:pt x="312278" y="70818"/>
                  <a:pt x="316304" y="68878"/>
                </a:cubicBezTo>
                <a:cubicBezTo>
                  <a:pt x="320330" y="66938"/>
                  <a:pt x="326135" y="65244"/>
                  <a:pt x="333719" y="63796"/>
                </a:cubicBezTo>
                <a:cubicBezTo>
                  <a:pt x="343953" y="61882"/>
                  <a:pt x="351044" y="60098"/>
                  <a:pt x="354992" y="58442"/>
                </a:cubicBezTo>
                <a:lnTo>
                  <a:pt x="354992" y="56236"/>
                </a:lnTo>
                <a:cubicBezTo>
                  <a:pt x="354992" y="51981"/>
                  <a:pt x="353953" y="48947"/>
                  <a:pt x="351875" y="47136"/>
                </a:cubicBezTo>
                <a:cubicBezTo>
                  <a:pt x="349797" y="45322"/>
                  <a:pt x="345875" y="44416"/>
                  <a:pt x="340109" y="44416"/>
                </a:cubicBezTo>
                <a:cubicBezTo>
                  <a:pt x="336213" y="44416"/>
                  <a:pt x="333174" y="45200"/>
                  <a:pt x="330992" y="46768"/>
                </a:cubicBezTo>
                <a:cubicBezTo>
                  <a:pt x="328810" y="48335"/>
                  <a:pt x="327044" y="51083"/>
                  <a:pt x="325693" y="55013"/>
                </a:cubicBezTo>
                <a:moveTo>
                  <a:pt x="354992" y="72779"/>
                </a:moveTo>
                <a:cubicBezTo>
                  <a:pt x="352187" y="73703"/>
                  <a:pt x="347745" y="74807"/>
                  <a:pt x="341667" y="76091"/>
                </a:cubicBezTo>
                <a:cubicBezTo>
                  <a:pt x="335590" y="77374"/>
                  <a:pt x="331615" y="78631"/>
                  <a:pt x="329745" y="79863"/>
                </a:cubicBezTo>
                <a:cubicBezTo>
                  <a:pt x="326888" y="81865"/>
                  <a:pt x="325460" y="84405"/>
                  <a:pt x="325460" y="87485"/>
                </a:cubicBezTo>
                <a:cubicBezTo>
                  <a:pt x="325460" y="90514"/>
                  <a:pt x="326602" y="93133"/>
                  <a:pt x="328888" y="95340"/>
                </a:cubicBezTo>
                <a:cubicBezTo>
                  <a:pt x="331174" y="97547"/>
                  <a:pt x="334083" y="98650"/>
                  <a:pt x="337615" y="98650"/>
                </a:cubicBezTo>
                <a:cubicBezTo>
                  <a:pt x="341564" y="98650"/>
                  <a:pt x="345330" y="97366"/>
                  <a:pt x="348914" y="94800"/>
                </a:cubicBezTo>
                <a:cubicBezTo>
                  <a:pt x="351564" y="92850"/>
                  <a:pt x="353304" y="90463"/>
                  <a:pt x="354135" y="87638"/>
                </a:cubicBezTo>
                <a:cubicBezTo>
                  <a:pt x="354706" y="85791"/>
                  <a:pt x="354992" y="82275"/>
                  <a:pt x="354992" y="77092"/>
                </a:cubicBezTo>
                <a:lnTo>
                  <a:pt x="354992" y="72779"/>
                </a:lnTo>
                <a:close/>
                <a:moveTo>
                  <a:pt x="436007" y="29455"/>
                </a:moveTo>
                <a:lnTo>
                  <a:pt x="436007" y="46909"/>
                </a:lnTo>
                <a:lnTo>
                  <a:pt x="421046" y="46909"/>
                </a:lnTo>
                <a:lnTo>
                  <a:pt x="421046" y="80206"/>
                </a:lnTo>
                <a:cubicBezTo>
                  <a:pt x="421046" y="86950"/>
                  <a:pt x="421189" y="90879"/>
                  <a:pt x="421474" y="91995"/>
                </a:cubicBezTo>
                <a:cubicBezTo>
                  <a:pt x="421760" y="93108"/>
                  <a:pt x="422410" y="94029"/>
                  <a:pt x="423423" y="94756"/>
                </a:cubicBezTo>
                <a:cubicBezTo>
                  <a:pt x="424435" y="95482"/>
                  <a:pt x="425669" y="95844"/>
                  <a:pt x="427124" y="95844"/>
                </a:cubicBezTo>
                <a:cubicBezTo>
                  <a:pt x="429150" y="95844"/>
                  <a:pt x="432085" y="95143"/>
                  <a:pt x="435929" y="93740"/>
                </a:cubicBezTo>
                <a:lnTo>
                  <a:pt x="437799" y="110791"/>
                </a:lnTo>
                <a:cubicBezTo>
                  <a:pt x="432708" y="112982"/>
                  <a:pt x="426942" y="114078"/>
                  <a:pt x="420500" y="114078"/>
                </a:cubicBezTo>
                <a:cubicBezTo>
                  <a:pt x="416552" y="114078"/>
                  <a:pt x="412994" y="113416"/>
                  <a:pt x="409825" y="112091"/>
                </a:cubicBezTo>
                <a:cubicBezTo>
                  <a:pt x="406656" y="110767"/>
                  <a:pt x="404332" y="109052"/>
                  <a:pt x="402851" y="106948"/>
                </a:cubicBezTo>
                <a:cubicBezTo>
                  <a:pt x="401371" y="104844"/>
                  <a:pt x="400345" y="102000"/>
                  <a:pt x="399773" y="98416"/>
                </a:cubicBezTo>
                <a:cubicBezTo>
                  <a:pt x="399306" y="95870"/>
                  <a:pt x="399072" y="90727"/>
                  <a:pt x="399072" y="82987"/>
                </a:cubicBezTo>
                <a:lnTo>
                  <a:pt x="399072" y="46909"/>
                </a:lnTo>
                <a:lnTo>
                  <a:pt x="389020" y="46909"/>
                </a:lnTo>
                <a:lnTo>
                  <a:pt x="389020" y="29455"/>
                </a:lnTo>
                <a:lnTo>
                  <a:pt x="399072" y="29455"/>
                </a:lnTo>
                <a:lnTo>
                  <a:pt x="399072" y="12935"/>
                </a:lnTo>
                <a:lnTo>
                  <a:pt x="421046" y="0"/>
                </a:lnTo>
                <a:lnTo>
                  <a:pt x="421046" y="29455"/>
                </a:lnTo>
                <a:lnTo>
                  <a:pt x="436007" y="29455"/>
                </a:lnTo>
                <a:close/>
                <a:moveTo>
                  <a:pt x="499122" y="85870"/>
                </a:moveTo>
                <a:lnTo>
                  <a:pt x="520941" y="89611"/>
                </a:lnTo>
                <a:cubicBezTo>
                  <a:pt x="518136" y="97585"/>
                  <a:pt x="513707" y="103656"/>
                  <a:pt x="507655" y="107825"/>
                </a:cubicBezTo>
                <a:cubicBezTo>
                  <a:pt x="501603" y="111994"/>
                  <a:pt x="494032" y="114078"/>
                  <a:pt x="484941" y="114078"/>
                </a:cubicBezTo>
                <a:cubicBezTo>
                  <a:pt x="470551" y="114078"/>
                  <a:pt x="459902" y="109377"/>
                  <a:pt x="452993" y="99974"/>
                </a:cubicBezTo>
                <a:cubicBezTo>
                  <a:pt x="447538" y="92442"/>
                  <a:pt x="444811" y="82935"/>
                  <a:pt x="444811" y="71455"/>
                </a:cubicBezTo>
                <a:cubicBezTo>
                  <a:pt x="444811" y="57740"/>
                  <a:pt x="448395" y="47000"/>
                  <a:pt x="455564" y="39234"/>
                </a:cubicBezTo>
                <a:cubicBezTo>
                  <a:pt x="462733" y="31468"/>
                  <a:pt x="471798" y="27584"/>
                  <a:pt x="482759" y="27584"/>
                </a:cubicBezTo>
                <a:cubicBezTo>
                  <a:pt x="495071" y="27584"/>
                  <a:pt x="504785" y="31649"/>
                  <a:pt x="511902" y="39779"/>
                </a:cubicBezTo>
                <a:cubicBezTo>
                  <a:pt x="519019" y="47909"/>
                  <a:pt x="522421" y="60364"/>
                  <a:pt x="522110" y="77143"/>
                </a:cubicBezTo>
                <a:lnTo>
                  <a:pt x="467252" y="77143"/>
                </a:lnTo>
                <a:cubicBezTo>
                  <a:pt x="467408" y="83637"/>
                  <a:pt x="469174" y="88689"/>
                  <a:pt x="472551" y="92299"/>
                </a:cubicBezTo>
                <a:cubicBezTo>
                  <a:pt x="475928" y="95909"/>
                  <a:pt x="480135" y="97715"/>
                  <a:pt x="485174" y="97715"/>
                </a:cubicBezTo>
                <a:cubicBezTo>
                  <a:pt x="488603" y="97715"/>
                  <a:pt x="491486" y="96779"/>
                  <a:pt x="493824" y="94909"/>
                </a:cubicBezTo>
                <a:cubicBezTo>
                  <a:pt x="496161" y="93039"/>
                  <a:pt x="497928" y="90026"/>
                  <a:pt x="499122" y="85870"/>
                </a:cubicBezTo>
                <a:moveTo>
                  <a:pt x="500369" y="63740"/>
                </a:moveTo>
                <a:cubicBezTo>
                  <a:pt x="500213" y="57429"/>
                  <a:pt x="498577" y="52630"/>
                  <a:pt x="495460" y="49344"/>
                </a:cubicBezTo>
                <a:cubicBezTo>
                  <a:pt x="492343" y="46059"/>
                  <a:pt x="488551" y="44416"/>
                  <a:pt x="484084" y="44416"/>
                </a:cubicBezTo>
                <a:cubicBezTo>
                  <a:pt x="479304" y="44416"/>
                  <a:pt x="475356" y="46149"/>
                  <a:pt x="472239" y="49615"/>
                </a:cubicBezTo>
                <a:cubicBezTo>
                  <a:pt x="469122" y="53082"/>
                  <a:pt x="467590" y="57791"/>
                  <a:pt x="467642" y="63740"/>
                </a:cubicBezTo>
                <a:lnTo>
                  <a:pt x="500369" y="63740"/>
                </a:lnTo>
                <a:close/>
                <a:moveTo>
                  <a:pt x="560891" y="112208"/>
                </a:moveTo>
                <a:lnTo>
                  <a:pt x="538995" y="112208"/>
                </a:lnTo>
                <a:lnTo>
                  <a:pt x="538995" y="29455"/>
                </a:lnTo>
                <a:lnTo>
                  <a:pt x="559332" y="29455"/>
                </a:lnTo>
                <a:lnTo>
                  <a:pt x="559332" y="41221"/>
                </a:lnTo>
                <a:cubicBezTo>
                  <a:pt x="562813" y="35662"/>
                  <a:pt x="565943" y="32000"/>
                  <a:pt x="568722" y="30234"/>
                </a:cubicBezTo>
                <a:cubicBezTo>
                  <a:pt x="571501" y="28468"/>
                  <a:pt x="574657" y="27584"/>
                  <a:pt x="578189" y="27584"/>
                </a:cubicBezTo>
                <a:cubicBezTo>
                  <a:pt x="583176" y="27584"/>
                  <a:pt x="587982" y="28961"/>
                  <a:pt x="592605" y="31714"/>
                </a:cubicBezTo>
                <a:lnTo>
                  <a:pt x="585826" y="50805"/>
                </a:lnTo>
                <a:cubicBezTo>
                  <a:pt x="582138" y="48416"/>
                  <a:pt x="578709" y="47221"/>
                  <a:pt x="575540" y="47221"/>
                </a:cubicBezTo>
                <a:cubicBezTo>
                  <a:pt x="572475" y="47221"/>
                  <a:pt x="569878" y="48065"/>
                  <a:pt x="567748" y="49753"/>
                </a:cubicBezTo>
                <a:cubicBezTo>
                  <a:pt x="565618" y="51442"/>
                  <a:pt x="563943" y="54494"/>
                  <a:pt x="562722" y="58909"/>
                </a:cubicBezTo>
                <a:cubicBezTo>
                  <a:pt x="561501" y="63325"/>
                  <a:pt x="560891" y="72572"/>
                  <a:pt x="560891" y="86650"/>
                </a:cubicBezTo>
                <a:lnTo>
                  <a:pt x="560891" y="112208"/>
                </a:lnTo>
                <a:close/>
              </a:path>
            </a:pathLst>
          </a:custGeom>
          <a:solidFill xmlns:a="http://schemas.openxmlformats.org/drawingml/2006/main">
            <a:srgbClr val="00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...">
            <a:extLst xmlns:a="http://schemas.openxmlformats.org/drawingml/2006/main">
              <a:ext uri="{FF2B5EF4-FFF2-40B4-BE49-F238E27FC236}">
                <a16:creationId xmlns:a16="http://schemas.microsoft.com/office/drawing/2014/main" id="{C61F9443-CD25-4131-970E-55EA41BA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842" y="4672339"/>
            <a:ext cx="104703" cy="16052"/>
          </a:xfrm>
          <a:custGeom xmlns:a="http://schemas.openxmlformats.org/drawingml/2006/main">
            <a:pathLst>
              <a:path w="104703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  <a:moveTo>
                  <a:pt x="44364" y="16052"/>
                </a:moveTo>
                <a:lnTo>
                  <a:pt x="44364" y="0"/>
                </a:lnTo>
                <a:lnTo>
                  <a:pt x="60339" y="0"/>
                </a:lnTo>
                <a:lnTo>
                  <a:pt x="60339" y="16052"/>
                </a:lnTo>
                <a:lnTo>
                  <a:pt x="44364" y="16052"/>
                </a:lnTo>
                <a:close/>
                <a:moveTo>
                  <a:pt x="88729" y="16052"/>
                </a:moveTo>
                <a:lnTo>
                  <a:pt x="88729" y="0"/>
                </a:lnTo>
                <a:lnTo>
                  <a:pt x="104703" y="0"/>
                </a:lnTo>
                <a:lnTo>
                  <a:pt x="104703" y="16052"/>
                </a:lnTo>
                <a:lnTo>
                  <a:pt x="88729" y="1605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rebuy...prefer...">
            <a:extLst xmlns:a="http://schemas.openxmlformats.org/drawingml/2006/main">
              <a:ext uri="{FF2B5EF4-FFF2-40B4-BE49-F238E27FC236}">
                <a16:creationId xmlns:a16="http://schemas.microsoft.com/office/drawing/2014/main" id="{84D38DF3-DAE3-424B-8D10-14BB499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37" y="4789902"/>
            <a:ext cx="1190979" cy="149767"/>
          </a:xfrm>
          <a:custGeom xmlns:a="http://schemas.openxmlformats.org/drawingml/2006/main">
            <a:pathLst>
              <a:path w="1190979" h="149767">
                <a:moveTo>
                  <a:pt x="0" y="116104"/>
                </a:moveTo>
                <a:lnTo>
                  <a:pt x="0" y="33351"/>
                </a:lnTo>
                <a:lnTo>
                  <a:pt x="12623" y="33351"/>
                </a:lnTo>
                <a:lnTo>
                  <a:pt x="12623" y="45818"/>
                </a:lnTo>
                <a:cubicBezTo>
                  <a:pt x="15844" y="39981"/>
                  <a:pt x="18818" y="36132"/>
                  <a:pt x="21546" y="34271"/>
                </a:cubicBezTo>
                <a:cubicBezTo>
                  <a:pt x="24273" y="32411"/>
                  <a:pt x="27273" y="31481"/>
                  <a:pt x="30546" y="31481"/>
                </a:cubicBezTo>
                <a:cubicBezTo>
                  <a:pt x="35273" y="31481"/>
                  <a:pt x="40078" y="32981"/>
                  <a:pt x="44961" y="35981"/>
                </a:cubicBezTo>
                <a:lnTo>
                  <a:pt x="40130" y="48935"/>
                </a:lnTo>
                <a:cubicBezTo>
                  <a:pt x="36701" y="46909"/>
                  <a:pt x="33273" y="45896"/>
                  <a:pt x="29844" y="45896"/>
                </a:cubicBezTo>
                <a:cubicBezTo>
                  <a:pt x="26779" y="45896"/>
                  <a:pt x="24026" y="46820"/>
                  <a:pt x="21584" y="48667"/>
                </a:cubicBezTo>
                <a:cubicBezTo>
                  <a:pt x="19143" y="50513"/>
                  <a:pt x="17403" y="53074"/>
                  <a:pt x="16364" y="56350"/>
                </a:cubicBezTo>
                <a:cubicBezTo>
                  <a:pt x="14805" y="61342"/>
                  <a:pt x="14026" y="66802"/>
                  <a:pt x="14026" y="72731"/>
                </a:cubicBezTo>
                <a:lnTo>
                  <a:pt x="14026" y="116104"/>
                </a:lnTo>
                <a:lnTo>
                  <a:pt x="0" y="116104"/>
                </a:lnTo>
                <a:close/>
                <a:moveTo>
                  <a:pt x="109947" y="89455"/>
                </a:moveTo>
                <a:lnTo>
                  <a:pt x="124441" y="91247"/>
                </a:lnTo>
                <a:cubicBezTo>
                  <a:pt x="122155" y="99715"/>
                  <a:pt x="117921" y="106286"/>
                  <a:pt x="111739" y="110961"/>
                </a:cubicBezTo>
                <a:cubicBezTo>
                  <a:pt x="105557" y="115637"/>
                  <a:pt x="97661" y="117974"/>
                  <a:pt x="88051" y="117974"/>
                </a:cubicBezTo>
                <a:cubicBezTo>
                  <a:pt x="75947" y="117974"/>
                  <a:pt x="66350" y="114247"/>
                  <a:pt x="59259" y="106792"/>
                </a:cubicBezTo>
                <a:cubicBezTo>
                  <a:pt x="52168" y="99338"/>
                  <a:pt x="48622" y="88883"/>
                  <a:pt x="48622" y="75429"/>
                </a:cubicBezTo>
                <a:cubicBezTo>
                  <a:pt x="48622" y="61507"/>
                  <a:pt x="52207" y="50701"/>
                  <a:pt x="59376" y="43013"/>
                </a:cubicBezTo>
                <a:cubicBezTo>
                  <a:pt x="66544" y="35325"/>
                  <a:pt x="75843" y="31481"/>
                  <a:pt x="87272" y="31481"/>
                </a:cubicBezTo>
                <a:cubicBezTo>
                  <a:pt x="98337" y="31481"/>
                  <a:pt x="107376" y="35241"/>
                  <a:pt x="114389" y="42762"/>
                </a:cubicBezTo>
                <a:cubicBezTo>
                  <a:pt x="121402" y="50282"/>
                  <a:pt x="124908" y="60861"/>
                  <a:pt x="124908" y="74501"/>
                </a:cubicBezTo>
                <a:cubicBezTo>
                  <a:pt x="124908" y="75331"/>
                  <a:pt x="124882" y="76575"/>
                  <a:pt x="124830" y="78234"/>
                </a:cubicBezTo>
                <a:lnTo>
                  <a:pt x="63116" y="78234"/>
                </a:lnTo>
                <a:cubicBezTo>
                  <a:pt x="63635" y="87299"/>
                  <a:pt x="66207" y="94240"/>
                  <a:pt x="70830" y="99059"/>
                </a:cubicBezTo>
                <a:cubicBezTo>
                  <a:pt x="75453" y="103877"/>
                  <a:pt x="81220" y="106286"/>
                  <a:pt x="88129" y="106286"/>
                </a:cubicBezTo>
                <a:cubicBezTo>
                  <a:pt x="93272" y="106286"/>
                  <a:pt x="97661" y="104948"/>
                  <a:pt x="101298" y="102273"/>
                </a:cubicBezTo>
                <a:cubicBezTo>
                  <a:pt x="104934" y="99596"/>
                  <a:pt x="107817" y="95323"/>
                  <a:pt x="109947" y="89455"/>
                </a:cubicBezTo>
                <a:moveTo>
                  <a:pt x="63895" y="66546"/>
                </a:moveTo>
                <a:lnTo>
                  <a:pt x="110103" y="66546"/>
                </a:lnTo>
                <a:cubicBezTo>
                  <a:pt x="109480" y="59698"/>
                  <a:pt x="107713" y="54563"/>
                  <a:pt x="104804" y="51139"/>
                </a:cubicBezTo>
                <a:cubicBezTo>
                  <a:pt x="100337" y="45826"/>
                  <a:pt x="94544" y="43169"/>
                  <a:pt x="87428" y="43169"/>
                </a:cubicBezTo>
                <a:cubicBezTo>
                  <a:pt x="80986" y="43169"/>
                  <a:pt x="75570" y="45290"/>
                  <a:pt x="71181" y="49532"/>
                </a:cubicBezTo>
                <a:cubicBezTo>
                  <a:pt x="66791" y="53772"/>
                  <a:pt x="64363" y="59443"/>
                  <a:pt x="63895" y="66546"/>
                </a:cubicBezTo>
                <a:close/>
                <a:moveTo>
                  <a:pt x="154962" y="116104"/>
                </a:moveTo>
                <a:lnTo>
                  <a:pt x="141949" y="116104"/>
                </a:lnTo>
                <a:lnTo>
                  <a:pt x="141949" y="1870"/>
                </a:lnTo>
                <a:lnTo>
                  <a:pt x="155975" y="1870"/>
                </a:lnTo>
                <a:lnTo>
                  <a:pt x="155975" y="42774"/>
                </a:lnTo>
                <a:cubicBezTo>
                  <a:pt x="161897" y="35245"/>
                  <a:pt x="169455" y="31481"/>
                  <a:pt x="178650" y="31481"/>
                </a:cubicBezTo>
                <a:cubicBezTo>
                  <a:pt x="183741" y="31481"/>
                  <a:pt x="188559" y="32507"/>
                  <a:pt x="193105" y="34559"/>
                </a:cubicBezTo>
                <a:cubicBezTo>
                  <a:pt x="197650" y="36610"/>
                  <a:pt x="201390" y="39494"/>
                  <a:pt x="204326" y="43208"/>
                </a:cubicBezTo>
                <a:cubicBezTo>
                  <a:pt x="207261" y="46922"/>
                  <a:pt x="209559" y="51403"/>
                  <a:pt x="211222" y="56649"/>
                </a:cubicBezTo>
                <a:cubicBezTo>
                  <a:pt x="212884" y="61896"/>
                  <a:pt x="213715" y="67507"/>
                  <a:pt x="213715" y="73481"/>
                </a:cubicBezTo>
                <a:cubicBezTo>
                  <a:pt x="213715" y="87663"/>
                  <a:pt x="210209" y="98624"/>
                  <a:pt x="203196" y="106364"/>
                </a:cubicBezTo>
                <a:cubicBezTo>
                  <a:pt x="196183" y="114104"/>
                  <a:pt x="187767" y="117974"/>
                  <a:pt x="177949" y="117974"/>
                </a:cubicBezTo>
                <a:cubicBezTo>
                  <a:pt x="168183" y="117974"/>
                  <a:pt x="160520" y="113844"/>
                  <a:pt x="154962" y="105585"/>
                </a:cubicBezTo>
                <a:lnTo>
                  <a:pt x="154962" y="116104"/>
                </a:lnTo>
                <a:moveTo>
                  <a:pt x="154806" y="74107"/>
                </a:moveTo>
                <a:cubicBezTo>
                  <a:pt x="154806" y="83980"/>
                  <a:pt x="156157" y="91114"/>
                  <a:pt x="158858" y="95508"/>
                </a:cubicBezTo>
                <a:cubicBezTo>
                  <a:pt x="163274" y="102693"/>
                  <a:pt x="169248" y="106286"/>
                  <a:pt x="176780" y="106286"/>
                </a:cubicBezTo>
                <a:cubicBezTo>
                  <a:pt x="182910" y="106286"/>
                  <a:pt x="188209" y="103637"/>
                  <a:pt x="192676" y="98338"/>
                </a:cubicBezTo>
                <a:cubicBezTo>
                  <a:pt x="197144" y="93039"/>
                  <a:pt x="199378" y="85143"/>
                  <a:pt x="199378" y="74650"/>
                </a:cubicBezTo>
                <a:cubicBezTo>
                  <a:pt x="199378" y="63898"/>
                  <a:pt x="197235" y="55964"/>
                  <a:pt x="192949" y="50847"/>
                </a:cubicBezTo>
                <a:cubicBezTo>
                  <a:pt x="188663" y="45728"/>
                  <a:pt x="183481" y="43169"/>
                  <a:pt x="177403" y="43169"/>
                </a:cubicBezTo>
                <a:cubicBezTo>
                  <a:pt x="171274" y="43169"/>
                  <a:pt x="165975" y="45818"/>
                  <a:pt x="161507" y="51117"/>
                </a:cubicBezTo>
                <a:cubicBezTo>
                  <a:pt x="157040" y="56416"/>
                  <a:pt x="154806" y="64079"/>
                  <a:pt x="154806" y="74107"/>
                </a:cubicBezTo>
                <a:close/>
                <a:moveTo>
                  <a:pt x="284990" y="116104"/>
                </a:moveTo>
                <a:lnTo>
                  <a:pt x="284990" y="103948"/>
                </a:lnTo>
                <a:cubicBezTo>
                  <a:pt x="278548" y="113299"/>
                  <a:pt x="269795" y="117974"/>
                  <a:pt x="258730" y="117974"/>
                </a:cubicBezTo>
                <a:cubicBezTo>
                  <a:pt x="253847" y="117974"/>
                  <a:pt x="249288" y="117039"/>
                  <a:pt x="245055" y="115169"/>
                </a:cubicBezTo>
                <a:cubicBezTo>
                  <a:pt x="240821" y="113299"/>
                  <a:pt x="237678" y="110948"/>
                  <a:pt x="235626" y="108117"/>
                </a:cubicBezTo>
                <a:cubicBezTo>
                  <a:pt x="233574" y="105286"/>
                  <a:pt x="232133" y="101818"/>
                  <a:pt x="231301" y="97715"/>
                </a:cubicBezTo>
                <a:cubicBezTo>
                  <a:pt x="230730" y="94961"/>
                  <a:pt x="230444" y="90598"/>
                  <a:pt x="230444" y="84624"/>
                </a:cubicBezTo>
                <a:lnTo>
                  <a:pt x="230444" y="33351"/>
                </a:lnTo>
                <a:lnTo>
                  <a:pt x="244470" y="33351"/>
                </a:lnTo>
                <a:lnTo>
                  <a:pt x="244470" y="79247"/>
                </a:lnTo>
                <a:cubicBezTo>
                  <a:pt x="244470" y="86572"/>
                  <a:pt x="244756" y="91507"/>
                  <a:pt x="245327" y="94052"/>
                </a:cubicBezTo>
                <a:cubicBezTo>
                  <a:pt x="246211" y="97741"/>
                  <a:pt x="248081" y="100637"/>
                  <a:pt x="250938" y="102741"/>
                </a:cubicBezTo>
                <a:cubicBezTo>
                  <a:pt x="253795" y="104844"/>
                  <a:pt x="257327" y="105896"/>
                  <a:pt x="261535" y="105896"/>
                </a:cubicBezTo>
                <a:cubicBezTo>
                  <a:pt x="265743" y="105896"/>
                  <a:pt x="269691" y="104818"/>
                  <a:pt x="273379" y="102663"/>
                </a:cubicBezTo>
                <a:cubicBezTo>
                  <a:pt x="277068" y="100507"/>
                  <a:pt x="279678" y="97572"/>
                  <a:pt x="281211" y="93857"/>
                </a:cubicBezTo>
                <a:cubicBezTo>
                  <a:pt x="282743" y="90143"/>
                  <a:pt x="283509" y="84753"/>
                  <a:pt x="283509" y="77689"/>
                </a:cubicBezTo>
                <a:lnTo>
                  <a:pt x="283509" y="33351"/>
                </a:lnTo>
                <a:lnTo>
                  <a:pt x="297535" y="33351"/>
                </a:lnTo>
                <a:lnTo>
                  <a:pt x="297535" y="116104"/>
                </a:lnTo>
                <a:lnTo>
                  <a:pt x="284990" y="116104"/>
                </a:lnTo>
                <a:close/>
                <a:moveTo>
                  <a:pt x="318862" y="148052"/>
                </a:moveTo>
                <a:lnTo>
                  <a:pt x="317303" y="134883"/>
                </a:lnTo>
                <a:cubicBezTo>
                  <a:pt x="320368" y="135715"/>
                  <a:pt x="323044" y="136130"/>
                  <a:pt x="325329" y="136130"/>
                </a:cubicBezTo>
                <a:cubicBezTo>
                  <a:pt x="328446" y="136130"/>
                  <a:pt x="330940" y="135604"/>
                  <a:pt x="332810" y="134552"/>
                </a:cubicBezTo>
                <a:cubicBezTo>
                  <a:pt x="334680" y="133502"/>
                  <a:pt x="336212" y="132030"/>
                  <a:pt x="337407" y="130137"/>
                </a:cubicBezTo>
                <a:cubicBezTo>
                  <a:pt x="338290" y="128719"/>
                  <a:pt x="339719" y="125198"/>
                  <a:pt x="341693" y="119574"/>
                </a:cubicBezTo>
                <a:cubicBezTo>
                  <a:pt x="341953" y="118785"/>
                  <a:pt x="342368" y="117629"/>
                  <a:pt x="342940" y="116104"/>
                </a:cubicBezTo>
                <a:lnTo>
                  <a:pt x="311537" y="33351"/>
                </a:lnTo>
                <a:lnTo>
                  <a:pt x="326654" y="33351"/>
                </a:lnTo>
                <a:lnTo>
                  <a:pt x="343875" y="81161"/>
                </a:lnTo>
                <a:cubicBezTo>
                  <a:pt x="346109" y="87226"/>
                  <a:pt x="348109" y="93601"/>
                  <a:pt x="349875" y="100286"/>
                </a:cubicBezTo>
                <a:cubicBezTo>
                  <a:pt x="351485" y="93859"/>
                  <a:pt x="353407" y="87588"/>
                  <a:pt x="355641" y="81473"/>
                </a:cubicBezTo>
                <a:lnTo>
                  <a:pt x="373329" y="33351"/>
                </a:lnTo>
                <a:lnTo>
                  <a:pt x="387355" y="33351"/>
                </a:lnTo>
                <a:lnTo>
                  <a:pt x="355875" y="117563"/>
                </a:lnTo>
                <a:cubicBezTo>
                  <a:pt x="352498" y="126660"/>
                  <a:pt x="349875" y="132924"/>
                  <a:pt x="348005" y="136354"/>
                </a:cubicBezTo>
                <a:cubicBezTo>
                  <a:pt x="345511" y="140981"/>
                  <a:pt x="342654" y="144373"/>
                  <a:pt x="339433" y="146530"/>
                </a:cubicBezTo>
                <a:cubicBezTo>
                  <a:pt x="336212" y="148688"/>
                  <a:pt x="332368" y="149767"/>
                  <a:pt x="327901" y="149767"/>
                </a:cubicBezTo>
                <a:cubicBezTo>
                  <a:pt x="325199" y="149767"/>
                  <a:pt x="322186" y="149195"/>
                  <a:pt x="318862" y="148052"/>
                </a:cubicBezTo>
                <a:close/>
                <a:moveTo>
                  <a:pt x="447616" y="116104"/>
                </a:moveTo>
                <a:lnTo>
                  <a:pt x="447616" y="100052"/>
                </a:lnTo>
                <a:lnTo>
                  <a:pt x="463590" y="100052"/>
                </a:lnTo>
                <a:lnTo>
                  <a:pt x="463590" y="116104"/>
                </a:lnTo>
                <a:lnTo>
                  <a:pt x="447616" y="116104"/>
                </a:lnTo>
                <a:close/>
                <a:moveTo>
                  <a:pt x="491981" y="116104"/>
                </a:moveTo>
                <a:lnTo>
                  <a:pt x="491981" y="100052"/>
                </a:lnTo>
                <a:lnTo>
                  <a:pt x="507955" y="100052"/>
                </a:lnTo>
                <a:lnTo>
                  <a:pt x="507955" y="116104"/>
                </a:lnTo>
                <a:lnTo>
                  <a:pt x="491981" y="116104"/>
                </a:lnTo>
                <a:close/>
                <a:moveTo>
                  <a:pt x="536346" y="116104"/>
                </a:moveTo>
                <a:lnTo>
                  <a:pt x="536346" y="100052"/>
                </a:lnTo>
                <a:lnTo>
                  <a:pt x="552320" y="100052"/>
                </a:lnTo>
                <a:lnTo>
                  <a:pt x="552320" y="116104"/>
                </a:lnTo>
                <a:lnTo>
                  <a:pt x="536346" y="116104"/>
                </a:lnTo>
                <a:close/>
                <a:moveTo>
                  <a:pt x="621101" y="147896"/>
                </a:moveTo>
                <a:lnTo>
                  <a:pt x="621101" y="33351"/>
                </a:lnTo>
                <a:lnTo>
                  <a:pt x="633881" y="33351"/>
                </a:lnTo>
                <a:lnTo>
                  <a:pt x="633881" y="44026"/>
                </a:lnTo>
                <a:cubicBezTo>
                  <a:pt x="636894" y="39844"/>
                  <a:pt x="640296" y="36708"/>
                  <a:pt x="644089" y="34617"/>
                </a:cubicBezTo>
                <a:cubicBezTo>
                  <a:pt x="647881" y="32526"/>
                  <a:pt x="652478" y="31481"/>
                  <a:pt x="657881" y="31481"/>
                </a:cubicBezTo>
                <a:cubicBezTo>
                  <a:pt x="664946" y="31481"/>
                  <a:pt x="671179" y="33299"/>
                  <a:pt x="676582" y="36935"/>
                </a:cubicBezTo>
                <a:cubicBezTo>
                  <a:pt x="681985" y="40572"/>
                  <a:pt x="686063" y="45701"/>
                  <a:pt x="688816" y="52325"/>
                </a:cubicBezTo>
                <a:cubicBezTo>
                  <a:pt x="691569" y="58948"/>
                  <a:pt x="692946" y="66208"/>
                  <a:pt x="692946" y="74104"/>
                </a:cubicBezTo>
                <a:cubicBezTo>
                  <a:pt x="692946" y="82572"/>
                  <a:pt x="691426" y="90195"/>
                  <a:pt x="688387" y="96974"/>
                </a:cubicBezTo>
                <a:cubicBezTo>
                  <a:pt x="685348" y="103754"/>
                  <a:pt x="680933" y="108948"/>
                  <a:pt x="675141" y="112559"/>
                </a:cubicBezTo>
                <a:cubicBezTo>
                  <a:pt x="669348" y="116169"/>
                  <a:pt x="663257" y="117974"/>
                  <a:pt x="656868" y="117974"/>
                </a:cubicBezTo>
                <a:cubicBezTo>
                  <a:pt x="652192" y="117974"/>
                  <a:pt x="647998" y="116974"/>
                  <a:pt x="644283" y="114974"/>
                </a:cubicBezTo>
                <a:cubicBezTo>
                  <a:pt x="640569" y="112973"/>
                  <a:pt x="637517" y="110445"/>
                  <a:pt x="635127" y="107391"/>
                </a:cubicBezTo>
                <a:lnTo>
                  <a:pt x="635127" y="147896"/>
                </a:lnTo>
                <a:lnTo>
                  <a:pt x="621101" y="147896"/>
                </a:lnTo>
                <a:moveTo>
                  <a:pt x="633803" y="75078"/>
                </a:moveTo>
                <a:cubicBezTo>
                  <a:pt x="633803" y="85714"/>
                  <a:pt x="635959" y="93575"/>
                  <a:pt x="640270" y="98659"/>
                </a:cubicBezTo>
                <a:cubicBezTo>
                  <a:pt x="644582" y="103744"/>
                  <a:pt x="649803" y="106286"/>
                  <a:pt x="655933" y="106286"/>
                </a:cubicBezTo>
                <a:cubicBezTo>
                  <a:pt x="662166" y="106286"/>
                  <a:pt x="667504" y="103653"/>
                  <a:pt x="671946" y="98387"/>
                </a:cubicBezTo>
                <a:cubicBezTo>
                  <a:pt x="676387" y="93120"/>
                  <a:pt x="678608" y="84961"/>
                  <a:pt x="678608" y="73909"/>
                </a:cubicBezTo>
                <a:cubicBezTo>
                  <a:pt x="678608" y="63377"/>
                  <a:pt x="676439" y="55490"/>
                  <a:pt x="672102" y="50250"/>
                </a:cubicBezTo>
                <a:cubicBezTo>
                  <a:pt x="667764" y="45010"/>
                  <a:pt x="662582" y="42390"/>
                  <a:pt x="656556" y="42390"/>
                </a:cubicBezTo>
                <a:cubicBezTo>
                  <a:pt x="650582" y="42390"/>
                  <a:pt x="645296" y="45179"/>
                  <a:pt x="640699" y="50757"/>
                </a:cubicBezTo>
                <a:cubicBezTo>
                  <a:pt x="636101" y="56335"/>
                  <a:pt x="633803" y="64442"/>
                  <a:pt x="633803" y="75078"/>
                </a:cubicBezTo>
                <a:close/>
                <a:moveTo>
                  <a:pt x="709675" y="116104"/>
                </a:moveTo>
                <a:lnTo>
                  <a:pt x="709675" y="33351"/>
                </a:lnTo>
                <a:lnTo>
                  <a:pt x="722298" y="33351"/>
                </a:lnTo>
                <a:lnTo>
                  <a:pt x="722298" y="45818"/>
                </a:lnTo>
                <a:cubicBezTo>
                  <a:pt x="725519" y="39981"/>
                  <a:pt x="728493" y="36132"/>
                  <a:pt x="731220" y="34271"/>
                </a:cubicBezTo>
                <a:cubicBezTo>
                  <a:pt x="733947" y="32411"/>
                  <a:pt x="736947" y="31481"/>
                  <a:pt x="740220" y="31481"/>
                </a:cubicBezTo>
                <a:cubicBezTo>
                  <a:pt x="744948" y="31481"/>
                  <a:pt x="749753" y="32981"/>
                  <a:pt x="754636" y="35981"/>
                </a:cubicBezTo>
                <a:lnTo>
                  <a:pt x="749805" y="48935"/>
                </a:lnTo>
                <a:cubicBezTo>
                  <a:pt x="746376" y="46909"/>
                  <a:pt x="742948" y="45896"/>
                  <a:pt x="739519" y="45896"/>
                </a:cubicBezTo>
                <a:cubicBezTo>
                  <a:pt x="736454" y="45896"/>
                  <a:pt x="733701" y="46820"/>
                  <a:pt x="731259" y="48667"/>
                </a:cubicBezTo>
                <a:cubicBezTo>
                  <a:pt x="728818" y="50513"/>
                  <a:pt x="727077" y="53074"/>
                  <a:pt x="726038" y="56350"/>
                </a:cubicBezTo>
                <a:cubicBezTo>
                  <a:pt x="724480" y="61342"/>
                  <a:pt x="723701" y="66802"/>
                  <a:pt x="723701" y="72731"/>
                </a:cubicBezTo>
                <a:lnTo>
                  <a:pt x="723701" y="116104"/>
                </a:lnTo>
                <a:lnTo>
                  <a:pt x="709675" y="116104"/>
                </a:lnTo>
                <a:close/>
                <a:moveTo>
                  <a:pt x="819621" y="89455"/>
                </a:moveTo>
                <a:lnTo>
                  <a:pt x="834115" y="91247"/>
                </a:lnTo>
                <a:cubicBezTo>
                  <a:pt x="831829" y="99715"/>
                  <a:pt x="827595" y="106286"/>
                  <a:pt x="821413" y="110961"/>
                </a:cubicBezTo>
                <a:cubicBezTo>
                  <a:pt x="815232" y="115637"/>
                  <a:pt x="807335" y="117974"/>
                  <a:pt x="797725" y="117974"/>
                </a:cubicBezTo>
                <a:cubicBezTo>
                  <a:pt x="785621" y="117974"/>
                  <a:pt x="776024" y="114247"/>
                  <a:pt x="768933" y="106792"/>
                </a:cubicBezTo>
                <a:cubicBezTo>
                  <a:pt x="761842" y="99338"/>
                  <a:pt x="758296" y="88883"/>
                  <a:pt x="758296" y="75429"/>
                </a:cubicBezTo>
                <a:cubicBezTo>
                  <a:pt x="758296" y="61507"/>
                  <a:pt x="761881" y="50701"/>
                  <a:pt x="769050" y="43013"/>
                </a:cubicBezTo>
                <a:cubicBezTo>
                  <a:pt x="776219" y="35325"/>
                  <a:pt x="785517" y="31481"/>
                  <a:pt x="796946" y="31481"/>
                </a:cubicBezTo>
                <a:cubicBezTo>
                  <a:pt x="808011" y="31481"/>
                  <a:pt x="817050" y="35241"/>
                  <a:pt x="824063" y="42762"/>
                </a:cubicBezTo>
                <a:cubicBezTo>
                  <a:pt x="831076" y="50282"/>
                  <a:pt x="834582" y="60861"/>
                  <a:pt x="834582" y="74501"/>
                </a:cubicBezTo>
                <a:cubicBezTo>
                  <a:pt x="834582" y="75331"/>
                  <a:pt x="834556" y="76575"/>
                  <a:pt x="834504" y="78234"/>
                </a:cubicBezTo>
                <a:lnTo>
                  <a:pt x="772790" y="78234"/>
                </a:lnTo>
                <a:cubicBezTo>
                  <a:pt x="773309" y="87299"/>
                  <a:pt x="775881" y="94240"/>
                  <a:pt x="780504" y="99059"/>
                </a:cubicBezTo>
                <a:cubicBezTo>
                  <a:pt x="785128" y="103877"/>
                  <a:pt x="790894" y="106286"/>
                  <a:pt x="797803" y="106286"/>
                </a:cubicBezTo>
                <a:cubicBezTo>
                  <a:pt x="802946" y="106286"/>
                  <a:pt x="807335" y="104948"/>
                  <a:pt x="810972" y="102273"/>
                </a:cubicBezTo>
                <a:cubicBezTo>
                  <a:pt x="814608" y="99596"/>
                  <a:pt x="817491" y="95323"/>
                  <a:pt x="819621" y="89455"/>
                </a:cubicBezTo>
                <a:moveTo>
                  <a:pt x="773569" y="66546"/>
                </a:moveTo>
                <a:lnTo>
                  <a:pt x="819777" y="66546"/>
                </a:lnTo>
                <a:cubicBezTo>
                  <a:pt x="819154" y="59698"/>
                  <a:pt x="817387" y="54563"/>
                  <a:pt x="814478" y="51139"/>
                </a:cubicBezTo>
                <a:cubicBezTo>
                  <a:pt x="810011" y="45826"/>
                  <a:pt x="804219" y="43169"/>
                  <a:pt x="797102" y="43169"/>
                </a:cubicBezTo>
                <a:cubicBezTo>
                  <a:pt x="790660" y="43169"/>
                  <a:pt x="785245" y="45290"/>
                  <a:pt x="780855" y="49532"/>
                </a:cubicBezTo>
                <a:cubicBezTo>
                  <a:pt x="776465" y="53772"/>
                  <a:pt x="774037" y="59443"/>
                  <a:pt x="773569" y="66546"/>
                </a:cubicBezTo>
                <a:close/>
                <a:moveTo>
                  <a:pt x="855052" y="116104"/>
                </a:moveTo>
                <a:lnTo>
                  <a:pt x="855052" y="44260"/>
                </a:lnTo>
                <a:lnTo>
                  <a:pt x="842662" y="44260"/>
                </a:lnTo>
                <a:lnTo>
                  <a:pt x="842662" y="33351"/>
                </a:lnTo>
                <a:lnTo>
                  <a:pt x="855052" y="33351"/>
                </a:lnTo>
                <a:lnTo>
                  <a:pt x="855052" y="24565"/>
                </a:lnTo>
                <a:cubicBezTo>
                  <a:pt x="855052" y="19020"/>
                  <a:pt x="855545" y="14899"/>
                  <a:pt x="856532" y="12205"/>
                </a:cubicBezTo>
                <a:cubicBezTo>
                  <a:pt x="857883" y="8578"/>
                  <a:pt x="860260" y="5637"/>
                  <a:pt x="863662" y="3382"/>
                </a:cubicBezTo>
                <a:cubicBezTo>
                  <a:pt x="867065" y="1127"/>
                  <a:pt x="871831" y="0"/>
                  <a:pt x="877961" y="0"/>
                </a:cubicBezTo>
                <a:cubicBezTo>
                  <a:pt x="881909" y="0"/>
                  <a:pt x="886273" y="468"/>
                  <a:pt x="891052" y="1403"/>
                </a:cubicBezTo>
                <a:lnTo>
                  <a:pt x="888948" y="13636"/>
                </a:lnTo>
                <a:cubicBezTo>
                  <a:pt x="886039" y="13117"/>
                  <a:pt x="883286" y="12857"/>
                  <a:pt x="880688" y="12857"/>
                </a:cubicBezTo>
                <a:cubicBezTo>
                  <a:pt x="876428" y="12857"/>
                  <a:pt x="873415" y="13763"/>
                  <a:pt x="871649" y="15575"/>
                </a:cubicBezTo>
                <a:cubicBezTo>
                  <a:pt x="869883" y="17386"/>
                  <a:pt x="869000" y="20776"/>
                  <a:pt x="869000" y="25744"/>
                </a:cubicBezTo>
                <a:lnTo>
                  <a:pt x="869000" y="33351"/>
                </a:lnTo>
                <a:lnTo>
                  <a:pt x="885130" y="33351"/>
                </a:lnTo>
                <a:lnTo>
                  <a:pt x="885130" y="44260"/>
                </a:lnTo>
                <a:lnTo>
                  <a:pt x="869000" y="44260"/>
                </a:lnTo>
                <a:lnTo>
                  <a:pt x="869000" y="116104"/>
                </a:lnTo>
                <a:lnTo>
                  <a:pt x="855052" y="116104"/>
                </a:lnTo>
                <a:close/>
                <a:moveTo>
                  <a:pt x="952716" y="89455"/>
                </a:moveTo>
                <a:lnTo>
                  <a:pt x="967209" y="91247"/>
                </a:lnTo>
                <a:cubicBezTo>
                  <a:pt x="964923" y="99715"/>
                  <a:pt x="960690" y="106286"/>
                  <a:pt x="954508" y="110961"/>
                </a:cubicBezTo>
                <a:cubicBezTo>
                  <a:pt x="948326" y="115637"/>
                  <a:pt x="940430" y="117974"/>
                  <a:pt x="930819" y="117974"/>
                </a:cubicBezTo>
                <a:cubicBezTo>
                  <a:pt x="918716" y="117974"/>
                  <a:pt x="909118" y="114247"/>
                  <a:pt x="902027" y="106792"/>
                </a:cubicBezTo>
                <a:cubicBezTo>
                  <a:pt x="894936" y="99338"/>
                  <a:pt x="891391" y="88883"/>
                  <a:pt x="891391" y="75429"/>
                </a:cubicBezTo>
                <a:cubicBezTo>
                  <a:pt x="891391" y="61507"/>
                  <a:pt x="894975" y="50701"/>
                  <a:pt x="902144" y="43013"/>
                </a:cubicBezTo>
                <a:cubicBezTo>
                  <a:pt x="909313" y="35325"/>
                  <a:pt x="918612" y="31481"/>
                  <a:pt x="930040" y="31481"/>
                </a:cubicBezTo>
                <a:cubicBezTo>
                  <a:pt x="941105" y="31481"/>
                  <a:pt x="950144" y="35241"/>
                  <a:pt x="957157" y="42762"/>
                </a:cubicBezTo>
                <a:cubicBezTo>
                  <a:pt x="964170" y="50282"/>
                  <a:pt x="967677" y="60861"/>
                  <a:pt x="967677" y="74501"/>
                </a:cubicBezTo>
                <a:cubicBezTo>
                  <a:pt x="967677" y="75331"/>
                  <a:pt x="967651" y="76575"/>
                  <a:pt x="967599" y="78234"/>
                </a:cubicBezTo>
                <a:lnTo>
                  <a:pt x="905884" y="78234"/>
                </a:lnTo>
                <a:cubicBezTo>
                  <a:pt x="906404" y="87299"/>
                  <a:pt x="908975" y="94240"/>
                  <a:pt x="913599" y="99059"/>
                </a:cubicBezTo>
                <a:cubicBezTo>
                  <a:pt x="918222" y="103877"/>
                  <a:pt x="923988" y="106286"/>
                  <a:pt x="930897" y="106286"/>
                </a:cubicBezTo>
                <a:cubicBezTo>
                  <a:pt x="936040" y="106286"/>
                  <a:pt x="940430" y="104948"/>
                  <a:pt x="944066" y="102273"/>
                </a:cubicBezTo>
                <a:cubicBezTo>
                  <a:pt x="947703" y="99596"/>
                  <a:pt x="950586" y="95323"/>
                  <a:pt x="952716" y="89455"/>
                </a:cubicBezTo>
                <a:moveTo>
                  <a:pt x="906664" y="66546"/>
                </a:moveTo>
                <a:lnTo>
                  <a:pt x="952871" y="66546"/>
                </a:lnTo>
                <a:cubicBezTo>
                  <a:pt x="952248" y="59698"/>
                  <a:pt x="950482" y="54563"/>
                  <a:pt x="947573" y="51139"/>
                </a:cubicBezTo>
                <a:cubicBezTo>
                  <a:pt x="943105" y="45826"/>
                  <a:pt x="937313" y="43169"/>
                  <a:pt x="930196" y="43169"/>
                </a:cubicBezTo>
                <a:cubicBezTo>
                  <a:pt x="923754" y="43169"/>
                  <a:pt x="918339" y="45290"/>
                  <a:pt x="913949" y="49532"/>
                </a:cubicBezTo>
                <a:cubicBezTo>
                  <a:pt x="909560" y="53772"/>
                  <a:pt x="907131" y="59443"/>
                  <a:pt x="906664" y="66546"/>
                </a:cubicBezTo>
                <a:close/>
                <a:moveTo>
                  <a:pt x="984639" y="116104"/>
                </a:moveTo>
                <a:lnTo>
                  <a:pt x="984639" y="33351"/>
                </a:lnTo>
                <a:lnTo>
                  <a:pt x="997263" y="33351"/>
                </a:lnTo>
                <a:lnTo>
                  <a:pt x="997263" y="45818"/>
                </a:lnTo>
                <a:cubicBezTo>
                  <a:pt x="1000484" y="39981"/>
                  <a:pt x="1003458" y="36132"/>
                  <a:pt x="1006185" y="34271"/>
                </a:cubicBezTo>
                <a:cubicBezTo>
                  <a:pt x="1008912" y="32411"/>
                  <a:pt x="1011912" y="31481"/>
                  <a:pt x="1015185" y="31481"/>
                </a:cubicBezTo>
                <a:cubicBezTo>
                  <a:pt x="1019912" y="31481"/>
                  <a:pt x="1024717" y="32981"/>
                  <a:pt x="1029600" y="35981"/>
                </a:cubicBezTo>
                <a:lnTo>
                  <a:pt x="1024769" y="48935"/>
                </a:lnTo>
                <a:cubicBezTo>
                  <a:pt x="1021341" y="46909"/>
                  <a:pt x="1017912" y="45896"/>
                  <a:pt x="1014484" y="45896"/>
                </a:cubicBezTo>
                <a:cubicBezTo>
                  <a:pt x="1011419" y="45896"/>
                  <a:pt x="1008665" y="46820"/>
                  <a:pt x="1006224" y="48667"/>
                </a:cubicBezTo>
                <a:cubicBezTo>
                  <a:pt x="1003782" y="50513"/>
                  <a:pt x="1002042" y="53074"/>
                  <a:pt x="1001003" y="56350"/>
                </a:cubicBezTo>
                <a:cubicBezTo>
                  <a:pt x="999445" y="61342"/>
                  <a:pt x="998665" y="66802"/>
                  <a:pt x="998665" y="72731"/>
                </a:cubicBezTo>
                <a:lnTo>
                  <a:pt x="998665" y="116104"/>
                </a:lnTo>
                <a:lnTo>
                  <a:pt x="984639" y="116104"/>
                </a:lnTo>
                <a:close/>
                <a:moveTo>
                  <a:pt x="1086275" y="116104"/>
                </a:moveTo>
                <a:lnTo>
                  <a:pt x="1086275" y="100052"/>
                </a:lnTo>
                <a:lnTo>
                  <a:pt x="1102249" y="100052"/>
                </a:lnTo>
                <a:lnTo>
                  <a:pt x="1102249" y="116104"/>
                </a:lnTo>
                <a:lnTo>
                  <a:pt x="1086275" y="116104"/>
                </a:lnTo>
                <a:close/>
                <a:moveTo>
                  <a:pt x="1130640" y="116104"/>
                </a:moveTo>
                <a:lnTo>
                  <a:pt x="1130640" y="100052"/>
                </a:lnTo>
                <a:lnTo>
                  <a:pt x="1146614" y="100052"/>
                </a:lnTo>
                <a:lnTo>
                  <a:pt x="1146614" y="116104"/>
                </a:lnTo>
                <a:lnTo>
                  <a:pt x="1130640" y="116104"/>
                </a:lnTo>
                <a:close/>
                <a:moveTo>
                  <a:pt x="1175005" y="116104"/>
                </a:moveTo>
                <a:lnTo>
                  <a:pt x="1175005" y="100052"/>
                </a:lnTo>
                <a:lnTo>
                  <a:pt x="1190979" y="100052"/>
                </a:lnTo>
                <a:lnTo>
                  <a:pt x="1190979" y="116104"/>
                </a:lnTo>
                <a:lnTo>
                  <a:pt x="1175005" y="1161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pink">
            <a:extLst xmlns:a="http://schemas.openxmlformats.org/drawingml/2006/main">
              <a:ext uri="{FF2B5EF4-FFF2-40B4-BE49-F238E27FC236}">
                <a16:creationId xmlns:a16="http://schemas.microsoft.com/office/drawing/2014/main" id="{4F288FB1-0D84-47DB-A379-EA11D91D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82" y="4791773"/>
            <a:ext cx="315741" cy="145715"/>
          </a:xfrm>
          <a:custGeom xmlns:a="http://schemas.openxmlformats.org/drawingml/2006/main">
            <a:pathLst>
              <a:path w="315741" h="145715">
                <a:moveTo>
                  <a:pt x="0" y="31481"/>
                </a:moveTo>
                <a:lnTo>
                  <a:pt x="20416" y="31481"/>
                </a:lnTo>
                <a:lnTo>
                  <a:pt x="20416" y="43636"/>
                </a:lnTo>
                <a:cubicBezTo>
                  <a:pt x="23065" y="39481"/>
                  <a:pt x="26649" y="36104"/>
                  <a:pt x="31169" y="33507"/>
                </a:cubicBezTo>
                <a:cubicBezTo>
                  <a:pt x="35688" y="30909"/>
                  <a:pt x="40701" y="29610"/>
                  <a:pt x="46208" y="29610"/>
                </a:cubicBezTo>
                <a:cubicBezTo>
                  <a:pt x="55818" y="29610"/>
                  <a:pt x="63974" y="33377"/>
                  <a:pt x="70675" y="40909"/>
                </a:cubicBezTo>
                <a:cubicBezTo>
                  <a:pt x="77377" y="48442"/>
                  <a:pt x="80727" y="58935"/>
                  <a:pt x="80727" y="72390"/>
                </a:cubicBezTo>
                <a:cubicBezTo>
                  <a:pt x="80727" y="86208"/>
                  <a:pt x="77351" y="96948"/>
                  <a:pt x="70598" y="104611"/>
                </a:cubicBezTo>
                <a:cubicBezTo>
                  <a:pt x="63844" y="112273"/>
                  <a:pt x="55662" y="116104"/>
                  <a:pt x="46052" y="116104"/>
                </a:cubicBezTo>
                <a:cubicBezTo>
                  <a:pt x="41481" y="116104"/>
                  <a:pt x="37338" y="115195"/>
                  <a:pt x="33623" y="113377"/>
                </a:cubicBezTo>
                <a:cubicBezTo>
                  <a:pt x="29909" y="111559"/>
                  <a:pt x="26000" y="108442"/>
                  <a:pt x="21896" y="104026"/>
                </a:cubicBezTo>
                <a:lnTo>
                  <a:pt x="21896" y="145715"/>
                </a:lnTo>
                <a:lnTo>
                  <a:pt x="0" y="145715"/>
                </a:lnTo>
                <a:lnTo>
                  <a:pt x="0" y="31481"/>
                </a:lnTo>
                <a:moveTo>
                  <a:pt x="21662" y="71418"/>
                </a:moveTo>
                <a:cubicBezTo>
                  <a:pt x="21662" y="80702"/>
                  <a:pt x="23507" y="87562"/>
                  <a:pt x="27195" y="91997"/>
                </a:cubicBezTo>
                <a:cubicBezTo>
                  <a:pt x="30883" y="96432"/>
                  <a:pt x="35377" y="98650"/>
                  <a:pt x="40675" y="98650"/>
                </a:cubicBezTo>
                <a:cubicBezTo>
                  <a:pt x="45766" y="98650"/>
                  <a:pt x="50000" y="96614"/>
                  <a:pt x="53377" y="92542"/>
                </a:cubicBezTo>
                <a:cubicBezTo>
                  <a:pt x="56753" y="88471"/>
                  <a:pt x="58442" y="81792"/>
                  <a:pt x="58442" y="72507"/>
                </a:cubicBezTo>
                <a:cubicBezTo>
                  <a:pt x="58442" y="63844"/>
                  <a:pt x="56701" y="57412"/>
                  <a:pt x="53221" y="53211"/>
                </a:cubicBezTo>
                <a:cubicBezTo>
                  <a:pt x="49740" y="49010"/>
                  <a:pt x="45429" y="46909"/>
                  <a:pt x="40286" y="46909"/>
                </a:cubicBezTo>
                <a:cubicBezTo>
                  <a:pt x="34935" y="46909"/>
                  <a:pt x="30494" y="48971"/>
                  <a:pt x="26961" y="53094"/>
                </a:cubicBezTo>
                <a:cubicBezTo>
                  <a:pt x="23429" y="57218"/>
                  <a:pt x="21662" y="63326"/>
                  <a:pt x="21662" y="71418"/>
                </a:cubicBezTo>
                <a:close/>
                <a:moveTo>
                  <a:pt x="98130" y="20260"/>
                </a:moveTo>
                <a:lnTo>
                  <a:pt x="98130" y="0"/>
                </a:lnTo>
                <a:lnTo>
                  <a:pt x="120026" y="0"/>
                </a:lnTo>
                <a:lnTo>
                  <a:pt x="120026" y="20260"/>
                </a:lnTo>
                <a:lnTo>
                  <a:pt x="98130" y="20260"/>
                </a:lnTo>
                <a:moveTo>
                  <a:pt x="98130" y="114234"/>
                </a:moveTo>
                <a:lnTo>
                  <a:pt x="98130" y="31481"/>
                </a:lnTo>
                <a:lnTo>
                  <a:pt x="120026" y="31481"/>
                </a:lnTo>
                <a:lnTo>
                  <a:pt x="120026" y="114234"/>
                </a:lnTo>
                <a:lnTo>
                  <a:pt x="98130" y="114234"/>
                </a:lnTo>
                <a:close/>
                <a:moveTo>
                  <a:pt x="217768" y="114234"/>
                </a:moveTo>
                <a:lnTo>
                  <a:pt x="195872" y="114234"/>
                </a:lnTo>
                <a:lnTo>
                  <a:pt x="195872" y="72049"/>
                </a:lnTo>
                <a:cubicBezTo>
                  <a:pt x="195872" y="63124"/>
                  <a:pt x="195404" y="57351"/>
                  <a:pt x="194469" y="54731"/>
                </a:cubicBezTo>
                <a:cubicBezTo>
                  <a:pt x="193534" y="52111"/>
                  <a:pt x="192014" y="50074"/>
                  <a:pt x="189910" y="48621"/>
                </a:cubicBezTo>
                <a:cubicBezTo>
                  <a:pt x="187807" y="47168"/>
                  <a:pt x="185274" y="46442"/>
                  <a:pt x="182313" y="46442"/>
                </a:cubicBezTo>
                <a:cubicBezTo>
                  <a:pt x="178521" y="46442"/>
                  <a:pt x="175118" y="47480"/>
                  <a:pt x="172105" y="49556"/>
                </a:cubicBezTo>
                <a:cubicBezTo>
                  <a:pt x="169092" y="51631"/>
                  <a:pt x="167027" y="54381"/>
                  <a:pt x="165910" y="57806"/>
                </a:cubicBezTo>
                <a:cubicBezTo>
                  <a:pt x="164794" y="61230"/>
                  <a:pt x="164235" y="67560"/>
                  <a:pt x="164235" y="76797"/>
                </a:cubicBezTo>
                <a:lnTo>
                  <a:pt x="164235" y="114234"/>
                </a:lnTo>
                <a:lnTo>
                  <a:pt x="142339" y="114234"/>
                </a:lnTo>
                <a:lnTo>
                  <a:pt x="142339" y="31481"/>
                </a:lnTo>
                <a:lnTo>
                  <a:pt x="162677" y="31481"/>
                </a:lnTo>
                <a:lnTo>
                  <a:pt x="162677" y="43636"/>
                </a:lnTo>
                <a:cubicBezTo>
                  <a:pt x="169897" y="34286"/>
                  <a:pt x="178988" y="29610"/>
                  <a:pt x="189949" y="29610"/>
                </a:cubicBezTo>
                <a:cubicBezTo>
                  <a:pt x="194781" y="29610"/>
                  <a:pt x="199196" y="30481"/>
                  <a:pt x="203196" y="32221"/>
                </a:cubicBezTo>
                <a:cubicBezTo>
                  <a:pt x="207196" y="33961"/>
                  <a:pt x="210222" y="36182"/>
                  <a:pt x="212274" y="38883"/>
                </a:cubicBezTo>
                <a:cubicBezTo>
                  <a:pt x="214326" y="41585"/>
                  <a:pt x="215755" y="44649"/>
                  <a:pt x="216560" y="48078"/>
                </a:cubicBezTo>
                <a:cubicBezTo>
                  <a:pt x="217365" y="51507"/>
                  <a:pt x="217768" y="56416"/>
                  <a:pt x="217768" y="62805"/>
                </a:cubicBezTo>
                <a:lnTo>
                  <a:pt x="217768" y="114234"/>
                </a:lnTo>
                <a:close/>
                <a:moveTo>
                  <a:pt x="239222" y="114234"/>
                </a:moveTo>
                <a:lnTo>
                  <a:pt x="239222" y="0"/>
                </a:lnTo>
                <a:lnTo>
                  <a:pt x="261118" y="0"/>
                </a:lnTo>
                <a:lnTo>
                  <a:pt x="261118" y="60624"/>
                </a:lnTo>
                <a:lnTo>
                  <a:pt x="286754" y="31481"/>
                </a:lnTo>
                <a:lnTo>
                  <a:pt x="313715" y="31481"/>
                </a:lnTo>
                <a:lnTo>
                  <a:pt x="285429" y="61727"/>
                </a:lnTo>
                <a:lnTo>
                  <a:pt x="315741" y="114234"/>
                </a:lnTo>
                <a:lnTo>
                  <a:pt x="292131" y="114234"/>
                </a:lnTo>
                <a:lnTo>
                  <a:pt x="271325" y="77055"/>
                </a:lnTo>
                <a:lnTo>
                  <a:pt x="261118" y="87740"/>
                </a:lnTo>
                <a:lnTo>
                  <a:pt x="261118" y="114234"/>
                </a:lnTo>
                <a:lnTo>
                  <a:pt x="239222" y="114234"/>
                </a:lnTo>
                <a:close/>
              </a:path>
            </a:pathLst>
          </a:custGeom>
          <a:solidFill xmlns:a="http://schemas.openxmlformats.org/drawingml/2006/main">
            <a:srgbClr val="FF3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Text ,...">
            <a:extLst xmlns:a="http://schemas.openxmlformats.org/drawingml/2006/main">
              <a:ext uri="{FF2B5EF4-FFF2-40B4-BE49-F238E27FC236}">
                <a16:creationId xmlns:a16="http://schemas.microsoft.com/office/drawing/2014/main" id="{B370691D-AFDB-4D6C-BE20-D3FA86C1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334" y="4889955"/>
            <a:ext cx="194679" cy="38649"/>
          </a:xfrm>
          <a:custGeom xmlns:a="http://schemas.openxmlformats.org/drawingml/2006/main">
            <a:pathLst>
              <a:path w="194679" h="38649">
                <a:moveTo>
                  <a:pt x="935" y="16052"/>
                </a:moveTo>
                <a:lnTo>
                  <a:pt x="935" y="0"/>
                </a:lnTo>
                <a:lnTo>
                  <a:pt x="16909" y="0"/>
                </a:lnTo>
                <a:lnTo>
                  <a:pt x="16909" y="16006"/>
                </a:lnTo>
                <a:cubicBezTo>
                  <a:pt x="16909" y="21889"/>
                  <a:pt x="15870" y="26639"/>
                  <a:pt x="13792" y="30256"/>
                </a:cubicBezTo>
                <a:cubicBezTo>
                  <a:pt x="11714" y="33874"/>
                  <a:pt x="8416" y="36672"/>
                  <a:pt x="3896" y="38649"/>
                </a:cubicBezTo>
                <a:lnTo>
                  <a:pt x="0" y="32572"/>
                </a:lnTo>
                <a:cubicBezTo>
                  <a:pt x="2961" y="31279"/>
                  <a:pt x="5143" y="29379"/>
                  <a:pt x="6545" y="26871"/>
                </a:cubicBezTo>
                <a:cubicBezTo>
                  <a:pt x="7948" y="24363"/>
                  <a:pt x="8727" y="20757"/>
                  <a:pt x="8883" y="16052"/>
                </a:cubicBezTo>
                <a:lnTo>
                  <a:pt x="935" y="16052"/>
                </a:lnTo>
                <a:close/>
                <a:moveTo>
                  <a:pt x="89976" y="16052"/>
                </a:moveTo>
                <a:lnTo>
                  <a:pt x="89976" y="0"/>
                </a:lnTo>
                <a:lnTo>
                  <a:pt x="105950" y="0"/>
                </a:lnTo>
                <a:lnTo>
                  <a:pt x="105950" y="16052"/>
                </a:lnTo>
                <a:lnTo>
                  <a:pt x="89976" y="16052"/>
                </a:lnTo>
                <a:close/>
                <a:moveTo>
                  <a:pt x="134341" y="16052"/>
                </a:moveTo>
                <a:lnTo>
                  <a:pt x="134341" y="0"/>
                </a:lnTo>
                <a:lnTo>
                  <a:pt x="150315" y="0"/>
                </a:lnTo>
                <a:lnTo>
                  <a:pt x="150315" y="16052"/>
                </a:lnTo>
                <a:lnTo>
                  <a:pt x="134341" y="16052"/>
                </a:lnTo>
                <a:close/>
                <a:moveTo>
                  <a:pt x="178705" y="16052"/>
                </a:moveTo>
                <a:lnTo>
                  <a:pt x="178705" y="0"/>
                </a:lnTo>
                <a:lnTo>
                  <a:pt x="194679" y="0"/>
                </a:lnTo>
                <a:lnTo>
                  <a:pt x="194679" y="16052"/>
                </a:lnTo>
                <a:lnTo>
                  <a:pt x="178705" y="16052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ffcc799e74c70"/>
          <a:stretch xmlns:a="http://schemas.openxmlformats.org/drawingml/2006/main"/>
        </p:blipFill>
        <p:spPr>
          <a:xfrm xmlns:a="http://schemas.openxmlformats.org/drawingml/2006/main">
            <a:off x="6074698" y="4507407"/>
            <a:ext cx="348330" cy="405492"/>
          </a:xfrm>
          <a:prstGeom xmlns:a="http://schemas.openxmlformats.org/drawingml/2006/main" prst="rect">
            <a:avLst/>
          </a:prstGeom>
        </p:spPr>
      </p:pic>
      <p:sp>
        <p:nvSpPr>
          <p:cNvPr id="207" name="Text Bob">
            <a:extLst xmlns:a="http://schemas.openxmlformats.org/drawingml/2006/main">
              <a:ext uri="{FF2B5EF4-FFF2-40B4-BE49-F238E27FC236}">
                <a16:creationId xmlns:a16="http://schemas.microsoft.com/office/drawing/2014/main" id="{490B993E-BBC3-4149-9B4F-C3ADE0D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071" y="5129573"/>
            <a:ext cx="318942" cy="126659"/>
          </a:xfrm>
          <a:custGeom xmlns:a="http://schemas.openxmlformats.org/drawingml/2006/main">
            <a:pathLst>
              <a:path w="318942" h="126659">
                <a:moveTo>
                  <a:pt x="0" y="0"/>
                </a:moveTo>
                <a:lnTo>
                  <a:pt x="49814" y="0"/>
                </a:lnTo>
                <a:cubicBezTo>
                  <a:pt x="59674" y="0"/>
                  <a:pt x="67027" y="411"/>
                  <a:pt x="71873" y="1233"/>
                </a:cubicBezTo>
                <a:cubicBezTo>
                  <a:pt x="76718" y="2053"/>
                  <a:pt x="81053" y="3764"/>
                  <a:pt x="84879" y="6367"/>
                </a:cubicBezTo>
                <a:cubicBezTo>
                  <a:pt x="88704" y="8969"/>
                  <a:pt x="91892" y="12435"/>
                  <a:pt x="94442" y="16765"/>
                </a:cubicBezTo>
                <a:cubicBezTo>
                  <a:pt x="96992" y="21093"/>
                  <a:pt x="98267" y="25945"/>
                  <a:pt x="98267" y="31322"/>
                </a:cubicBezTo>
                <a:cubicBezTo>
                  <a:pt x="98267" y="37150"/>
                  <a:pt x="96694" y="42498"/>
                  <a:pt x="93549" y="47364"/>
                </a:cubicBezTo>
                <a:cubicBezTo>
                  <a:pt x="90404" y="52231"/>
                  <a:pt x="86140" y="55881"/>
                  <a:pt x="80756" y="58314"/>
                </a:cubicBezTo>
                <a:cubicBezTo>
                  <a:pt x="88350" y="60528"/>
                  <a:pt x="94187" y="64302"/>
                  <a:pt x="98267" y="69636"/>
                </a:cubicBezTo>
                <a:cubicBezTo>
                  <a:pt x="102347" y="74968"/>
                  <a:pt x="104388" y="81238"/>
                  <a:pt x="104388" y="88446"/>
                </a:cubicBezTo>
                <a:cubicBezTo>
                  <a:pt x="104388" y="94120"/>
                  <a:pt x="103070" y="99639"/>
                  <a:pt x="100435" y="105001"/>
                </a:cubicBezTo>
                <a:cubicBezTo>
                  <a:pt x="97800" y="110362"/>
                  <a:pt x="94201" y="114646"/>
                  <a:pt x="89639" y="117853"/>
                </a:cubicBezTo>
                <a:cubicBezTo>
                  <a:pt x="85077" y="121058"/>
                  <a:pt x="79452" y="123030"/>
                  <a:pt x="72765" y="123769"/>
                </a:cubicBezTo>
                <a:cubicBezTo>
                  <a:pt x="68572" y="124222"/>
                  <a:pt x="58456" y="124506"/>
                  <a:pt x="42418" y="124619"/>
                </a:cubicBezTo>
                <a:lnTo>
                  <a:pt x="0" y="124619"/>
                </a:lnTo>
                <a:lnTo>
                  <a:pt x="0" y="0"/>
                </a:lnTo>
                <a:moveTo>
                  <a:pt x="25162" y="20741"/>
                </a:moveTo>
                <a:lnTo>
                  <a:pt x="25162" y="49474"/>
                </a:lnTo>
                <a:lnTo>
                  <a:pt x="41653" y="49474"/>
                </a:lnTo>
                <a:cubicBezTo>
                  <a:pt x="51457" y="49474"/>
                  <a:pt x="57549" y="49332"/>
                  <a:pt x="59929" y="49049"/>
                </a:cubicBezTo>
                <a:cubicBezTo>
                  <a:pt x="64236" y="48540"/>
                  <a:pt x="67622" y="47058"/>
                  <a:pt x="70088" y="44602"/>
                </a:cubicBezTo>
                <a:cubicBezTo>
                  <a:pt x="72553" y="42144"/>
                  <a:pt x="73785" y="38908"/>
                  <a:pt x="73785" y="34895"/>
                </a:cubicBezTo>
                <a:cubicBezTo>
                  <a:pt x="73785" y="31054"/>
                  <a:pt x="72723" y="27932"/>
                  <a:pt x="70598" y="25531"/>
                </a:cubicBezTo>
                <a:cubicBezTo>
                  <a:pt x="68472" y="23130"/>
                  <a:pt x="65313" y="21675"/>
                  <a:pt x="61119" y="21167"/>
                </a:cubicBezTo>
                <a:cubicBezTo>
                  <a:pt x="58626" y="20883"/>
                  <a:pt x="51457" y="20741"/>
                  <a:pt x="39613" y="20741"/>
                </a:cubicBezTo>
                <a:lnTo>
                  <a:pt x="25162" y="20741"/>
                </a:lnTo>
                <a:moveTo>
                  <a:pt x="25162" y="70215"/>
                </a:moveTo>
                <a:lnTo>
                  <a:pt x="25162" y="103537"/>
                </a:lnTo>
                <a:lnTo>
                  <a:pt x="48453" y="103537"/>
                </a:lnTo>
                <a:cubicBezTo>
                  <a:pt x="57521" y="103537"/>
                  <a:pt x="63273" y="103282"/>
                  <a:pt x="65710" y="102772"/>
                </a:cubicBezTo>
                <a:cubicBezTo>
                  <a:pt x="69450" y="102092"/>
                  <a:pt x="72496" y="100435"/>
                  <a:pt x="74848" y="97800"/>
                </a:cubicBezTo>
                <a:cubicBezTo>
                  <a:pt x="77200" y="95164"/>
                  <a:pt x="78376" y="91637"/>
                  <a:pt x="78376" y="87216"/>
                </a:cubicBezTo>
                <a:cubicBezTo>
                  <a:pt x="78376" y="83476"/>
                  <a:pt x="77469" y="80302"/>
                  <a:pt x="75655" y="77696"/>
                </a:cubicBezTo>
                <a:cubicBezTo>
                  <a:pt x="73842" y="75089"/>
                  <a:pt x="71221" y="73190"/>
                  <a:pt x="67792" y="72000"/>
                </a:cubicBezTo>
                <a:cubicBezTo>
                  <a:pt x="64364" y="70810"/>
                  <a:pt x="56926" y="70215"/>
                  <a:pt x="45478" y="70215"/>
                </a:cubicBezTo>
                <a:lnTo>
                  <a:pt x="25162" y="70215"/>
                </a:lnTo>
                <a:close/>
                <a:moveTo>
                  <a:pt x="119915" y="78206"/>
                </a:moveTo>
                <a:cubicBezTo>
                  <a:pt x="119915" y="70272"/>
                  <a:pt x="121870" y="62593"/>
                  <a:pt x="125780" y="55169"/>
                </a:cubicBezTo>
                <a:cubicBezTo>
                  <a:pt x="129690" y="47745"/>
                  <a:pt x="135230" y="42078"/>
                  <a:pt x="142399" y="38168"/>
                </a:cubicBezTo>
                <a:cubicBezTo>
                  <a:pt x="149567" y="34257"/>
                  <a:pt x="157572" y="32302"/>
                  <a:pt x="166413" y="32302"/>
                </a:cubicBezTo>
                <a:cubicBezTo>
                  <a:pt x="180071" y="32302"/>
                  <a:pt x="191263" y="36737"/>
                  <a:pt x="199990" y="45606"/>
                </a:cubicBezTo>
                <a:cubicBezTo>
                  <a:pt x="208718" y="54475"/>
                  <a:pt x="213081" y="65681"/>
                  <a:pt x="213081" y="79226"/>
                </a:cubicBezTo>
                <a:cubicBezTo>
                  <a:pt x="213081" y="92883"/>
                  <a:pt x="208675" y="104203"/>
                  <a:pt x="199863" y="113186"/>
                </a:cubicBezTo>
                <a:cubicBezTo>
                  <a:pt x="191050" y="122168"/>
                  <a:pt x="179957" y="126659"/>
                  <a:pt x="166583" y="126659"/>
                </a:cubicBezTo>
                <a:cubicBezTo>
                  <a:pt x="158309" y="126659"/>
                  <a:pt x="150418" y="124789"/>
                  <a:pt x="142909" y="121049"/>
                </a:cubicBezTo>
                <a:cubicBezTo>
                  <a:pt x="135400" y="117308"/>
                  <a:pt x="129690" y="111826"/>
                  <a:pt x="125780" y="104600"/>
                </a:cubicBezTo>
                <a:cubicBezTo>
                  <a:pt x="121870" y="97375"/>
                  <a:pt x="119915" y="88576"/>
                  <a:pt x="119915" y="78206"/>
                </a:cubicBezTo>
                <a:moveTo>
                  <a:pt x="144396" y="79481"/>
                </a:moveTo>
                <a:cubicBezTo>
                  <a:pt x="144396" y="88406"/>
                  <a:pt x="146521" y="95242"/>
                  <a:pt x="150772" y="99988"/>
                </a:cubicBezTo>
                <a:cubicBezTo>
                  <a:pt x="155022" y="104735"/>
                  <a:pt x="160264" y="107108"/>
                  <a:pt x="166498" y="107108"/>
                </a:cubicBezTo>
                <a:cubicBezTo>
                  <a:pt x="172732" y="107108"/>
                  <a:pt x="177960" y="104735"/>
                  <a:pt x="182182" y="99988"/>
                </a:cubicBezTo>
                <a:cubicBezTo>
                  <a:pt x="186403" y="95242"/>
                  <a:pt x="188514" y="88350"/>
                  <a:pt x="188514" y="79311"/>
                </a:cubicBezTo>
                <a:cubicBezTo>
                  <a:pt x="188514" y="70498"/>
                  <a:pt x="186403" y="63719"/>
                  <a:pt x="182182" y="58973"/>
                </a:cubicBezTo>
                <a:cubicBezTo>
                  <a:pt x="177960" y="54227"/>
                  <a:pt x="172732" y="51854"/>
                  <a:pt x="166498" y="51854"/>
                </a:cubicBezTo>
                <a:cubicBezTo>
                  <a:pt x="160264" y="51854"/>
                  <a:pt x="155022" y="54227"/>
                  <a:pt x="150772" y="58973"/>
                </a:cubicBezTo>
                <a:cubicBezTo>
                  <a:pt x="146521" y="63719"/>
                  <a:pt x="144396" y="70555"/>
                  <a:pt x="144396" y="79481"/>
                </a:cubicBezTo>
                <a:close/>
                <a:moveTo>
                  <a:pt x="230790" y="124619"/>
                </a:moveTo>
                <a:lnTo>
                  <a:pt x="230790" y="0"/>
                </a:lnTo>
                <a:lnTo>
                  <a:pt x="254677" y="0"/>
                </a:lnTo>
                <a:lnTo>
                  <a:pt x="254677" y="44883"/>
                </a:lnTo>
                <a:cubicBezTo>
                  <a:pt x="262044" y="36496"/>
                  <a:pt x="270772" y="32302"/>
                  <a:pt x="280859" y="32302"/>
                </a:cubicBezTo>
                <a:cubicBezTo>
                  <a:pt x="291853" y="32302"/>
                  <a:pt x="300949" y="36283"/>
                  <a:pt x="308146" y="44246"/>
                </a:cubicBezTo>
                <a:cubicBezTo>
                  <a:pt x="315343" y="52208"/>
                  <a:pt x="318942" y="63641"/>
                  <a:pt x="318942" y="78546"/>
                </a:cubicBezTo>
                <a:cubicBezTo>
                  <a:pt x="318942" y="93960"/>
                  <a:pt x="315272" y="105833"/>
                  <a:pt x="307933" y="114163"/>
                </a:cubicBezTo>
                <a:cubicBezTo>
                  <a:pt x="300595" y="122494"/>
                  <a:pt x="291683" y="126659"/>
                  <a:pt x="281199" y="126659"/>
                </a:cubicBezTo>
                <a:cubicBezTo>
                  <a:pt x="276042" y="126659"/>
                  <a:pt x="270956" y="125370"/>
                  <a:pt x="265940" y="122791"/>
                </a:cubicBezTo>
                <a:cubicBezTo>
                  <a:pt x="260925" y="120213"/>
                  <a:pt x="256604" y="116402"/>
                  <a:pt x="252977" y="111358"/>
                </a:cubicBezTo>
                <a:lnTo>
                  <a:pt x="252977" y="124619"/>
                </a:lnTo>
                <a:lnTo>
                  <a:pt x="230790" y="124619"/>
                </a:lnTo>
                <a:moveTo>
                  <a:pt x="254507" y="77571"/>
                </a:moveTo>
                <a:cubicBezTo>
                  <a:pt x="254507" y="86907"/>
                  <a:pt x="255981" y="93810"/>
                  <a:pt x="258927" y="98280"/>
                </a:cubicBezTo>
                <a:cubicBezTo>
                  <a:pt x="263064" y="104619"/>
                  <a:pt x="268561" y="107788"/>
                  <a:pt x="275419" y="107788"/>
                </a:cubicBezTo>
                <a:cubicBezTo>
                  <a:pt x="280689" y="107788"/>
                  <a:pt x="285180" y="105539"/>
                  <a:pt x="288892" y="101040"/>
                </a:cubicBezTo>
                <a:cubicBezTo>
                  <a:pt x="292604" y="96542"/>
                  <a:pt x="294460" y="89455"/>
                  <a:pt x="294460" y="79778"/>
                </a:cubicBezTo>
                <a:cubicBezTo>
                  <a:pt x="294460" y="69478"/>
                  <a:pt x="292590" y="62051"/>
                  <a:pt x="288850" y="57496"/>
                </a:cubicBezTo>
                <a:cubicBezTo>
                  <a:pt x="285109" y="52941"/>
                  <a:pt x="280321" y="50664"/>
                  <a:pt x="274484" y="50664"/>
                </a:cubicBezTo>
                <a:cubicBezTo>
                  <a:pt x="268760" y="50664"/>
                  <a:pt x="263999" y="52885"/>
                  <a:pt x="260203" y="57329"/>
                </a:cubicBezTo>
                <a:cubicBezTo>
                  <a:pt x="256406" y="61770"/>
                  <a:pt x="254507" y="68518"/>
                  <a:pt x="254507" y="775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E9840A38-5FFE-4E15-BC27-95F71ED5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093" y="5144080"/>
            <a:ext cx="875876" cy="126659"/>
          </a:xfrm>
          <a:custGeom xmlns:a="http://schemas.openxmlformats.org/drawingml/2006/main">
            <a:pathLst>
              <a:path w="875876" h="126659">
                <a:moveTo>
                  <a:pt x="0" y="124619"/>
                </a:moveTo>
                <a:lnTo>
                  <a:pt x="0" y="0"/>
                </a:lnTo>
                <a:lnTo>
                  <a:pt x="25162" y="0"/>
                </a:lnTo>
                <a:lnTo>
                  <a:pt x="25162" y="124619"/>
                </a:lnTo>
                <a:lnTo>
                  <a:pt x="0" y="124619"/>
                </a:lnTo>
                <a:close/>
                <a:moveTo>
                  <a:pt x="131109" y="124619"/>
                </a:moveTo>
                <a:lnTo>
                  <a:pt x="107222" y="124619"/>
                </a:lnTo>
                <a:lnTo>
                  <a:pt x="107222" y="78599"/>
                </a:lnTo>
                <a:cubicBezTo>
                  <a:pt x="107222" y="68862"/>
                  <a:pt x="106712" y="62565"/>
                  <a:pt x="105692" y="59706"/>
                </a:cubicBezTo>
                <a:cubicBezTo>
                  <a:pt x="104672" y="56848"/>
                  <a:pt x="103014" y="54626"/>
                  <a:pt x="100719" y="53041"/>
                </a:cubicBezTo>
                <a:cubicBezTo>
                  <a:pt x="98424" y="51456"/>
                  <a:pt x="95661" y="50664"/>
                  <a:pt x="92431" y="50664"/>
                </a:cubicBezTo>
                <a:cubicBezTo>
                  <a:pt x="88294" y="50664"/>
                  <a:pt x="84582" y="51796"/>
                  <a:pt x="81295" y="54061"/>
                </a:cubicBezTo>
                <a:cubicBezTo>
                  <a:pt x="78008" y="56325"/>
                  <a:pt x="75756" y="59325"/>
                  <a:pt x="74537" y="63061"/>
                </a:cubicBezTo>
                <a:cubicBezTo>
                  <a:pt x="73319" y="66796"/>
                  <a:pt x="72710" y="73702"/>
                  <a:pt x="72710" y="83779"/>
                </a:cubicBezTo>
                <a:lnTo>
                  <a:pt x="72710" y="124619"/>
                </a:lnTo>
                <a:lnTo>
                  <a:pt x="48823" y="124619"/>
                </a:lnTo>
                <a:lnTo>
                  <a:pt x="48823" y="34342"/>
                </a:lnTo>
                <a:lnTo>
                  <a:pt x="71009" y="34342"/>
                </a:lnTo>
                <a:lnTo>
                  <a:pt x="71009" y="47603"/>
                </a:lnTo>
                <a:cubicBezTo>
                  <a:pt x="78887" y="37403"/>
                  <a:pt x="88804" y="32302"/>
                  <a:pt x="100762" y="32302"/>
                </a:cubicBezTo>
                <a:cubicBezTo>
                  <a:pt x="106032" y="32302"/>
                  <a:pt x="110849" y="33252"/>
                  <a:pt x="115213" y="35150"/>
                </a:cubicBezTo>
                <a:cubicBezTo>
                  <a:pt x="119576" y="37048"/>
                  <a:pt x="122877" y="39471"/>
                  <a:pt x="125116" y="42418"/>
                </a:cubicBezTo>
                <a:cubicBezTo>
                  <a:pt x="127354" y="45365"/>
                  <a:pt x="128913" y="48709"/>
                  <a:pt x="129791" y="52449"/>
                </a:cubicBezTo>
                <a:cubicBezTo>
                  <a:pt x="130670" y="56189"/>
                  <a:pt x="131109" y="61544"/>
                  <a:pt x="131109" y="68515"/>
                </a:cubicBezTo>
                <a:lnTo>
                  <a:pt x="131109" y="124619"/>
                </a:lnTo>
                <a:close/>
                <a:moveTo>
                  <a:pt x="146948" y="98947"/>
                </a:moveTo>
                <a:lnTo>
                  <a:pt x="170919" y="95207"/>
                </a:lnTo>
                <a:cubicBezTo>
                  <a:pt x="171939" y="99826"/>
                  <a:pt x="174008" y="103332"/>
                  <a:pt x="177125" y="105726"/>
                </a:cubicBezTo>
                <a:cubicBezTo>
                  <a:pt x="180242" y="108121"/>
                  <a:pt x="184605" y="109318"/>
                  <a:pt x="190216" y="109318"/>
                </a:cubicBezTo>
                <a:cubicBezTo>
                  <a:pt x="196393" y="109318"/>
                  <a:pt x="201040" y="108186"/>
                  <a:pt x="204157" y="105923"/>
                </a:cubicBezTo>
                <a:cubicBezTo>
                  <a:pt x="206254" y="104338"/>
                  <a:pt x="207302" y="102215"/>
                  <a:pt x="207302" y="99555"/>
                </a:cubicBezTo>
                <a:cubicBezTo>
                  <a:pt x="207302" y="97744"/>
                  <a:pt x="206735" y="96244"/>
                  <a:pt x="205602" y="95055"/>
                </a:cubicBezTo>
                <a:cubicBezTo>
                  <a:pt x="204412" y="93924"/>
                  <a:pt x="201748" y="92877"/>
                  <a:pt x="197611" y="91916"/>
                </a:cubicBezTo>
                <a:cubicBezTo>
                  <a:pt x="178343" y="87672"/>
                  <a:pt x="166131" y="83796"/>
                  <a:pt x="160974" y="80286"/>
                </a:cubicBezTo>
                <a:cubicBezTo>
                  <a:pt x="153833" y="75415"/>
                  <a:pt x="150263" y="68650"/>
                  <a:pt x="150263" y="59988"/>
                </a:cubicBezTo>
                <a:cubicBezTo>
                  <a:pt x="150263" y="52174"/>
                  <a:pt x="153351" y="45607"/>
                  <a:pt x="159529" y="40285"/>
                </a:cubicBezTo>
                <a:cubicBezTo>
                  <a:pt x="165706" y="34963"/>
                  <a:pt x="175283" y="32302"/>
                  <a:pt x="188261" y="32302"/>
                </a:cubicBezTo>
                <a:cubicBezTo>
                  <a:pt x="200615" y="32302"/>
                  <a:pt x="209796" y="34307"/>
                  <a:pt x="215803" y="38317"/>
                </a:cubicBezTo>
                <a:cubicBezTo>
                  <a:pt x="221810" y="42326"/>
                  <a:pt x="225947" y="48255"/>
                  <a:pt x="228214" y="56104"/>
                </a:cubicBezTo>
                <a:lnTo>
                  <a:pt x="205687" y="60354"/>
                </a:lnTo>
                <a:cubicBezTo>
                  <a:pt x="204724" y="56841"/>
                  <a:pt x="202896" y="54149"/>
                  <a:pt x="200204" y="52279"/>
                </a:cubicBezTo>
                <a:cubicBezTo>
                  <a:pt x="197512" y="50409"/>
                  <a:pt x="193673" y="49474"/>
                  <a:pt x="188686" y="49474"/>
                </a:cubicBezTo>
                <a:cubicBezTo>
                  <a:pt x="182395" y="49474"/>
                  <a:pt x="177890" y="50351"/>
                  <a:pt x="175170" y="52106"/>
                </a:cubicBezTo>
                <a:cubicBezTo>
                  <a:pt x="173356" y="53349"/>
                  <a:pt x="172450" y="54962"/>
                  <a:pt x="172450" y="56943"/>
                </a:cubicBezTo>
                <a:cubicBezTo>
                  <a:pt x="172450" y="58640"/>
                  <a:pt x="173243" y="60082"/>
                  <a:pt x="174830" y="61271"/>
                </a:cubicBezTo>
                <a:cubicBezTo>
                  <a:pt x="176983" y="62856"/>
                  <a:pt x="184421" y="65092"/>
                  <a:pt x="197144" y="67978"/>
                </a:cubicBezTo>
                <a:cubicBezTo>
                  <a:pt x="209866" y="70865"/>
                  <a:pt x="218750" y="74406"/>
                  <a:pt x="223793" y="78601"/>
                </a:cubicBezTo>
                <a:cubicBezTo>
                  <a:pt x="228780" y="82855"/>
                  <a:pt x="231274" y="88781"/>
                  <a:pt x="231274" y="96378"/>
                </a:cubicBezTo>
                <a:cubicBezTo>
                  <a:pt x="231274" y="104658"/>
                  <a:pt x="227817" y="111774"/>
                  <a:pt x="220903" y="117728"/>
                </a:cubicBezTo>
                <a:cubicBezTo>
                  <a:pt x="213989" y="123682"/>
                  <a:pt x="203760" y="126659"/>
                  <a:pt x="190216" y="126659"/>
                </a:cubicBezTo>
                <a:cubicBezTo>
                  <a:pt x="177918" y="126659"/>
                  <a:pt x="168185" y="124174"/>
                  <a:pt x="161016" y="119202"/>
                </a:cubicBezTo>
                <a:cubicBezTo>
                  <a:pt x="153847" y="114230"/>
                  <a:pt x="149158" y="107478"/>
                  <a:pt x="146948" y="98947"/>
                </a:cubicBezTo>
                <a:close/>
                <a:moveTo>
                  <a:pt x="293557" y="34342"/>
                </a:moveTo>
                <a:lnTo>
                  <a:pt x="293557" y="53384"/>
                </a:lnTo>
                <a:lnTo>
                  <a:pt x="277236" y="53384"/>
                </a:lnTo>
                <a:lnTo>
                  <a:pt x="277236" y="89708"/>
                </a:lnTo>
                <a:cubicBezTo>
                  <a:pt x="277236" y="97065"/>
                  <a:pt x="277391" y="101351"/>
                  <a:pt x="277703" y="102568"/>
                </a:cubicBezTo>
                <a:cubicBezTo>
                  <a:pt x="278015" y="103783"/>
                  <a:pt x="278723" y="104787"/>
                  <a:pt x="279828" y="105580"/>
                </a:cubicBezTo>
                <a:cubicBezTo>
                  <a:pt x="280933" y="106372"/>
                  <a:pt x="282279" y="106768"/>
                  <a:pt x="283866" y="106768"/>
                </a:cubicBezTo>
                <a:cubicBezTo>
                  <a:pt x="286076" y="106768"/>
                  <a:pt x="289278" y="106003"/>
                  <a:pt x="293472" y="104473"/>
                </a:cubicBezTo>
                <a:lnTo>
                  <a:pt x="295512" y="123073"/>
                </a:lnTo>
                <a:cubicBezTo>
                  <a:pt x="289958" y="125464"/>
                  <a:pt x="283668" y="126659"/>
                  <a:pt x="276641" y="126659"/>
                </a:cubicBezTo>
                <a:cubicBezTo>
                  <a:pt x="272334" y="126659"/>
                  <a:pt x="268452" y="125937"/>
                  <a:pt x="264995" y="124491"/>
                </a:cubicBezTo>
                <a:cubicBezTo>
                  <a:pt x="261538" y="123046"/>
                  <a:pt x="259002" y="121176"/>
                  <a:pt x="257387" y="118881"/>
                </a:cubicBezTo>
                <a:cubicBezTo>
                  <a:pt x="255772" y="116586"/>
                  <a:pt x="254652" y="113483"/>
                  <a:pt x="254029" y="109573"/>
                </a:cubicBezTo>
                <a:cubicBezTo>
                  <a:pt x="253519" y="106796"/>
                  <a:pt x="253264" y="101186"/>
                  <a:pt x="253264" y="92742"/>
                </a:cubicBezTo>
                <a:lnTo>
                  <a:pt x="253264" y="53384"/>
                </a:lnTo>
                <a:lnTo>
                  <a:pt x="242298" y="53384"/>
                </a:lnTo>
                <a:lnTo>
                  <a:pt x="242298" y="34342"/>
                </a:lnTo>
                <a:lnTo>
                  <a:pt x="253264" y="34342"/>
                </a:lnTo>
                <a:lnTo>
                  <a:pt x="253264" y="16321"/>
                </a:lnTo>
                <a:lnTo>
                  <a:pt x="277236" y="2210"/>
                </a:lnTo>
                <a:lnTo>
                  <a:pt x="277236" y="34342"/>
                </a:lnTo>
                <a:lnTo>
                  <a:pt x="293557" y="34342"/>
                </a:lnTo>
                <a:close/>
                <a:moveTo>
                  <a:pt x="332998" y="124619"/>
                </a:moveTo>
                <a:lnTo>
                  <a:pt x="309111" y="124619"/>
                </a:lnTo>
                <a:lnTo>
                  <a:pt x="309111" y="34342"/>
                </a:lnTo>
                <a:lnTo>
                  <a:pt x="331298" y="34342"/>
                </a:lnTo>
                <a:lnTo>
                  <a:pt x="331298" y="47178"/>
                </a:lnTo>
                <a:cubicBezTo>
                  <a:pt x="335095" y="41115"/>
                  <a:pt x="338509" y="37119"/>
                  <a:pt x="341541" y="35193"/>
                </a:cubicBezTo>
                <a:cubicBezTo>
                  <a:pt x="344573" y="33266"/>
                  <a:pt x="348016" y="32302"/>
                  <a:pt x="351870" y="32302"/>
                </a:cubicBezTo>
                <a:cubicBezTo>
                  <a:pt x="357310" y="32302"/>
                  <a:pt x="362552" y="33804"/>
                  <a:pt x="367596" y="36808"/>
                </a:cubicBezTo>
                <a:lnTo>
                  <a:pt x="360200" y="57634"/>
                </a:lnTo>
                <a:cubicBezTo>
                  <a:pt x="356176" y="55027"/>
                  <a:pt x="352436" y="53724"/>
                  <a:pt x="348979" y="53724"/>
                </a:cubicBezTo>
                <a:cubicBezTo>
                  <a:pt x="345636" y="53724"/>
                  <a:pt x="342802" y="54645"/>
                  <a:pt x="340479" y="56487"/>
                </a:cubicBezTo>
                <a:cubicBezTo>
                  <a:pt x="338155" y="58328"/>
                  <a:pt x="336328" y="61658"/>
                  <a:pt x="334996" y="66475"/>
                </a:cubicBezTo>
                <a:cubicBezTo>
                  <a:pt x="333664" y="71292"/>
                  <a:pt x="332998" y="81379"/>
                  <a:pt x="332998" y="96737"/>
                </a:cubicBezTo>
                <a:lnTo>
                  <a:pt x="332998" y="124619"/>
                </a:lnTo>
                <a:close/>
                <a:moveTo>
                  <a:pt x="437273" y="124619"/>
                </a:moveTo>
                <a:lnTo>
                  <a:pt x="437273" y="111103"/>
                </a:lnTo>
                <a:cubicBezTo>
                  <a:pt x="433986" y="115920"/>
                  <a:pt x="429665" y="119717"/>
                  <a:pt x="424309" y="122494"/>
                </a:cubicBezTo>
                <a:cubicBezTo>
                  <a:pt x="418954" y="125271"/>
                  <a:pt x="413301" y="126659"/>
                  <a:pt x="407351" y="126659"/>
                </a:cubicBezTo>
                <a:cubicBezTo>
                  <a:pt x="401287" y="126659"/>
                  <a:pt x="395846" y="125327"/>
                  <a:pt x="391029" y="122664"/>
                </a:cubicBezTo>
                <a:cubicBezTo>
                  <a:pt x="386212" y="120000"/>
                  <a:pt x="382727" y="116260"/>
                  <a:pt x="380574" y="111443"/>
                </a:cubicBezTo>
                <a:cubicBezTo>
                  <a:pt x="378420" y="106626"/>
                  <a:pt x="377343" y="99967"/>
                  <a:pt x="377343" y="91467"/>
                </a:cubicBezTo>
                <a:lnTo>
                  <a:pt x="377343" y="34342"/>
                </a:lnTo>
                <a:lnTo>
                  <a:pt x="401230" y="34342"/>
                </a:lnTo>
                <a:lnTo>
                  <a:pt x="401230" y="75730"/>
                </a:lnTo>
                <a:cubicBezTo>
                  <a:pt x="401230" y="88396"/>
                  <a:pt x="401669" y="96156"/>
                  <a:pt x="402548" y="99011"/>
                </a:cubicBezTo>
                <a:cubicBezTo>
                  <a:pt x="403426" y="101866"/>
                  <a:pt x="405027" y="104127"/>
                  <a:pt x="407351" y="105795"/>
                </a:cubicBezTo>
                <a:cubicBezTo>
                  <a:pt x="409674" y="107464"/>
                  <a:pt x="412621" y="108298"/>
                  <a:pt x="416191" y="108298"/>
                </a:cubicBezTo>
                <a:cubicBezTo>
                  <a:pt x="420271" y="108298"/>
                  <a:pt x="423927" y="107181"/>
                  <a:pt x="427157" y="104948"/>
                </a:cubicBezTo>
                <a:cubicBezTo>
                  <a:pt x="430387" y="102715"/>
                  <a:pt x="432597" y="99944"/>
                  <a:pt x="433787" y="96636"/>
                </a:cubicBezTo>
                <a:cubicBezTo>
                  <a:pt x="434978" y="93328"/>
                  <a:pt x="435573" y="85228"/>
                  <a:pt x="435573" y="72338"/>
                </a:cubicBezTo>
                <a:lnTo>
                  <a:pt x="435573" y="34342"/>
                </a:lnTo>
                <a:lnTo>
                  <a:pt x="459459" y="34342"/>
                </a:lnTo>
                <a:lnTo>
                  <a:pt x="459459" y="124619"/>
                </a:lnTo>
                <a:lnTo>
                  <a:pt x="437273" y="124619"/>
                </a:lnTo>
                <a:close/>
                <a:moveTo>
                  <a:pt x="562940" y="61034"/>
                </a:moveTo>
                <a:lnTo>
                  <a:pt x="539393" y="65285"/>
                </a:lnTo>
                <a:cubicBezTo>
                  <a:pt x="538599" y="60609"/>
                  <a:pt x="536800" y="57089"/>
                  <a:pt x="533995" y="54723"/>
                </a:cubicBezTo>
                <a:cubicBezTo>
                  <a:pt x="531190" y="52357"/>
                  <a:pt x="527549" y="51174"/>
                  <a:pt x="523072" y="51174"/>
                </a:cubicBezTo>
                <a:cubicBezTo>
                  <a:pt x="517121" y="51174"/>
                  <a:pt x="512375" y="53222"/>
                  <a:pt x="508833" y="57318"/>
                </a:cubicBezTo>
                <a:cubicBezTo>
                  <a:pt x="505291" y="61414"/>
                  <a:pt x="503520" y="68264"/>
                  <a:pt x="503520" y="77868"/>
                </a:cubicBezTo>
                <a:cubicBezTo>
                  <a:pt x="503520" y="88547"/>
                  <a:pt x="505320" y="96091"/>
                  <a:pt x="508918" y="100498"/>
                </a:cubicBezTo>
                <a:cubicBezTo>
                  <a:pt x="512517" y="104905"/>
                  <a:pt x="517348" y="107108"/>
                  <a:pt x="523412" y="107108"/>
                </a:cubicBezTo>
                <a:cubicBezTo>
                  <a:pt x="527945" y="107108"/>
                  <a:pt x="531657" y="105818"/>
                  <a:pt x="534547" y="103240"/>
                </a:cubicBezTo>
                <a:cubicBezTo>
                  <a:pt x="537438" y="100661"/>
                  <a:pt x="539478" y="96227"/>
                  <a:pt x="540668" y="89936"/>
                </a:cubicBezTo>
                <a:lnTo>
                  <a:pt x="564130" y="94017"/>
                </a:lnTo>
                <a:cubicBezTo>
                  <a:pt x="561693" y="104784"/>
                  <a:pt x="557017" y="112916"/>
                  <a:pt x="550104" y="118414"/>
                </a:cubicBezTo>
                <a:cubicBezTo>
                  <a:pt x="543190" y="123911"/>
                  <a:pt x="533924" y="126659"/>
                  <a:pt x="522307" y="126659"/>
                </a:cubicBezTo>
                <a:cubicBezTo>
                  <a:pt x="509102" y="126659"/>
                  <a:pt x="498576" y="122494"/>
                  <a:pt x="490727" y="114163"/>
                </a:cubicBezTo>
                <a:cubicBezTo>
                  <a:pt x="482878" y="105833"/>
                  <a:pt x="478953" y="94300"/>
                  <a:pt x="478953" y="79566"/>
                </a:cubicBezTo>
                <a:cubicBezTo>
                  <a:pt x="478953" y="64661"/>
                  <a:pt x="482892" y="53058"/>
                  <a:pt x="490769" y="44756"/>
                </a:cubicBezTo>
                <a:cubicBezTo>
                  <a:pt x="498647" y="36453"/>
                  <a:pt x="509301" y="32302"/>
                  <a:pt x="522732" y="32302"/>
                </a:cubicBezTo>
                <a:cubicBezTo>
                  <a:pt x="533726" y="32302"/>
                  <a:pt x="542467" y="34668"/>
                  <a:pt x="548956" y="39400"/>
                </a:cubicBezTo>
                <a:cubicBezTo>
                  <a:pt x="555445" y="44132"/>
                  <a:pt x="560106" y="51344"/>
                  <a:pt x="562940" y="61034"/>
                </a:cubicBezTo>
                <a:close/>
                <a:moveTo>
                  <a:pt x="622417" y="34342"/>
                </a:moveTo>
                <a:lnTo>
                  <a:pt x="622417" y="53384"/>
                </a:lnTo>
                <a:lnTo>
                  <a:pt x="606096" y="53384"/>
                </a:lnTo>
                <a:lnTo>
                  <a:pt x="606096" y="89708"/>
                </a:lnTo>
                <a:cubicBezTo>
                  <a:pt x="606096" y="97065"/>
                  <a:pt x="606252" y="101351"/>
                  <a:pt x="606564" y="102568"/>
                </a:cubicBezTo>
                <a:cubicBezTo>
                  <a:pt x="606875" y="103783"/>
                  <a:pt x="607584" y="104787"/>
                  <a:pt x="608689" y="105580"/>
                </a:cubicBezTo>
                <a:cubicBezTo>
                  <a:pt x="609794" y="106372"/>
                  <a:pt x="611140" y="106768"/>
                  <a:pt x="612727" y="106768"/>
                </a:cubicBezTo>
                <a:cubicBezTo>
                  <a:pt x="614937" y="106768"/>
                  <a:pt x="618139" y="106003"/>
                  <a:pt x="622332" y="104473"/>
                </a:cubicBezTo>
                <a:lnTo>
                  <a:pt x="624372" y="123073"/>
                </a:lnTo>
                <a:cubicBezTo>
                  <a:pt x="618819" y="125464"/>
                  <a:pt x="612528" y="126659"/>
                  <a:pt x="605501" y="126659"/>
                </a:cubicBezTo>
                <a:cubicBezTo>
                  <a:pt x="601194" y="126659"/>
                  <a:pt x="597312" y="125937"/>
                  <a:pt x="593855" y="124491"/>
                </a:cubicBezTo>
                <a:cubicBezTo>
                  <a:pt x="590398" y="123046"/>
                  <a:pt x="587862" y="121176"/>
                  <a:pt x="586247" y="118881"/>
                </a:cubicBezTo>
                <a:cubicBezTo>
                  <a:pt x="584632" y="116586"/>
                  <a:pt x="583513" y="113483"/>
                  <a:pt x="582889" y="109573"/>
                </a:cubicBezTo>
                <a:cubicBezTo>
                  <a:pt x="582379" y="106796"/>
                  <a:pt x="582124" y="101186"/>
                  <a:pt x="582124" y="92742"/>
                </a:cubicBezTo>
                <a:lnTo>
                  <a:pt x="582124" y="53384"/>
                </a:lnTo>
                <a:lnTo>
                  <a:pt x="571159" y="53384"/>
                </a:lnTo>
                <a:lnTo>
                  <a:pt x="571159" y="34342"/>
                </a:lnTo>
                <a:lnTo>
                  <a:pt x="582124" y="34342"/>
                </a:lnTo>
                <a:lnTo>
                  <a:pt x="582124" y="16321"/>
                </a:lnTo>
                <a:lnTo>
                  <a:pt x="606096" y="2210"/>
                </a:lnTo>
                <a:lnTo>
                  <a:pt x="606096" y="34342"/>
                </a:lnTo>
                <a:lnTo>
                  <a:pt x="622417" y="34342"/>
                </a:lnTo>
                <a:close/>
                <a:moveTo>
                  <a:pt x="638992" y="22102"/>
                </a:moveTo>
                <a:lnTo>
                  <a:pt x="638992" y="0"/>
                </a:lnTo>
                <a:lnTo>
                  <a:pt x="662879" y="0"/>
                </a:lnTo>
                <a:lnTo>
                  <a:pt x="662879" y="22102"/>
                </a:lnTo>
                <a:lnTo>
                  <a:pt x="638992" y="22102"/>
                </a:lnTo>
                <a:moveTo>
                  <a:pt x="638992" y="124619"/>
                </a:moveTo>
                <a:lnTo>
                  <a:pt x="638992" y="34342"/>
                </a:lnTo>
                <a:lnTo>
                  <a:pt x="662879" y="34342"/>
                </a:lnTo>
                <a:lnTo>
                  <a:pt x="662879" y="124619"/>
                </a:lnTo>
                <a:lnTo>
                  <a:pt x="638992" y="124619"/>
                </a:lnTo>
                <a:close/>
                <a:moveTo>
                  <a:pt x="681865" y="78206"/>
                </a:moveTo>
                <a:cubicBezTo>
                  <a:pt x="681865" y="70272"/>
                  <a:pt x="683820" y="62593"/>
                  <a:pt x="687730" y="55169"/>
                </a:cubicBezTo>
                <a:cubicBezTo>
                  <a:pt x="691640" y="47745"/>
                  <a:pt x="697180" y="42078"/>
                  <a:pt x="704349" y="38168"/>
                </a:cubicBezTo>
                <a:cubicBezTo>
                  <a:pt x="711518" y="34257"/>
                  <a:pt x="719522" y="32302"/>
                  <a:pt x="728363" y="32302"/>
                </a:cubicBezTo>
                <a:cubicBezTo>
                  <a:pt x="742021" y="32302"/>
                  <a:pt x="753213" y="36737"/>
                  <a:pt x="761940" y="45606"/>
                </a:cubicBezTo>
                <a:cubicBezTo>
                  <a:pt x="770668" y="54475"/>
                  <a:pt x="775031" y="65681"/>
                  <a:pt x="775031" y="79226"/>
                </a:cubicBezTo>
                <a:cubicBezTo>
                  <a:pt x="775031" y="92883"/>
                  <a:pt x="770625" y="104203"/>
                  <a:pt x="761813" y="113186"/>
                </a:cubicBezTo>
                <a:cubicBezTo>
                  <a:pt x="753001" y="122168"/>
                  <a:pt x="741907" y="126659"/>
                  <a:pt x="728533" y="126659"/>
                </a:cubicBezTo>
                <a:cubicBezTo>
                  <a:pt x="720259" y="126659"/>
                  <a:pt x="712368" y="124789"/>
                  <a:pt x="704859" y="121049"/>
                </a:cubicBezTo>
                <a:cubicBezTo>
                  <a:pt x="697350" y="117308"/>
                  <a:pt x="691640" y="111826"/>
                  <a:pt x="687730" y="104600"/>
                </a:cubicBezTo>
                <a:cubicBezTo>
                  <a:pt x="683820" y="97375"/>
                  <a:pt x="681865" y="88576"/>
                  <a:pt x="681865" y="78206"/>
                </a:cubicBezTo>
                <a:moveTo>
                  <a:pt x="706346" y="79481"/>
                </a:moveTo>
                <a:cubicBezTo>
                  <a:pt x="706346" y="88406"/>
                  <a:pt x="708472" y="95242"/>
                  <a:pt x="712722" y="99988"/>
                </a:cubicBezTo>
                <a:cubicBezTo>
                  <a:pt x="716972" y="104735"/>
                  <a:pt x="722214" y="107108"/>
                  <a:pt x="728448" y="107108"/>
                </a:cubicBezTo>
                <a:cubicBezTo>
                  <a:pt x="734682" y="107108"/>
                  <a:pt x="739910" y="104735"/>
                  <a:pt x="744132" y="99988"/>
                </a:cubicBezTo>
                <a:cubicBezTo>
                  <a:pt x="748354" y="95242"/>
                  <a:pt x="750465" y="88350"/>
                  <a:pt x="750465" y="79311"/>
                </a:cubicBezTo>
                <a:cubicBezTo>
                  <a:pt x="750465" y="70498"/>
                  <a:pt x="748354" y="63719"/>
                  <a:pt x="744132" y="58973"/>
                </a:cubicBezTo>
                <a:cubicBezTo>
                  <a:pt x="739910" y="54227"/>
                  <a:pt x="734682" y="51854"/>
                  <a:pt x="728448" y="51854"/>
                </a:cubicBezTo>
                <a:cubicBezTo>
                  <a:pt x="722214" y="51854"/>
                  <a:pt x="716972" y="54227"/>
                  <a:pt x="712722" y="58973"/>
                </a:cubicBezTo>
                <a:cubicBezTo>
                  <a:pt x="708472" y="63719"/>
                  <a:pt x="706346" y="70555"/>
                  <a:pt x="706346" y="79481"/>
                </a:cubicBezTo>
                <a:close/>
                <a:moveTo>
                  <a:pt x="875876" y="124619"/>
                </a:moveTo>
                <a:lnTo>
                  <a:pt x="851990" y="124619"/>
                </a:lnTo>
                <a:lnTo>
                  <a:pt x="851990" y="78599"/>
                </a:lnTo>
                <a:cubicBezTo>
                  <a:pt x="851990" y="68862"/>
                  <a:pt x="851480" y="62565"/>
                  <a:pt x="850460" y="59706"/>
                </a:cubicBezTo>
                <a:cubicBezTo>
                  <a:pt x="849440" y="56848"/>
                  <a:pt x="847782" y="54626"/>
                  <a:pt x="845487" y="53041"/>
                </a:cubicBezTo>
                <a:cubicBezTo>
                  <a:pt x="843192" y="51456"/>
                  <a:pt x="840429" y="50664"/>
                  <a:pt x="837199" y="50664"/>
                </a:cubicBezTo>
                <a:cubicBezTo>
                  <a:pt x="833062" y="50664"/>
                  <a:pt x="829350" y="51796"/>
                  <a:pt x="826063" y="54061"/>
                </a:cubicBezTo>
                <a:cubicBezTo>
                  <a:pt x="822776" y="56325"/>
                  <a:pt x="820523" y="59325"/>
                  <a:pt x="819305" y="63061"/>
                </a:cubicBezTo>
                <a:cubicBezTo>
                  <a:pt x="818086" y="66796"/>
                  <a:pt x="817477" y="73702"/>
                  <a:pt x="817477" y="83779"/>
                </a:cubicBezTo>
                <a:lnTo>
                  <a:pt x="817477" y="124619"/>
                </a:lnTo>
                <a:lnTo>
                  <a:pt x="793591" y="124619"/>
                </a:lnTo>
                <a:lnTo>
                  <a:pt x="793591" y="34342"/>
                </a:lnTo>
                <a:lnTo>
                  <a:pt x="815777" y="34342"/>
                </a:lnTo>
                <a:lnTo>
                  <a:pt x="815777" y="47603"/>
                </a:lnTo>
                <a:cubicBezTo>
                  <a:pt x="823654" y="37403"/>
                  <a:pt x="833572" y="32302"/>
                  <a:pt x="845529" y="32302"/>
                </a:cubicBezTo>
                <a:cubicBezTo>
                  <a:pt x="850800" y="32302"/>
                  <a:pt x="855617" y="33252"/>
                  <a:pt x="859980" y="35150"/>
                </a:cubicBezTo>
                <a:cubicBezTo>
                  <a:pt x="864344" y="37048"/>
                  <a:pt x="867645" y="39471"/>
                  <a:pt x="869883" y="42418"/>
                </a:cubicBezTo>
                <a:cubicBezTo>
                  <a:pt x="872122" y="45365"/>
                  <a:pt x="873680" y="48709"/>
                  <a:pt x="874559" y="52449"/>
                </a:cubicBezTo>
                <a:cubicBezTo>
                  <a:pt x="875437" y="56189"/>
                  <a:pt x="875876" y="61544"/>
                  <a:pt x="875876" y="68515"/>
                </a:cubicBezTo>
                <a:lnTo>
                  <a:pt x="875876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Time">
            <a:extLst xmlns:a="http://schemas.openxmlformats.org/drawingml/2006/main">
              <a:ext uri="{FF2B5EF4-FFF2-40B4-BE49-F238E27FC236}">
                <a16:creationId xmlns:a16="http://schemas.microsoft.com/office/drawing/2014/main" id="{70AB8148-B300-48F5-857E-EB109030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946" y="5129573"/>
            <a:ext cx="392814" cy="126659"/>
          </a:xfrm>
          <a:custGeom xmlns:a="http://schemas.openxmlformats.org/drawingml/2006/main">
            <a:pathLst>
              <a:path w="392814" h="126659">
                <a:moveTo>
                  <a:pt x="36978" y="124619"/>
                </a:moveTo>
                <a:lnTo>
                  <a:pt x="36978" y="21082"/>
                </a:lnTo>
                <a:lnTo>
                  <a:pt x="0" y="21082"/>
                </a:lnTo>
                <a:lnTo>
                  <a:pt x="0" y="0"/>
                </a:lnTo>
                <a:lnTo>
                  <a:pt x="99032" y="0"/>
                </a:lnTo>
                <a:lnTo>
                  <a:pt x="99032" y="21082"/>
                </a:lnTo>
                <a:lnTo>
                  <a:pt x="62139" y="21082"/>
                </a:lnTo>
                <a:lnTo>
                  <a:pt x="62139" y="124619"/>
                </a:lnTo>
                <a:lnTo>
                  <a:pt x="36978" y="124619"/>
                </a:lnTo>
                <a:close/>
                <a:moveTo>
                  <a:pt x="111953" y="22102"/>
                </a:moveTo>
                <a:lnTo>
                  <a:pt x="111953" y="0"/>
                </a:lnTo>
                <a:lnTo>
                  <a:pt x="135840" y="0"/>
                </a:lnTo>
                <a:lnTo>
                  <a:pt x="135840" y="22102"/>
                </a:lnTo>
                <a:lnTo>
                  <a:pt x="111953" y="22102"/>
                </a:lnTo>
                <a:moveTo>
                  <a:pt x="111953" y="124619"/>
                </a:moveTo>
                <a:lnTo>
                  <a:pt x="111953" y="34342"/>
                </a:lnTo>
                <a:lnTo>
                  <a:pt x="135840" y="34342"/>
                </a:lnTo>
                <a:lnTo>
                  <a:pt x="135840" y="124619"/>
                </a:lnTo>
                <a:lnTo>
                  <a:pt x="111953" y="124619"/>
                </a:lnTo>
                <a:close/>
                <a:moveTo>
                  <a:pt x="158566" y="34342"/>
                </a:moveTo>
                <a:lnTo>
                  <a:pt x="180582" y="34342"/>
                </a:lnTo>
                <a:lnTo>
                  <a:pt x="180582" y="46668"/>
                </a:lnTo>
                <a:cubicBezTo>
                  <a:pt x="188460" y="37091"/>
                  <a:pt x="197839" y="32302"/>
                  <a:pt x="208719" y="32302"/>
                </a:cubicBezTo>
                <a:cubicBezTo>
                  <a:pt x="214500" y="32302"/>
                  <a:pt x="219515" y="33498"/>
                  <a:pt x="223765" y="35889"/>
                </a:cubicBezTo>
                <a:cubicBezTo>
                  <a:pt x="228016" y="38279"/>
                  <a:pt x="231501" y="41895"/>
                  <a:pt x="234221" y="46735"/>
                </a:cubicBezTo>
                <a:cubicBezTo>
                  <a:pt x="238188" y="41895"/>
                  <a:pt x="242467" y="38279"/>
                  <a:pt x="247057" y="35889"/>
                </a:cubicBezTo>
                <a:cubicBezTo>
                  <a:pt x="251647" y="33498"/>
                  <a:pt x="256549" y="32302"/>
                  <a:pt x="261763" y="32302"/>
                </a:cubicBezTo>
                <a:cubicBezTo>
                  <a:pt x="268394" y="32302"/>
                  <a:pt x="274004" y="33648"/>
                  <a:pt x="278594" y="36340"/>
                </a:cubicBezTo>
                <a:cubicBezTo>
                  <a:pt x="283185" y="39032"/>
                  <a:pt x="286613" y="42985"/>
                  <a:pt x="288880" y="48198"/>
                </a:cubicBezTo>
                <a:cubicBezTo>
                  <a:pt x="290524" y="52052"/>
                  <a:pt x="291345" y="58286"/>
                  <a:pt x="291345" y="66900"/>
                </a:cubicBezTo>
                <a:lnTo>
                  <a:pt x="291345" y="124619"/>
                </a:lnTo>
                <a:lnTo>
                  <a:pt x="267459" y="124619"/>
                </a:lnTo>
                <a:lnTo>
                  <a:pt x="267459" y="73079"/>
                </a:lnTo>
                <a:cubicBezTo>
                  <a:pt x="267459" y="64135"/>
                  <a:pt x="266637" y="58362"/>
                  <a:pt x="264993" y="55759"/>
                </a:cubicBezTo>
                <a:cubicBezTo>
                  <a:pt x="262783" y="52362"/>
                  <a:pt x="259383" y="50664"/>
                  <a:pt x="254793" y="50664"/>
                </a:cubicBezTo>
                <a:cubicBezTo>
                  <a:pt x="251449" y="50664"/>
                  <a:pt x="248304" y="51683"/>
                  <a:pt x="245357" y="53721"/>
                </a:cubicBezTo>
                <a:cubicBezTo>
                  <a:pt x="242410" y="55758"/>
                  <a:pt x="240285" y="58744"/>
                  <a:pt x="238982" y="62679"/>
                </a:cubicBezTo>
                <a:cubicBezTo>
                  <a:pt x="237678" y="66612"/>
                  <a:pt x="237026" y="72825"/>
                  <a:pt x="237026" y="81316"/>
                </a:cubicBezTo>
                <a:lnTo>
                  <a:pt x="237026" y="124619"/>
                </a:lnTo>
                <a:lnTo>
                  <a:pt x="213140" y="124619"/>
                </a:lnTo>
                <a:lnTo>
                  <a:pt x="213140" y="75201"/>
                </a:lnTo>
                <a:cubicBezTo>
                  <a:pt x="213140" y="66428"/>
                  <a:pt x="212715" y="60768"/>
                  <a:pt x="211865" y="58221"/>
                </a:cubicBezTo>
                <a:cubicBezTo>
                  <a:pt x="211015" y="55673"/>
                  <a:pt x="209697" y="53776"/>
                  <a:pt x="207912" y="52531"/>
                </a:cubicBezTo>
                <a:cubicBezTo>
                  <a:pt x="206127" y="51286"/>
                  <a:pt x="203704" y="50664"/>
                  <a:pt x="200644" y="50664"/>
                </a:cubicBezTo>
                <a:cubicBezTo>
                  <a:pt x="196960" y="50664"/>
                  <a:pt x="193645" y="51654"/>
                  <a:pt x="190698" y="53636"/>
                </a:cubicBezTo>
                <a:cubicBezTo>
                  <a:pt x="187751" y="55616"/>
                  <a:pt x="185640" y="58474"/>
                  <a:pt x="184365" y="62211"/>
                </a:cubicBezTo>
                <a:cubicBezTo>
                  <a:pt x="183090" y="65948"/>
                  <a:pt x="182452" y="72146"/>
                  <a:pt x="182452" y="80806"/>
                </a:cubicBezTo>
                <a:lnTo>
                  <a:pt x="182452" y="124619"/>
                </a:lnTo>
                <a:lnTo>
                  <a:pt x="158566" y="124619"/>
                </a:lnTo>
                <a:lnTo>
                  <a:pt x="158566" y="34342"/>
                </a:lnTo>
                <a:close/>
                <a:moveTo>
                  <a:pt x="367398" y="95887"/>
                </a:moveTo>
                <a:lnTo>
                  <a:pt x="391199" y="99967"/>
                </a:lnTo>
                <a:cubicBezTo>
                  <a:pt x="388139" y="108666"/>
                  <a:pt x="383308" y="115290"/>
                  <a:pt x="376706" y="119837"/>
                </a:cubicBezTo>
                <a:cubicBezTo>
                  <a:pt x="370104" y="124385"/>
                  <a:pt x="361844" y="126659"/>
                  <a:pt x="351926" y="126659"/>
                </a:cubicBezTo>
                <a:cubicBezTo>
                  <a:pt x="336229" y="126659"/>
                  <a:pt x="324611" y="121530"/>
                  <a:pt x="317074" y="111273"/>
                </a:cubicBezTo>
                <a:cubicBezTo>
                  <a:pt x="311123" y="103056"/>
                  <a:pt x="308148" y="92685"/>
                  <a:pt x="308148" y="80161"/>
                </a:cubicBezTo>
                <a:cubicBezTo>
                  <a:pt x="308148" y="65200"/>
                  <a:pt x="312059" y="53483"/>
                  <a:pt x="319879" y="45011"/>
                </a:cubicBezTo>
                <a:cubicBezTo>
                  <a:pt x="327700" y="36538"/>
                  <a:pt x="337589" y="32302"/>
                  <a:pt x="349546" y="32302"/>
                </a:cubicBezTo>
                <a:cubicBezTo>
                  <a:pt x="362977" y="32302"/>
                  <a:pt x="373575" y="36737"/>
                  <a:pt x="381339" y="45606"/>
                </a:cubicBezTo>
                <a:cubicBezTo>
                  <a:pt x="389102" y="54475"/>
                  <a:pt x="392814" y="68062"/>
                  <a:pt x="392474" y="86366"/>
                </a:cubicBezTo>
                <a:lnTo>
                  <a:pt x="332630" y="86366"/>
                </a:lnTo>
                <a:cubicBezTo>
                  <a:pt x="332800" y="93450"/>
                  <a:pt x="334727" y="98961"/>
                  <a:pt x="338410" y="102900"/>
                </a:cubicBezTo>
                <a:cubicBezTo>
                  <a:pt x="342094" y="106839"/>
                  <a:pt x="346684" y="108808"/>
                  <a:pt x="352181" y="108808"/>
                </a:cubicBezTo>
                <a:cubicBezTo>
                  <a:pt x="355922" y="108808"/>
                  <a:pt x="359067" y="107788"/>
                  <a:pt x="361617" y="105748"/>
                </a:cubicBezTo>
                <a:cubicBezTo>
                  <a:pt x="364167" y="103707"/>
                  <a:pt x="366094" y="100421"/>
                  <a:pt x="367398" y="95887"/>
                </a:cubicBezTo>
                <a:moveTo>
                  <a:pt x="368758" y="71745"/>
                </a:moveTo>
                <a:cubicBezTo>
                  <a:pt x="368588" y="64860"/>
                  <a:pt x="366802" y="59625"/>
                  <a:pt x="363402" y="56040"/>
                </a:cubicBezTo>
                <a:cubicBezTo>
                  <a:pt x="360002" y="52456"/>
                  <a:pt x="355865" y="50664"/>
                  <a:pt x="350991" y="50664"/>
                </a:cubicBezTo>
                <a:cubicBezTo>
                  <a:pt x="345778" y="50664"/>
                  <a:pt x="341471" y="52554"/>
                  <a:pt x="338070" y="56335"/>
                </a:cubicBezTo>
                <a:cubicBezTo>
                  <a:pt x="334670" y="60118"/>
                  <a:pt x="332998" y="65255"/>
                  <a:pt x="333055" y="71745"/>
                </a:cubicBezTo>
                <a:lnTo>
                  <a:pt x="368758" y="71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95A24-8B33-433D-B879-6A393AA6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36" y="4746421"/>
            <a:ext cx="188600" cy="174093"/>
          </a:xfrm>
          <a:custGeom xmlns:a="http://schemas.openxmlformats.org/drawingml/2006/main">
            <a:pathLst>
              <a:path w="188600" h="174093">
                <a:moveTo>
                  <a:pt x="26114" y="0"/>
                </a:moveTo>
                <a:lnTo>
                  <a:pt x="162486" y="0"/>
                </a:lnTo>
                <a:cubicBezTo>
                  <a:pt x="165949" y="0"/>
                  <a:pt x="169280" y="662"/>
                  <a:pt x="172480" y="1987"/>
                </a:cubicBezTo>
                <a:cubicBezTo>
                  <a:pt x="175679" y="3312"/>
                  <a:pt x="178503" y="5199"/>
                  <a:pt x="180952" y="7648"/>
                </a:cubicBezTo>
                <a:cubicBezTo>
                  <a:pt x="183400" y="10096"/>
                  <a:pt x="185287" y="12920"/>
                  <a:pt x="186612" y="16120"/>
                </a:cubicBezTo>
                <a:cubicBezTo>
                  <a:pt x="187938" y="19318"/>
                  <a:pt x="188600" y="22650"/>
                  <a:pt x="188600" y="26114"/>
                </a:cubicBezTo>
                <a:lnTo>
                  <a:pt x="188600" y="147979"/>
                </a:lnTo>
                <a:cubicBezTo>
                  <a:pt x="188600" y="151442"/>
                  <a:pt x="187938" y="154772"/>
                  <a:pt x="186612" y="157972"/>
                </a:cubicBezTo>
                <a:cubicBezTo>
                  <a:pt x="185287" y="161171"/>
                  <a:pt x="183400" y="163995"/>
                  <a:pt x="180952" y="166444"/>
                </a:cubicBezTo>
                <a:cubicBezTo>
                  <a:pt x="178503" y="168892"/>
                  <a:pt x="175679" y="170779"/>
                  <a:pt x="172480" y="172104"/>
                </a:cubicBezTo>
                <a:cubicBezTo>
                  <a:pt x="169280" y="173429"/>
                  <a:pt x="165949" y="174092"/>
                  <a:pt x="162486" y="174093"/>
                </a:cubicBezTo>
                <a:lnTo>
                  <a:pt x="26114" y="174093"/>
                </a:lnTo>
                <a:cubicBezTo>
                  <a:pt x="22651" y="174092"/>
                  <a:pt x="19320" y="173429"/>
                  <a:pt x="16121" y="172104"/>
                </a:cubicBezTo>
                <a:cubicBezTo>
                  <a:pt x="12921" y="170779"/>
                  <a:pt x="10097" y="168892"/>
                  <a:pt x="7649" y="166444"/>
                </a:cubicBezTo>
                <a:cubicBezTo>
                  <a:pt x="5200" y="163995"/>
                  <a:pt x="3313" y="161171"/>
                  <a:pt x="1988" y="157971"/>
                </a:cubicBezTo>
                <a:cubicBezTo>
                  <a:pt x="663" y="154772"/>
                  <a:pt x="0" y="151442"/>
                  <a:pt x="0" y="147979"/>
                </a:cubicBezTo>
                <a:lnTo>
                  <a:pt x="0" y="26114"/>
                </a:lnTo>
                <a:cubicBezTo>
                  <a:pt x="0" y="22650"/>
                  <a:pt x="663" y="19318"/>
                  <a:pt x="1988" y="16120"/>
                </a:cubicBezTo>
                <a:cubicBezTo>
                  <a:pt x="3313" y="12920"/>
                  <a:pt x="5200" y="10096"/>
                  <a:pt x="7649" y="7648"/>
                </a:cubicBezTo>
                <a:cubicBezTo>
                  <a:pt x="10097" y="5199"/>
                  <a:pt x="12921" y="3312"/>
                  <a:pt x="16121" y="1987"/>
                </a:cubicBezTo>
                <a:cubicBezTo>
                  <a:pt x="19320" y="662"/>
                  <a:pt x="22651" y="0"/>
                  <a:pt x="26114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85008-72E1-4422-A929-55E14126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1536" y="4746421"/>
            <a:ext cx="188600" cy="174093"/>
          </a:xfrm>
          <a:custGeom xmlns:a="http://schemas.openxmlformats.org/drawingml/2006/main">
            <a:pathLst>
              <a:path w="188600" h="174093" fill="none">
                <a:moveTo>
                  <a:pt x="26114" y="0"/>
                </a:moveTo>
                <a:lnTo>
                  <a:pt x="162486" y="0"/>
                </a:lnTo>
                <a:cubicBezTo>
                  <a:pt x="165949" y="0"/>
                  <a:pt x="169280" y="662"/>
                  <a:pt x="172480" y="1987"/>
                </a:cubicBezTo>
                <a:cubicBezTo>
                  <a:pt x="175679" y="3312"/>
                  <a:pt x="178503" y="5199"/>
                  <a:pt x="180952" y="7648"/>
                </a:cubicBezTo>
                <a:cubicBezTo>
                  <a:pt x="183400" y="10096"/>
                  <a:pt x="185287" y="12920"/>
                  <a:pt x="186612" y="16120"/>
                </a:cubicBezTo>
                <a:cubicBezTo>
                  <a:pt x="187938" y="19318"/>
                  <a:pt x="188600" y="22650"/>
                  <a:pt x="188600" y="26114"/>
                </a:cubicBezTo>
                <a:lnTo>
                  <a:pt x="188600" y="147979"/>
                </a:lnTo>
                <a:cubicBezTo>
                  <a:pt x="188600" y="151442"/>
                  <a:pt x="187938" y="154772"/>
                  <a:pt x="186612" y="157972"/>
                </a:cubicBezTo>
                <a:cubicBezTo>
                  <a:pt x="185287" y="161171"/>
                  <a:pt x="183400" y="163995"/>
                  <a:pt x="180952" y="166444"/>
                </a:cubicBezTo>
                <a:cubicBezTo>
                  <a:pt x="178503" y="168892"/>
                  <a:pt x="175679" y="170779"/>
                  <a:pt x="172480" y="172104"/>
                </a:cubicBezTo>
                <a:cubicBezTo>
                  <a:pt x="169280" y="173429"/>
                  <a:pt x="165949" y="174092"/>
                  <a:pt x="162486" y="174093"/>
                </a:cubicBezTo>
                <a:lnTo>
                  <a:pt x="26114" y="174093"/>
                </a:lnTo>
                <a:cubicBezTo>
                  <a:pt x="22651" y="174092"/>
                  <a:pt x="19320" y="173429"/>
                  <a:pt x="16121" y="172104"/>
                </a:cubicBezTo>
                <a:cubicBezTo>
                  <a:pt x="12921" y="170779"/>
                  <a:pt x="10097" y="168892"/>
                  <a:pt x="7649" y="166444"/>
                </a:cubicBezTo>
                <a:cubicBezTo>
                  <a:pt x="5200" y="163995"/>
                  <a:pt x="3313" y="161171"/>
                  <a:pt x="1988" y="157971"/>
                </a:cubicBezTo>
                <a:cubicBezTo>
                  <a:pt x="663" y="154772"/>
                  <a:pt x="0" y="151442"/>
                  <a:pt x="0" y="147979"/>
                </a:cubicBezTo>
                <a:lnTo>
                  <a:pt x="0" y="26114"/>
                </a:lnTo>
                <a:cubicBezTo>
                  <a:pt x="0" y="22650"/>
                  <a:pt x="663" y="19318"/>
                  <a:pt x="1988" y="16120"/>
                </a:cubicBezTo>
                <a:cubicBezTo>
                  <a:pt x="3313" y="12920"/>
                  <a:pt x="5200" y="10096"/>
                  <a:pt x="7649" y="7648"/>
                </a:cubicBezTo>
                <a:cubicBezTo>
                  <a:pt x="10097" y="5199"/>
                  <a:pt x="12921" y="3312"/>
                  <a:pt x="16121" y="1987"/>
                </a:cubicBezTo>
                <a:cubicBezTo>
                  <a:pt x="19320" y="662"/>
                  <a:pt x="22651" y="0"/>
                  <a:pt x="2611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212" name="Text t">
            <a:extLst xmlns:a="http://schemas.openxmlformats.org/drawingml/2006/main">
              <a:ext uri="{FF2B5EF4-FFF2-40B4-BE49-F238E27FC236}">
                <a16:creationId xmlns:a16="http://schemas.microsoft.com/office/drawing/2014/main" id="{57AEE220-D35D-4607-8009-782D5085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120" y="4789916"/>
            <a:ext cx="36694" cy="102574"/>
          </a:xfrm>
          <a:custGeom xmlns:a="http://schemas.openxmlformats.org/drawingml/2006/main">
            <a:pathLst>
              <a:path w="36694" h="102574">
                <a:moveTo>
                  <a:pt x="34853" y="90319"/>
                </a:moveTo>
                <a:lnTo>
                  <a:pt x="36694" y="101582"/>
                </a:lnTo>
                <a:cubicBezTo>
                  <a:pt x="33105" y="102243"/>
                  <a:pt x="29894" y="102574"/>
                  <a:pt x="27060" y="102574"/>
                </a:cubicBezTo>
                <a:cubicBezTo>
                  <a:pt x="22432" y="102574"/>
                  <a:pt x="18843" y="101842"/>
                  <a:pt x="16293" y="100378"/>
                </a:cubicBezTo>
                <a:cubicBezTo>
                  <a:pt x="13743" y="98914"/>
                  <a:pt x="11948" y="96990"/>
                  <a:pt x="10909" y="94605"/>
                </a:cubicBezTo>
                <a:cubicBezTo>
                  <a:pt x="9870" y="92220"/>
                  <a:pt x="9351" y="87202"/>
                  <a:pt x="9351" y="79552"/>
                </a:cubicBezTo>
                <a:lnTo>
                  <a:pt x="9351" y="36269"/>
                </a:lnTo>
                <a:lnTo>
                  <a:pt x="0" y="36269"/>
                </a:lnTo>
                <a:lnTo>
                  <a:pt x="0" y="26352"/>
                </a:lnTo>
                <a:lnTo>
                  <a:pt x="9351" y="26352"/>
                </a:lnTo>
                <a:lnTo>
                  <a:pt x="9351" y="7670"/>
                </a:lnTo>
                <a:lnTo>
                  <a:pt x="22031" y="0"/>
                </a:lnTo>
                <a:lnTo>
                  <a:pt x="22031" y="26352"/>
                </a:lnTo>
                <a:lnTo>
                  <a:pt x="34853" y="26352"/>
                </a:lnTo>
                <a:lnTo>
                  <a:pt x="34853" y="36269"/>
                </a:lnTo>
                <a:lnTo>
                  <a:pt x="22031" y="36269"/>
                </a:lnTo>
                <a:lnTo>
                  <a:pt x="22031" y="80260"/>
                </a:lnTo>
                <a:cubicBezTo>
                  <a:pt x="22031" y="83896"/>
                  <a:pt x="22255" y="86234"/>
                  <a:pt x="22704" y="87273"/>
                </a:cubicBezTo>
                <a:cubicBezTo>
                  <a:pt x="23152" y="88312"/>
                  <a:pt x="23884" y="89138"/>
                  <a:pt x="24900" y="89752"/>
                </a:cubicBezTo>
                <a:cubicBezTo>
                  <a:pt x="25915" y="90366"/>
                  <a:pt x="27367" y="90673"/>
                  <a:pt x="29256" y="90673"/>
                </a:cubicBezTo>
                <a:cubicBezTo>
                  <a:pt x="30673" y="90673"/>
                  <a:pt x="32538" y="90555"/>
                  <a:pt x="34853" y="90319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2">
            <a:extLst xmlns:a="http://schemas.openxmlformats.org/drawingml/2006/main">
              <a:ext uri="{FF2B5EF4-FFF2-40B4-BE49-F238E27FC236}">
                <a16:creationId xmlns:a16="http://schemas.microsoft.com/office/drawing/2014/main" id="{91AC0707-3FF9-4591-830E-60061ED5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4499" y="4848162"/>
            <a:ext cx="57258" cy="86860"/>
          </a:xfrm>
          <a:custGeom xmlns:a="http://schemas.openxmlformats.org/drawingml/2006/main">
            <a:pathLst>
              <a:path w="57258" h="86860">
                <a:moveTo>
                  <a:pt x="57258" y="76652"/>
                </a:moveTo>
                <a:lnTo>
                  <a:pt x="57258" y="86860"/>
                </a:lnTo>
                <a:lnTo>
                  <a:pt x="79" y="86860"/>
                </a:lnTo>
                <a:cubicBezTo>
                  <a:pt x="0" y="84305"/>
                  <a:pt x="413" y="81847"/>
                  <a:pt x="1318" y="79488"/>
                </a:cubicBezTo>
                <a:cubicBezTo>
                  <a:pt x="2773" y="75596"/>
                  <a:pt x="5104" y="71763"/>
                  <a:pt x="8310" y="67989"/>
                </a:cubicBezTo>
                <a:cubicBezTo>
                  <a:pt x="11516" y="64215"/>
                  <a:pt x="16149" y="59851"/>
                  <a:pt x="22207" y="54896"/>
                </a:cubicBezTo>
                <a:cubicBezTo>
                  <a:pt x="31609" y="47193"/>
                  <a:pt x="37962" y="41091"/>
                  <a:pt x="41267" y="36591"/>
                </a:cubicBezTo>
                <a:cubicBezTo>
                  <a:pt x="44571" y="32090"/>
                  <a:pt x="46223" y="27835"/>
                  <a:pt x="46223" y="23826"/>
                </a:cubicBezTo>
                <a:cubicBezTo>
                  <a:pt x="46223" y="19621"/>
                  <a:pt x="44719" y="16074"/>
                  <a:pt x="41709" y="13185"/>
                </a:cubicBezTo>
                <a:cubicBezTo>
                  <a:pt x="38700" y="10296"/>
                  <a:pt x="34776" y="8851"/>
                  <a:pt x="29937" y="8851"/>
                </a:cubicBezTo>
                <a:cubicBezTo>
                  <a:pt x="24823" y="8851"/>
                  <a:pt x="20732" y="10385"/>
                  <a:pt x="17663" y="13454"/>
                </a:cubicBezTo>
                <a:cubicBezTo>
                  <a:pt x="14595" y="16522"/>
                  <a:pt x="13041" y="20771"/>
                  <a:pt x="13002" y="26200"/>
                </a:cubicBezTo>
                <a:lnTo>
                  <a:pt x="2085" y="25077"/>
                </a:lnTo>
                <a:cubicBezTo>
                  <a:pt x="2832" y="16915"/>
                  <a:pt x="5645" y="10695"/>
                  <a:pt x="10523" y="6417"/>
                </a:cubicBezTo>
                <a:cubicBezTo>
                  <a:pt x="15401" y="2139"/>
                  <a:pt x="21951" y="0"/>
                  <a:pt x="30173" y="0"/>
                </a:cubicBezTo>
                <a:cubicBezTo>
                  <a:pt x="38473" y="0"/>
                  <a:pt x="45043" y="2302"/>
                  <a:pt x="49882" y="6906"/>
                </a:cubicBezTo>
                <a:cubicBezTo>
                  <a:pt x="54720" y="11510"/>
                  <a:pt x="57140" y="17216"/>
                  <a:pt x="57140" y="24024"/>
                </a:cubicBezTo>
                <a:cubicBezTo>
                  <a:pt x="57140" y="27487"/>
                  <a:pt x="56432" y="30891"/>
                  <a:pt x="55016" y="34236"/>
                </a:cubicBezTo>
                <a:cubicBezTo>
                  <a:pt x="53599" y="37581"/>
                  <a:pt x="51249" y="41103"/>
                  <a:pt x="47964" y="44802"/>
                </a:cubicBezTo>
                <a:cubicBezTo>
                  <a:pt x="44679" y="48500"/>
                  <a:pt x="39221" y="53576"/>
                  <a:pt x="31589" y="60030"/>
                </a:cubicBezTo>
                <a:cubicBezTo>
                  <a:pt x="25216" y="65374"/>
                  <a:pt x="21125" y="68999"/>
                  <a:pt x="19315" y="70906"/>
                </a:cubicBezTo>
                <a:cubicBezTo>
                  <a:pt x="17506" y="72811"/>
                  <a:pt x="16011" y="74727"/>
                  <a:pt x="14831" y="76652"/>
                </a:cubicBezTo>
                <a:lnTo>
                  <a:pt x="57258" y="76652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0a5334ba245c7"/>
          <a:stretch xmlns:a="http://schemas.openxmlformats.org/drawingml/2006/main"/>
        </p:blipFill>
        <p:spPr>
          <a:xfrm xmlns:a="http://schemas.openxmlformats.org/drawingml/2006/main">
            <a:off x="6859855" y="5065591"/>
            <a:ext cx="319170" cy="319170"/>
          </a:xfrm>
          <a:prstGeom xmlns:a="http://schemas.openxmlformats.org/drawingml/2006/main" prst="rect">
            <a:avLst/>
          </a:prstGeom>
        </p:spPr>
      </p:pic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F3237-9093-4997-9C02-75EC319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4" y="4253159"/>
            <a:ext cx="377201" cy="275646"/>
          </a:xfrm>
          <a:custGeom xmlns:a="http://schemas.openxmlformats.org/drawingml/2006/main">
            <a:pathLst>
              <a:path w="377201" h="275646">
                <a:moveTo>
                  <a:pt x="41347" y="0"/>
                </a:moveTo>
                <a:lnTo>
                  <a:pt x="335853" y="0"/>
                </a:lnTo>
                <a:cubicBezTo>
                  <a:pt x="341337" y="0"/>
                  <a:pt x="346611" y="1049"/>
                  <a:pt x="351677" y="3147"/>
                </a:cubicBezTo>
                <a:cubicBezTo>
                  <a:pt x="356743" y="5245"/>
                  <a:pt x="361214" y="8233"/>
                  <a:pt x="365090" y="12110"/>
                </a:cubicBezTo>
                <a:cubicBezTo>
                  <a:pt x="368967" y="15987"/>
                  <a:pt x="371956" y="20458"/>
                  <a:pt x="374054" y="25523"/>
                </a:cubicBezTo>
                <a:cubicBezTo>
                  <a:pt x="376152" y="30589"/>
                  <a:pt x="377201" y="35864"/>
                  <a:pt x="377200" y="41347"/>
                </a:cubicBezTo>
                <a:lnTo>
                  <a:pt x="377200" y="234300"/>
                </a:lnTo>
                <a:cubicBezTo>
                  <a:pt x="377201" y="239782"/>
                  <a:pt x="376152" y="245056"/>
                  <a:pt x="374054" y="250122"/>
                </a:cubicBezTo>
                <a:cubicBezTo>
                  <a:pt x="371956" y="255187"/>
                  <a:pt x="368967" y="259658"/>
                  <a:pt x="365090" y="263536"/>
                </a:cubicBezTo>
                <a:cubicBezTo>
                  <a:pt x="361214" y="267413"/>
                  <a:pt x="356743" y="270400"/>
                  <a:pt x="351677" y="272498"/>
                </a:cubicBezTo>
                <a:cubicBezTo>
                  <a:pt x="346611" y="274597"/>
                  <a:pt x="341337" y="275646"/>
                  <a:pt x="335853" y="275646"/>
                </a:cubicBezTo>
                <a:lnTo>
                  <a:pt x="41347" y="275646"/>
                </a:lnTo>
                <a:cubicBezTo>
                  <a:pt x="35865" y="275646"/>
                  <a:pt x="30591" y="274597"/>
                  <a:pt x="25525" y="272498"/>
                </a:cubicBezTo>
                <a:cubicBezTo>
                  <a:pt x="20459" y="270400"/>
                  <a:pt x="15988" y="267413"/>
                  <a:pt x="12110" y="263536"/>
                </a:cubicBezTo>
                <a:cubicBezTo>
                  <a:pt x="8234" y="259658"/>
                  <a:pt x="5247" y="255187"/>
                  <a:pt x="3149" y="250122"/>
                </a:cubicBezTo>
                <a:cubicBezTo>
                  <a:pt x="1050" y="245056"/>
                  <a:pt x="0" y="239782"/>
                  <a:pt x="0" y="234300"/>
                </a:cubicBezTo>
                <a:lnTo>
                  <a:pt x="0" y="41347"/>
                </a:lnTo>
                <a:cubicBezTo>
                  <a:pt x="0" y="35864"/>
                  <a:pt x="1050" y="30589"/>
                  <a:pt x="3149" y="25523"/>
                </a:cubicBezTo>
                <a:cubicBezTo>
                  <a:pt x="5247" y="20458"/>
                  <a:pt x="8234" y="15987"/>
                  <a:pt x="12111" y="12110"/>
                </a:cubicBezTo>
                <a:cubicBezTo>
                  <a:pt x="15988" y="8233"/>
                  <a:pt x="20459" y="5245"/>
                  <a:pt x="25525" y="3147"/>
                </a:cubicBezTo>
                <a:cubicBezTo>
                  <a:pt x="30591" y="1049"/>
                  <a:pt x="35865" y="0"/>
                  <a:pt x="41347" y="0"/>
                </a:cubicBezTo>
                <a:close/>
              </a:path>
            </a:pathLst>
          </a:custGeom>
          <a:solidFill xmlns:a="http://schemas.openxmlformats.org/drawingml/2006/main">
            <a:srgbClr val="FFD9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71BE4-CDA1-4495-B280-384F3CA5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4" y="4253159"/>
            <a:ext cx="377201" cy="275646"/>
          </a:xfrm>
          <a:custGeom xmlns:a="http://schemas.openxmlformats.org/drawingml/2006/main">
            <a:pathLst>
              <a:path w="377201" h="275646" fill="none">
                <a:moveTo>
                  <a:pt x="41347" y="0"/>
                </a:moveTo>
                <a:lnTo>
                  <a:pt x="335853" y="0"/>
                </a:lnTo>
                <a:cubicBezTo>
                  <a:pt x="341337" y="0"/>
                  <a:pt x="346611" y="1049"/>
                  <a:pt x="351677" y="3147"/>
                </a:cubicBezTo>
                <a:cubicBezTo>
                  <a:pt x="356743" y="5245"/>
                  <a:pt x="361214" y="8233"/>
                  <a:pt x="365090" y="12110"/>
                </a:cubicBezTo>
                <a:cubicBezTo>
                  <a:pt x="368967" y="15987"/>
                  <a:pt x="371956" y="20458"/>
                  <a:pt x="374054" y="25523"/>
                </a:cubicBezTo>
                <a:cubicBezTo>
                  <a:pt x="376152" y="30589"/>
                  <a:pt x="377201" y="35864"/>
                  <a:pt x="377200" y="41347"/>
                </a:cubicBezTo>
                <a:lnTo>
                  <a:pt x="377200" y="234300"/>
                </a:lnTo>
                <a:cubicBezTo>
                  <a:pt x="377201" y="239782"/>
                  <a:pt x="376152" y="245056"/>
                  <a:pt x="374054" y="250122"/>
                </a:cubicBezTo>
                <a:cubicBezTo>
                  <a:pt x="371956" y="255187"/>
                  <a:pt x="368967" y="259658"/>
                  <a:pt x="365090" y="263536"/>
                </a:cubicBezTo>
                <a:cubicBezTo>
                  <a:pt x="361214" y="267413"/>
                  <a:pt x="356743" y="270400"/>
                  <a:pt x="351677" y="272498"/>
                </a:cubicBezTo>
                <a:cubicBezTo>
                  <a:pt x="346611" y="274597"/>
                  <a:pt x="341337" y="275646"/>
                  <a:pt x="335853" y="275646"/>
                </a:cubicBezTo>
                <a:lnTo>
                  <a:pt x="41347" y="275646"/>
                </a:lnTo>
                <a:cubicBezTo>
                  <a:pt x="35865" y="275646"/>
                  <a:pt x="30591" y="274597"/>
                  <a:pt x="25525" y="272498"/>
                </a:cubicBezTo>
                <a:cubicBezTo>
                  <a:pt x="20459" y="270400"/>
                  <a:pt x="15988" y="267413"/>
                  <a:pt x="12110" y="263536"/>
                </a:cubicBezTo>
                <a:cubicBezTo>
                  <a:pt x="8234" y="259658"/>
                  <a:pt x="5247" y="255187"/>
                  <a:pt x="3149" y="250122"/>
                </a:cubicBezTo>
                <a:cubicBezTo>
                  <a:pt x="1050" y="245056"/>
                  <a:pt x="0" y="239782"/>
                  <a:pt x="0" y="234300"/>
                </a:cubicBezTo>
                <a:lnTo>
                  <a:pt x="0" y="41347"/>
                </a:lnTo>
                <a:cubicBezTo>
                  <a:pt x="0" y="35864"/>
                  <a:pt x="1050" y="30589"/>
                  <a:pt x="3149" y="25523"/>
                </a:cubicBezTo>
                <a:cubicBezTo>
                  <a:pt x="5247" y="20458"/>
                  <a:pt x="8234" y="15987"/>
                  <a:pt x="12111" y="12110"/>
                </a:cubicBezTo>
                <a:cubicBezTo>
                  <a:pt x="15988" y="8233"/>
                  <a:pt x="20459" y="5245"/>
                  <a:pt x="25525" y="3147"/>
                </a:cubicBezTo>
                <a:cubicBezTo>
                  <a:pt x="30591" y="1049"/>
                  <a:pt x="35865" y="0"/>
                  <a:pt x="4134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FFD966"/>
            </a:solidFill>
            <a:miter/>
          </a:ln>
        </p:spPr>
      </p:sp>
      <p:sp>
        <p:nvSpPr>
          <p:cNvPr id="217" name="Text T2">
            <a:extLst xmlns:a="http://schemas.openxmlformats.org/drawingml/2006/main">
              <a:ext uri="{FF2B5EF4-FFF2-40B4-BE49-F238E27FC236}">
                <a16:creationId xmlns:a16="http://schemas.microsoft.com/office/drawing/2014/main" id="{5102860C-B338-4561-B442-C52D6310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57" y="4316631"/>
            <a:ext cx="190697" cy="125129"/>
          </a:xfrm>
          <a:custGeom xmlns:a="http://schemas.openxmlformats.org/drawingml/2006/main">
            <a:pathLst>
              <a:path w="190697" h="125129">
                <a:moveTo>
                  <a:pt x="36978" y="125129"/>
                </a:moveTo>
                <a:lnTo>
                  <a:pt x="36978" y="21592"/>
                </a:lnTo>
                <a:lnTo>
                  <a:pt x="0" y="21592"/>
                </a:lnTo>
                <a:lnTo>
                  <a:pt x="0" y="510"/>
                </a:lnTo>
                <a:lnTo>
                  <a:pt x="99032" y="510"/>
                </a:lnTo>
                <a:lnTo>
                  <a:pt x="99032" y="21592"/>
                </a:lnTo>
                <a:lnTo>
                  <a:pt x="62139" y="21592"/>
                </a:lnTo>
                <a:lnTo>
                  <a:pt x="62139" y="125129"/>
                </a:lnTo>
                <a:lnTo>
                  <a:pt x="36978" y="125129"/>
                </a:lnTo>
                <a:close/>
                <a:moveTo>
                  <a:pt x="190697" y="102857"/>
                </a:moveTo>
                <a:lnTo>
                  <a:pt x="190697" y="125129"/>
                </a:lnTo>
                <a:lnTo>
                  <a:pt x="106966" y="125129"/>
                </a:lnTo>
                <a:cubicBezTo>
                  <a:pt x="107872" y="116749"/>
                  <a:pt x="110593" y="108808"/>
                  <a:pt x="115126" y="101306"/>
                </a:cubicBezTo>
                <a:cubicBezTo>
                  <a:pt x="119660" y="93802"/>
                  <a:pt x="128614" y="83850"/>
                  <a:pt x="141988" y="71448"/>
                </a:cubicBezTo>
                <a:cubicBezTo>
                  <a:pt x="152756" y="61426"/>
                  <a:pt x="159358" y="54631"/>
                  <a:pt x="161795" y="51065"/>
                </a:cubicBezTo>
                <a:cubicBezTo>
                  <a:pt x="165081" y="46138"/>
                  <a:pt x="166725" y="41268"/>
                  <a:pt x="166725" y="36454"/>
                </a:cubicBezTo>
                <a:cubicBezTo>
                  <a:pt x="166725" y="31131"/>
                  <a:pt x="165294" y="27040"/>
                  <a:pt x="162432" y="24182"/>
                </a:cubicBezTo>
                <a:cubicBezTo>
                  <a:pt x="159570" y="21321"/>
                  <a:pt x="155617" y="19891"/>
                  <a:pt x="150574" y="19891"/>
                </a:cubicBezTo>
                <a:cubicBezTo>
                  <a:pt x="145587" y="19891"/>
                  <a:pt x="141620" y="21400"/>
                  <a:pt x="138673" y="24418"/>
                </a:cubicBezTo>
                <a:cubicBezTo>
                  <a:pt x="135726" y="27434"/>
                  <a:pt x="134026" y="32442"/>
                  <a:pt x="133573" y="39443"/>
                </a:cubicBezTo>
                <a:lnTo>
                  <a:pt x="109771" y="37052"/>
                </a:lnTo>
                <a:cubicBezTo>
                  <a:pt x="111188" y="23848"/>
                  <a:pt x="115636" y="14371"/>
                  <a:pt x="123117" y="8623"/>
                </a:cubicBezTo>
                <a:cubicBezTo>
                  <a:pt x="130597" y="2874"/>
                  <a:pt x="139948" y="0"/>
                  <a:pt x="151169" y="0"/>
                </a:cubicBezTo>
                <a:cubicBezTo>
                  <a:pt x="163466" y="0"/>
                  <a:pt x="173129" y="3313"/>
                  <a:pt x="180156" y="9938"/>
                </a:cubicBezTo>
                <a:cubicBezTo>
                  <a:pt x="187183" y="16563"/>
                  <a:pt x="190697" y="24801"/>
                  <a:pt x="190697" y="34653"/>
                </a:cubicBezTo>
                <a:cubicBezTo>
                  <a:pt x="190697" y="40260"/>
                  <a:pt x="189691" y="45598"/>
                  <a:pt x="187679" y="50666"/>
                </a:cubicBezTo>
                <a:cubicBezTo>
                  <a:pt x="185667" y="55733"/>
                  <a:pt x="182479" y="61041"/>
                  <a:pt x="178116" y="66589"/>
                </a:cubicBezTo>
                <a:cubicBezTo>
                  <a:pt x="175226" y="70271"/>
                  <a:pt x="170012" y="75566"/>
                  <a:pt x="162475" y="82475"/>
                </a:cubicBezTo>
                <a:cubicBezTo>
                  <a:pt x="154937" y="89381"/>
                  <a:pt x="150163" y="93967"/>
                  <a:pt x="148151" y="96232"/>
                </a:cubicBezTo>
                <a:cubicBezTo>
                  <a:pt x="146139" y="98497"/>
                  <a:pt x="144510" y="100706"/>
                  <a:pt x="143263" y="102857"/>
                </a:cubicBezTo>
                <a:lnTo>
                  <a:pt x="190697" y="1028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C298F-78D2-4744-B0A1-4259CEF1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85" y="4507044"/>
            <a:ext cx="2538849" cy="464247"/>
          </a:xfrm>
          <a:custGeom xmlns:a="http://schemas.openxmlformats.org/drawingml/2006/main">
            <a:pathLst>
              <a:path w="2538849" h="464247">
                <a:moveTo>
                  <a:pt x="32497" y="0"/>
                </a:moveTo>
                <a:lnTo>
                  <a:pt x="2506352" y="0"/>
                </a:lnTo>
                <a:cubicBezTo>
                  <a:pt x="2510661" y="0"/>
                  <a:pt x="2514807" y="824"/>
                  <a:pt x="2518788" y="2473"/>
                </a:cubicBezTo>
                <a:cubicBezTo>
                  <a:pt x="2522770" y="4123"/>
                  <a:pt x="2526284" y="6470"/>
                  <a:pt x="2529331" y="9518"/>
                </a:cubicBezTo>
                <a:cubicBezTo>
                  <a:pt x="2532378" y="12565"/>
                  <a:pt x="2534727" y="16079"/>
                  <a:pt x="2536376" y="20061"/>
                </a:cubicBezTo>
                <a:cubicBezTo>
                  <a:pt x="2538025" y="24042"/>
                  <a:pt x="2538849" y="28188"/>
                  <a:pt x="2538849" y="32497"/>
                </a:cubicBezTo>
                <a:lnTo>
                  <a:pt x="2538849" y="431749"/>
                </a:lnTo>
                <a:cubicBezTo>
                  <a:pt x="2538849" y="436058"/>
                  <a:pt x="2538025" y="440203"/>
                  <a:pt x="2536376" y="444185"/>
                </a:cubicBezTo>
                <a:cubicBezTo>
                  <a:pt x="2534727" y="448166"/>
                  <a:pt x="2532378" y="451681"/>
                  <a:pt x="2529331" y="454728"/>
                </a:cubicBezTo>
                <a:cubicBezTo>
                  <a:pt x="2526284" y="457775"/>
                  <a:pt x="2522770" y="460123"/>
                  <a:pt x="2518788" y="461772"/>
                </a:cubicBezTo>
                <a:cubicBezTo>
                  <a:pt x="2514807" y="463421"/>
                  <a:pt x="2510661" y="464246"/>
                  <a:pt x="2506352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2"/>
                </a:cubicBezTo>
                <a:cubicBezTo>
                  <a:pt x="16080" y="460123"/>
                  <a:pt x="12566" y="457775"/>
                  <a:pt x="9519" y="454728"/>
                </a:cubicBezTo>
                <a:cubicBezTo>
                  <a:pt x="6471" y="451681"/>
                  <a:pt x="4123" y="448166"/>
                  <a:pt x="2474" y="444185"/>
                </a:cubicBezTo>
                <a:cubicBezTo>
                  <a:pt x="825" y="440203"/>
                  <a:pt x="0" y="436058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4" y="20061"/>
                </a:cubicBezTo>
                <a:cubicBezTo>
                  <a:pt x="4123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1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A9648-50E1-4566-B22B-488CD5D5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485" y="4507044"/>
            <a:ext cx="2538849" cy="464247"/>
          </a:xfrm>
          <a:custGeom xmlns:a="http://schemas.openxmlformats.org/drawingml/2006/main">
            <a:pathLst>
              <a:path w="2538849" h="464247" fill="none">
                <a:moveTo>
                  <a:pt x="32497" y="0"/>
                </a:moveTo>
                <a:lnTo>
                  <a:pt x="2506352" y="0"/>
                </a:lnTo>
                <a:cubicBezTo>
                  <a:pt x="2510661" y="0"/>
                  <a:pt x="2514807" y="824"/>
                  <a:pt x="2518788" y="2473"/>
                </a:cubicBezTo>
                <a:cubicBezTo>
                  <a:pt x="2522770" y="4123"/>
                  <a:pt x="2526284" y="6470"/>
                  <a:pt x="2529331" y="9518"/>
                </a:cubicBezTo>
                <a:cubicBezTo>
                  <a:pt x="2532378" y="12565"/>
                  <a:pt x="2534727" y="16079"/>
                  <a:pt x="2536376" y="20061"/>
                </a:cubicBezTo>
                <a:cubicBezTo>
                  <a:pt x="2538025" y="24042"/>
                  <a:pt x="2538849" y="28188"/>
                  <a:pt x="2538849" y="32497"/>
                </a:cubicBezTo>
                <a:lnTo>
                  <a:pt x="2538849" y="431749"/>
                </a:lnTo>
                <a:cubicBezTo>
                  <a:pt x="2538849" y="436058"/>
                  <a:pt x="2538025" y="440203"/>
                  <a:pt x="2536376" y="444185"/>
                </a:cubicBezTo>
                <a:cubicBezTo>
                  <a:pt x="2534727" y="448166"/>
                  <a:pt x="2532378" y="451681"/>
                  <a:pt x="2529331" y="454728"/>
                </a:cubicBezTo>
                <a:cubicBezTo>
                  <a:pt x="2526284" y="457775"/>
                  <a:pt x="2522770" y="460123"/>
                  <a:pt x="2518788" y="461772"/>
                </a:cubicBezTo>
                <a:cubicBezTo>
                  <a:pt x="2514807" y="463421"/>
                  <a:pt x="2510661" y="464246"/>
                  <a:pt x="2506352" y="464247"/>
                </a:cubicBezTo>
                <a:lnTo>
                  <a:pt x="32497" y="464247"/>
                </a:lnTo>
                <a:cubicBezTo>
                  <a:pt x="28188" y="464246"/>
                  <a:pt x="24043" y="463421"/>
                  <a:pt x="20062" y="461772"/>
                </a:cubicBezTo>
                <a:cubicBezTo>
                  <a:pt x="16080" y="460123"/>
                  <a:pt x="12566" y="457775"/>
                  <a:pt x="9519" y="454728"/>
                </a:cubicBezTo>
                <a:cubicBezTo>
                  <a:pt x="6471" y="451681"/>
                  <a:pt x="4123" y="448166"/>
                  <a:pt x="2474" y="444185"/>
                </a:cubicBezTo>
                <a:cubicBezTo>
                  <a:pt x="825" y="440203"/>
                  <a:pt x="0" y="436058"/>
                  <a:pt x="0" y="431749"/>
                </a:cubicBezTo>
                <a:lnTo>
                  <a:pt x="0" y="32497"/>
                </a:lnTo>
                <a:cubicBezTo>
                  <a:pt x="0" y="28188"/>
                  <a:pt x="825" y="24042"/>
                  <a:pt x="2474" y="20061"/>
                </a:cubicBezTo>
                <a:cubicBezTo>
                  <a:pt x="4123" y="16079"/>
                  <a:pt x="6471" y="12565"/>
                  <a:pt x="9519" y="9518"/>
                </a:cubicBezTo>
                <a:cubicBezTo>
                  <a:pt x="12566" y="6470"/>
                  <a:pt x="16080" y="4123"/>
                  <a:pt x="20061" y="2473"/>
                </a:cubicBezTo>
                <a:cubicBezTo>
                  <a:pt x="24043" y="824"/>
                  <a:pt x="28188" y="0"/>
                  <a:pt x="3249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220" name="Text Boblastbought">
            <a:extLst xmlns:a="http://schemas.openxmlformats.org/drawingml/2006/main">
              <a:ext uri="{FF2B5EF4-FFF2-40B4-BE49-F238E27FC236}">
                <a16:creationId xmlns:a16="http://schemas.microsoft.com/office/drawing/2014/main" id="{C9A26F48-DBA8-4018-81D1-3E4FD8F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365" y="4574157"/>
            <a:ext cx="1122498" cy="147896"/>
          </a:xfrm>
          <a:custGeom xmlns:a="http://schemas.openxmlformats.org/drawingml/2006/main">
            <a:pathLst>
              <a:path w="1122498" h="147896">
                <a:moveTo>
                  <a:pt x="0" y="0"/>
                </a:moveTo>
                <a:lnTo>
                  <a:pt x="45662" y="0"/>
                </a:lnTo>
                <a:cubicBezTo>
                  <a:pt x="54701" y="0"/>
                  <a:pt x="61442" y="377"/>
                  <a:pt x="65883" y="1130"/>
                </a:cubicBezTo>
                <a:cubicBezTo>
                  <a:pt x="70325" y="1881"/>
                  <a:pt x="74299" y="3450"/>
                  <a:pt x="77805" y="5837"/>
                </a:cubicBezTo>
                <a:cubicBezTo>
                  <a:pt x="81312" y="8222"/>
                  <a:pt x="84234" y="11399"/>
                  <a:pt x="86572" y="15368"/>
                </a:cubicBezTo>
                <a:cubicBezTo>
                  <a:pt x="88909" y="19335"/>
                  <a:pt x="90078" y="23783"/>
                  <a:pt x="90078" y="28712"/>
                </a:cubicBezTo>
                <a:cubicBezTo>
                  <a:pt x="90078" y="34054"/>
                  <a:pt x="88637" y="38956"/>
                  <a:pt x="85753" y="43417"/>
                </a:cubicBezTo>
                <a:cubicBezTo>
                  <a:pt x="82870" y="47878"/>
                  <a:pt x="78961" y="51224"/>
                  <a:pt x="74026" y="53455"/>
                </a:cubicBezTo>
                <a:cubicBezTo>
                  <a:pt x="80987" y="55484"/>
                  <a:pt x="86338" y="58943"/>
                  <a:pt x="90078" y="63833"/>
                </a:cubicBezTo>
                <a:cubicBezTo>
                  <a:pt x="93818" y="68721"/>
                  <a:pt x="95689" y="74469"/>
                  <a:pt x="95689" y="81076"/>
                </a:cubicBezTo>
                <a:cubicBezTo>
                  <a:pt x="95689" y="86277"/>
                  <a:pt x="94481" y="91335"/>
                  <a:pt x="92065" y="96251"/>
                </a:cubicBezTo>
                <a:cubicBezTo>
                  <a:pt x="89650" y="101165"/>
                  <a:pt x="86351" y="105092"/>
                  <a:pt x="82169" y="108032"/>
                </a:cubicBezTo>
                <a:cubicBezTo>
                  <a:pt x="77987" y="110970"/>
                  <a:pt x="72831" y="112778"/>
                  <a:pt x="66701" y="113455"/>
                </a:cubicBezTo>
                <a:cubicBezTo>
                  <a:pt x="62857" y="113870"/>
                  <a:pt x="53585" y="114130"/>
                  <a:pt x="38883" y="114234"/>
                </a:cubicBezTo>
                <a:lnTo>
                  <a:pt x="0" y="114234"/>
                </a:lnTo>
                <a:lnTo>
                  <a:pt x="0" y="0"/>
                </a:lnTo>
                <a:moveTo>
                  <a:pt x="23065" y="19013"/>
                </a:moveTo>
                <a:lnTo>
                  <a:pt x="23065" y="45351"/>
                </a:lnTo>
                <a:lnTo>
                  <a:pt x="38182" y="45351"/>
                </a:lnTo>
                <a:cubicBezTo>
                  <a:pt x="47169" y="45351"/>
                  <a:pt x="52753" y="45221"/>
                  <a:pt x="54935" y="44961"/>
                </a:cubicBezTo>
                <a:cubicBezTo>
                  <a:pt x="58883" y="44495"/>
                  <a:pt x="61987" y="43136"/>
                  <a:pt x="64247" y="40885"/>
                </a:cubicBezTo>
                <a:cubicBezTo>
                  <a:pt x="66507" y="38632"/>
                  <a:pt x="67637" y="35666"/>
                  <a:pt x="67637" y="31987"/>
                </a:cubicBezTo>
                <a:cubicBezTo>
                  <a:pt x="67637" y="28466"/>
                  <a:pt x="66662" y="25605"/>
                  <a:pt x="64714" y="23403"/>
                </a:cubicBezTo>
                <a:cubicBezTo>
                  <a:pt x="62766" y="21202"/>
                  <a:pt x="59870" y="19869"/>
                  <a:pt x="56026" y="19403"/>
                </a:cubicBezTo>
                <a:cubicBezTo>
                  <a:pt x="53740" y="19143"/>
                  <a:pt x="47169" y="19013"/>
                  <a:pt x="36312" y="19013"/>
                </a:cubicBezTo>
                <a:lnTo>
                  <a:pt x="23065" y="19013"/>
                </a:lnTo>
                <a:moveTo>
                  <a:pt x="23065" y="64364"/>
                </a:moveTo>
                <a:lnTo>
                  <a:pt x="23065" y="94909"/>
                </a:lnTo>
                <a:lnTo>
                  <a:pt x="44416" y="94909"/>
                </a:lnTo>
                <a:cubicBezTo>
                  <a:pt x="52727" y="94909"/>
                  <a:pt x="58000" y="94676"/>
                  <a:pt x="60234" y="94208"/>
                </a:cubicBezTo>
                <a:cubicBezTo>
                  <a:pt x="63662" y="93585"/>
                  <a:pt x="66455" y="92065"/>
                  <a:pt x="68611" y="89650"/>
                </a:cubicBezTo>
                <a:cubicBezTo>
                  <a:pt x="70766" y="87234"/>
                  <a:pt x="71844" y="84000"/>
                  <a:pt x="71844" y="79948"/>
                </a:cubicBezTo>
                <a:cubicBezTo>
                  <a:pt x="71844" y="76520"/>
                  <a:pt x="71013" y="73611"/>
                  <a:pt x="69351" y="71221"/>
                </a:cubicBezTo>
                <a:cubicBezTo>
                  <a:pt x="67688" y="68831"/>
                  <a:pt x="65286" y="67091"/>
                  <a:pt x="62143" y="66000"/>
                </a:cubicBezTo>
                <a:cubicBezTo>
                  <a:pt x="59000" y="64909"/>
                  <a:pt x="52182" y="64364"/>
                  <a:pt x="41688" y="64364"/>
                </a:cubicBezTo>
                <a:lnTo>
                  <a:pt x="23065" y="64364"/>
                </a:lnTo>
                <a:close/>
                <a:moveTo>
                  <a:pt x="109922" y="71688"/>
                </a:moveTo>
                <a:cubicBezTo>
                  <a:pt x="109922" y="64416"/>
                  <a:pt x="111714" y="57377"/>
                  <a:pt x="115298" y="50572"/>
                </a:cubicBezTo>
                <a:cubicBezTo>
                  <a:pt x="118883" y="43766"/>
                  <a:pt x="123961" y="38572"/>
                  <a:pt x="130532" y="34987"/>
                </a:cubicBezTo>
                <a:cubicBezTo>
                  <a:pt x="137104" y="31403"/>
                  <a:pt x="144441" y="29610"/>
                  <a:pt x="152545" y="29610"/>
                </a:cubicBezTo>
                <a:cubicBezTo>
                  <a:pt x="165065" y="29610"/>
                  <a:pt x="175324" y="33675"/>
                  <a:pt x="183324" y="41805"/>
                </a:cubicBezTo>
                <a:cubicBezTo>
                  <a:pt x="191324" y="49935"/>
                  <a:pt x="195324" y="60208"/>
                  <a:pt x="195324" y="72624"/>
                </a:cubicBezTo>
                <a:cubicBezTo>
                  <a:pt x="195324" y="85143"/>
                  <a:pt x="191286" y="95520"/>
                  <a:pt x="183208" y="103753"/>
                </a:cubicBezTo>
                <a:cubicBezTo>
                  <a:pt x="175130" y="111987"/>
                  <a:pt x="164961" y="116104"/>
                  <a:pt x="152701" y="116104"/>
                </a:cubicBezTo>
                <a:cubicBezTo>
                  <a:pt x="145117" y="116104"/>
                  <a:pt x="137883" y="114390"/>
                  <a:pt x="131000" y="110961"/>
                </a:cubicBezTo>
                <a:cubicBezTo>
                  <a:pt x="124117" y="107533"/>
                  <a:pt x="118883" y="102507"/>
                  <a:pt x="115298" y="95883"/>
                </a:cubicBezTo>
                <a:cubicBezTo>
                  <a:pt x="111714" y="89260"/>
                  <a:pt x="109922" y="81195"/>
                  <a:pt x="109922" y="71688"/>
                </a:cubicBezTo>
                <a:moveTo>
                  <a:pt x="132363" y="72857"/>
                </a:moveTo>
                <a:cubicBezTo>
                  <a:pt x="132363" y="81039"/>
                  <a:pt x="134311" y="87305"/>
                  <a:pt x="138207" y="91656"/>
                </a:cubicBezTo>
                <a:cubicBezTo>
                  <a:pt x="142104" y="96007"/>
                  <a:pt x="146909" y="98182"/>
                  <a:pt x="152623" y="98182"/>
                </a:cubicBezTo>
                <a:cubicBezTo>
                  <a:pt x="158337" y="98182"/>
                  <a:pt x="163130" y="96007"/>
                  <a:pt x="167000" y="91656"/>
                </a:cubicBezTo>
                <a:cubicBezTo>
                  <a:pt x="170870" y="87305"/>
                  <a:pt x="172805" y="80987"/>
                  <a:pt x="172805" y="72701"/>
                </a:cubicBezTo>
                <a:cubicBezTo>
                  <a:pt x="172805" y="64624"/>
                  <a:pt x="170870" y="58409"/>
                  <a:pt x="167000" y="54059"/>
                </a:cubicBezTo>
                <a:cubicBezTo>
                  <a:pt x="163130" y="49708"/>
                  <a:pt x="158337" y="47533"/>
                  <a:pt x="152623" y="47533"/>
                </a:cubicBezTo>
                <a:cubicBezTo>
                  <a:pt x="146909" y="47533"/>
                  <a:pt x="142104" y="49708"/>
                  <a:pt x="138207" y="54059"/>
                </a:cubicBezTo>
                <a:cubicBezTo>
                  <a:pt x="134311" y="58409"/>
                  <a:pt x="132363" y="64675"/>
                  <a:pt x="132363" y="72857"/>
                </a:cubicBezTo>
                <a:close/>
                <a:moveTo>
                  <a:pt x="211557" y="114234"/>
                </a:moveTo>
                <a:lnTo>
                  <a:pt x="211557" y="0"/>
                </a:lnTo>
                <a:lnTo>
                  <a:pt x="233454" y="0"/>
                </a:lnTo>
                <a:lnTo>
                  <a:pt x="233454" y="41143"/>
                </a:lnTo>
                <a:cubicBezTo>
                  <a:pt x="240207" y="33455"/>
                  <a:pt x="248207" y="29610"/>
                  <a:pt x="257454" y="29610"/>
                </a:cubicBezTo>
                <a:cubicBezTo>
                  <a:pt x="267532" y="29610"/>
                  <a:pt x="275869" y="33260"/>
                  <a:pt x="282467" y="40559"/>
                </a:cubicBezTo>
                <a:cubicBezTo>
                  <a:pt x="289064" y="47857"/>
                  <a:pt x="292363" y="58338"/>
                  <a:pt x="292363" y="72000"/>
                </a:cubicBezTo>
                <a:cubicBezTo>
                  <a:pt x="292363" y="86130"/>
                  <a:pt x="288999" y="97013"/>
                  <a:pt x="282272" y="104650"/>
                </a:cubicBezTo>
                <a:cubicBezTo>
                  <a:pt x="275545" y="112286"/>
                  <a:pt x="267376" y="116104"/>
                  <a:pt x="257765" y="116104"/>
                </a:cubicBezTo>
                <a:cubicBezTo>
                  <a:pt x="253038" y="116104"/>
                  <a:pt x="248376" y="114922"/>
                  <a:pt x="243778" y="112559"/>
                </a:cubicBezTo>
                <a:cubicBezTo>
                  <a:pt x="239181" y="110195"/>
                  <a:pt x="235220" y="106702"/>
                  <a:pt x="231895" y="102078"/>
                </a:cubicBezTo>
                <a:lnTo>
                  <a:pt x="231895" y="114234"/>
                </a:lnTo>
                <a:lnTo>
                  <a:pt x="211557" y="114234"/>
                </a:lnTo>
                <a:moveTo>
                  <a:pt x="233298" y="71107"/>
                </a:moveTo>
                <a:cubicBezTo>
                  <a:pt x="233298" y="79665"/>
                  <a:pt x="234648" y="85993"/>
                  <a:pt x="237350" y="90090"/>
                </a:cubicBezTo>
                <a:cubicBezTo>
                  <a:pt x="241142" y="95900"/>
                  <a:pt x="246181" y="98805"/>
                  <a:pt x="252467" y="98805"/>
                </a:cubicBezTo>
                <a:cubicBezTo>
                  <a:pt x="257298" y="98805"/>
                  <a:pt x="261415" y="96744"/>
                  <a:pt x="264817" y="92620"/>
                </a:cubicBezTo>
                <a:cubicBezTo>
                  <a:pt x="268220" y="88497"/>
                  <a:pt x="269921" y="82000"/>
                  <a:pt x="269921" y="73130"/>
                </a:cubicBezTo>
                <a:cubicBezTo>
                  <a:pt x="269921" y="63688"/>
                  <a:pt x="268207" y="56880"/>
                  <a:pt x="264778" y="52705"/>
                </a:cubicBezTo>
                <a:cubicBezTo>
                  <a:pt x="261350" y="48529"/>
                  <a:pt x="256960" y="46442"/>
                  <a:pt x="251610" y="46442"/>
                </a:cubicBezTo>
                <a:cubicBezTo>
                  <a:pt x="246363" y="46442"/>
                  <a:pt x="241999" y="48478"/>
                  <a:pt x="238519" y="52551"/>
                </a:cubicBezTo>
                <a:cubicBezTo>
                  <a:pt x="235038" y="56623"/>
                  <a:pt x="233298" y="62808"/>
                  <a:pt x="233298" y="71107"/>
                </a:cubicBezTo>
                <a:close/>
                <a:moveTo>
                  <a:pt x="353213" y="114234"/>
                </a:moveTo>
                <a:lnTo>
                  <a:pt x="353213" y="0"/>
                </a:lnTo>
                <a:lnTo>
                  <a:pt x="367239" y="0"/>
                </a:lnTo>
                <a:lnTo>
                  <a:pt x="367239" y="114234"/>
                </a:lnTo>
                <a:lnTo>
                  <a:pt x="353213" y="114234"/>
                </a:lnTo>
                <a:close/>
                <a:moveTo>
                  <a:pt x="442953" y="104016"/>
                </a:moveTo>
                <a:cubicBezTo>
                  <a:pt x="437758" y="108435"/>
                  <a:pt x="432758" y="111555"/>
                  <a:pt x="427953" y="113374"/>
                </a:cubicBezTo>
                <a:cubicBezTo>
                  <a:pt x="423148" y="115194"/>
                  <a:pt x="417992" y="116104"/>
                  <a:pt x="412485" y="116104"/>
                </a:cubicBezTo>
                <a:cubicBezTo>
                  <a:pt x="403394" y="116104"/>
                  <a:pt x="396407" y="113882"/>
                  <a:pt x="391524" y="109437"/>
                </a:cubicBezTo>
                <a:cubicBezTo>
                  <a:pt x="386641" y="104992"/>
                  <a:pt x="384200" y="99313"/>
                  <a:pt x="384200" y="92399"/>
                </a:cubicBezTo>
                <a:cubicBezTo>
                  <a:pt x="384200" y="88345"/>
                  <a:pt x="385122" y="84642"/>
                  <a:pt x="386966" y="81290"/>
                </a:cubicBezTo>
                <a:cubicBezTo>
                  <a:pt x="388810" y="77936"/>
                  <a:pt x="391226" y="75245"/>
                  <a:pt x="394213" y="73218"/>
                </a:cubicBezTo>
                <a:cubicBezTo>
                  <a:pt x="397200" y="71190"/>
                  <a:pt x="400563" y="69657"/>
                  <a:pt x="404303" y="68618"/>
                </a:cubicBezTo>
                <a:cubicBezTo>
                  <a:pt x="407057" y="67889"/>
                  <a:pt x="411213" y="67187"/>
                  <a:pt x="416771" y="66512"/>
                </a:cubicBezTo>
                <a:cubicBezTo>
                  <a:pt x="428096" y="65171"/>
                  <a:pt x="436433" y="63572"/>
                  <a:pt x="441784" y="61714"/>
                </a:cubicBezTo>
                <a:cubicBezTo>
                  <a:pt x="441836" y="59800"/>
                  <a:pt x="441862" y="58585"/>
                  <a:pt x="441862" y="58067"/>
                </a:cubicBezTo>
                <a:cubicBezTo>
                  <a:pt x="441862" y="52373"/>
                  <a:pt x="440537" y="48363"/>
                  <a:pt x="437888" y="46035"/>
                </a:cubicBezTo>
                <a:cubicBezTo>
                  <a:pt x="434304" y="42878"/>
                  <a:pt x="428979" y="41299"/>
                  <a:pt x="421914" y="41299"/>
                </a:cubicBezTo>
                <a:cubicBezTo>
                  <a:pt x="415316" y="41299"/>
                  <a:pt x="410446" y="42455"/>
                  <a:pt x="407303" y="44766"/>
                </a:cubicBezTo>
                <a:cubicBezTo>
                  <a:pt x="404161" y="47078"/>
                  <a:pt x="401836" y="51169"/>
                  <a:pt x="400329" y="57039"/>
                </a:cubicBezTo>
                <a:lnTo>
                  <a:pt x="386615" y="55169"/>
                </a:lnTo>
                <a:cubicBezTo>
                  <a:pt x="387862" y="49281"/>
                  <a:pt x="389914" y="44526"/>
                  <a:pt x="392771" y="40904"/>
                </a:cubicBezTo>
                <a:cubicBezTo>
                  <a:pt x="395628" y="37283"/>
                  <a:pt x="399758" y="34495"/>
                  <a:pt x="405161" y="32542"/>
                </a:cubicBezTo>
                <a:cubicBezTo>
                  <a:pt x="410563" y="30588"/>
                  <a:pt x="416823" y="29610"/>
                  <a:pt x="423940" y="29610"/>
                </a:cubicBezTo>
                <a:cubicBezTo>
                  <a:pt x="431005" y="29610"/>
                  <a:pt x="436745" y="30442"/>
                  <a:pt x="441161" y="32104"/>
                </a:cubicBezTo>
                <a:cubicBezTo>
                  <a:pt x="445576" y="33766"/>
                  <a:pt x="448823" y="35857"/>
                  <a:pt x="450901" y="38377"/>
                </a:cubicBezTo>
                <a:cubicBezTo>
                  <a:pt x="452979" y="40896"/>
                  <a:pt x="454433" y="44078"/>
                  <a:pt x="455265" y="47922"/>
                </a:cubicBezTo>
                <a:cubicBezTo>
                  <a:pt x="455732" y="50312"/>
                  <a:pt x="455966" y="54624"/>
                  <a:pt x="455966" y="60857"/>
                </a:cubicBezTo>
                <a:lnTo>
                  <a:pt x="455966" y="79559"/>
                </a:lnTo>
                <a:cubicBezTo>
                  <a:pt x="455966" y="92598"/>
                  <a:pt x="456265" y="100844"/>
                  <a:pt x="456862" y="104299"/>
                </a:cubicBezTo>
                <a:cubicBezTo>
                  <a:pt x="457459" y="107754"/>
                  <a:pt x="458641" y="111065"/>
                  <a:pt x="460408" y="114234"/>
                </a:cubicBezTo>
                <a:lnTo>
                  <a:pt x="445758" y="114234"/>
                </a:lnTo>
                <a:cubicBezTo>
                  <a:pt x="444304" y="111322"/>
                  <a:pt x="443368" y="107916"/>
                  <a:pt x="442953" y="104016"/>
                </a:cubicBezTo>
                <a:moveTo>
                  <a:pt x="441784" y="72624"/>
                </a:moveTo>
                <a:cubicBezTo>
                  <a:pt x="436693" y="74719"/>
                  <a:pt x="429057" y="76500"/>
                  <a:pt x="418875" y="77966"/>
                </a:cubicBezTo>
                <a:cubicBezTo>
                  <a:pt x="413109" y="78801"/>
                  <a:pt x="409031" y="79740"/>
                  <a:pt x="406641" y="80783"/>
                </a:cubicBezTo>
                <a:cubicBezTo>
                  <a:pt x="404252" y="81826"/>
                  <a:pt x="402407" y="83352"/>
                  <a:pt x="401109" y="85361"/>
                </a:cubicBezTo>
                <a:cubicBezTo>
                  <a:pt x="399810" y="87370"/>
                  <a:pt x="399161" y="89599"/>
                  <a:pt x="399161" y="92051"/>
                </a:cubicBezTo>
                <a:cubicBezTo>
                  <a:pt x="399161" y="95805"/>
                  <a:pt x="400576" y="98935"/>
                  <a:pt x="403407" y="101440"/>
                </a:cubicBezTo>
                <a:cubicBezTo>
                  <a:pt x="406239" y="103943"/>
                  <a:pt x="410381" y="105195"/>
                  <a:pt x="415836" y="105195"/>
                </a:cubicBezTo>
                <a:cubicBezTo>
                  <a:pt x="421239" y="105195"/>
                  <a:pt x="426044" y="104008"/>
                  <a:pt x="430252" y="101633"/>
                </a:cubicBezTo>
                <a:cubicBezTo>
                  <a:pt x="434459" y="99258"/>
                  <a:pt x="437550" y="96008"/>
                  <a:pt x="439524" y="91885"/>
                </a:cubicBezTo>
                <a:cubicBezTo>
                  <a:pt x="441031" y="88700"/>
                  <a:pt x="441784" y="84002"/>
                  <a:pt x="441784" y="77791"/>
                </a:cubicBezTo>
                <a:lnTo>
                  <a:pt x="441784" y="72624"/>
                </a:lnTo>
                <a:close/>
                <a:moveTo>
                  <a:pt x="472071" y="89455"/>
                </a:moveTo>
                <a:lnTo>
                  <a:pt x="485942" y="87273"/>
                </a:lnTo>
                <a:cubicBezTo>
                  <a:pt x="486721" y="92807"/>
                  <a:pt x="488890" y="97048"/>
                  <a:pt x="492448" y="99996"/>
                </a:cubicBezTo>
                <a:cubicBezTo>
                  <a:pt x="496007" y="102943"/>
                  <a:pt x="500981" y="104416"/>
                  <a:pt x="507370" y="104416"/>
                </a:cubicBezTo>
                <a:cubicBezTo>
                  <a:pt x="513812" y="104416"/>
                  <a:pt x="518591" y="103115"/>
                  <a:pt x="521708" y="100512"/>
                </a:cubicBezTo>
                <a:cubicBezTo>
                  <a:pt x="524825" y="97909"/>
                  <a:pt x="526383" y="94855"/>
                  <a:pt x="526383" y="91352"/>
                </a:cubicBezTo>
                <a:cubicBezTo>
                  <a:pt x="526383" y="88207"/>
                  <a:pt x="525007" y="85733"/>
                  <a:pt x="522253" y="83930"/>
                </a:cubicBezTo>
                <a:cubicBezTo>
                  <a:pt x="520331" y="82693"/>
                  <a:pt x="515552" y="81120"/>
                  <a:pt x="507916" y="79213"/>
                </a:cubicBezTo>
                <a:cubicBezTo>
                  <a:pt x="497630" y="76614"/>
                  <a:pt x="490500" y="74365"/>
                  <a:pt x="486526" y="72468"/>
                </a:cubicBezTo>
                <a:cubicBezTo>
                  <a:pt x="482552" y="70570"/>
                  <a:pt x="479539" y="67944"/>
                  <a:pt x="477487" y="64590"/>
                </a:cubicBezTo>
                <a:cubicBezTo>
                  <a:pt x="475435" y="61236"/>
                  <a:pt x="474409" y="57532"/>
                  <a:pt x="474409" y="53477"/>
                </a:cubicBezTo>
                <a:cubicBezTo>
                  <a:pt x="474409" y="49785"/>
                  <a:pt x="475253" y="46366"/>
                  <a:pt x="476942" y="43220"/>
                </a:cubicBezTo>
                <a:cubicBezTo>
                  <a:pt x="478630" y="40074"/>
                  <a:pt x="480929" y="37461"/>
                  <a:pt x="483838" y="35382"/>
                </a:cubicBezTo>
                <a:cubicBezTo>
                  <a:pt x="486020" y="33770"/>
                  <a:pt x="488994" y="32405"/>
                  <a:pt x="492760" y="31288"/>
                </a:cubicBezTo>
                <a:cubicBezTo>
                  <a:pt x="496526" y="30170"/>
                  <a:pt x="500565" y="29610"/>
                  <a:pt x="504877" y="29610"/>
                </a:cubicBezTo>
                <a:cubicBezTo>
                  <a:pt x="511370" y="29610"/>
                  <a:pt x="517072" y="30552"/>
                  <a:pt x="521981" y="32435"/>
                </a:cubicBezTo>
                <a:cubicBezTo>
                  <a:pt x="526890" y="34317"/>
                  <a:pt x="530513" y="36866"/>
                  <a:pt x="532851" y="40084"/>
                </a:cubicBezTo>
                <a:cubicBezTo>
                  <a:pt x="535189" y="43300"/>
                  <a:pt x="536799" y="47601"/>
                  <a:pt x="537682" y="52987"/>
                </a:cubicBezTo>
                <a:lnTo>
                  <a:pt x="523968" y="54857"/>
                </a:lnTo>
                <a:cubicBezTo>
                  <a:pt x="523344" y="50598"/>
                  <a:pt x="521539" y="47273"/>
                  <a:pt x="518552" y="44883"/>
                </a:cubicBezTo>
                <a:cubicBezTo>
                  <a:pt x="515565" y="42494"/>
                  <a:pt x="511344" y="41299"/>
                  <a:pt x="505890" y="41299"/>
                </a:cubicBezTo>
                <a:cubicBezTo>
                  <a:pt x="499448" y="41299"/>
                  <a:pt x="494851" y="42359"/>
                  <a:pt x="492097" y="44479"/>
                </a:cubicBezTo>
                <a:cubicBezTo>
                  <a:pt x="489344" y="46598"/>
                  <a:pt x="487968" y="49079"/>
                  <a:pt x="487968" y="51923"/>
                </a:cubicBezTo>
                <a:cubicBezTo>
                  <a:pt x="487968" y="53731"/>
                  <a:pt x="488539" y="55360"/>
                  <a:pt x="489682" y="56808"/>
                </a:cubicBezTo>
                <a:cubicBezTo>
                  <a:pt x="490825" y="58306"/>
                  <a:pt x="492617" y="59546"/>
                  <a:pt x="495059" y="60529"/>
                </a:cubicBezTo>
                <a:cubicBezTo>
                  <a:pt x="496461" y="61046"/>
                  <a:pt x="500591" y="62236"/>
                  <a:pt x="507448" y="64096"/>
                </a:cubicBezTo>
                <a:cubicBezTo>
                  <a:pt x="517370" y="66744"/>
                  <a:pt x="524292" y="68911"/>
                  <a:pt x="528214" y="70598"/>
                </a:cubicBezTo>
                <a:cubicBezTo>
                  <a:pt x="532137" y="72284"/>
                  <a:pt x="535214" y="74737"/>
                  <a:pt x="537448" y="77956"/>
                </a:cubicBezTo>
                <a:cubicBezTo>
                  <a:pt x="539682" y="81174"/>
                  <a:pt x="540799" y="85170"/>
                  <a:pt x="540799" y="89944"/>
                </a:cubicBezTo>
                <a:cubicBezTo>
                  <a:pt x="540799" y="94616"/>
                  <a:pt x="539435" y="99016"/>
                  <a:pt x="536708" y="103142"/>
                </a:cubicBezTo>
                <a:cubicBezTo>
                  <a:pt x="533981" y="107267"/>
                  <a:pt x="530046" y="110459"/>
                  <a:pt x="524903" y="112717"/>
                </a:cubicBezTo>
                <a:cubicBezTo>
                  <a:pt x="519760" y="114975"/>
                  <a:pt x="513942" y="116104"/>
                  <a:pt x="507448" y="116104"/>
                </a:cubicBezTo>
                <a:cubicBezTo>
                  <a:pt x="496695" y="116104"/>
                  <a:pt x="488500" y="113864"/>
                  <a:pt x="482864" y="109383"/>
                </a:cubicBezTo>
                <a:cubicBezTo>
                  <a:pt x="477227" y="104903"/>
                  <a:pt x="473630" y="98260"/>
                  <a:pt x="472071" y="89455"/>
                </a:cubicBezTo>
                <a:close/>
                <a:moveTo>
                  <a:pt x="588097" y="101844"/>
                </a:moveTo>
                <a:lnTo>
                  <a:pt x="590123" y="114234"/>
                </a:lnTo>
                <a:cubicBezTo>
                  <a:pt x="586175" y="114961"/>
                  <a:pt x="582643" y="115325"/>
                  <a:pt x="579526" y="115325"/>
                </a:cubicBezTo>
                <a:cubicBezTo>
                  <a:pt x="574435" y="115325"/>
                  <a:pt x="570487" y="114520"/>
                  <a:pt x="567682" y="112909"/>
                </a:cubicBezTo>
                <a:cubicBezTo>
                  <a:pt x="564876" y="111299"/>
                  <a:pt x="562902" y="109182"/>
                  <a:pt x="561760" y="106559"/>
                </a:cubicBezTo>
                <a:cubicBezTo>
                  <a:pt x="560617" y="103935"/>
                  <a:pt x="560045" y="98416"/>
                  <a:pt x="560045" y="90000"/>
                </a:cubicBezTo>
                <a:lnTo>
                  <a:pt x="560045" y="42390"/>
                </a:lnTo>
                <a:lnTo>
                  <a:pt x="549760" y="42390"/>
                </a:lnTo>
                <a:lnTo>
                  <a:pt x="549760" y="31481"/>
                </a:lnTo>
                <a:lnTo>
                  <a:pt x="560045" y="31481"/>
                </a:lnTo>
                <a:lnTo>
                  <a:pt x="560045" y="10931"/>
                </a:lnTo>
                <a:lnTo>
                  <a:pt x="573993" y="2494"/>
                </a:lnTo>
                <a:lnTo>
                  <a:pt x="573993" y="31481"/>
                </a:lnTo>
                <a:lnTo>
                  <a:pt x="588097" y="31481"/>
                </a:lnTo>
                <a:lnTo>
                  <a:pt x="588097" y="42390"/>
                </a:lnTo>
                <a:lnTo>
                  <a:pt x="573993" y="42390"/>
                </a:lnTo>
                <a:lnTo>
                  <a:pt x="573993" y="90779"/>
                </a:lnTo>
                <a:cubicBezTo>
                  <a:pt x="573993" y="94779"/>
                  <a:pt x="574240" y="97351"/>
                  <a:pt x="574734" y="98494"/>
                </a:cubicBezTo>
                <a:cubicBezTo>
                  <a:pt x="575227" y="99637"/>
                  <a:pt x="576032" y="100546"/>
                  <a:pt x="577149" y="101221"/>
                </a:cubicBezTo>
                <a:cubicBezTo>
                  <a:pt x="578266" y="101896"/>
                  <a:pt x="579864" y="102234"/>
                  <a:pt x="581941" y="102234"/>
                </a:cubicBezTo>
                <a:cubicBezTo>
                  <a:pt x="583500" y="102234"/>
                  <a:pt x="585552" y="102104"/>
                  <a:pt x="588097" y="101844"/>
                </a:cubicBezTo>
                <a:close/>
                <a:moveTo>
                  <a:pt x="659138" y="114234"/>
                </a:moveTo>
                <a:lnTo>
                  <a:pt x="646125" y="114234"/>
                </a:lnTo>
                <a:lnTo>
                  <a:pt x="646125" y="0"/>
                </a:lnTo>
                <a:lnTo>
                  <a:pt x="660151" y="0"/>
                </a:lnTo>
                <a:lnTo>
                  <a:pt x="660151" y="40904"/>
                </a:lnTo>
                <a:cubicBezTo>
                  <a:pt x="666073" y="33375"/>
                  <a:pt x="673632" y="29610"/>
                  <a:pt x="682827" y="29610"/>
                </a:cubicBezTo>
                <a:cubicBezTo>
                  <a:pt x="687918" y="29610"/>
                  <a:pt x="692736" y="30636"/>
                  <a:pt x="697281" y="32688"/>
                </a:cubicBezTo>
                <a:cubicBezTo>
                  <a:pt x="701827" y="34740"/>
                  <a:pt x="705567" y="37623"/>
                  <a:pt x="708502" y="41338"/>
                </a:cubicBezTo>
                <a:cubicBezTo>
                  <a:pt x="711437" y="45052"/>
                  <a:pt x="713736" y="49533"/>
                  <a:pt x="715398" y="54779"/>
                </a:cubicBezTo>
                <a:cubicBezTo>
                  <a:pt x="717061" y="60026"/>
                  <a:pt x="717892" y="65637"/>
                  <a:pt x="717892" y="71611"/>
                </a:cubicBezTo>
                <a:cubicBezTo>
                  <a:pt x="717892" y="85792"/>
                  <a:pt x="714385" y="96753"/>
                  <a:pt x="707372" y="104494"/>
                </a:cubicBezTo>
                <a:cubicBezTo>
                  <a:pt x="700359" y="112234"/>
                  <a:pt x="691944" y="116104"/>
                  <a:pt x="682125" y="116104"/>
                </a:cubicBezTo>
                <a:cubicBezTo>
                  <a:pt x="672359" y="116104"/>
                  <a:pt x="664697" y="111974"/>
                  <a:pt x="659138" y="103715"/>
                </a:cubicBezTo>
                <a:lnTo>
                  <a:pt x="659138" y="114234"/>
                </a:lnTo>
                <a:moveTo>
                  <a:pt x="658982" y="72236"/>
                </a:moveTo>
                <a:cubicBezTo>
                  <a:pt x="658982" y="82110"/>
                  <a:pt x="660333" y="89244"/>
                  <a:pt x="663034" y="93638"/>
                </a:cubicBezTo>
                <a:cubicBezTo>
                  <a:pt x="667450" y="100823"/>
                  <a:pt x="673424" y="104416"/>
                  <a:pt x="680957" y="104416"/>
                </a:cubicBezTo>
                <a:cubicBezTo>
                  <a:pt x="687086" y="104416"/>
                  <a:pt x="692385" y="101766"/>
                  <a:pt x="696853" y="96468"/>
                </a:cubicBezTo>
                <a:cubicBezTo>
                  <a:pt x="701320" y="91169"/>
                  <a:pt x="703554" y="83273"/>
                  <a:pt x="703554" y="72779"/>
                </a:cubicBezTo>
                <a:cubicBezTo>
                  <a:pt x="703554" y="62028"/>
                  <a:pt x="701411" y="54093"/>
                  <a:pt x="697125" y="48977"/>
                </a:cubicBezTo>
                <a:cubicBezTo>
                  <a:pt x="692840" y="43858"/>
                  <a:pt x="687658" y="41299"/>
                  <a:pt x="681580" y="41299"/>
                </a:cubicBezTo>
                <a:cubicBezTo>
                  <a:pt x="675450" y="41299"/>
                  <a:pt x="670151" y="43948"/>
                  <a:pt x="665684" y="49247"/>
                </a:cubicBezTo>
                <a:cubicBezTo>
                  <a:pt x="661216" y="54546"/>
                  <a:pt x="658982" y="62209"/>
                  <a:pt x="658982" y="72236"/>
                </a:cubicBezTo>
                <a:close/>
                <a:moveTo>
                  <a:pt x="729712" y="72857"/>
                </a:moveTo>
                <a:cubicBezTo>
                  <a:pt x="729712" y="57533"/>
                  <a:pt x="733971" y="46182"/>
                  <a:pt x="742491" y="38805"/>
                </a:cubicBezTo>
                <a:cubicBezTo>
                  <a:pt x="749608" y="32675"/>
                  <a:pt x="758283" y="29610"/>
                  <a:pt x="768517" y="29610"/>
                </a:cubicBezTo>
                <a:cubicBezTo>
                  <a:pt x="779893" y="29610"/>
                  <a:pt x="789192" y="33338"/>
                  <a:pt x="796413" y="40792"/>
                </a:cubicBezTo>
                <a:cubicBezTo>
                  <a:pt x="803634" y="48247"/>
                  <a:pt x="807244" y="58546"/>
                  <a:pt x="807244" y="71688"/>
                </a:cubicBezTo>
                <a:cubicBezTo>
                  <a:pt x="807244" y="82338"/>
                  <a:pt x="805647" y="90715"/>
                  <a:pt x="802452" y="96818"/>
                </a:cubicBezTo>
                <a:cubicBezTo>
                  <a:pt x="799257" y="102922"/>
                  <a:pt x="794608" y="107663"/>
                  <a:pt x="788504" y="111039"/>
                </a:cubicBezTo>
                <a:cubicBezTo>
                  <a:pt x="782400" y="114416"/>
                  <a:pt x="775738" y="116104"/>
                  <a:pt x="768517" y="116104"/>
                </a:cubicBezTo>
                <a:cubicBezTo>
                  <a:pt x="756932" y="116104"/>
                  <a:pt x="747569" y="112390"/>
                  <a:pt x="740426" y="104961"/>
                </a:cubicBezTo>
                <a:cubicBezTo>
                  <a:pt x="733283" y="97533"/>
                  <a:pt x="729712" y="86831"/>
                  <a:pt x="729712" y="72857"/>
                </a:cubicBezTo>
                <a:moveTo>
                  <a:pt x="744127" y="72818"/>
                </a:moveTo>
                <a:cubicBezTo>
                  <a:pt x="744127" y="83377"/>
                  <a:pt x="746439" y="91283"/>
                  <a:pt x="751062" y="96536"/>
                </a:cubicBezTo>
                <a:cubicBezTo>
                  <a:pt x="755686" y="101789"/>
                  <a:pt x="761504" y="104416"/>
                  <a:pt x="768517" y="104416"/>
                </a:cubicBezTo>
                <a:cubicBezTo>
                  <a:pt x="775478" y="104416"/>
                  <a:pt x="781270" y="101776"/>
                  <a:pt x="785893" y="96497"/>
                </a:cubicBezTo>
                <a:cubicBezTo>
                  <a:pt x="790517" y="91218"/>
                  <a:pt x="792829" y="83170"/>
                  <a:pt x="792829" y="72353"/>
                </a:cubicBezTo>
                <a:cubicBezTo>
                  <a:pt x="792829" y="62157"/>
                  <a:pt x="790504" y="54432"/>
                  <a:pt x="785855" y="49179"/>
                </a:cubicBezTo>
                <a:cubicBezTo>
                  <a:pt x="781205" y="43925"/>
                  <a:pt x="775426" y="41299"/>
                  <a:pt x="768517" y="41299"/>
                </a:cubicBezTo>
                <a:cubicBezTo>
                  <a:pt x="761504" y="41299"/>
                  <a:pt x="755686" y="43912"/>
                  <a:pt x="751062" y="49140"/>
                </a:cubicBezTo>
                <a:cubicBezTo>
                  <a:pt x="746439" y="54367"/>
                  <a:pt x="744127" y="62260"/>
                  <a:pt x="744127" y="72818"/>
                </a:cubicBezTo>
                <a:close/>
                <a:moveTo>
                  <a:pt x="877895" y="114234"/>
                </a:moveTo>
                <a:lnTo>
                  <a:pt x="877895" y="102078"/>
                </a:lnTo>
                <a:cubicBezTo>
                  <a:pt x="871454" y="111429"/>
                  <a:pt x="862700" y="116104"/>
                  <a:pt x="851635" y="116104"/>
                </a:cubicBezTo>
                <a:cubicBezTo>
                  <a:pt x="846752" y="116104"/>
                  <a:pt x="842194" y="115169"/>
                  <a:pt x="837960" y="113299"/>
                </a:cubicBezTo>
                <a:cubicBezTo>
                  <a:pt x="833726" y="111429"/>
                  <a:pt x="830583" y="109078"/>
                  <a:pt x="828532" y="106247"/>
                </a:cubicBezTo>
                <a:cubicBezTo>
                  <a:pt x="826480" y="103416"/>
                  <a:pt x="825038" y="99948"/>
                  <a:pt x="824207" y="95844"/>
                </a:cubicBezTo>
                <a:cubicBezTo>
                  <a:pt x="823635" y="93091"/>
                  <a:pt x="823350" y="88727"/>
                  <a:pt x="823350" y="82753"/>
                </a:cubicBezTo>
                <a:lnTo>
                  <a:pt x="823350" y="31481"/>
                </a:lnTo>
                <a:lnTo>
                  <a:pt x="837376" y="31481"/>
                </a:lnTo>
                <a:lnTo>
                  <a:pt x="837376" y="77377"/>
                </a:lnTo>
                <a:cubicBezTo>
                  <a:pt x="837376" y="84702"/>
                  <a:pt x="837661" y="89637"/>
                  <a:pt x="838233" y="92182"/>
                </a:cubicBezTo>
                <a:cubicBezTo>
                  <a:pt x="839116" y="95870"/>
                  <a:pt x="840986" y="98766"/>
                  <a:pt x="843843" y="100870"/>
                </a:cubicBezTo>
                <a:cubicBezTo>
                  <a:pt x="846700" y="102974"/>
                  <a:pt x="850233" y="104026"/>
                  <a:pt x="854441" y="104026"/>
                </a:cubicBezTo>
                <a:cubicBezTo>
                  <a:pt x="858648" y="104026"/>
                  <a:pt x="862597" y="102948"/>
                  <a:pt x="866285" y="100792"/>
                </a:cubicBezTo>
                <a:cubicBezTo>
                  <a:pt x="869973" y="98637"/>
                  <a:pt x="872584" y="95702"/>
                  <a:pt x="874116" y="91987"/>
                </a:cubicBezTo>
                <a:cubicBezTo>
                  <a:pt x="875649" y="88273"/>
                  <a:pt x="876415" y="82883"/>
                  <a:pt x="876415" y="75818"/>
                </a:cubicBezTo>
                <a:lnTo>
                  <a:pt x="876415" y="31481"/>
                </a:lnTo>
                <a:lnTo>
                  <a:pt x="890441" y="31481"/>
                </a:lnTo>
                <a:lnTo>
                  <a:pt x="890441" y="114234"/>
                </a:lnTo>
                <a:lnTo>
                  <a:pt x="877895" y="114234"/>
                </a:lnTo>
                <a:close/>
                <a:moveTo>
                  <a:pt x="909819" y="121091"/>
                </a:moveTo>
                <a:lnTo>
                  <a:pt x="923456" y="123117"/>
                </a:lnTo>
                <a:cubicBezTo>
                  <a:pt x="924027" y="127325"/>
                  <a:pt x="925612" y="130390"/>
                  <a:pt x="928209" y="132312"/>
                </a:cubicBezTo>
                <a:cubicBezTo>
                  <a:pt x="931690" y="134909"/>
                  <a:pt x="936443" y="136208"/>
                  <a:pt x="942469" y="136208"/>
                </a:cubicBezTo>
                <a:cubicBezTo>
                  <a:pt x="948962" y="136208"/>
                  <a:pt x="953975" y="134906"/>
                  <a:pt x="957508" y="132302"/>
                </a:cubicBezTo>
                <a:cubicBezTo>
                  <a:pt x="961040" y="129700"/>
                  <a:pt x="963430" y="126055"/>
                  <a:pt x="964677" y="121369"/>
                </a:cubicBezTo>
                <a:cubicBezTo>
                  <a:pt x="965404" y="118507"/>
                  <a:pt x="965742" y="112494"/>
                  <a:pt x="965690" y="103330"/>
                </a:cubicBezTo>
                <a:cubicBezTo>
                  <a:pt x="959560" y="110599"/>
                  <a:pt x="951923" y="114234"/>
                  <a:pt x="942780" y="114234"/>
                </a:cubicBezTo>
                <a:cubicBezTo>
                  <a:pt x="931404" y="114234"/>
                  <a:pt x="922599" y="110130"/>
                  <a:pt x="916365" y="101922"/>
                </a:cubicBezTo>
                <a:cubicBezTo>
                  <a:pt x="910131" y="93715"/>
                  <a:pt x="907014" y="83870"/>
                  <a:pt x="907014" y="72390"/>
                </a:cubicBezTo>
                <a:cubicBezTo>
                  <a:pt x="907014" y="64494"/>
                  <a:pt x="908443" y="57208"/>
                  <a:pt x="911300" y="50533"/>
                </a:cubicBezTo>
                <a:cubicBezTo>
                  <a:pt x="914157" y="43857"/>
                  <a:pt x="918300" y="38701"/>
                  <a:pt x="923728" y="35065"/>
                </a:cubicBezTo>
                <a:cubicBezTo>
                  <a:pt x="929157" y="31429"/>
                  <a:pt x="935534" y="29610"/>
                  <a:pt x="942858" y="29610"/>
                </a:cubicBezTo>
                <a:cubicBezTo>
                  <a:pt x="952625" y="29610"/>
                  <a:pt x="960677" y="33584"/>
                  <a:pt x="967014" y="41533"/>
                </a:cubicBezTo>
                <a:lnTo>
                  <a:pt x="967014" y="31481"/>
                </a:lnTo>
                <a:lnTo>
                  <a:pt x="979949" y="31481"/>
                </a:lnTo>
                <a:lnTo>
                  <a:pt x="979949" y="103062"/>
                </a:lnTo>
                <a:cubicBezTo>
                  <a:pt x="979949" y="115953"/>
                  <a:pt x="978638" y="125089"/>
                  <a:pt x="976014" y="130469"/>
                </a:cubicBezTo>
                <a:cubicBezTo>
                  <a:pt x="973391" y="135849"/>
                  <a:pt x="969235" y="140098"/>
                  <a:pt x="963547" y="143216"/>
                </a:cubicBezTo>
                <a:cubicBezTo>
                  <a:pt x="957858" y="146336"/>
                  <a:pt x="950858" y="147896"/>
                  <a:pt x="942547" y="147896"/>
                </a:cubicBezTo>
                <a:cubicBezTo>
                  <a:pt x="932677" y="147896"/>
                  <a:pt x="924702" y="145669"/>
                  <a:pt x="918625" y="141215"/>
                </a:cubicBezTo>
                <a:cubicBezTo>
                  <a:pt x="912547" y="136760"/>
                  <a:pt x="909612" y="130052"/>
                  <a:pt x="909819" y="121091"/>
                </a:cubicBezTo>
                <a:moveTo>
                  <a:pt x="921430" y="71379"/>
                </a:moveTo>
                <a:cubicBezTo>
                  <a:pt x="921430" y="82209"/>
                  <a:pt x="923586" y="90111"/>
                  <a:pt x="927897" y="95085"/>
                </a:cubicBezTo>
                <a:cubicBezTo>
                  <a:pt x="932209" y="100059"/>
                  <a:pt x="937612" y="102546"/>
                  <a:pt x="944105" y="102546"/>
                </a:cubicBezTo>
                <a:cubicBezTo>
                  <a:pt x="950547" y="102546"/>
                  <a:pt x="955949" y="100072"/>
                  <a:pt x="960313" y="95124"/>
                </a:cubicBezTo>
                <a:cubicBezTo>
                  <a:pt x="964677" y="90176"/>
                  <a:pt x="966858" y="82416"/>
                  <a:pt x="966858" y="71844"/>
                </a:cubicBezTo>
                <a:cubicBezTo>
                  <a:pt x="966858" y="61740"/>
                  <a:pt x="964612" y="54124"/>
                  <a:pt x="960118" y="48994"/>
                </a:cubicBezTo>
                <a:cubicBezTo>
                  <a:pt x="955625" y="43864"/>
                  <a:pt x="950209" y="41299"/>
                  <a:pt x="943871" y="41299"/>
                </a:cubicBezTo>
                <a:cubicBezTo>
                  <a:pt x="937638" y="41299"/>
                  <a:pt x="932339" y="43825"/>
                  <a:pt x="927975" y="48877"/>
                </a:cubicBezTo>
                <a:cubicBezTo>
                  <a:pt x="923612" y="53929"/>
                  <a:pt x="921430" y="61430"/>
                  <a:pt x="921430" y="71379"/>
                </a:cubicBezTo>
                <a:close/>
                <a:moveTo>
                  <a:pt x="1001120" y="114234"/>
                </a:moveTo>
                <a:lnTo>
                  <a:pt x="1001120" y="0"/>
                </a:lnTo>
                <a:lnTo>
                  <a:pt x="1015146" y="0"/>
                </a:lnTo>
                <a:lnTo>
                  <a:pt x="1015146" y="40987"/>
                </a:lnTo>
                <a:cubicBezTo>
                  <a:pt x="1021691" y="33403"/>
                  <a:pt x="1029951" y="29610"/>
                  <a:pt x="1039925" y="29610"/>
                </a:cubicBezTo>
                <a:cubicBezTo>
                  <a:pt x="1046055" y="29610"/>
                  <a:pt x="1051380" y="30818"/>
                  <a:pt x="1055899" y="33234"/>
                </a:cubicBezTo>
                <a:cubicBezTo>
                  <a:pt x="1060419" y="35649"/>
                  <a:pt x="1063652" y="38987"/>
                  <a:pt x="1065601" y="43247"/>
                </a:cubicBezTo>
                <a:cubicBezTo>
                  <a:pt x="1067549" y="47507"/>
                  <a:pt x="1068523" y="53688"/>
                  <a:pt x="1068523" y="61792"/>
                </a:cubicBezTo>
                <a:lnTo>
                  <a:pt x="1068523" y="114234"/>
                </a:lnTo>
                <a:lnTo>
                  <a:pt x="1054497" y="114234"/>
                </a:lnTo>
                <a:lnTo>
                  <a:pt x="1054497" y="61792"/>
                </a:lnTo>
                <a:cubicBezTo>
                  <a:pt x="1054497" y="54779"/>
                  <a:pt x="1052977" y="49675"/>
                  <a:pt x="1049938" y="46481"/>
                </a:cubicBezTo>
                <a:cubicBezTo>
                  <a:pt x="1046899" y="43286"/>
                  <a:pt x="1042600" y="41688"/>
                  <a:pt x="1037042" y="41688"/>
                </a:cubicBezTo>
                <a:cubicBezTo>
                  <a:pt x="1032886" y="41688"/>
                  <a:pt x="1028977" y="42766"/>
                  <a:pt x="1025315" y="44922"/>
                </a:cubicBezTo>
                <a:cubicBezTo>
                  <a:pt x="1021652" y="47078"/>
                  <a:pt x="1019042" y="50000"/>
                  <a:pt x="1017484" y="53688"/>
                </a:cubicBezTo>
                <a:cubicBezTo>
                  <a:pt x="1015925" y="57377"/>
                  <a:pt x="1015146" y="62468"/>
                  <a:pt x="1015146" y="68961"/>
                </a:cubicBezTo>
                <a:lnTo>
                  <a:pt x="1015146" y="114234"/>
                </a:lnTo>
                <a:lnTo>
                  <a:pt x="1001120" y="114234"/>
                </a:lnTo>
                <a:close/>
                <a:moveTo>
                  <a:pt x="1120472" y="101844"/>
                </a:moveTo>
                <a:lnTo>
                  <a:pt x="1122498" y="114234"/>
                </a:lnTo>
                <a:cubicBezTo>
                  <a:pt x="1118550" y="114961"/>
                  <a:pt x="1115018" y="115325"/>
                  <a:pt x="1111901" y="115325"/>
                </a:cubicBezTo>
                <a:cubicBezTo>
                  <a:pt x="1106810" y="115325"/>
                  <a:pt x="1102862" y="114520"/>
                  <a:pt x="1100057" y="112909"/>
                </a:cubicBezTo>
                <a:cubicBezTo>
                  <a:pt x="1097252" y="111299"/>
                  <a:pt x="1095278" y="109182"/>
                  <a:pt x="1094135" y="106559"/>
                </a:cubicBezTo>
                <a:cubicBezTo>
                  <a:pt x="1092992" y="103935"/>
                  <a:pt x="1092420" y="98416"/>
                  <a:pt x="1092420" y="90000"/>
                </a:cubicBezTo>
                <a:lnTo>
                  <a:pt x="1092420" y="42390"/>
                </a:lnTo>
                <a:lnTo>
                  <a:pt x="1082135" y="42390"/>
                </a:lnTo>
                <a:lnTo>
                  <a:pt x="1082135" y="31481"/>
                </a:lnTo>
                <a:lnTo>
                  <a:pt x="1092420" y="31481"/>
                </a:lnTo>
                <a:lnTo>
                  <a:pt x="1092420" y="10931"/>
                </a:lnTo>
                <a:lnTo>
                  <a:pt x="1106368" y="2494"/>
                </a:lnTo>
                <a:lnTo>
                  <a:pt x="1106368" y="31481"/>
                </a:lnTo>
                <a:lnTo>
                  <a:pt x="1120472" y="31481"/>
                </a:lnTo>
                <a:lnTo>
                  <a:pt x="1120472" y="42390"/>
                </a:lnTo>
                <a:lnTo>
                  <a:pt x="1106368" y="42390"/>
                </a:lnTo>
                <a:lnTo>
                  <a:pt x="1106368" y="90779"/>
                </a:lnTo>
                <a:cubicBezTo>
                  <a:pt x="1106368" y="94779"/>
                  <a:pt x="1106615" y="97351"/>
                  <a:pt x="1107109" y="98494"/>
                </a:cubicBezTo>
                <a:cubicBezTo>
                  <a:pt x="1107602" y="99637"/>
                  <a:pt x="1108407" y="100546"/>
                  <a:pt x="1109524" y="101221"/>
                </a:cubicBezTo>
                <a:cubicBezTo>
                  <a:pt x="1110641" y="101896"/>
                  <a:pt x="1112239" y="102234"/>
                  <a:pt x="1114317" y="102234"/>
                </a:cubicBezTo>
                <a:cubicBezTo>
                  <a:pt x="1115875" y="102234"/>
                  <a:pt x="1117927" y="102104"/>
                  <a:pt x="1120472" y="1018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green">
            <a:extLst xmlns:a="http://schemas.openxmlformats.org/drawingml/2006/main">
              <a:ext uri="{FF2B5EF4-FFF2-40B4-BE49-F238E27FC236}">
                <a16:creationId xmlns:a16="http://schemas.microsoft.com/office/drawing/2014/main" id="{F7DD5596-A7D6-4581-94B3-86893912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107" y="4603767"/>
            <a:ext cx="417225" cy="118286"/>
          </a:xfrm>
          <a:custGeom xmlns:a="http://schemas.openxmlformats.org/drawingml/2006/main">
            <a:pathLst>
              <a:path w="417225" h="118286">
                <a:moveTo>
                  <a:pt x="2883" y="89922"/>
                </a:moveTo>
                <a:lnTo>
                  <a:pt x="27896" y="93039"/>
                </a:lnTo>
                <a:cubicBezTo>
                  <a:pt x="28312" y="95976"/>
                  <a:pt x="29273" y="97995"/>
                  <a:pt x="30779" y="99095"/>
                </a:cubicBezTo>
                <a:cubicBezTo>
                  <a:pt x="32857" y="100668"/>
                  <a:pt x="36130" y="101455"/>
                  <a:pt x="40598" y="101455"/>
                </a:cubicBezTo>
                <a:cubicBezTo>
                  <a:pt x="46312" y="101455"/>
                  <a:pt x="50598" y="100591"/>
                  <a:pt x="53455" y="98864"/>
                </a:cubicBezTo>
                <a:cubicBezTo>
                  <a:pt x="55377" y="97713"/>
                  <a:pt x="56831" y="95856"/>
                  <a:pt x="57818" y="93292"/>
                </a:cubicBezTo>
                <a:cubicBezTo>
                  <a:pt x="58494" y="91461"/>
                  <a:pt x="58831" y="88087"/>
                  <a:pt x="58831" y="83170"/>
                </a:cubicBezTo>
                <a:lnTo>
                  <a:pt x="58831" y="71004"/>
                </a:lnTo>
                <a:cubicBezTo>
                  <a:pt x="52286" y="80084"/>
                  <a:pt x="44026" y="84624"/>
                  <a:pt x="34052" y="84624"/>
                </a:cubicBezTo>
                <a:cubicBezTo>
                  <a:pt x="22935" y="84624"/>
                  <a:pt x="14130" y="79922"/>
                  <a:pt x="7636" y="70520"/>
                </a:cubicBezTo>
                <a:cubicBezTo>
                  <a:pt x="2545" y="63091"/>
                  <a:pt x="0" y="53844"/>
                  <a:pt x="0" y="42779"/>
                </a:cubicBezTo>
                <a:cubicBezTo>
                  <a:pt x="0" y="28909"/>
                  <a:pt x="3338" y="18312"/>
                  <a:pt x="10013" y="10987"/>
                </a:cubicBezTo>
                <a:cubicBezTo>
                  <a:pt x="16688" y="3662"/>
                  <a:pt x="24987" y="0"/>
                  <a:pt x="34909" y="0"/>
                </a:cubicBezTo>
                <a:cubicBezTo>
                  <a:pt x="45143" y="0"/>
                  <a:pt x="53585" y="4515"/>
                  <a:pt x="60234" y="13544"/>
                </a:cubicBezTo>
                <a:lnTo>
                  <a:pt x="60234" y="1870"/>
                </a:lnTo>
                <a:lnTo>
                  <a:pt x="80727" y="1870"/>
                </a:lnTo>
                <a:lnTo>
                  <a:pt x="80727" y="76179"/>
                </a:lnTo>
                <a:cubicBezTo>
                  <a:pt x="80727" y="85952"/>
                  <a:pt x="79922" y="93255"/>
                  <a:pt x="78312" y="98090"/>
                </a:cubicBezTo>
                <a:cubicBezTo>
                  <a:pt x="76701" y="102924"/>
                  <a:pt x="74442" y="106719"/>
                  <a:pt x="71533" y="109473"/>
                </a:cubicBezTo>
                <a:cubicBezTo>
                  <a:pt x="68624" y="112230"/>
                  <a:pt x="64740" y="114387"/>
                  <a:pt x="59883" y="115946"/>
                </a:cubicBezTo>
                <a:cubicBezTo>
                  <a:pt x="55026" y="117506"/>
                  <a:pt x="48883" y="118286"/>
                  <a:pt x="41455" y="118286"/>
                </a:cubicBezTo>
                <a:cubicBezTo>
                  <a:pt x="27429" y="118286"/>
                  <a:pt x="17481" y="115863"/>
                  <a:pt x="11610" y="111017"/>
                </a:cubicBezTo>
                <a:cubicBezTo>
                  <a:pt x="5740" y="106173"/>
                  <a:pt x="2805" y="100032"/>
                  <a:pt x="2805" y="92594"/>
                </a:cubicBezTo>
                <a:cubicBezTo>
                  <a:pt x="2805" y="91860"/>
                  <a:pt x="2831" y="90969"/>
                  <a:pt x="2883" y="89922"/>
                </a:cubicBezTo>
                <a:moveTo>
                  <a:pt x="22442" y="41533"/>
                </a:moveTo>
                <a:cubicBezTo>
                  <a:pt x="22442" y="50286"/>
                  <a:pt x="24143" y="56695"/>
                  <a:pt x="27546" y="60760"/>
                </a:cubicBezTo>
                <a:cubicBezTo>
                  <a:pt x="30948" y="64825"/>
                  <a:pt x="35143" y="66857"/>
                  <a:pt x="40130" y="66857"/>
                </a:cubicBezTo>
                <a:cubicBezTo>
                  <a:pt x="45481" y="66857"/>
                  <a:pt x="50000" y="64773"/>
                  <a:pt x="53688" y="60604"/>
                </a:cubicBezTo>
                <a:cubicBezTo>
                  <a:pt x="57377" y="56435"/>
                  <a:pt x="59221" y="50260"/>
                  <a:pt x="59221" y="42078"/>
                </a:cubicBezTo>
                <a:cubicBezTo>
                  <a:pt x="59221" y="33533"/>
                  <a:pt x="57455" y="27188"/>
                  <a:pt x="53922" y="23046"/>
                </a:cubicBezTo>
                <a:cubicBezTo>
                  <a:pt x="50390" y="18903"/>
                  <a:pt x="45922" y="16831"/>
                  <a:pt x="40520" y="16831"/>
                </a:cubicBezTo>
                <a:cubicBezTo>
                  <a:pt x="35273" y="16831"/>
                  <a:pt x="30948" y="18864"/>
                  <a:pt x="27546" y="22929"/>
                </a:cubicBezTo>
                <a:cubicBezTo>
                  <a:pt x="24143" y="26994"/>
                  <a:pt x="22442" y="33195"/>
                  <a:pt x="22442" y="41533"/>
                </a:cubicBezTo>
                <a:close/>
                <a:moveTo>
                  <a:pt x="123377" y="84624"/>
                </a:moveTo>
                <a:lnTo>
                  <a:pt x="101481" y="84624"/>
                </a:lnTo>
                <a:lnTo>
                  <a:pt x="101481" y="1870"/>
                </a:lnTo>
                <a:lnTo>
                  <a:pt x="121819" y="1870"/>
                </a:lnTo>
                <a:lnTo>
                  <a:pt x="121819" y="13636"/>
                </a:lnTo>
                <a:cubicBezTo>
                  <a:pt x="125299" y="8078"/>
                  <a:pt x="128429" y="4416"/>
                  <a:pt x="131208" y="2649"/>
                </a:cubicBezTo>
                <a:cubicBezTo>
                  <a:pt x="133987" y="883"/>
                  <a:pt x="137143" y="0"/>
                  <a:pt x="140676" y="0"/>
                </a:cubicBezTo>
                <a:cubicBezTo>
                  <a:pt x="145663" y="0"/>
                  <a:pt x="150468" y="1377"/>
                  <a:pt x="155091" y="4130"/>
                </a:cubicBezTo>
                <a:lnTo>
                  <a:pt x="148312" y="23221"/>
                </a:lnTo>
                <a:cubicBezTo>
                  <a:pt x="144624" y="20831"/>
                  <a:pt x="141195" y="19636"/>
                  <a:pt x="138026" y="19636"/>
                </a:cubicBezTo>
                <a:cubicBezTo>
                  <a:pt x="134961" y="19636"/>
                  <a:pt x="132364" y="20481"/>
                  <a:pt x="130234" y="22169"/>
                </a:cubicBezTo>
                <a:cubicBezTo>
                  <a:pt x="128104" y="23857"/>
                  <a:pt x="126429" y="26909"/>
                  <a:pt x="125208" y="31325"/>
                </a:cubicBezTo>
                <a:cubicBezTo>
                  <a:pt x="123987" y="35740"/>
                  <a:pt x="123377" y="44987"/>
                  <a:pt x="123377" y="59065"/>
                </a:cubicBezTo>
                <a:lnTo>
                  <a:pt x="123377" y="84624"/>
                </a:lnTo>
                <a:close/>
                <a:moveTo>
                  <a:pt x="212416" y="58286"/>
                </a:moveTo>
                <a:lnTo>
                  <a:pt x="234235" y="62026"/>
                </a:lnTo>
                <a:cubicBezTo>
                  <a:pt x="231429" y="70000"/>
                  <a:pt x="227001" y="76072"/>
                  <a:pt x="220949" y="80240"/>
                </a:cubicBezTo>
                <a:cubicBezTo>
                  <a:pt x="214897" y="84409"/>
                  <a:pt x="207325" y="86494"/>
                  <a:pt x="198235" y="86494"/>
                </a:cubicBezTo>
                <a:cubicBezTo>
                  <a:pt x="183845" y="86494"/>
                  <a:pt x="173196" y="81792"/>
                  <a:pt x="166286" y="72390"/>
                </a:cubicBezTo>
                <a:cubicBezTo>
                  <a:pt x="160832" y="64857"/>
                  <a:pt x="158105" y="55351"/>
                  <a:pt x="158105" y="43870"/>
                </a:cubicBezTo>
                <a:cubicBezTo>
                  <a:pt x="158105" y="30156"/>
                  <a:pt x="161689" y="19416"/>
                  <a:pt x="168858" y="11649"/>
                </a:cubicBezTo>
                <a:cubicBezTo>
                  <a:pt x="176027" y="3883"/>
                  <a:pt x="185092" y="0"/>
                  <a:pt x="196053" y="0"/>
                </a:cubicBezTo>
                <a:cubicBezTo>
                  <a:pt x="208364" y="0"/>
                  <a:pt x="218079" y="4065"/>
                  <a:pt x="225196" y="12195"/>
                </a:cubicBezTo>
                <a:cubicBezTo>
                  <a:pt x="232313" y="20325"/>
                  <a:pt x="235715" y="32779"/>
                  <a:pt x="235403" y="49559"/>
                </a:cubicBezTo>
                <a:lnTo>
                  <a:pt x="180546" y="49559"/>
                </a:lnTo>
                <a:cubicBezTo>
                  <a:pt x="180702" y="56052"/>
                  <a:pt x="182468" y="61104"/>
                  <a:pt x="185845" y="64714"/>
                </a:cubicBezTo>
                <a:cubicBezTo>
                  <a:pt x="189222" y="68325"/>
                  <a:pt x="193429" y="70130"/>
                  <a:pt x="198468" y="70130"/>
                </a:cubicBezTo>
                <a:cubicBezTo>
                  <a:pt x="201897" y="70130"/>
                  <a:pt x="204780" y="69195"/>
                  <a:pt x="207118" y="67325"/>
                </a:cubicBezTo>
                <a:cubicBezTo>
                  <a:pt x="209455" y="65455"/>
                  <a:pt x="211222" y="62442"/>
                  <a:pt x="212416" y="58286"/>
                </a:cubicBezTo>
                <a:moveTo>
                  <a:pt x="213663" y="36156"/>
                </a:moveTo>
                <a:cubicBezTo>
                  <a:pt x="213507" y="29844"/>
                  <a:pt x="211871" y="25046"/>
                  <a:pt x="208754" y="21760"/>
                </a:cubicBezTo>
                <a:cubicBezTo>
                  <a:pt x="205637" y="18474"/>
                  <a:pt x="201845" y="16831"/>
                  <a:pt x="197377" y="16831"/>
                </a:cubicBezTo>
                <a:cubicBezTo>
                  <a:pt x="192598" y="16831"/>
                  <a:pt x="188650" y="18564"/>
                  <a:pt x="185533" y="22030"/>
                </a:cubicBezTo>
                <a:cubicBezTo>
                  <a:pt x="182416" y="25498"/>
                  <a:pt x="180884" y="30206"/>
                  <a:pt x="180936" y="36156"/>
                </a:cubicBezTo>
                <a:lnTo>
                  <a:pt x="213663" y="36156"/>
                </a:lnTo>
                <a:close/>
                <a:moveTo>
                  <a:pt x="301145" y="58286"/>
                </a:moveTo>
                <a:lnTo>
                  <a:pt x="322964" y="62026"/>
                </a:lnTo>
                <a:cubicBezTo>
                  <a:pt x="320159" y="70000"/>
                  <a:pt x="315730" y="76072"/>
                  <a:pt x="309678" y="80240"/>
                </a:cubicBezTo>
                <a:cubicBezTo>
                  <a:pt x="303626" y="84409"/>
                  <a:pt x="296055" y="86494"/>
                  <a:pt x="286964" y="86494"/>
                </a:cubicBezTo>
                <a:cubicBezTo>
                  <a:pt x="272574" y="86494"/>
                  <a:pt x="261925" y="81792"/>
                  <a:pt x="255015" y="72390"/>
                </a:cubicBezTo>
                <a:cubicBezTo>
                  <a:pt x="249561" y="64857"/>
                  <a:pt x="246834" y="55351"/>
                  <a:pt x="246834" y="43870"/>
                </a:cubicBezTo>
                <a:cubicBezTo>
                  <a:pt x="246834" y="30156"/>
                  <a:pt x="250418" y="19416"/>
                  <a:pt x="257587" y="11649"/>
                </a:cubicBezTo>
                <a:cubicBezTo>
                  <a:pt x="264756" y="3883"/>
                  <a:pt x="273821" y="0"/>
                  <a:pt x="284782" y="0"/>
                </a:cubicBezTo>
                <a:cubicBezTo>
                  <a:pt x="297094" y="0"/>
                  <a:pt x="306808" y="4065"/>
                  <a:pt x="313925" y="12195"/>
                </a:cubicBezTo>
                <a:cubicBezTo>
                  <a:pt x="321042" y="20325"/>
                  <a:pt x="324444" y="32779"/>
                  <a:pt x="324133" y="49559"/>
                </a:cubicBezTo>
                <a:lnTo>
                  <a:pt x="269275" y="49559"/>
                </a:lnTo>
                <a:cubicBezTo>
                  <a:pt x="269431" y="56052"/>
                  <a:pt x="271197" y="61104"/>
                  <a:pt x="274574" y="64714"/>
                </a:cubicBezTo>
                <a:cubicBezTo>
                  <a:pt x="277951" y="68325"/>
                  <a:pt x="282158" y="70130"/>
                  <a:pt x="287197" y="70130"/>
                </a:cubicBezTo>
                <a:cubicBezTo>
                  <a:pt x="290626" y="70130"/>
                  <a:pt x="293509" y="69195"/>
                  <a:pt x="295847" y="67325"/>
                </a:cubicBezTo>
                <a:cubicBezTo>
                  <a:pt x="298184" y="65455"/>
                  <a:pt x="299951" y="62442"/>
                  <a:pt x="301145" y="58286"/>
                </a:cubicBezTo>
                <a:moveTo>
                  <a:pt x="302392" y="36156"/>
                </a:moveTo>
                <a:cubicBezTo>
                  <a:pt x="302236" y="29844"/>
                  <a:pt x="300600" y="25046"/>
                  <a:pt x="297483" y="21760"/>
                </a:cubicBezTo>
                <a:cubicBezTo>
                  <a:pt x="294366" y="18474"/>
                  <a:pt x="290574" y="16831"/>
                  <a:pt x="286106" y="16831"/>
                </a:cubicBezTo>
                <a:cubicBezTo>
                  <a:pt x="281327" y="16831"/>
                  <a:pt x="277379" y="18564"/>
                  <a:pt x="274262" y="22030"/>
                </a:cubicBezTo>
                <a:cubicBezTo>
                  <a:pt x="271145" y="25498"/>
                  <a:pt x="269613" y="30206"/>
                  <a:pt x="269665" y="36156"/>
                </a:cubicBezTo>
                <a:lnTo>
                  <a:pt x="302392" y="36156"/>
                </a:lnTo>
                <a:close/>
                <a:moveTo>
                  <a:pt x="417225" y="84624"/>
                </a:moveTo>
                <a:lnTo>
                  <a:pt x="395329" y="84624"/>
                </a:lnTo>
                <a:lnTo>
                  <a:pt x="395329" y="42438"/>
                </a:lnTo>
                <a:cubicBezTo>
                  <a:pt x="395329" y="33513"/>
                  <a:pt x="394862" y="27740"/>
                  <a:pt x="393927" y="25120"/>
                </a:cubicBezTo>
                <a:cubicBezTo>
                  <a:pt x="392991" y="22500"/>
                  <a:pt x="391472" y="20464"/>
                  <a:pt x="389368" y="19011"/>
                </a:cubicBezTo>
                <a:cubicBezTo>
                  <a:pt x="387264" y="17558"/>
                  <a:pt x="384732" y="16831"/>
                  <a:pt x="381771" y="16831"/>
                </a:cubicBezTo>
                <a:cubicBezTo>
                  <a:pt x="377978" y="16831"/>
                  <a:pt x="374576" y="17869"/>
                  <a:pt x="371563" y="19946"/>
                </a:cubicBezTo>
                <a:cubicBezTo>
                  <a:pt x="368550" y="22020"/>
                  <a:pt x="366485" y="24770"/>
                  <a:pt x="365368" y="28196"/>
                </a:cubicBezTo>
                <a:cubicBezTo>
                  <a:pt x="364251" y="31619"/>
                  <a:pt x="363693" y="37950"/>
                  <a:pt x="363693" y="47187"/>
                </a:cubicBezTo>
                <a:lnTo>
                  <a:pt x="363693" y="84624"/>
                </a:lnTo>
                <a:lnTo>
                  <a:pt x="341797" y="84624"/>
                </a:lnTo>
                <a:lnTo>
                  <a:pt x="341797" y="1870"/>
                </a:lnTo>
                <a:lnTo>
                  <a:pt x="362134" y="1870"/>
                </a:lnTo>
                <a:lnTo>
                  <a:pt x="362134" y="14026"/>
                </a:lnTo>
                <a:cubicBezTo>
                  <a:pt x="369355" y="4675"/>
                  <a:pt x="378446" y="0"/>
                  <a:pt x="389407" y="0"/>
                </a:cubicBezTo>
                <a:cubicBezTo>
                  <a:pt x="394238" y="0"/>
                  <a:pt x="398654" y="870"/>
                  <a:pt x="402654" y="2610"/>
                </a:cubicBezTo>
                <a:cubicBezTo>
                  <a:pt x="406654" y="4351"/>
                  <a:pt x="409680" y="6571"/>
                  <a:pt x="411732" y="9273"/>
                </a:cubicBezTo>
                <a:cubicBezTo>
                  <a:pt x="413784" y="11974"/>
                  <a:pt x="415212" y="15039"/>
                  <a:pt x="416017" y="18468"/>
                </a:cubicBezTo>
                <a:cubicBezTo>
                  <a:pt x="416823" y="21896"/>
                  <a:pt x="417225" y="26805"/>
                  <a:pt x="417225" y="33195"/>
                </a:cubicBezTo>
                <a:lnTo>
                  <a:pt x="417225" y="84624"/>
                </a:lnTo>
                <a:close/>
              </a:path>
            </a:pathLst>
          </a:custGeom>
          <a:solidFill xmlns:a="http://schemas.openxmlformats.org/drawingml/2006/main">
            <a:srgbClr val="00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sweater">
            <a:extLst xmlns:a="http://schemas.openxmlformats.org/drawingml/2006/main">
              <a:ext uri="{FF2B5EF4-FFF2-40B4-BE49-F238E27FC236}">
                <a16:creationId xmlns:a16="http://schemas.microsoft.com/office/drawing/2014/main" id="{08DCF0E9-8A35-4690-BA45-A6E6144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510" y="4576183"/>
            <a:ext cx="592605" cy="114078"/>
          </a:xfrm>
          <a:custGeom xmlns:a="http://schemas.openxmlformats.org/drawingml/2006/main">
            <a:pathLst>
              <a:path w="592605" h="114078">
                <a:moveTo>
                  <a:pt x="0" y="88676"/>
                </a:moveTo>
                <a:lnTo>
                  <a:pt x="21974" y="85247"/>
                </a:lnTo>
                <a:cubicBezTo>
                  <a:pt x="22909" y="89481"/>
                  <a:pt x="24805" y="92695"/>
                  <a:pt x="27662" y="94890"/>
                </a:cubicBezTo>
                <a:cubicBezTo>
                  <a:pt x="30520" y="97085"/>
                  <a:pt x="34520" y="98182"/>
                  <a:pt x="39662" y="98182"/>
                </a:cubicBezTo>
                <a:cubicBezTo>
                  <a:pt x="45325" y="98182"/>
                  <a:pt x="49585" y="97145"/>
                  <a:pt x="52442" y="95070"/>
                </a:cubicBezTo>
                <a:cubicBezTo>
                  <a:pt x="54364" y="93617"/>
                  <a:pt x="55325" y="91671"/>
                  <a:pt x="55325" y="89233"/>
                </a:cubicBezTo>
                <a:cubicBezTo>
                  <a:pt x="55325" y="87572"/>
                  <a:pt x="54805" y="86197"/>
                  <a:pt x="53766" y="85108"/>
                </a:cubicBezTo>
                <a:cubicBezTo>
                  <a:pt x="52675" y="84071"/>
                  <a:pt x="50234" y="83111"/>
                  <a:pt x="46442" y="82230"/>
                </a:cubicBezTo>
                <a:cubicBezTo>
                  <a:pt x="28779" y="78340"/>
                  <a:pt x="17584" y="74787"/>
                  <a:pt x="12857" y="71569"/>
                </a:cubicBezTo>
                <a:cubicBezTo>
                  <a:pt x="6312" y="67105"/>
                  <a:pt x="3039" y="60903"/>
                  <a:pt x="3039" y="52963"/>
                </a:cubicBezTo>
                <a:cubicBezTo>
                  <a:pt x="3039" y="45800"/>
                  <a:pt x="5870" y="39780"/>
                  <a:pt x="11532" y="34902"/>
                </a:cubicBezTo>
                <a:cubicBezTo>
                  <a:pt x="17195" y="30024"/>
                  <a:pt x="25974" y="27584"/>
                  <a:pt x="37870" y="27584"/>
                </a:cubicBezTo>
                <a:cubicBezTo>
                  <a:pt x="49195" y="27584"/>
                  <a:pt x="57611" y="29422"/>
                  <a:pt x="63117" y="33097"/>
                </a:cubicBezTo>
                <a:cubicBezTo>
                  <a:pt x="68624" y="36773"/>
                  <a:pt x="72416" y="42208"/>
                  <a:pt x="74494" y="49403"/>
                </a:cubicBezTo>
                <a:lnTo>
                  <a:pt x="53844" y="53299"/>
                </a:lnTo>
                <a:cubicBezTo>
                  <a:pt x="52961" y="50078"/>
                  <a:pt x="51286" y="47611"/>
                  <a:pt x="48818" y="45896"/>
                </a:cubicBezTo>
                <a:cubicBezTo>
                  <a:pt x="46351" y="44182"/>
                  <a:pt x="42831" y="43325"/>
                  <a:pt x="38260" y="43325"/>
                </a:cubicBezTo>
                <a:cubicBezTo>
                  <a:pt x="32494" y="43325"/>
                  <a:pt x="28364" y="44129"/>
                  <a:pt x="25870" y="45738"/>
                </a:cubicBezTo>
                <a:cubicBezTo>
                  <a:pt x="24208" y="46878"/>
                  <a:pt x="23377" y="48356"/>
                  <a:pt x="23377" y="50172"/>
                </a:cubicBezTo>
                <a:cubicBezTo>
                  <a:pt x="23377" y="51727"/>
                  <a:pt x="24104" y="53050"/>
                  <a:pt x="25559" y="54139"/>
                </a:cubicBezTo>
                <a:cubicBezTo>
                  <a:pt x="27533" y="55592"/>
                  <a:pt x="34351" y="57641"/>
                  <a:pt x="46013" y="60287"/>
                </a:cubicBezTo>
                <a:cubicBezTo>
                  <a:pt x="57675" y="62934"/>
                  <a:pt x="65818" y="66180"/>
                  <a:pt x="70442" y="70025"/>
                </a:cubicBezTo>
                <a:cubicBezTo>
                  <a:pt x="75013" y="73925"/>
                  <a:pt x="77299" y="79357"/>
                  <a:pt x="77299" y="86321"/>
                </a:cubicBezTo>
                <a:cubicBezTo>
                  <a:pt x="77299" y="93910"/>
                  <a:pt x="74130" y="100434"/>
                  <a:pt x="67792" y="105891"/>
                </a:cubicBezTo>
                <a:cubicBezTo>
                  <a:pt x="61455" y="111349"/>
                  <a:pt x="52078" y="114078"/>
                  <a:pt x="39662" y="114078"/>
                </a:cubicBezTo>
                <a:cubicBezTo>
                  <a:pt x="28390" y="114078"/>
                  <a:pt x="19468" y="111800"/>
                  <a:pt x="12896" y="107243"/>
                </a:cubicBezTo>
                <a:cubicBezTo>
                  <a:pt x="6325" y="102685"/>
                  <a:pt x="2026" y="96495"/>
                  <a:pt x="0" y="88676"/>
                </a:cubicBezTo>
                <a:close/>
                <a:moveTo>
                  <a:pt x="111872" y="112208"/>
                </a:moveTo>
                <a:lnTo>
                  <a:pt x="85690" y="29455"/>
                </a:lnTo>
                <a:lnTo>
                  <a:pt x="106963" y="29455"/>
                </a:lnTo>
                <a:lnTo>
                  <a:pt x="122470" y="83689"/>
                </a:lnTo>
                <a:lnTo>
                  <a:pt x="136729" y="29455"/>
                </a:lnTo>
                <a:lnTo>
                  <a:pt x="157846" y="29455"/>
                </a:lnTo>
                <a:lnTo>
                  <a:pt x="171639" y="83689"/>
                </a:lnTo>
                <a:lnTo>
                  <a:pt x="187457" y="29455"/>
                </a:lnTo>
                <a:lnTo>
                  <a:pt x="209041" y="29455"/>
                </a:lnTo>
                <a:lnTo>
                  <a:pt x="182470" y="112208"/>
                </a:lnTo>
                <a:lnTo>
                  <a:pt x="161431" y="112208"/>
                </a:lnTo>
                <a:lnTo>
                  <a:pt x="147171" y="58987"/>
                </a:lnTo>
                <a:lnTo>
                  <a:pt x="133145" y="112208"/>
                </a:lnTo>
                <a:lnTo>
                  <a:pt x="111872" y="112208"/>
                </a:lnTo>
                <a:close/>
                <a:moveTo>
                  <a:pt x="268523" y="85870"/>
                </a:moveTo>
                <a:lnTo>
                  <a:pt x="290341" y="89611"/>
                </a:lnTo>
                <a:cubicBezTo>
                  <a:pt x="287536" y="97585"/>
                  <a:pt x="283107" y="103656"/>
                  <a:pt x="277055" y="107825"/>
                </a:cubicBezTo>
                <a:cubicBezTo>
                  <a:pt x="271003" y="111994"/>
                  <a:pt x="263432" y="114078"/>
                  <a:pt x="254341" y="114078"/>
                </a:cubicBezTo>
                <a:cubicBezTo>
                  <a:pt x="239951" y="114078"/>
                  <a:pt x="229302" y="109377"/>
                  <a:pt x="222393" y="99974"/>
                </a:cubicBezTo>
                <a:cubicBezTo>
                  <a:pt x="216938" y="92442"/>
                  <a:pt x="214211" y="82935"/>
                  <a:pt x="214211" y="71455"/>
                </a:cubicBezTo>
                <a:cubicBezTo>
                  <a:pt x="214211" y="57740"/>
                  <a:pt x="217795" y="47000"/>
                  <a:pt x="224964" y="39234"/>
                </a:cubicBezTo>
                <a:cubicBezTo>
                  <a:pt x="232133" y="31468"/>
                  <a:pt x="241198" y="27584"/>
                  <a:pt x="252159" y="27584"/>
                </a:cubicBezTo>
                <a:cubicBezTo>
                  <a:pt x="264471" y="27584"/>
                  <a:pt x="274185" y="31649"/>
                  <a:pt x="281302" y="39779"/>
                </a:cubicBezTo>
                <a:cubicBezTo>
                  <a:pt x="288419" y="47909"/>
                  <a:pt x="291822" y="60364"/>
                  <a:pt x="291510" y="77143"/>
                </a:cubicBezTo>
                <a:lnTo>
                  <a:pt x="236653" y="77143"/>
                </a:lnTo>
                <a:cubicBezTo>
                  <a:pt x="236808" y="83637"/>
                  <a:pt x="238575" y="88689"/>
                  <a:pt x="241951" y="92299"/>
                </a:cubicBezTo>
                <a:cubicBezTo>
                  <a:pt x="245328" y="95909"/>
                  <a:pt x="249536" y="97715"/>
                  <a:pt x="254575" y="97715"/>
                </a:cubicBezTo>
                <a:cubicBezTo>
                  <a:pt x="258003" y="97715"/>
                  <a:pt x="260886" y="96779"/>
                  <a:pt x="263224" y="94909"/>
                </a:cubicBezTo>
                <a:cubicBezTo>
                  <a:pt x="265562" y="93039"/>
                  <a:pt x="267328" y="90026"/>
                  <a:pt x="268523" y="85870"/>
                </a:cubicBezTo>
                <a:moveTo>
                  <a:pt x="269770" y="63740"/>
                </a:moveTo>
                <a:cubicBezTo>
                  <a:pt x="269614" y="57429"/>
                  <a:pt x="267977" y="52630"/>
                  <a:pt x="264860" y="49344"/>
                </a:cubicBezTo>
                <a:cubicBezTo>
                  <a:pt x="261744" y="46059"/>
                  <a:pt x="257951" y="44416"/>
                  <a:pt x="253484" y="44416"/>
                </a:cubicBezTo>
                <a:cubicBezTo>
                  <a:pt x="248705" y="44416"/>
                  <a:pt x="244757" y="46149"/>
                  <a:pt x="241640" y="49615"/>
                </a:cubicBezTo>
                <a:cubicBezTo>
                  <a:pt x="238523" y="53082"/>
                  <a:pt x="236990" y="57791"/>
                  <a:pt x="237042" y="63740"/>
                </a:cubicBezTo>
                <a:lnTo>
                  <a:pt x="269770" y="63740"/>
                </a:lnTo>
                <a:close/>
                <a:moveTo>
                  <a:pt x="325693" y="55013"/>
                </a:moveTo>
                <a:lnTo>
                  <a:pt x="305823" y="51429"/>
                </a:lnTo>
                <a:cubicBezTo>
                  <a:pt x="308057" y="43323"/>
                  <a:pt x="311901" y="37323"/>
                  <a:pt x="317355" y="33429"/>
                </a:cubicBezTo>
                <a:cubicBezTo>
                  <a:pt x="322810" y="29533"/>
                  <a:pt x="330914" y="27584"/>
                  <a:pt x="341667" y="27584"/>
                </a:cubicBezTo>
                <a:cubicBezTo>
                  <a:pt x="351433" y="27584"/>
                  <a:pt x="358706" y="28740"/>
                  <a:pt x="363485" y="31052"/>
                </a:cubicBezTo>
                <a:cubicBezTo>
                  <a:pt x="368265" y="33364"/>
                  <a:pt x="371628" y="36299"/>
                  <a:pt x="373576" y="39857"/>
                </a:cubicBezTo>
                <a:cubicBezTo>
                  <a:pt x="375524" y="43416"/>
                  <a:pt x="376498" y="49948"/>
                  <a:pt x="376498" y="59455"/>
                </a:cubicBezTo>
                <a:lnTo>
                  <a:pt x="376265" y="85013"/>
                </a:lnTo>
                <a:cubicBezTo>
                  <a:pt x="376265" y="92286"/>
                  <a:pt x="376615" y="97650"/>
                  <a:pt x="377317" y="101104"/>
                </a:cubicBezTo>
                <a:cubicBezTo>
                  <a:pt x="378018" y="104559"/>
                  <a:pt x="379330" y="108260"/>
                  <a:pt x="381252" y="112208"/>
                </a:cubicBezTo>
                <a:lnTo>
                  <a:pt x="359589" y="112208"/>
                </a:lnTo>
                <a:cubicBezTo>
                  <a:pt x="359018" y="110754"/>
                  <a:pt x="358317" y="108598"/>
                  <a:pt x="357485" y="105741"/>
                </a:cubicBezTo>
                <a:cubicBezTo>
                  <a:pt x="357122" y="104442"/>
                  <a:pt x="356862" y="103585"/>
                  <a:pt x="356706" y="103169"/>
                </a:cubicBezTo>
                <a:cubicBezTo>
                  <a:pt x="352966" y="106805"/>
                  <a:pt x="348966" y="109533"/>
                  <a:pt x="344706" y="111351"/>
                </a:cubicBezTo>
                <a:cubicBezTo>
                  <a:pt x="340446" y="113169"/>
                  <a:pt x="335901" y="114078"/>
                  <a:pt x="331070" y="114078"/>
                </a:cubicBezTo>
                <a:cubicBezTo>
                  <a:pt x="322550" y="114078"/>
                  <a:pt x="315836" y="111776"/>
                  <a:pt x="310927" y="107172"/>
                </a:cubicBezTo>
                <a:cubicBezTo>
                  <a:pt x="306018" y="102568"/>
                  <a:pt x="303563" y="96749"/>
                  <a:pt x="303563" y="89713"/>
                </a:cubicBezTo>
                <a:cubicBezTo>
                  <a:pt x="303563" y="85057"/>
                  <a:pt x="304680" y="80906"/>
                  <a:pt x="306914" y="77260"/>
                </a:cubicBezTo>
                <a:cubicBezTo>
                  <a:pt x="309148" y="73612"/>
                  <a:pt x="312277" y="70818"/>
                  <a:pt x="316303" y="68878"/>
                </a:cubicBezTo>
                <a:cubicBezTo>
                  <a:pt x="320329" y="66938"/>
                  <a:pt x="326135" y="65244"/>
                  <a:pt x="333719" y="63796"/>
                </a:cubicBezTo>
                <a:cubicBezTo>
                  <a:pt x="343953" y="61882"/>
                  <a:pt x="351044" y="60098"/>
                  <a:pt x="354992" y="58442"/>
                </a:cubicBezTo>
                <a:lnTo>
                  <a:pt x="354992" y="56236"/>
                </a:lnTo>
                <a:cubicBezTo>
                  <a:pt x="354992" y="51981"/>
                  <a:pt x="353953" y="48947"/>
                  <a:pt x="351875" y="47136"/>
                </a:cubicBezTo>
                <a:cubicBezTo>
                  <a:pt x="349797" y="45322"/>
                  <a:pt x="345875" y="44416"/>
                  <a:pt x="340109" y="44416"/>
                </a:cubicBezTo>
                <a:cubicBezTo>
                  <a:pt x="336213" y="44416"/>
                  <a:pt x="333174" y="45200"/>
                  <a:pt x="330992" y="46768"/>
                </a:cubicBezTo>
                <a:cubicBezTo>
                  <a:pt x="328810" y="48335"/>
                  <a:pt x="327044" y="51083"/>
                  <a:pt x="325693" y="55013"/>
                </a:cubicBezTo>
                <a:moveTo>
                  <a:pt x="354992" y="72779"/>
                </a:moveTo>
                <a:cubicBezTo>
                  <a:pt x="352187" y="73703"/>
                  <a:pt x="347745" y="74807"/>
                  <a:pt x="341667" y="76091"/>
                </a:cubicBezTo>
                <a:cubicBezTo>
                  <a:pt x="335589" y="77374"/>
                  <a:pt x="331615" y="78631"/>
                  <a:pt x="329745" y="79863"/>
                </a:cubicBezTo>
                <a:cubicBezTo>
                  <a:pt x="326888" y="81865"/>
                  <a:pt x="325459" y="84405"/>
                  <a:pt x="325459" y="87485"/>
                </a:cubicBezTo>
                <a:cubicBezTo>
                  <a:pt x="325459" y="90514"/>
                  <a:pt x="326602" y="93133"/>
                  <a:pt x="328888" y="95340"/>
                </a:cubicBezTo>
                <a:cubicBezTo>
                  <a:pt x="331174" y="97547"/>
                  <a:pt x="334083" y="98650"/>
                  <a:pt x="337615" y="98650"/>
                </a:cubicBezTo>
                <a:cubicBezTo>
                  <a:pt x="341563" y="98650"/>
                  <a:pt x="345330" y="97366"/>
                  <a:pt x="348914" y="94800"/>
                </a:cubicBezTo>
                <a:cubicBezTo>
                  <a:pt x="351563" y="92850"/>
                  <a:pt x="353304" y="90463"/>
                  <a:pt x="354135" y="87638"/>
                </a:cubicBezTo>
                <a:cubicBezTo>
                  <a:pt x="354706" y="85791"/>
                  <a:pt x="354992" y="82275"/>
                  <a:pt x="354992" y="77092"/>
                </a:cubicBezTo>
                <a:lnTo>
                  <a:pt x="354992" y="72779"/>
                </a:lnTo>
                <a:close/>
                <a:moveTo>
                  <a:pt x="436007" y="29455"/>
                </a:moveTo>
                <a:lnTo>
                  <a:pt x="436007" y="46909"/>
                </a:lnTo>
                <a:lnTo>
                  <a:pt x="421046" y="46909"/>
                </a:lnTo>
                <a:lnTo>
                  <a:pt x="421046" y="80206"/>
                </a:lnTo>
                <a:cubicBezTo>
                  <a:pt x="421046" y="86950"/>
                  <a:pt x="421188" y="90879"/>
                  <a:pt x="421474" y="91995"/>
                </a:cubicBezTo>
                <a:cubicBezTo>
                  <a:pt x="421760" y="93108"/>
                  <a:pt x="422409" y="94029"/>
                  <a:pt x="423422" y="94756"/>
                </a:cubicBezTo>
                <a:cubicBezTo>
                  <a:pt x="424435" y="95482"/>
                  <a:pt x="425669" y="95844"/>
                  <a:pt x="427124" y="95844"/>
                </a:cubicBezTo>
                <a:cubicBezTo>
                  <a:pt x="429150" y="95844"/>
                  <a:pt x="432085" y="95143"/>
                  <a:pt x="435929" y="93740"/>
                </a:cubicBezTo>
                <a:lnTo>
                  <a:pt x="437799" y="110791"/>
                </a:lnTo>
                <a:cubicBezTo>
                  <a:pt x="432708" y="112982"/>
                  <a:pt x="426942" y="114078"/>
                  <a:pt x="420500" y="114078"/>
                </a:cubicBezTo>
                <a:cubicBezTo>
                  <a:pt x="416552" y="114078"/>
                  <a:pt x="412994" y="113416"/>
                  <a:pt x="409825" y="112091"/>
                </a:cubicBezTo>
                <a:cubicBezTo>
                  <a:pt x="406656" y="110767"/>
                  <a:pt x="404331" y="109052"/>
                  <a:pt x="402851" y="106948"/>
                </a:cubicBezTo>
                <a:cubicBezTo>
                  <a:pt x="401370" y="104844"/>
                  <a:pt x="400344" y="102000"/>
                  <a:pt x="399773" y="98416"/>
                </a:cubicBezTo>
                <a:cubicBezTo>
                  <a:pt x="399305" y="95870"/>
                  <a:pt x="399072" y="90727"/>
                  <a:pt x="399072" y="82987"/>
                </a:cubicBezTo>
                <a:lnTo>
                  <a:pt x="399072" y="46909"/>
                </a:lnTo>
                <a:lnTo>
                  <a:pt x="389020" y="46909"/>
                </a:lnTo>
                <a:lnTo>
                  <a:pt x="389020" y="29455"/>
                </a:lnTo>
                <a:lnTo>
                  <a:pt x="399072" y="29455"/>
                </a:lnTo>
                <a:lnTo>
                  <a:pt x="399072" y="12935"/>
                </a:lnTo>
                <a:lnTo>
                  <a:pt x="421046" y="0"/>
                </a:lnTo>
                <a:lnTo>
                  <a:pt x="421046" y="29455"/>
                </a:lnTo>
                <a:lnTo>
                  <a:pt x="436007" y="29455"/>
                </a:lnTo>
                <a:close/>
                <a:moveTo>
                  <a:pt x="499122" y="85870"/>
                </a:moveTo>
                <a:lnTo>
                  <a:pt x="520941" y="89611"/>
                </a:lnTo>
                <a:cubicBezTo>
                  <a:pt x="518136" y="97585"/>
                  <a:pt x="513707" y="103656"/>
                  <a:pt x="507655" y="107825"/>
                </a:cubicBezTo>
                <a:cubicBezTo>
                  <a:pt x="501603" y="111994"/>
                  <a:pt x="494032" y="114078"/>
                  <a:pt x="484941" y="114078"/>
                </a:cubicBezTo>
                <a:cubicBezTo>
                  <a:pt x="470551" y="114078"/>
                  <a:pt x="459902" y="109377"/>
                  <a:pt x="452993" y="99974"/>
                </a:cubicBezTo>
                <a:cubicBezTo>
                  <a:pt x="447538" y="92442"/>
                  <a:pt x="444811" y="82935"/>
                  <a:pt x="444811" y="71455"/>
                </a:cubicBezTo>
                <a:cubicBezTo>
                  <a:pt x="444811" y="57740"/>
                  <a:pt x="448395" y="47000"/>
                  <a:pt x="455564" y="39234"/>
                </a:cubicBezTo>
                <a:cubicBezTo>
                  <a:pt x="462733" y="31468"/>
                  <a:pt x="471798" y="27584"/>
                  <a:pt x="482759" y="27584"/>
                </a:cubicBezTo>
                <a:cubicBezTo>
                  <a:pt x="495071" y="27584"/>
                  <a:pt x="504785" y="31649"/>
                  <a:pt x="511902" y="39779"/>
                </a:cubicBezTo>
                <a:cubicBezTo>
                  <a:pt x="519019" y="47909"/>
                  <a:pt x="522421" y="60364"/>
                  <a:pt x="522110" y="77143"/>
                </a:cubicBezTo>
                <a:lnTo>
                  <a:pt x="467252" y="77143"/>
                </a:lnTo>
                <a:cubicBezTo>
                  <a:pt x="467408" y="83637"/>
                  <a:pt x="469174" y="88689"/>
                  <a:pt x="472551" y="92299"/>
                </a:cubicBezTo>
                <a:cubicBezTo>
                  <a:pt x="475928" y="95909"/>
                  <a:pt x="480135" y="97715"/>
                  <a:pt x="485174" y="97715"/>
                </a:cubicBezTo>
                <a:cubicBezTo>
                  <a:pt x="488603" y="97715"/>
                  <a:pt x="491486" y="96779"/>
                  <a:pt x="493824" y="94909"/>
                </a:cubicBezTo>
                <a:cubicBezTo>
                  <a:pt x="496161" y="93039"/>
                  <a:pt x="497928" y="90026"/>
                  <a:pt x="499122" y="85870"/>
                </a:cubicBezTo>
                <a:moveTo>
                  <a:pt x="500369" y="63740"/>
                </a:moveTo>
                <a:cubicBezTo>
                  <a:pt x="500213" y="57429"/>
                  <a:pt x="498577" y="52630"/>
                  <a:pt x="495460" y="49344"/>
                </a:cubicBezTo>
                <a:cubicBezTo>
                  <a:pt x="492343" y="46059"/>
                  <a:pt x="488551" y="44416"/>
                  <a:pt x="484084" y="44416"/>
                </a:cubicBezTo>
                <a:cubicBezTo>
                  <a:pt x="479304" y="44416"/>
                  <a:pt x="475356" y="46149"/>
                  <a:pt x="472239" y="49615"/>
                </a:cubicBezTo>
                <a:cubicBezTo>
                  <a:pt x="469122" y="53082"/>
                  <a:pt x="467590" y="57791"/>
                  <a:pt x="467642" y="63740"/>
                </a:cubicBezTo>
                <a:lnTo>
                  <a:pt x="500369" y="63740"/>
                </a:lnTo>
                <a:close/>
                <a:moveTo>
                  <a:pt x="560890" y="112208"/>
                </a:moveTo>
                <a:lnTo>
                  <a:pt x="538994" y="112208"/>
                </a:lnTo>
                <a:lnTo>
                  <a:pt x="538994" y="29455"/>
                </a:lnTo>
                <a:lnTo>
                  <a:pt x="559332" y="29455"/>
                </a:lnTo>
                <a:lnTo>
                  <a:pt x="559332" y="41221"/>
                </a:lnTo>
                <a:cubicBezTo>
                  <a:pt x="562813" y="35662"/>
                  <a:pt x="565942" y="32000"/>
                  <a:pt x="568722" y="30234"/>
                </a:cubicBezTo>
                <a:cubicBezTo>
                  <a:pt x="571501" y="28468"/>
                  <a:pt x="574657" y="27584"/>
                  <a:pt x="578189" y="27584"/>
                </a:cubicBezTo>
                <a:cubicBezTo>
                  <a:pt x="583176" y="27584"/>
                  <a:pt x="587981" y="28961"/>
                  <a:pt x="592605" y="31714"/>
                </a:cubicBezTo>
                <a:lnTo>
                  <a:pt x="585826" y="50805"/>
                </a:lnTo>
                <a:cubicBezTo>
                  <a:pt x="582137" y="48416"/>
                  <a:pt x="578709" y="47221"/>
                  <a:pt x="575540" y="47221"/>
                </a:cubicBezTo>
                <a:cubicBezTo>
                  <a:pt x="572475" y="47221"/>
                  <a:pt x="569878" y="48065"/>
                  <a:pt x="567748" y="49753"/>
                </a:cubicBezTo>
                <a:cubicBezTo>
                  <a:pt x="565618" y="51442"/>
                  <a:pt x="563942" y="54494"/>
                  <a:pt x="562722" y="58909"/>
                </a:cubicBezTo>
                <a:cubicBezTo>
                  <a:pt x="561501" y="63325"/>
                  <a:pt x="560890" y="72572"/>
                  <a:pt x="560890" y="86650"/>
                </a:cubicBezTo>
                <a:lnTo>
                  <a:pt x="560890" y="112208"/>
                </a:lnTo>
                <a:close/>
              </a:path>
            </a:pathLst>
          </a:custGeom>
          <a:solidFill xmlns:a="http://schemas.openxmlformats.org/drawingml/2006/main">
            <a:srgbClr val="00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.">
            <a:extLst xmlns:a="http://schemas.openxmlformats.org/drawingml/2006/main">
              <a:ext uri="{FF2B5EF4-FFF2-40B4-BE49-F238E27FC236}">
                <a16:creationId xmlns:a16="http://schemas.microsoft.com/office/drawing/2014/main" id="{11E0413F-ECC3-482B-AD10-FCD6144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853" y="4672339"/>
            <a:ext cx="15974" cy="16052"/>
          </a:xfrm>
          <a:custGeom xmlns:a="http://schemas.openxmlformats.org/drawingml/2006/main">
            <a:pathLst>
              <a:path w="15974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available">
            <a:extLst xmlns:a="http://schemas.openxmlformats.org/drawingml/2006/main">
              <a:ext uri="{FF2B5EF4-FFF2-40B4-BE49-F238E27FC236}">
                <a16:creationId xmlns:a16="http://schemas.microsoft.com/office/drawing/2014/main" id="{D1A89694-9F81-499C-B1C8-6D8DF54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8" y="4766880"/>
            <a:ext cx="673480" cy="126659"/>
          </a:xfrm>
          <a:custGeom xmlns:a="http://schemas.openxmlformats.org/drawingml/2006/main">
            <a:pathLst>
              <a:path w="673480" h="126659">
                <a:moveTo>
                  <a:pt x="64095" y="113473"/>
                </a:moveTo>
                <a:cubicBezTo>
                  <a:pt x="58428" y="118293"/>
                  <a:pt x="52973" y="121696"/>
                  <a:pt x="47731" y="123681"/>
                </a:cubicBezTo>
                <a:cubicBezTo>
                  <a:pt x="42489" y="125666"/>
                  <a:pt x="36864" y="126659"/>
                  <a:pt x="30857" y="126659"/>
                </a:cubicBezTo>
                <a:cubicBezTo>
                  <a:pt x="20940" y="126659"/>
                  <a:pt x="13318" y="124235"/>
                  <a:pt x="7991" y="119386"/>
                </a:cubicBezTo>
                <a:cubicBezTo>
                  <a:pt x="2664" y="114537"/>
                  <a:pt x="0" y="108341"/>
                  <a:pt x="0" y="100799"/>
                </a:cubicBezTo>
                <a:cubicBezTo>
                  <a:pt x="0" y="96377"/>
                  <a:pt x="1006" y="92337"/>
                  <a:pt x="3018" y="88680"/>
                </a:cubicBezTo>
                <a:cubicBezTo>
                  <a:pt x="5030" y="85021"/>
                  <a:pt x="7665" y="82086"/>
                  <a:pt x="10923" y="79874"/>
                </a:cubicBezTo>
                <a:cubicBezTo>
                  <a:pt x="14182" y="77662"/>
                  <a:pt x="17851" y="75989"/>
                  <a:pt x="21932" y="74856"/>
                </a:cubicBezTo>
                <a:cubicBezTo>
                  <a:pt x="24935" y="74061"/>
                  <a:pt x="29469" y="73295"/>
                  <a:pt x="35533" y="72558"/>
                </a:cubicBezTo>
                <a:cubicBezTo>
                  <a:pt x="47887" y="71095"/>
                  <a:pt x="56982" y="69351"/>
                  <a:pt x="62820" y="67325"/>
                </a:cubicBezTo>
                <a:cubicBezTo>
                  <a:pt x="62876" y="65237"/>
                  <a:pt x="62905" y="63910"/>
                  <a:pt x="62905" y="63345"/>
                </a:cubicBezTo>
                <a:cubicBezTo>
                  <a:pt x="62905" y="57135"/>
                  <a:pt x="61459" y="52760"/>
                  <a:pt x="58569" y="50220"/>
                </a:cubicBezTo>
                <a:cubicBezTo>
                  <a:pt x="54659" y="46775"/>
                  <a:pt x="48850" y="45053"/>
                  <a:pt x="41143" y="45053"/>
                </a:cubicBezTo>
                <a:cubicBezTo>
                  <a:pt x="33946" y="45053"/>
                  <a:pt x="28633" y="46314"/>
                  <a:pt x="25204" y="48836"/>
                </a:cubicBezTo>
                <a:cubicBezTo>
                  <a:pt x="21776" y="51358"/>
                  <a:pt x="19240" y="55821"/>
                  <a:pt x="17596" y="62224"/>
                </a:cubicBezTo>
                <a:lnTo>
                  <a:pt x="2635" y="60184"/>
                </a:lnTo>
                <a:cubicBezTo>
                  <a:pt x="3995" y="53761"/>
                  <a:pt x="6234" y="48574"/>
                  <a:pt x="9351" y="44623"/>
                </a:cubicBezTo>
                <a:cubicBezTo>
                  <a:pt x="12468" y="40672"/>
                  <a:pt x="16973" y="37631"/>
                  <a:pt x="22867" y="35501"/>
                </a:cubicBezTo>
                <a:cubicBezTo>
                  <a:pt x="28760" y="33368"/>
                  <a:pt x="35589" y="32302"/>
                  <a:pt x="43353" y="32302"/>
                </a:cubicBezTo>
                <a:cubicBezTo>
                  <a:pt x="51060" y="32302"/>
                  <a:pt x="57322" y="33209"/>
                  <a:pt x="62139" y="35023"/>
                </a:cubicBezTo>
                <a:cubicBezTo>
                  <a:pt x="66956" y="36836"/>
                  <a:pt x="70498" y="39117"/>
                  <a:pt x="72765" y="41866"/>
                </a:cubicBezTo>
                <a:cubicBezTo>
                  <a:pt x="75032" y="44614"/>
                  <a:pt x="76619" y="48085"/>
                  <a:pt x="77526" y="52279"/>
                </a:cubicBezTo>
                <a:cubicBezTo>
                  <a:pt x="78036" y="54886"/>
                  <a:pt x="78291" y="59589"/>
                  <a:pt x="78291" y="66390"/>
                </a:cubicBezTo>
                <a:lnTo>
                  <a:pt x="78291" y="86791"/>
                </a:lnTo>
                <a:cubicBezTo>
                  <a:pt x="78291" y="101016"/>
                  <a:pt x="78616" y="110012"/>
                  <a:pt x="79268" y="113781"/>
                </a:cubicBezTo>
                <a:cubicBezTo>
                  <a:pt x="79920" y="117549"/>
                  <a:pt x="81209" y="121162"/>
                  <a:pt x="83136" y="124619"/>
                </a:cubicBezTo>
                <a:lnTo>
                  <a:pt x="67155" y="124619"/>
                </a:lnTo>
                <a:cubicBezTo>
                  <a:pt x="65568" y="121442"/>
                  <a:pt x="64548" y="117726"/>
                  <a:pt x="64095" y="113473"/>
                </a:cubicBezTo>
                <a:moveTo>
                  <a:pt x="62820" y="79226"/>
                </a:moveTo>
                <a:cubicBezTo>
                  <a:pt x="57266" y="81512"/>
                  <a:pt x="48935" y="83455"/>
                  <a:pt x="37828" y="85054"/>
                </a:cubicBezTo>
                <a:cubicBezTo>
                  <a:pt x="31537" y="85964"/>
                  <a:pt x="27089" y="86989"/>
                  <a:pt x="24482" y="88127"/>
                </a:cubicBezTo>
                <a:cubicBezTo>
                  <a:pt x="21875" y="89264"/>
                  <a:pt x="19863" y="90929"/>
                  <a:pt x="18446" y="93122"/>
                </a:cubicBezTo>
                <a:cubicBezTo>
                  <a:pt x="17030" y="95312"/>
                  <a:pt x="16321" y="97745"/>
                  <a:pt x="16321" y="100419"/>
                </a:cubicBezTo>
                <a:cubicBezTo>
                  <a:pt x="16321" y="104515"/>
                  <a:pt x="17865" y="107929"/>
                  <a:pt x="20954" y="110662"/>
                </a:cubicBezTo>
                <a:cubicBezTo>
                  <a:pt x="24043" y="113393"/>
                  <a:pt x="28562" y="114758"/>
                  <a:pt x="34512" y="114758"/>
                </a:cubicBezTo>
                <a:cubicBezTo>
                  <a:pt x="40406" y="114758"/>
                  <a:pt x="45648" y="113463"/>
                  <a:pt x="50239" y="110872"/>
                </a:cubicBezTo>
                <a:cubicBezTo>
                  <a:pt x="54829" y="108281"/>
                  <a:pt x="58201" y="104736"/>
                  <a:pt x="60354" y="100238"/>
                </a:cubicBezTo>
                <a:cubicBezTo>
                  <a:pt x="61998" y="96764"/>
                  <a:pt x="62820" y="91638"/>
                  <a:pt x="62820" y="84863"/>
                </a:cubicBezTo>
                <a:lnTo>
                  <a:pt x="62820" y="79226"/>
                </a:lnTo>
                <a:close/>
                <a:moveTo>
                  <a:pt x="127058" y="124619"/>
                </a:moveTo>
                <a:lnTo>
                  <a:pt x="92715" y="34342"/>
                </a:lnTo>
                <a:lnTo>
                  <a:pt x="108866" y="34342"/>
                </a:lnTo>
                <a:lnTo>
                  <a:pt x="128248" y="88406"/>
                </a:lnTo>
                <a:cubicBezTo>
                  <a:pt x="130345" y="94243"/>
                  <a:pt x="132271" y="100307"/>
                  <a:pt x="134028" y="106598"/>
                </a:cubicBezTo>
                <a:cubicBezTo>
                  <a:pt x="135388" y="101837"/>
                  <a:pt x="137287" y="96114"/>
                  <a:pt x="139724" y="89426"/>
                </a:cubicBezTo>
                <a:lnTo>
                  <a:pt x="159785" y="34342"/>
                </a:lnTo>
                <a:lnTo>
                  <a:pt x="175511" y="34342"/>
                </a:lnTo>
                <a:lnTo>
                  <a:pt x="141339" y="124619"/>
                </a:lnTo>
                <a:lnTo>
                  <a:pt x="127058" y="124619"/>
                </a:lnTo>
                <a:close/>
                <a:moveTo>
                  <a:pt x="247936" y="113473"/>
                </a:moveTo>
                <a:cubicBezTo>
                  <a:pt x="242269" y="118293"/>
                  <a:pt x="236815" y="121696"/>
                  <a:pt x="231573" y="123681"/>
                </a:cubicBezTo>
                <a:cubicBezTo>
                  <a:pt x="226331" y="125666"/>
                  <a:pt x="220706" y="126659"/>
                  <a:pt x="214699" y="126659"/>
                </a:cubicBezTo>
                <a:cubicBezTo>
                  <a:pt x="204782" y="126659"/>
                  <a:pt x="197159" y="124235"/>
                  <a:pt x="191832" y="119386"/>
                </a:cubicBezTo>
                <a:cubicBezTo>
                  <a:pt x="186505" y="114537"/>
                  <a:pt x="183842" y="108341"/>
                  <a:pt x="183842" y="100799"/>
                </a:cubicBezTo>
                <a:cubicBezTo>
                  <a:pt x="183842" y="96377"/>
                  <a:pt x="184848" y="92337"/>
                  <a:pt x="186860" y="88680"/>
                </a:cubicBezTo>
                <a:cubicBezTo>
                  <a:pt x="188871" y="85021"/>
                  <a:pt x="191507" y="82086"/>
                  <a:pt x="194765" y="79874"/>
                </a:cubicBezTo>
                <a:cubicBezTo>
                  <a:pt x="198024" y="77662"/>
                  <a:pt x="201693" y="75989"/>
                  <a:pt x="205773" y="74856"/>
                </a:cubicBezTo>
                <a:cubicBezTo>
                  <a:pt x="208777" y="74061"/>
                  <a:pt x="213311" y="73295"/>
                  <a:pt x="219374" y="72558"/>
                </a:cubicBezTo>
                <a:cubicBezTo>
                  <a:pt x="231729" y="71095"/>
                  <a:pt x="240824" y="69351"/>
                  <a:pt x="246661" y="67325"/>
                </a:cubicBezTo>
                <a:cubicBezTo>
                  <a:pt x="246718" y="65237"/>
                  <a:pt x="246746" y="63910"/>
                  <a:pt x="246746" y="63345"/>
                </a:cubicBezTo>
                <a:cubicBezTo>
                  <a:pt x="246746" y="57135"/>
                  <a:pt x="245301" y="52760"/>
                  <a:pt x="242411" y="50220"/>
                </a:cubicBezTo>
                <a:cubicBezTo>
                  <a:pt x="238501" y="46775"/>
                  <a:pt x="232692" y="45053"/>
                  <a:pt x="224985" y="45053"/>
                </a:cubicBezTo>
                <a:cubicBezTo>
                  <a:pt x="217788" y="45053"/>
                  <a:pt x="212475" y="46314"/>
                  <a:pt x="209046" y="48836"/>
                </a:cubicBezTo>
                <a:cubicBezTo>
                  <a:pt x="205618" y="51358"/>
                  <a:pt x="203082" y="55821"/>
                  <a:pt x="201438" y="62224"/>
                </a:cubicBezTo>
                <a:lnTo>
                  <a:pt x="186477" y="60184"/>
                </a:lnTo>
                <a:cubicBezTo>
                  <a:pt x="187837" y="53761"/>
                  <a:pt x="190076" y="48574"/>
                  <a:pt x="193193" y="44623"/>
                </a:cubicBezTo>
                <a:cubicBezTo>
                  <a:pt x="196309" y="40672"/>
                  <a:pt x="200815" y="37631"/>
                  <a:pt x="206708" y="35501"/>
                </a:cubicBezTo>
                <a:cubicBezTo>
                  <a:pt x="212602" y="33368"/>
                  <a:pt x="219431" y="32302"/>
                  <a:pt x="227195" y="32302"/>
                </a:cubicBezTo>
                <a:cubicBezTo>
                  <a:pt x="234902" y="32302"/>
                  <a:pt x="241164" y="33209"/>
                  <a:pt x="245981" y="35023"/>
                </a:cubicBezTo>
                <a:cubicBezTo>
                  <a:pt x="250798" y="36836"/>
                  <a:pt x="254340" y="39117"/>
                  <a:pt x="256607" y="41866"/>
                </a:cubicBezTo>
                <a:cubicBezTo>
                  <a:pt x="258874" y="44614"/>
                  <a:pt x="260461" y="48085"/>
                  <a:pt x="261367" y="52279"/>
                </a:cubicBezTo>
                <a:cubicBezTo>
                  <a:pt x="261877" y="54886"/>
                  <a:pt x="262132" y="59589"/>
                  <a:pt x="262132" y="66390"/>
                </a:cubicBezTo>
                <a:lnTo>
                  <a:pt x="262132" y="86791"/>
                </a:lnTo>
                <a:cubicBezTo>
                  <a:pt x="262132" y="101016"/>
                  <a:pt x="262458" y="110012"/>
                  <a:pt x="263110" y="113781"/>
                </a:cubicBezTo>
                <a:cubicBezTo>
                  <a:pt x="263762" y="117549"/>
                  <a:pt x="265051" y="121162"/>
                  <a:pt x="266978" y="124619"/>
                </a:cubicBezTo>
                <a:lnTo>
                  <a:pt x="250997" y="124619"/>
                </a:lnTo>
                <a:cubicBezTo>
                  <a:pt x="249410" y="121442"/>
                  <a:pt x="248390" y="117726"/>
                  <a:pt x="247936" y="113473"/>
                </a:cubicBezTo>
                <a:moveTo>
                  <a:pt x="246661" y="79226"/>
                </a:moveTo>
                <a:cubicBezTo>
                  <a:pt x="241108" y="81512"/>
                  <a:pt x="232777" y="83455"/>
                  <a:pt x="221670" y="85054"/>
                </a:cubicBezTo>
                <a:cubicBezTo>
                  <a:pt x="215379" y="85964"/>
                  <a:pt x="210930" y="86989"/>
                  <a:pt x="208324" y="88127"/>
                </a:cubicBezTo>
                <a:cubicBezTo>
                  <a:pt x="205717" y="89264"/>
                  <a:pt x="203705" y="90929"/>
                  <a:pt x="202288" y="93122"/>
                </a:cubicBezTo>
                <a:cubicBezTo>
                  <a:pt x="200871" y="95312"/>
                  <a:pt x="200163" y="97745"/>
                  <a:pt x="200163" y="100419"/>
                </a:cubicBezTo>
                <a:cubicBezTo>
                  <a:pt x="200163" y="104515"/>
                  <a:pt x="201707" y="107929"/>
                  <a:pt x="204796" y="110662"/>
                </a:cubicBezTo>
                <a:cubicBezTo>
                  <a:pt x="207884" y="113393"/>
                  <a:pt x="212404" y="114758"/>
                  <a:pt x="218354" y="114758"/>
                </a:cubicBezTo>
                <a:cubicBezTo>
                  <a:pt x="224248" y="114758"/>
                  <a:pt x="229490" y="113463"/>
                  <a:pt x="234080" y="110872"/>
                </a:cubicBezTo>
                <a:cubicBezTo>
                  <a:pt x="238671" y="108281"/>
                  <a:pt x="242043" y="104736"/>
                  <a:pt x="244196" y="100238"/>
                </a:cubicBezTo>
                <a:cubicBezTo>
                  <a:pt x="245840" y="96764"/>
                  <a:pt x="246661" y="91638"/>
                  <a:pt x="246661" y="84863"/>
                </a:cubicBezTo>
                <a:lnTo>
                  <a:pt x="246661" y="79226"/>
                </a:lnTo>
                <a:close/>
                <a:moveTo>
                  <a:pt x="285908" y="17681"/>
                </a:moveTo>
                <a:lnTo>
                  <a:pt x="285908" y="0"/>
                </a:lnTo>
                <a:lnTo>
                  <a:pt x="301209" y="0"/>
                </a:lnTo>
                <a:lnTo>
                  <a:pt x="301209" y="17681"/>
                </a:lnTo>
                <a:lnTo>
                  <a:pt x="285908" y="17681"/>
                </a:lnTo>
                <a:moveTo>
                  <a:pt x="285908" y="124619"/>
                </a:moveTo>
                <a:lnTo>
                  <a:pt x="285908" y="34342"/>
                </a:lnTo>
                <a:lnTo>
                  <a:pt x="301209" y="34342"/>
                </a:lnTo>
                <a:lnTo>
                  <a:pt x="301209" y="124619"/>
                </a:lnTo>
                <a:lnTo>
                  <a:pt x="285908" y="124619"/>
                </a:lnTo>
                <a:close/>
                <a:moveTo>
                  <a:pt x="324131" y="124619"/>
                </a:moveTo>
                <a:lnTo>
                  <a:pt x="324131" y="0"/>
                </a:lnTo>
                <a:lnTo>
                  <a:pt x="339432" y="0"/>
                </a:lnTo>
                <a:lnTo>
                  <a:pt x="339432" y="124619"/>
                </a:lnTo>
                <a:lnTo>
                  <a:pt x="324131" y="124619"/>
                </a:lnTo>
                <a:close/>
                <a:moveTo>
                  <a:pt x="422029" y="113473"/>
                </a:moveTo>
                <a:cubicBezTo>
                  <a:pt x="416362" y="118293"/>
                  <a:pt x="410907" y="121696"/>
                  <a:pt x="405665" y="123681"/>
                </a:cubicBezTo>
                <a:cubicBezTo>
                  <a:pt x="400423" y="125666"/>
                  <a:pt x="394798" y="126659"/>
                  <a:pt x="388791" y="126659"/>
                </a:cubicBezTo>
                <a:cubicBezTo>
                  <a:pt x="378874" y="126659"/>
                  <a:pt x="371252" y="124235"/>
                  <a:pt x="365925" y="119386"/>
                </a:cubicBezTo>
                <a:cubicBezTo>
                  <a:pt x="360598" y="114537"/>
                  <a:pt x="357934" y="108341"/>
                  <a:pt x="357934" y="100799"/>
                </a:cubicBezTo>
                <a:cubicBezTo>
                  <a:pt x="357934" y="96377"/>
                  <a:pt x="358940" y="92337"/>
                  <a:pt x="360952" y="88680"/>
                </a:cubicBezTo>
                <a:cubicBezTo>
                  <a:pt x="362964" y="85021"/>
                  <a:pt x="365599" y="82086"/>
                  <a:pt x="368857" y="79874"/>
                </a:cubicBezTo>
                <a:cubicBezTo>
                  <a:pt x="372116" y="77662"/>
                  <a:pt x="375785" y="75989"/>
                  <a:pt x="379866" y="74856"/>
                </a:cubicBezTo>
                <a:cubicBezTo>
                  <a:pt x="382869" y="74061"/>
                  <a:pt x="387403" y="73295"/>
                  <a:pt x="393467" y="72558"/>
                </a:cubicBezTo>
                <a:cubicBezTo>
                  <a:pt x="405821" y="71095"/>
                  <a:pt x="414917" y="69351"/>
                  <a:pt x="420754" y="67325"/>
                </a:cubicBezTo>
                <a:cubicBezTo>
                  <a:pt x="420810" y="65237"/>
                  <a:pt x="420839" y="63910"/>
                  <a:pt x="420839" y="63345"/>
                </a:cubicBezTo>
                <a:cubicBezTo>
                  <a:pt x="420839" y="57135"/>
                  <a:pt x="419394" y="52760"/>
                  <a:pt x="416503" y="50220"/>
                </a:cubicBezTo>
                <a:cubicBezTo>
                  <a:pt x="412593" y="46775"/>
                  <a:pt x="406784" y="45053"/>
                  <a:pt x="399077" y="45053"/>
                </a:cubicBezTo>
                <a:cubicBezTo>
                  <a:pt x="391880" y="45053"/>
                  <a:pt x="386567" y="46314"/>
                  <a:pt x="383138" y="48836"/>
                </a:cubicBezTo>
                <a:cubicBezTo>
                  <a:pt x="379710" y="51358"/>
                  <a:pt x="377174" y="55821"/>
                  <a:pt x="375530" y="62224"/>
                </a:cubicBezTo>
                <a:lnTo>
                  <a:pt x="360569" y="60184"/>
                </a:lnTo>
                <a:cubicBezTo>
                  <a:pt x="361929" y="53761"/>
                  <a:pt x="364168" y="48574"/>
                  <a:pt x="367285" y="44623"/>
                </a:cubicBezTo>
                <a:cubicBezTo>
                  <a:pt x="370402" y="40672"/>
                  <a:pt x="374907" y="37631"/>
                  <a:pt x="380801" y="35501"/>
                </a:cubicBezTo>
                <a:cubicBezTo>
                  <a:pt x="386695" y="33368"/>
                  <a:pt x="393523" y="32302"/>
                  <a:pt x="401287" y="32302"/>
                </a:cubicBezTo>
                <a:cubicBezTo>
                  <a:pt x="408995" y="32302"/>
                  <a:pt x="415257" y="33209"/>
                  <a:pt x="420074" y="35023"/>
                </a:cubicBezTo>
                <a:cubicBezTo>
                  <a:pt x="424891" y="36836"/>
                  <a:pt x="428433" y="39117"/>
                  <a:pt x="430699" y="41866"/>
                </a:cubicBezTo>
                <a:cubicBezTo>
                  <a:pt x="432966" y="44614"/>
                  <a:pt x="434553" y="48085"/>
                  <a:pt x="435460" y="52279"/>
                </a:cubicBezTo>
                <a:cubicBezTo>
                  <a:pt x="435970" y="54886"/>
                  <a:pt x="436225" y="59589"/>
                  <a:pt x="436225" y="66390"/>
                </a:cubicBezTo>
                <a:lnTo>
                  <a:pt x="436225" y="86791"/>
                </a:lnTo>
                <a:cubicBezTo>
                  <a:pt x="436225" y="101016"/>
                  <a:pt x="436551" y="110012"/>
                  <a:pt x="437202" y="113781"/>
                </a:cubicBezTo>
                <a:cubicBezTo>
                  <a:pt x="437854" y="117549"/>
                  <a:pt x="439143" y="121162"/>
                  <a:pt x="441070" y="124619"/>
                </a:cubicBezTo>
                <a:lnTo>
                  <a:pt x="425089" y="124619"/>
                </a:lnTo>
                <a:cubicBezTo>
                  <a:pt x="423502" y="121442"/>
                  <a:pt x="422482" y="117726"/>
                  <a:pt x="422029" y="113473"/>
                </a:cubicBezTo>
                <a:moveTo>
                  <a:pt x="420754" y="79226"/>
                </a:moveTo>
                <a:cubicBezTo>
                  <a:pt x="415200" y="81512"/>
                  <a:pt x="406869" y="83455"/>
                  <a:pt x="395762" y="85054"/>
                </a:cubicBezTo>
                <a:cubicBezTo>
                  <a:pt x="389471" y="85964"/>
                  <a:pt x="385023" y="86989"/>
                  <a:pt x="382416" y="88127"/>
                </a:cubicBezTo>
                <a:cubicBezTo>
                  <a:pt x="379809" y="89264"/>
                  <a:pt x="377797" y="90929"/>
                  <a:pt x="376380" y="93122"/>
                </a:cubicBezTo>
                <a:cubicBezTo>
                  <a:pt x="374964" y="95312"/>
                  <a:pt x="374255" y="97745"/>
                  <a:pt x="374255" y="100419"/>
                </a:cubicBezTo>
                <a:cubicBezTo>
                  <a:pt x="374255" y="104515"/>
                  <a:pt x="375800" y="107929"/>
                  <a:pt x="378888" y="110662"/>
                </a:cubicBezTo>
                <a:cubicBezTo>
                  <a:pt x="381977" y="113393"/>
                  <a:pt x="386496" y="114758"/>
                  <a:pt x="392447" y="114758"/>
                </a:cubicBezTo>
                <a:cubicBezTo>
                  <a:pt x="398340" y="114758"/>
                  <a:pt x="403582" y="113463"/>
                  <a:pt x="408173" y="110872"/>
                </a:cubicBezTo>
                <a:cubicBezTo>
                  <a:pt x="412763" y="108281"/>
                  <a:pt x="416135" y="104736"/>
                  <a:pt x="418289" y="100238"/>
                </a:cubicBezTo>
                <a:cubicBezTo>
                  <a:pt x="419932" y="96764"/>
                  <a:pt x="420754" y="91638"/>
                  <a:pt x="420754" y="84863"/>
                </a:cubicBezTo>
                <a:lnTo>
                  <a:pt x="420754" y="79226"/>
                </a:lnTo>
                <a:close/>
                <a:moveTo>
                  <a:pt x="474026" y="124619"/>
                </a:moveTo>
                <a:lnTo>
                  <a:pt x="459830" y="124619"/>
                </a:lnTo>
                <a:lnTo>
                  <a:pt x="459830" y="0"/>
                </a:lnTo>
                <a:lnTo>
                  <a:pt x="475131" y="0"/>
                </a:lnTo>
                <a:lnTo>
                  <a:pt x="475131" y="44623"/>
                </a:lnTo>
                <a:cubicBezTo>
                  <a:pt x="481592" y="36409"/>
                  <a:pt x="489837" y="32302"/>
                  <a:pt x="499868" y="32302"/>
                </a:cubicBezTo>
                <a:cubicBezTo>
                  <a:pt x="505422" y="32302"/>
                  <a:pt x="510678" y="33422"/>
                  <a:pt x="515637" y="35660"/>
                </a:cubicBezTo>
                <a:cubicBezTo>
                  <a:pt x="520595" y="37899"/>
                  <a:pt x="524676" y="41044"/>
                  <a:pt x="527877" y="45096"/>
                </a:cubicBezTo>
                <a:cubicBezTo>
                  <a:pt x="531079" y="49148"/>
                  <a:pt x="533587" y="54036"/>
                  <a:pt x="535400" y="59759"/>
                </a:cubicBezTo>
                <a:cubicBezTo>
                  <a:pt x="537214" y="65483"/>
                  <a:pt x="538121" y="71603"/>
                  <a:pt x="538121" y="78121"/>
                </a:cubicBezTo>
                <a:cubicBezTo>
                  <a:pt x="538121" y="93592"/>
                  <a:pt x="534295" y="105549"/>
                  <a:pt x="526645" y="113993"/>
                </a:cubicBezTo>
                <a:cubicBezTo>
                  <a:pt x="518994" y="122437"/>
                  <a:pt x="509814" y="126659"/>
                  <a:pt x="499103" y="126659"/>
                </a:cubicBezTo>
                <a:cubicBezTo>
                  <a:pt x="488449" y="126659"/>
                  <a:pt x="480090" y="122154"/>
                  <a:pt x="474026" y="113143"/>
                </a:cubicBezTo>
                <a:lnTo>
                  <a:pt x="474026" y="124619"/>
                </a:lnTo>
                <a:moveTo>
                  <a:pt x="473856" y="78803"/>
                </a:moveTo>
                <a:cubicBezTo>
                  <a:pt x="473856" y="89574"/>
                  <a:pt x="475330" y="97357"/>
                  <a:pt x="478276" y="102151"/>
                </a:cubicBezTo>
                <a:cubicBezTo>
                  <a:pt x="483093" y="109989"/>
                  <a:pt x="489611" y="113908"/>
                  <a:pt x="497828" y="113908"/>
                </a:cubicBezTo>
                <a:cubicBezTo>
                  <a:pt x="504515" y="113908"/>
                  <a:pt x="510295" y="111018"/>
                  <a:pt x="515169" y="105238"/>
                </a:cubicBezTo>
                <a:cubicBezTo>
                  <a:pt x="520043" y="99457"/>
                  <a:pt x="522480" y="90843"/>
                  <a:pt x="522480" y="79396"/>
                </a:cubicBezTo>
                <a:cubicBezTo>
                  <a:pt x="522480" y="67667"/>
                  <a:pt x="520142" y="59011"/>
                  <a:pt x="515467" y="53429"/>
                </a:cubicBezTo>
                <a:cubicBezTo>
                  <a:pt x="510791" y="47845"/>
                  <a:pt x="505138" y="45053"/>
                  <a:pt x="498508" y="45053"/>
                </a:cubicBezTo>
                <a:cubicBezTo>
                  <a:pt x="491821" y="45053"/>
                  <a:pt x="486040" y="47943"/>
                  <a:pt x="481167" y="53724"/>
                </a:cubicBezTo>
                <a:cubicBezTo>
                  <a:pt x="476293" y="59504"/>
                  <a:pt x="473856" y="67864"/>
                  <a:pt x="473856" y="78803"/>
                </a:cubicBezTo>
                <a:close/>
                <a:moveTo>
                  <a:pt x="556371" y="124619"/>
                </a:moveTo>
                <a:lnTo>
                  <a:pt x="556371" y="0"/>
                </a:lnTo>
                <a:lnTo>
                  <a:pt x="571672" y="0"/>
                </a:lnTo>
                <a:lnTo>
                  <a:pt x="571672" y="124619"/>
                </a:lnTo>
                <a:lnTo>
                  <a:pt x="556371" y="124619"/>
                </a:lnTo>
                <a:close/>
                <a:moveTo>
                  <a:pt x="657159" y="95547"/>
                </a:moveTo>
                <a:lnTo>
                  <a:pt x="672970" y="97502"/>
                </a:lnTo>
                <a:cubicBezTo>
                  <a:pt x="670476" y="106739"/>
                  <a:pt x="665858" y="113908"/>
                  <a:pt x="659114" y="119009"/>
                </a:cubicBezTo>
                <a:cubicBezTo>
                  <a:pt x="652370" y="124109"/>
                  <a:pt x="643756" y="126659"/>
                  <a:pt x="633272" y="126659"/>
                </a:cubicBezTo>
                <a:cubicBezTo>
                  <a:pt x="620068" y="126659"/>
                  <a:pt x="609598" y="122593"/>
                  <a:pt x="601862" y="114461"/>
                </a:cubicBezTo>
                <a:cubicBezTo>
                  <a:pt x="594127" y="106328"/>
                  <a:pt x="590259" y="94923"/>
                  <a:pt x="590259" y="80246"/>
                </a:cubicBezTo>
                <a:cubicBezTo>
                  <a:pt x="590259" y="65058"/>
                  <a:pt x="594169" y="53270"/>
                  <a:pt x="601990" y="44883"/>
                </a:cubicBezTo>
                <a:cubicBezTo>
                  <a:pt x="609810" y="36496"/>
                  <a:pt x="619955" y="32302"/>
                  <a:pt x="632422" y="32302"/>
                </a:cubicBezTo>
                <a:cubicBezTo>
                  <a:pt x="644493" y="32302"/>
                  <a:pt x="654354" y="36405"/>
                  <a:pt x="662004" y="44610"/>
                </a:cubicBezTo>
                <a:cubicBezTo>
                  <a:pt x="669655" y="52813"/>
                  <a:pt x="673480" y="64354"/>
                  <a:pt x="673480" y="79234"/>
                </a:cubicBezTo>
                <a:cubicBezTo>
                  <a:pt x="673480" y="80139"/>
                  <a:pt x="673452" y="81496"/>
                  <a:pt x="673395" y="83306"/>
                </a:cubicBezTo>
                <a:lnTo>
                  <a:pt x="606070" y="83306"/>
                </a:lnTo>
                <a:cubicBezTo>
                  <a:pt x="606637" y="93195"/>
                  <a:pt x="609442" y="100768"/>
                  <a:pt x="614486" y="106024"/>
                </a:cubicBezTo>
                <a:cubicBezTo>
                  <a:pt x="619529" y="111280"/>
                  <a:pt x="625820" y="113908"/>
                  <a:pt x="633357" y="113908"/>
                </a:cubicBezTo>
                <a:cubicBezTo>
                  <a:pt x="638968" y="113908"/>
                  <a:pt x="643756" y="112449"/>
                  <a:pt x="647723" y="109530"/>
                </a:cubicBezTo>
                <a:cubicBezTo>
                  <a:pt x="651690" y="106610"/>
                  <a:pt x="654835" y="101949"/>
                  <a:pt x="657159" y="95547"/>
                </a:cubicBezTo>
                <a:moveTo>
                  <a:pt x="606920" y="70555"/>
                </a:moveTo>
                <a:lnTo>
                  <a:pt x="657329" y="70555"/>
                </a:lnTo>
                <a:cubicBezTo>
                  <a:pt x="656649" y="63085"/>
                  <a:pt x="654722" y="57483"/>
                  <a:pt x="651548" y="53748"/>
                </a:cubicBezTo>
                <a:cubicBezTo>
                  <a:pt x="646675" y="47951"/>
                  <a:pt x="640356" y="45053"/>
                  <a:pt x="632592" y="45053"/>
                </a:cubicBezTo>
                <a:cubicBezTo>
                  <a:pt x="625565" y="45053"/>
                  <a:pt x="619657" y="47367"/>
                  <a:pt x="614868" y="51995"/>
                </a:cubicBezTo>
                <a:cubicBezTo>
                  <a:pt x="610080" y="56620"/>
                  <a:pt x="607430" y="62807"/>
                  <a:pt x="606920" y="7055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:">
            <a:extLst xmlns:a="http://schemas.openxmlformats.org/drawingml/2006/main">
              <a:ext uri="{FF2B5EF4-FFF2-40B4-BE49-F238E27FC236}">
                <a16:creationId xmlns:a16="http://schemas.microsoft.com/office/drawing/2014/main" id="{95C40EC1-87AE-406C-BF1A-A97545C2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706" y="4801222"/>
            <a:ext cx="17426" cy="90276"/>
          </a:xfrm>
          <a:custGeom xmlns:a="http://schemas.openxmlformats.org/drawingml/2006/main">
            <a:pathLst>
              <a:path w="17426" h="90276">
                <a:moveTo>
                  <a:pt x="0" y="17511"/>
                </a:moveTo>
                <a:lnTo>
                  <a:pt x="0" y="0"/>
                </a:lnTo>
                <a:lnTo>
                  <a:pt x="17426" y="0"/>
                </a:lnTo>
                <a:lnTo>
                  <a:pt x="17426" y="17511"/>
                </a:lnTo>
                <a:lnTo>
                  <a:pt x="0" y="17511"/>
                </a:lnTo>
                <a:moveTo>
                  <a:pt x="0" y="90276"/>
                </a:moveTo>
                <a:lnTo>
                  <a:pt x="0" y="72765"/>
                </a:lnTo>
                <a:lnTo>
                  <a:pt x="17426" y="72765"/>
                </a:lnTo>
                <a:lnTo>
                  <a:pt x="17426" y="90276"/>
                </a:lnTo>
                <a:lnTo>
                  <a:pt x="0" y="90276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green">
            <a:extLst xmlns:a="http://schemas.openxmlformats.org/drawingml/2006/main">
              <a:ext uri="{FF2B5EF4-FFF2-40B4-BE49-F238E27FC236}">
                <a16:creationId xmlns:a16="http://schemas.microsoft.com/office/drawing/2014/main" id="{C18663BD-967C-438F-B5D3-1B771705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914" y="4799182"/>
            <a:ext cx="455155" cy="129039"/>
          </a:xfrm>
          <a:custGeom xmlns:a="http://schemas.openxmlformats.org/drawingml/2006/main">
            <a:pathLst>
              <a:path w="455155" h="129039">
                <a:moveTo>
                  <a:pt x="3145" y="98097"/>
                </a:moveTo>
                <a:lnTo>
                  <a:pt x="30432" y="101497"/>
                </a:lnTo>
                <a:cubicBezTo>
                  <a:pt x="30886" y="104701"/>
                  <a:pt x="31934" y="106903"/>
                  <a:pt x="33577" y="108104"/>
                </a:cubicBezTo>
                <a:cubicBezTo>
                  <a:pt x="35844" y="109820"/>
                  <a:pt x="39415" y="110678"/>
                  <a:pt x="44288" y="110678"/>
                </a:cubicBezTo>
                <a:cubicBezTo>
                  <a:pt x="50522" y="110678"/>
                  <a:pt x="55197" y="109736"/>
                  <a:pt x="58314" y="107852"/>
                </a:cubicBezTo>
                <a:cubicBezTo>
                  <a:pt x="60411" y="106596"/>
                  <a:pt x="61998" y="104570"/>
                  <a:pt x="63075" y="101774"/>
                </a:cubicBezTo>
                <a:cubicBezTo>
                  <a:pt x="63811" y="99776"/>
                  <a:pt x="64180" y="96095"/>
                  <a:pt x="64180" y="90731"/>
                </a:cubicBezTo>
                <a:lnTo>
                  <a:pt x="64180" y="77459"/>
                </a:lnTo>
                <a:cubicBezTo>
                  <a:pt x="57039" y="87364"/>
                  <a:pt x="48028" y="92317"/>
                  <a:pt x="37148" y="92317"/>
                </a:cubicBezTo>
                <a:cubicBezTo>
                  <a:pt x="25020" y="92317"/>
                  <a:pt x="15414" y="87188"/>
                  <a:pt x="8331" y="76931"/>
                </a:cubicBezTo>
                <a:cubicBezTo>
                  <a:pt x="2777" y="68827"/>
                  <a:pt x="0" y="58739"/>
                  <a:pt x="0" y="46668"/>
                </a:cubicBezTo>
                <a:cubicBezTo>
                  <a:pt x="0" y="31537"/>
                  <a:pt x="3641" y="19976"/>
                  <a:pt x="10923" y="11986"/>
                </a:cubicBezTo>
                <a:cubicBezTo>
                  <a:pt x="18205" y="3995"/>
                  <a:pt x="27259" y="0"/>
                  <a:pt x="38083" y="0"/>
                </a:cubicBezTo>
                <a:cubicBezTo>
                  <a:pt x="49247" y="0"/>
                  <a:pt x="58456" y="4925"/>
                  <a:pt x="65710" y="14775"/>
                </a:cubicBezTo>
                <a:lnTo>
                  <a:pt x="65710" y="2040"/>
                </a:lnTo>
                <a:lnTo>
                  <a:pt x="88066" y="2040"/>
                </a:lnTo>
                <a:lnTo>
                  <a:pt x="88066" y="83104"/>
                </a:lnTo>
                <a:cubicBezTo>
                  <a:pt x="88066" y="93765"/>
                  <a:pt x="87188" y="101733"/>
                  <a:pt x="85431" y="107007"/>
                </a:cubicBezTo>
                <a:cubicBezTo>
                  <a:pt x="83674" y="112281"/>
                  <a:pt x="81209" y="116420"/>
                  <a:pt x="78036" y="119426"/>
                </a:cubicBezTo>
                <a:cubicBezTo>
                  <a:pt x="74862" y="122433"/>
                  <a:pt x="70626" y="124786"/>
                  <a:pt x="65327" y="126486"/>
                </a:cubicBezTo>
                <a:cubicBezTo>
                  <a:pt x="60028" y="128188"/>
                  <a:pt x="53327" y="129039"/>
                  <a:pt x="45223" y="129039"/>
                </a:cubicBezTo>
                <a:cubicBezTo>
                  <a:pt x="29922" y="129039"/>
                  <a:pt x="19070" y="126396"/>
                  <a:pt x="12666" y="121110"/>
                </a:cubicBezTo>
                <a:cubicBezTo>
                  <a:pt x="6262" y="115825"/>
                  <a:pt x="3060" y="109126"/>
                  <a:pt x="3060" y="101011"/>
                </a:cubicBezTo>
                <a:cubicBezTo>
                  <a:pt x="3060" y="100211"/>
                  <a:pt x="3089" y="99239"/>
                  <a:pt x="3145" y="98097"/>
                </a:cubicBezTo>
                <a:moveTo>
                  <a:pt x="24482" y="45308"/>
                </a:moveTo>
                <a:cubicBezTo>
                  <a:pt x="24482" y="54857"/>
                  <a:pt x="26338" y="61849"/>
                  <a:pt x="30050" y="66284"/>
                </a:cubicBezTo>
                <a:cubicBezTo>
                  <a:pt x="33762" y="70718"/>
                  <a:pt x="38338" y="72935"/>
                  <a:pt x="43778" y="72935"/>
                </a:cubicBezTo>
                <a:cubicBezTo>
                  <a:pt x="49615" y="72935"/>
                  <a:pt x="54546" y="70661"/>
                  <a:pt x="58569" y="66114"/>
                </a:cubicBezTo>
                <a:cubicBezTo>
                  <a:pt x="62593" y="61566"/>
                  <a:pt x="64605" y="54829"/>
                  <a:pt x="64605" y="45903"/>
                </a:cubicBezTo>
                <a:cubicBezTo>
                  <a:pt x="64605" y="36581"/>
                  <a:pt x="62678" y="29660"/>
                  <a:pt x="58824" y="25141"/>
                </a:cubicBezTo>
                <a:cubicBezTo>
                  <a:pt x="54971" y="20621"/>
                  <a:pt x="50097" y="18361"/>
                  <a:pt x="44203" y="18361"/>
                </a:cubicBezTo>
                <a:cubicBezTo>
                  <a:pt x="38479" y="18361"/>
                  <a:pt x="33762" y="20579"/>
                  <a:pt x="30050" y="25013"/>
                </a:cubicBezTo>
                <a:cubicBezTo>
                  <a:pt x="26338" y="29448"/>
                  <a:pt x="24482" y="36213"/>
                  <a:pt x="24482" y="45308"/>
                </a:cubicBezTo>
                <a:close/>
                <a:moveTo>
                  <a:pt x="134592" y="92317"/>
                </a:moveTo>
                <a:lnTo>
                  <a:pt x="110706" y="92317"/>
                </a:lnTo>
                <a:lnTo>
                  <a:pt x="110706" y="2040"/>
                </a:lnTo>
                <a:lnTo>
                  <a:pt x="132892" y="2040"/>
                </a:lnTo>
                <a:lnTo>
                  <a:pt x="132892" y="14876"/>
                </a:lnTo>
                <a:cubicBezTo>
                  <a:pt x="136689" y="8812"/>
                  <a:pt x="140104" y="4817"/>
                  <a:pt x="143136" y="2890"/>
                </a:cubicBezTo>
                <a:cubicBezTo>
                  <a:pt x="146167" y="963"/>
                  <a:pt x="149610" y="0"/>
                  <a:pt x="153464" y="0"/>
                </a:cubicBezTo>
                <a:cubicBezTo>
                  <a:pt x="158904" y="0"/>
                  <a:pt x="164146" y="1502"/>
                  <a:pt x="169190" y="4505"/>
                </a:cubicBezTo>
                <a:lnTo>
                  <a:pt x="161794" y="25332"/>
                </a:lnTo>
                <a:cubicBezTo>
                  <a:pt x="157771" y="22725"/>
                  <a:pt x="154031" y="21422"/>
                  <a:pt x="150574" y="21422"/>
                </a:cubicBezTo>
                <a:cubicBezTo>
                  <a:pt x="147230" y="21422"/>
                  <a:pt x="144397" y="22342"/>
                  <a:pt x="142073" y="24184"/>
                </a:cubicBezTo>
                <a:cubicBezTo>
                  <a:pt x="139750" y="26026"/>
                  <a:pt x="137922" y="29355"/>
                  <a:pt x="136590" y="34172"/>
                </a:cubicBezTo>
                <a:cubicBezTo>
                  <a:pt x="135258" y="38989"/>
                  <a:pt x="134592" y="49077"/>
                  <a:pt x="134592" y="64435"/>
                </a:cubicBezTo>
                <a:lnTo>
                  <a:pt x="134592" y="92317"/>
                </a:lnTo>
                <a:close/>
                <a:moveTo>
                  <a:pt x="231727" y="63585"/>
                </a:moveTo>
                <a:lnTo>
                  <a:pt x="255528" y="67665"/>
                </a:lnTo>
                <a:cubicBezTo>
                  <a:pt x="252468" y="76364"/>
                  <a:pt x="247637" y="82987"/>
                  <a:pt x="241035" y="87535"/>
                </a:cubicBezTo>
                <a:cubicBezTo>
                  <a:pt x="234433" y="92083"/>
                  <a:pt x="226173" y="94357"/>
                  <a:pt x="216256" y="94357"/>
                </a:cubicBezTo>
                <a:cubicBezTo>
                  <a:pt x="200558" y="94357"/>
                  <a:pt x="188940" y="89228"/>
                  <a:pt x="181403" y="78971"/>
                </a:cubicBezTo>
                <a:cubicBezTo>
                  <a:pt x="175453" y="70753"/>
                  <a:pt x="172477" y="60383"/>
                  <a:pt x="172477" y="47858"/>
                </a:cubicBezTo>
                <a:cubicBezTo>
                  <a:pt x="172477" y="32897"/>
                  <a:pt x="176388" y="21181"/>
                  <a:pt x="184208" y="12708"/>
                </a:cubicBezTo>
                <a:cubicBezTo>
                  <a:pt x="192029" y="4236"/>
                  <a:pt x="201918" y="0"/>
                  <a:pt x="213875" y="0"/>
                </a:cubicBezTo>
                <a:cubicBezTo>
                  <a:pt x="227306" y="0"/>
                  <a:pt x="237904" y="4434"/>
                  <a:pt x="245668" y="13303"/>
                </a:cubicBezTo>
                <a:cubicBezTo>
                  <a:pt x="253432" y="22172"/>
                  <a:pt x="257144" y="35759"/>
                  <a:pt x="256804" y="54064"/>
                </a:cubicBezTo>
                <a:lnTo>
                  <a:pt x="196959" y="54064"/>
                </a:lnTo>
                <a:cubicBezTo>
                  <a:pt x="197129" y="61148"/>
                  <a:pt x="199056" y="66659"/>
                  <a:pt x="202740" y="70598"/>
                </a:cubicBezTo>
                <a:cubicBezTo>
                  <a:pt x="206423" y="74536"/>
                  <a:pt x="211014" y="76506"/>
                  <a:pt x="216511" y="76506"/>
                </a:cubicBezTo>
                <a:cubicBezTo>
                  <a:pt x="220251" y="76506"/>
                  <a:pt x="223396" y="75485"/>
                  <a:pt x="225946" y="73445"/>
                </a:cubicBezTo>
                <a:cubicBezTo>
                  <a:pt x="228497" y="71405"/>
                  <a:pt x="230423" y="68118"/>
                  <a:pt x="231727" y="63585"/>
                </a:cubicBezTo>
                <a:moveTo>
                  <a:pt x="233087" y="39443"/>
                </a:moveTo>
                <a:cubicBezTo>
                  <a:pt x="232917" y="32557"/>
                  <a:pt x="231132" y="27322"/>
                  <a:pt x="227731" y="23738"/>
                </a:cubicBezTo>
                <a:cubicBezTo>
                  <a:pt x="224331" y="20154"/>
                  <a:pt x="220194" y="18361"/>
                  <a:pt x="215321" y="18361"/>
                </a:cubicBezTo>
                <a:cubicBezTo>
                  <a:pt x="210107" y="18361"/>
                  <a:pt x="205800" y="20252"/>
                  <a:pt x="202400" y="24033"/>
                </a:cubicBezTo>
                <a:cubicBezTo>
                  <a:pt x="198999" y="27816"/>
                  <a:pt x="197328" y="32952"/>
                  <a:pt x="197384" y="39443"/>
                </a:cubicBezTo>
                <a:lnTo>
                  <a:pt x="233087" y="39443"/>
                </a:lnTo>
                <a:close/>
                <a:moveTo>
                  <a:pt x="328522" y="63585"/>
                </a:moveTo>
                <a:lnTo>
                  <a:pt x="352323" y="67665"/>
                </a:lnTo>
                <a:cubicBezTo>
                  <a:pt x="349263" y="76364"/>
                  <a:pt x="344432" y="82987"/>
                  <a:pt x="337830" y="87535"/>
                </a:cubicBezTo>
                <a:cubicBezTo>
                  <a:pt x="331228" y="92083"/>
                  <a:pt x="322968" y="94357"/>
                  <a:pt x="313051" y="94357"/>
                </a:cubicBezTo>
                <a:cubicBezTo>
                  <a:pt x="297353" y="94357"/>
                  <a:pt x="285735" y="89228"/>
                  <a:pt x="278198" y="78971"/>
                </a:cubicBezTo>
                <a:cubicBezTo>
                  <a:pt x="272248" y="70753"/>
                  <a:pt x="269272" y="60383"/>
                  <a:pt x="269272" y="47858"/>
                </a:cubicBezTo>
                <a:cubicBezTo>
                  <a:pt x="269272" y="32897"/>
                  <a:pt x="273183" y="21181"/>
                  <a:pt x="281003" y="12708"/>
                </a:cubicBezTo>
                <a:cubicBezTo>
                  <a:pt x="288824" y="4236"/>
                  <a:pt x="298713" y="0"/>
                  <a:pt x="310670" y="0"/>
                </a:cubicBezTo>
                <a:cubicBezTo>
                  <a:pt x="324101" y="0"/>
                  <a:pt x="334699" y="4434"/>
                  <a:pt x="342463" y="13303"/>
                </a:cubicBezTo>
                <a:cubicBezTo>
                  <a:pt x="350227" y="22172"/>
                  <a:pt x="353939" y="35759"/>
                  <a:pt x="353599" y="54064"/>
                </a:cubicBezTo>
                <a:lnTo>
                  <a:pt x="293754" y="54064"/>
                </a:lnTo>
                <a:cubicBezTo>
                  <a:pt x="293924" y="61148"/>
                  <a:pt x="295851" y="66659"/>
                  <a:pt x="299535" y="70598"/>
                </a:cubicBezTo>
                <a:cubicBezTo>
                  <a:pt x="303218" y="74536"/>
                  <a:pt x="307809" y="76506"/>
                  <a:pt x="313306" y="76506"/>
                </a:cubicBezTo>
                <a:cubicBezTo>
                  <a:pt x="317046" y="76506"/>
                  <a:pt x="320191" y="75485"/>
                  <a:pt x="322741" y="73445"/>
                </a:cubicBezTo>
                <a:cubicBezTo>
                  <a:pt x="325291" y="71405"/>
                  <a:pt x="327218" y="68118"/>
                  <a:pt x="328522" y="63585"/>
                </a:cubicBezTo>
                <a:moveTo>
                  <a:pt x="329882" y="39443"/>
                </a:moveTo>
                <a:cubicBezTo>
                  <a:pt x="329712" y="32557"/>
                  <a:pt x="327927" y="27322"/>
                  <a:pt x="324526" y="23738"/>
                </a:cubicBezTo>
                <a:cubicBezTo>
                  <a:pt x="321126" y="20154"/>
                  <a:pt x="316989" y="18361"/>
                  <a:pt x="312116" y="18361"/>
                </a:cubicBezTo>
                <a:cubicBezTo>
                  <a:pt x="306902" y="18361"/>
                  <a:pt x="302595" y="20252"/>
                  <a:pt x="299195" y="24033"/>
                </a:cubicBezTo>
                <a:cubicBezTo>
                  <a:pt x="295794" y="27816"/>
                  <a:pt x="294123" y="32952"/>
                  <a:pt x="294179" y="39443"/>
                </a:cubicBezTo>
                <a:lnTo>
                  <a:pt x="329882" y="39443"/>
                </a:lnTo>
                <a:close/>
                <a:moveTo>
                  <a:pt x="455155" y="92317"/>
                </a:moveTo>
                <a:lnTo>
                  <a:pt x="431268" y="92317"/>
                </a:lnTo>
                <a:lnTo>
                  <a:pt x="431268" y="46296"/>
                </a:lnTo>
                <a:cubicBezTo>
                  <a:pt x="431268" y="36560"/>
                  <a:pt x="430758" y="30262"/>
                  <a:pt x="429738" y="27404"/>
                </a:cubicBezTo>
                <a:cubicBezTo>
                  <a:pt x="428718" y="24546"/>
                  <a:pt x="427060" y="22324"/>
                  <a:pt x="424765" y="20739"/>
                </a:cubicBezTo>
                <a:cubicBezTo>
                  <a:pt x="422470" y="19154"/>
                  <a:pt x="419707" y="18361"/>
                  <a:pt x="416477" y="18361"/>
                </a:cubicBezTo>
                <a:cubicBezTo>
                  <a:pt x="412340" y="18361"/>
                  <a:pt x="408628" y="19494"/>
                  <a:pt x="405341" y="21759"/>
                </a:cubicBezTo>
                <a:cubicBezTo>
                  <a:pt x="402054" y="24022"/>
                  <a:pt x="399802" y="27022"/>
                  <a:pt x="398583" y="30759"/>
                </a:cubicBezTo>
                <a:cubicBezTo>
                  <a:pt x="397365" y="34494"/>
                  <a:pt x="396755" y="41400"/>
                  <a:pt x="396755" y="51477"/>
                </a:cubicBezTo>
                <a:lnTo>
                  <a:pt x="396755" y="92317"/>
                </a:lnTo>
                <a:lnTo>
                  <a:pt x="372869" y="92317"/>
                </a:lnTo>
                <a:lnTo>
                  <a:pt x="372869" y="2040"/>
                </a:lnTo>
                <a:lnTo>
                  <a:pt x="395055" y="2040"/>
                </a:lnTo>
                <a:lnTo>
                  <a:pt x="395055" y="15301"/>
                </a:lnTo>
                <a:cubicBezTo>
                  <a:pt x="402933" y="5100"/>
                  <a:pt x="412850" y="0"/>
                  <a:pt x="424807" y="0"/>
                </a:cubicBezTo>
                <a:cubicBezTo>
                  <a:pt x="430078" y="0"/>
                  <a:pt x="434895" y="949"/>
                  <a:pt x="439259" y="2848"/>
                </a:cubicBezTo>
                <a:cubicBezTo>
                  <a:pt x="443622" y="4746"/>
                  <a:pt x="446923" y="7169"/>
                  <a:pt x="449162" y="10116"/>
                </a:cubicBezTo>
                <a:cubicBezTo>
                  <a:pt x="451400" y="13063"/>
                  <a:pt x="452959" y="16406"/>
                  <a:pt x="453837" y="20146"/>
                </a:cubicBezTo>
                <a:cubicBezTo>
                  <a:pt x="454715" y="23887"/>
                  <a:pt x="455155" y="29242"/>
                  <a:pt x="455155" y="36213"/>
                </a:cubicBezTo>
                <a:lnTo>
                  <a:pt x="455155" y="92317"/>
                </a:lnTo>
                <a:close/>
              </a:path>
            </a:pathLst>
          </a:custGeom>
          <a:solidFill xmlns:a="http://schemas.openxmlformats.org/drawingml/2006/main">
            <a:srgbClr val="00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,">
            <a:extLst xmlns:a="http://schemas.openxmlformats.org/drawingml/2006/main">
              <a:ext uri="{FF2B5EF4-FFF2-40B4-BE49-F238E27FC236}">
                <a16:creationId xmlns:a16="http://schemas.microsoft.com/office/drawing/2014/main" id="{0BFEC6C8-F5F9-4F57-BA74-D9D3F22C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445" y="4873988"/>
            <a:ext cx="18446" cy="42163"/>
          </a:xfrm>
          <a:custGeom xmlns:a="http://schemas.openxmlformats.org/drawingml/2006/main">
            <a:pathLst>
              <a:path w="18446" h="42163">
                <a:moveTo>
                  <a:pt x="1020" y="17511"/>
                </a:moveTo>
                <a:lnTo>
                  <a:pt x="1020" y="0"/>
                </a:lnTo>
                <a:lnTo>
                  <a:pt x="18446" y="0"/>
                </a:lnTo>
                <a:lnTo>
                  <a:pt x="18446" y="17461"/>
                </a:lnTo>
                <a:cubicBezTo>
                  <a:pt x="18446" y="23879"/>
                  <a:pt x="17313" y="29061"/>
                  <a:pt x="15046" y="33006"/>
                </a:cubicBezTo>
                <a:cubicBezTo>
                  <a:pt x="12779" y="36954"/>
                  <a:pt x="9181" y="40006"/>
                  <a:pt x="4250" y="42163"/>
                </a:cubicBezTo>
                <a:lnTo>
                  <a:pt x="0" y="35533"/>
                </a:lnTo>
                <a:cubicBezTo>
                  <a:pt x="3230" y="34123"/>
                  <a:pt x="5610" y="32050"/>
                  <a:pt x="7141" y="29314"/>
                </a:cubicBezTo>
                <a:cubicBezTo>
                  <a:pt x="8671" y="26578"/>
                  <a:pt x="9521" y="22644"/>
                  <a:pt x="9691" y="17511"/>
                </a:cubicBezTo>
                <a:lnTo>
                  <a:pt x="1020" y="17511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pink">
            <a:extLst xmlns:a="http://schemas.openxmlformats.org/drawingml/2006/main">
              <a:ext uri="{FF2B5EF4-FFF2-40B4-BE49-F238E27FC236}">
                <a16:creationId xmlns:a16="http://schemas.microsoft.com/office/drawing/2014/main" id="{CC5E30CB-77D7-4627-BD67-F96C85F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604" y="4766880"/>
            <a:ext cx="344445" cy="158961"/>
          </a:xfrm>
          <a:custGeom xmlns:a="http://schemas.openxmlformats.org/drawingml/2006/main">
            <a:pathLst>
              <a:path w="344445" h="158961">
                <a:moveTo>
                  <a:pt x="0" y="34342"/>
                </a:moveTo>
                <a:lnTo>
                  <a:pt x="22272" y="34342"/>
                </a:lnTo>
                <a:lnTo>
                  <a:pt x="22272" y="47603"/>
                </a:lnTo>
                <a:cubicBezTo>
                  <a:pt x="25162" y="43070"/>
                  <a:pt x="29072" y="39386"/>
                  <a:pt x="34002" y="36553"/>
                </a:cubicBezTo>
                <a:cubicBezTo>
                  <a:pt x="38933" y="33719"/>
                  <a:pt x="44402" y="32302"/>
                  <a:pt x="50409" y="32302"/>
                </a:cubicBezTo>
                <a:cubicBezTo>
                  <a:pt x="60893" y="32302"/>
                  <a:pt x="69790" y="36411"/>
                  <a:pt x="77101" y="44628"/>
                </a:cubicBezTo>
                <a:cubicBezTo>
                  <a:pt x="84411" y="52845"/>
                  <a:pt x="88066" y="64293"/>
                  <a:pt x="88066" y="78971"/>
                </a:cubicBezTo>
                <a:cubicBezTo>
                  <a:pt x="88066" y="94045"/>
                  <a:pt x="84383" y="105762"/>
                  <a:pt x="77016" y="114121"/>
                </a:cubicBezTo>
                <a:cubicBezTo>
                  <a:pt x="69648" y="122480"/>
                  <a:pt x="60723" y="126659"/>
                  <a:pt x="50239" y="126659"/>
                </a:cubicBezTo>
                <a:cubicBezTo>
                  <a:pt x="45252" y="126659"/>
                  <a:pt x="40732" y="125667"/>
                  <a:pt x="36680" y="123684"/>
                </a:cubicBezTo>
                <a:cubicBezTo>
                  <a:pt x="32628" y="121700"/>
                  <a:pt x="28364" y="118300"/>
                  <a:pt x="23887" y="113483"/>
                </a:cubicBezTo>
                <a:lnTo>
                  <a:pt x="23887" y="158961"/>
                </a:lnTo>
                <a:lnTo>
                  <a:pt x="0" y="158961"/>
                </a:lnTo>
                <a:lnTo>
                  <a:pt x="0" y="34342"/>
                </a:lnTo>
                <a:moveTo>
                  <a:pt x="23632" y="77911"/>
                </a:moveTo>
                <a:cubicBezTo>
                  <a:pt x="23632" y="88039"/>
                  <a:pt x="25644" y="95522"/>
                  <a:pt x="29667" y="100360"/>
                </a:cubicBezTo>
                <a:cubicBezTo>
                  <a:pt x="33691" y="105199"/>
                  <a:pt x="38593" y="107618"/>
                  <a:pt x="44373" y="107618"/>
                </a:cubicBezTo>
                <a:cubicBezTo>
                  <a:pt x="49927" y="107618"/>
                  <a:pt x="54546" y="105397"/>
                  <a:pt x="58229" y="100955"/>
                </a:cubicBezTo>
                <a:cubicBezTo>
                  <a:pt x="61913" y="96514"/>
                  <a:pt x="63755" y="89228"/>
                  <a:pt x="63755" y="79098"/>
                </a:cubicBezTo>
                <a:cubicBezTo>
                  <a:pt x="63755" y="69648"/>
                  <a:pt x="61856" y="62632"/>
                  <a:pt x="58059" y="58049"/>
                </a:cubicBezTo>
                <a:cubicBezTo>
                  <a:pt x="54262" y="53465"/>
                  <a:pt x="49559" y="51174"/>
                  <a:pt x="43948" y="51174"/>
                </a:cubicBezTo>
                <a:cubicBezTo>
                  <a:pt x="38111" y="51174"/>
                  <a:pt x="33266" y="53423"/>
                  <a:pt x="29412" y="57921"/>
                </a:cubicBezTo>
                <a:cubicBezTo>
                  <a:pt x="25559" y="62419"/>
                  <a:pt x="23632" y="69083"/>
                  <a:pt x="23632" y="77911"/>
                </a:cubicBezTo>
                <a:close/>
                <a:moveTo>
                  <a:pt x="107051" y="22102"/>
                </a:moveTo>
                <a:lnTo>
                  <a:pt x="107051" y="0"/>
                </a:lnTo>
                <a:lnTo>
                  <a:pt x="130937" y="0"/>
                </a:lnTo>
                <a:lnTo>
                  <a:pt x="130937" y="22102"/>
                </a:lnTo>
                <a:lnTo>
                  <a:pt x="107051" y="22102"/>
                </a:lnTo>
                <a:moveTo>
                  <a:pt x="107051" y="124619"/>
                </a:moveTo>
                <a:lnTo>
                  <a:pt x="107051" y="34342"/>
                </a:lnTo>
                <a:lnTo>
                  <a:pt x="130937" y="34342"/>
                </a:lnTo>
                <a:lnTo>
                  <a:pt x="130937" y="124619"/>
                </a:lnTo>
                <a:lnTo>
                  <a:pt x="107051" y="124619"/>
                </a:lnTo>
                <a:close/>
                <a:moveTo>
                  <a:pt x="237564" y="124619"/>
                </a:moveTo>
                <a:lnTo>
                  <a:pt x="213678" y="124619"/>
                </a:lnTo>
                <a:lnTo>
                  <a:pt x="213678" y="78599"/>
                </a:lnTo>
                <a:cubicBezTo>
                  <a:pt x="213678" y="68862"/>
                  <a:pt x="213168" y="62565"/>
                  <a:pt x="212148" y="59706"/>
                </a:cubicBezTo>
                <a:cubicBezTo>
                  <a:pt x="211128" y="56848"/>
                  <a:pt x="209470" y="54626"/>
                  <a:pt x="207175" y="53041"/>
                </a:cubicBezTo>
                <a:cubicBezTo>
                  <a:pt x="204880" y="51456"/>
                  <a:pt x="202117" y="50664"/>
                  <a:pt x="198887" y="50664"/>
                </a:cubicBezTo>
                <a:cubicBezTo>
                  <a:pt x="194750" y="50664"/>
                  <a:pt x="191038" y="51796"/>
                  <a:pt x="187751" y="54061"/>
                </a:cubicBezTo>
                <a:cubicBezTo>
                  <a:pt x="184464" y="56325"/>
                  <a:pt x="182211" y="59325"/>
                  <a:pt x="180993" y="63061"/>
                </a:cubicBezTo>
                <a:cubicBezTo>
                  <a:pt x="179774" y="66796"/>
                  <a:pt x="179165" y="73702"/>
                  <a:pt x="179165" y="83779"/>
                </a:cubicBezTo>
                <a:lnTo>
                  <a:pt x="179165" y="124619"/>
                </a:lnTo>
                <a:lnTo>
                  <a:pt x="155279" y="124619"/>
                </a:lnTo>
                <a:lnTo>
                  <a:pt x="155279" y="34342"/>
                </a:lnTo>
                <a:lnTo>
                  <a:pt x="177465" y="34342"/>
                </a:lnTo>
                <a:lnTo>
                  <a:pt x="177465" y="47603"/>
                </a:lnTo>
                <a:cubicBezTo>
                  <a:pt x="185342" y="37403"/>
                  <a:pt x="195260" y="32302"/>
                  <a:pt x="207217" y="32302"/>
                </a:cubicBezTo>
                <a:cubicBezTo>
                  <a:pt x="212488" y="32302"/>
                  <a:pt x="217305" y="33252"/>
                  <a:pt x="221668" y="35150"/>
                </a:cubicBezTo>
                <a:cubicBezTo>
                  <a:pt x="226032" y="37048"/>
                  <a:pt x="229333" y="39471"/>
                  <a:pt x="231572" y="42418"/>
                </a:cubicBezTo>
                <a:cubicBezTo>
                  <a:pt x="233810" y="45365"/>
                  <a:pt x="235368" y="48709"/>
                  <a:pt x="236247" y="52449"/>
                </a:cubicBezTo>
                <a:cubicBezTo>
                  <a:pt x="237125" y="56189"/>
                  <a:pt x="237564" y="61544"/>
                  <a:pt x="237564" y="68515"/>
                </a:cubicBezTo>
                <a:lnTo>
                  <a:pt x="237564" y="124619"/>
                </a:lnTo>
                <a:close/>
                <a:moveTo>
                  <a:pt x="260969" y="124619"/>
                </a:moveTo>
                <a:lnTo>
                  <a:pt x="260969" y="0"/>
                </a:lnTo>
                <a:lnTo>
                  <a:pt x="284856" y="0"/>
                </a:lnTo>
                <a:lnTo>
                  <a:pt x="284856" y="66135"/>
                </a:lnTo>
                <a:lnTo>
                  <a:pt x="312823" y="34342"/>
                </a:lnTo>
                <a:lnTo>
                  <a:pt x="342235" y="34342"/>
                </a:lnTo>
                <a:lnTo>
                  <a:pt x="311378" y="67338"/>
                </a:lnTo>
                <a:lnTo>
                  <a:pt x="344445" y="124619"/>
                </a:lnTo>
                <a:lnTo>
                  <a:pt x="318688" y="124619"/>
                </a:lnTo>
                <a:lnTo>
                  <a:pt x="295991" y="84060"/>
                </a:lnTo>
                <a:lnTo>
                  <a:pt x="284856" y="95717"/>
                </a:lnTo>
                <a:lnTo>
                  <a:pt x="284856" y="124619"/>
                </a:lnTo>
                <a:lnTo>
                  <a:pt x="260969" y="124619"/>
                </a:lnTo>
                <a:close/>
              </a:path>
            </a:pathLst>
          </a:custGeom>
          <a:solidFill xmlns:a="http://schemas.openxmlformats.org/drawingml/2006/main">
            <a:srgbClr val="FF33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,">
            <a:extLst xmlns:a="http://schemas.openxmlformats.org/drawingml/2006/main">
              <a:ext uri="{FF2B5EF4-FFF2-40B4-BE49-F238E27FC236}">
                <a16:creationId xmlns:a16="http://schemas.microsoft.com/office/drawing/2014/main" id="{11C32679-3C16-4F70-B939-F593DBE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967" y="4875447"/>
            <a:ext cx="16909" cy="38649"/>
          </a:xfrm>
          <a:custGeom xmlns:a="http://schemas.openxmlformats.org/drawingml/2006/main">
            <a:pathLst>
              <a:path w="16909" h="38649">
                <a:moveTo>
                  <a:pt x="935" y="16052"/>
                </a:moveTo>
                <a:lnTo>
                  <a:pt x="935" y="0"/>
                </a:lnTo>
                <a:lnTo>
                  <a:pt x="16909" y="0"/>
                </a:lnTo>
                <a:lnTo>
                  <a:pt x="16909" y="16006"/>
                </a:lnTo>
                <a:cubicBezTo>
                  <a:pt x="16909" y="21889"/>
                  <a:pt x="15870" y="26639"/>
                  <a:pt x="13792" y="30256"/>
                </a:cubicBezTo>
                <a:cubicBezTo>
                  <a:pt x="11714" y="33874"/>
                  <a:pt x="8416" y="36672"/>
                  <a:pt x="3896" y="38649"/>
                </a:cubicBezTo>
                <a:lnTo>
                  <a:pt x="0" y="32572"/>
                </a:lnTo>
                <a:cubicBezTo>
                  <a:pt x="2961" y="31279"/>
                  <a:pt x="5143" y="29379"/>
                  <a:pt x="6545" y="26871"/>
                </a:cubicBezTo>
                <a:cubicBezTo>
                  <a:pt x="7948" y="24363"/>
                  <a:pt x="8727" y="20757"/>
                  <a:pt x="8883" y="16052"/>
                </a:cubicBezTo>
                <a:lnTo>
                  <a:pt x="935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yellow">
            <a:extLst xmlns:a="http://schemas.openxmlformats.org/drawingml/2006/main">
              <a:ext uri="{FF2B5EF4-FFF2-40B4-BE49-F238E27FC236}">
                <a16:creationId xmlns:a16="http://schemas.microsoft.com/office/drawing/2014/main" id="{561A4D86-43F5-463C-84DC-B6841F6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671" y="4777265"/>
            <a:ext cx="486655" cy="147896"/>
          </a:xfrm>
          <a:custGeom xmlns:a="http://schemas.openxmlformats.org/drawingml/2006/main">
            <a:pathLst>
              <a:path w="486655" h="147896">
                <a:moveTo>
                  <a:pt x="0" y="31481"/>
                </a:moveTo>
                <a:lnTo>
                  <a:pt x="23299" y="31481"/>
                </a:lnTo>
                <a:lnTo>
                  <a:pt x="43091" y="90290"/>
                </a:lnTo>
                <a:lnTo>
                  <a:pt x="62416" y="31481"/>
                </a:lnTo>
                <a:lnTo>
                  <a:pt x="85091" y="31481"/>
                </a:lnTo>
                <a:lnTo>
                  <a:pt x="55870" y="111144"/>
                </a:lnTo>
                <a:lnTo>
                  <a:pt x="50649" y="125611"/>
                </a:lnTo>
                <a:cubicBezTo>
                  <a:pt x="48727" y="130442"/>
                  <a:pt x="46896" y="134130"/>
                  <a:pt x="45156" y="136676"/>
                </a:cubicBezTo>
                <a:cubicBezTo>
                  <a:pt x="43416" y="139221"/>
                  <a:pt x="41416" y="141286"/>
                  <a:pt x="39156" y="142870"/>
                </a:cubicBezTo>
                <a:cubicBezTo>
                  <a:pt x="36896" y="144455"/>
                  <a:pt x="34117" y="145689"/>
                  <a:pt x="30818" y="146572"/>
                </a:cubicBezTo>
                <a:cubicBezTo>
                  <a:pt x="27520" y="147455"/>
                  <a:pt x="23792" y="147896"/>
                  <a:pt x="19636" y="147896"/>
                </a:cubicBezTo>
                <a:cubicBezTo>
                  <a:pt x="15429" y="147896"/>
                  <a:pt x="11299" y="147455"/>
                  <a:pt x="7247" y="146572"/>
                </a:cubicBezTo>
                <a:lnTo>
                  <a:pt x="5299" y="129429"/>
                </a:lnTo>
                <a:cubicBezTo>
                  <a:pt x="8727" y="130104"/>
                  <a:pt x="11818" y="130442"/>
                  <a:pt x="14571" y="130442"/>
                </a:cubicBezTo>
                <a:cubicBezTo>
                  <a:pt x="19662" y="130442"/>
                  <a:pt x="23429" y="128948"/>
                  <a:pt x="25870" y="125961"/>
                </a:cubicBezTo>
                <a:cubicBezTo>
                  <a:pt x="28312" y="122974"/>
                  <a:pt x="30182" y="119169"/>
                  <a:pt x="31481" y="114546"/>
                </a:cubicBezTo>
                <a:lnTo>
                  <a:pt x="0" y="31481"/>
                </a:lnTo>
                <a:close/>
                <a:moveTo>
                  <a:pt x="147015" y="87896"/>
                </a:moveTo>
                <a:lnTo>
                  <a:pt x="168833" y="91637"/>
                </a:lnTo>
                <a:cubicBezTo>
                  <a:pt x="166028" y="99611"/>
                  <a:pt x="161599" y="105682"/>
                  <a:pt x="155547" y="109851"/>
                </a:cubicBezTo>
                <a:cubicBezTo>
                  <a:pt x="149495" y="114020"/>
                  <a:pt x="141924" y="116104"/>
                  <a:pt x="132833" y="116104"/>
                </a:cubicBezTo>
                <a:cubicBezTo>
                  <a:pt x="118443" y="116104"/>
                  <a:pt x="107794" y="111403"/>
                  <a:pt x="100885" y="102000"/>
                </a:cubicBezTo>
                <a:cubicBezTo>
                  <a:pt x="95430" y="94468"/>
                  <a:pt x="92703" y="84961"/>
                  <a:pt x="92703" y="73481"/>
                </a:cubicBezTo>
                <a:cubicBezTo>
                  <a:pt x="92703" y="59766"/>
                  <a:pt x="96288" y="49026"/>
                  <a:pt x="103456" y="41260"/>
                </a:cubicBezTo>
                <a:cubicBezTo>
                  <a:pt x="110625" y="33494"/>
                  <a:pt x="119690" y="29610"/>
                  <a:pt x="130651" y="29610"/>
                </a:cubicBezTo>
                <a:cubicBezTo>
                  <a:pt x="142963" y="29610"/>
                  <a:pt x="152677" y="33675"/>
                  <a:pt x="159794" y="41805"/>
                </a:cubicBezTo>
                <a:cubicBezTo>
                  <a:pt x="166911" y="49935"/>
                  <a:pt x="170314" y="62390"/>
                  <a:pt x="170002" y="79169"/>
                </a:cubicBezTo>
                <a:lnTo>
                  <a:pt x="115145" y="79169"/>
                </a:lnTo>
                <a:cubicBezTo>
                  <a:pt x="115301" y="85663"/>
                  <a:pt x="117067" y="90715"/>
                  <a:pt x="120443" y="94325"/>
                </a:cubicBezTo>
                <a:cubicBezTo>
                  <a:pt x="123820" y="97935"/>
                  <a:pt x="128028" y="99741"/>
                  <a:pt x="133067" y="99741"/>
                </a:cubicBezTo>
                <a:cubicBezTo>
                  <a:pt x="136495" y="99741"/>
                  <a:pt x="139379" y="98805"/>
                  <a:pt x="141716" y="96935"/>
                </a:cubicBezTo>
                <a:cubicBezTo>
                  <a:pt x="144054" y="95065"/>
                  <a:pt x="145820" y="92052"/>
                  <a:pt x="147015" y="87896"/>
                </a:cubicBezTo>
                <a:moveTo>
                  <a:pt x="148262" y="65766"/>
                </a:moveTo>
                <a:cubicBezTo>
                  <a:pt x="148106" y="59455"/>
                  <a:pt x="146469" y="54656"/>
                  <a:pt x="143353" y="51370"/>
                </a:cubicBezTo>
                <a:cubicBezTo>
                  <a:pt x="140236" y="48085"/>
                  <a:pt x="136443" y="46442"/>
                  <a:pt x="131976" y="46442"/>
                </a:cubicBezTo>
                <a:cubicBezTo>
                  <a:pt x="127197" y="46442"/>
                  <a:pt x="123249" y="48175"/>
                  <a:pt x="120132" y="51641"/>
                </a:cubicBezTo>
                <a:cubicBezTo>
                  <a:pt x="117015" y="55108"/>
                  <a:pt x="115482" y="59817"/>
                  <a:pt x="115534" y="65766"/>
                </a:cubicBezTo>
                <a:lnTo>
                  <a:pt x="148262" y="65766"/>
                </a:lnTo>
                <a:close/>
                <a:moveTo>
                  <a:pt x="187822" y="114234"/>
                </a:moveTo>
                <a:lnTo>
                  <a:pt x="187822" y="0"/>
                </a:lnTo>
                <a:lnTo>
                  <a:pt x="209718" y="0"/>
                </a:lnTo>
                <a:lnTo>
                  <a:pt x="209718" y="114234"/>
                </a:lnTo>
                <a:lnTo>
                  <a:pt x="187822" y="114234"/>
                </a:lnTo>
                <a:close/>
                <a:moveTo>
                  <a:pt x="232187" y="114234"/>
                </a:moveTo>
                <a:lnTo>
                  <a:pt x="232187" y="0"/>
                </a:lnTo>
                <a:lnTo>
                  <a:pt x="254083" y="0"/>
                </a:lnTo>
                <a:lnTo>
                  <a:pt x="254083" y="114234"/>
                </a:lnTo>
                <a:lnTo>
                  <a:pt x="232187" y="114234"/>
                </a:lnTo>
                <a:close/>
                <a:moveTo>
                  <a:pt x="271486" y="71688"/>
                </a:moveTo>
                <a:cubicBezTo>
                  <a:pt x="271486" y="64416"/>
                  <a:pt x="273278" y="57377"/>
                  <a:pt x="276863" y="50572"/>
                </a:cubicBezTo>
                <a:cubicBezTo>
                  <a:pt x="280447" y="43766"/>
                  <a:pt x="285525" y="38572"/>
                  <a:pt x="292097" y="34987"/>
                </a:cubicBezTo>
                <a:cubicBezTo>
                  <a:pt x="298668" y="31403"/>
                  <a:pt x="306006" y="29610"/>
                  <a:pt x="314110" y="29610"/>
                </a:cubicBezTo>
                <a:cubicBezTo>
                  <a:pt x="326629" y="29610"/>
                  <a:pt x="336889" y="33675"/>
                  <a:pt x="344889" y="41805"/>
                </a:cubicBezTo>
                <a:cubicBezTo>
                  <a:pt x="352889" y="49935"/>
                  <a:pt x="356889" y="60208"/>
                  <a:pt x="356889" y="72624"/>
                </a:cubicBezTo>
                <a:cubicBezTo>
                  <a:pt x="356889" y="85143"/>
                  <a:pt x="352850" y="95520"/>
                  <a:pt x="344772" y="103753"/>
                </a:cubicBezTo>
                <a:cubicBezTo>
                  <a:pt x="336694" y="111987"/>
                  <a:pt x="326525" y="116104"/>
                  <a:pt x="314266" y="116104"/>
                </a:cubicBezTo>
                <a:cubicBezTo>
                  <a:pt x="306681" y="116104"/>
                  <a:pt x="299447" y="114390"/>
                  <a:pt x="292564" y="110961"/>
                </a:cubicBezTo>
                <a:cubicBezTo>
                  <a:pt x="285681" y="107533"/>
                  <a:pt x="280447" y="102507"/>
                  <a:pt x="276863" y="95883"/>
                </a:cubicBezTo>
                <a:cubicBezTo>
                  <a:pt x="273278" y="89260"/>
                  <a:pt x="271486" y="81195"/>
                  <a:pt x="271486" y="71688"/>
                </a:cubicBezTo>
                <a:moveTo>
                  <a:pt x="293928" y="72857"/>
                </a:moveTo>
                <a:cubicBezTo>
                  <a:pt x="293928" y="81039"/>
                  <a:pt x="295876" y="87305"/>
                  <a:pt x="299772" y="91656"/>
                </a:cubicBezTo>
                <a:cubicBezTo>
                  <a:pt x="303668" y="96007"/>
                  <a:pt x="308473" y="98182"/>
                  <a:pt x="314188" y="98182"/>
                </a:cubicBezTo>
                <a:cubicBezTo>
                  <a:pt x="319902" y="98182"/>
                  <a:pt x="324694" y="96007"/>
                  <a:pt x="328564" y="91656"/>
                </a:cubicBezTo>
                <a:cubicBezTo>
                  <a:pt x="332434" y="87305"/>
                  <a:pt x="334370" y="80987"/>
                  <a:pt x="334370" y="72701"/>
                </a:cubicBezTo>
                <a:cubicBezTo>
                  <a:pt x="334370" y="64624"/>
                  <a:pt x="332434" y="58409"/>
                  <a:pt x="328564" y="54059"/>
                </a:cubicBezTo>
                <a:cubicBezTo>
                  <a:pt x="324694" y="49708"/>
                  <a:pt x="319902" y="47533"/>
                  <a:pt x="314188" y="47533"/>
                </a:cubicBezTo>
                <a:cubicBezTo>
                  <a:pt x="308473" y="47533"/>
                  <a:pt x="303668" y="49708"/>
                  <a:pt x="299772" y="54059"/>
                </a:cubicBezTo>
                <a:cubicBezTo>
                  <a:pt x="295876" y="58409"/>
                  <a:pt x="293928" y="64675"/>
                  <a:pt x="293928" y="72857"/>
                </a:cubicBezTo>
                <a:close/>
                <a:moveTo>
                  <a:pt x="389486" y="114234"/>
                </a:moveTo>
                <a:lnTo>
                  <a:pt x="363304" y="31481"/>
                </a:lnTo>
                <a:lnTo>
                  <a:pt x="384577" y="31481"/>
                </a:lnTo>
                <a:lnTo>
                  <a:pt x="400083" y="85714"/>
                </a:lnTo>
                <a:lnTo>
                  <a:pt x="414343" y="31481"/>
                </a:lnTo>
                <a:lnTo>
                  <a:pt x="435460" y="31481"/>
                </a:lnTo>
                <a:lnTo>
                  <a:pt x="449252" y="85714"/>
                </a:lnTo>
                <a:lnTo>
                  <a:pt x="465071" y="31481"/>
                </a:lnTo>
                <a:lnTo>
                  <a:pt x="486655" y="31481"/>
                </a:lnTo>
                <a:lnTo>
                  <a:pt x="460084" y="114234"/>
                </a:lnTo>
                <a:lnTo>
                  <a:pt x="439045" y="114234"/>
                </a:lnTo>
                <a:lnTo>
                  <a:pt x="424785" y="61013"/>
                </a:lnTo>
                <a:lnTo>
                  <a:pt x="410759" y="114234"/>
                </a:lnTo>
                <a:lnTo>
                  <a:pt x="389486" y="114234"/>
                </a:lnTo>
                <a:close/>
              </a:path>
            </a:pathLst>
          </a:custGeom>
          <a:solidFill xmlns:a="http://schemas.openxmlformats.org/drawingml/2006/main">
            <a:srgbClr val="99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..">
            <a:extLst xmlns:a="http://schemas.openxmlformats.org/drawingml/2006/main">
              <a:ext uri="{FF2B5EF4-FFF2-40B4-BE49-F238E27FC236}">
                <a16:creationId xmlns:a16="http://schemas.microsoft.com/office/drawing/2014/main" id="{E5926083-68FE-4769-8106-3456FD3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325" y="4875447"/>
            <a:ext cx="60339" cy="16052"/>
          </a:xfrm>
          <a:custGeom xmlns:a="http://schemas.openxmlformats.org/drawingml/2006/main">
            <a:pathLst>
              <a:path w="60339" h="16052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close/>
                <a:moveTo>
                  <a:pt x="44365" y="16052"/>
                </a:moveTo>
                <a:lnTo>
                  <a:pt x="44365" y="0"/>
                </a:lnTo>
                <a:lnTo>
                  <a:pt x="60339" y="0"/>
                </a:lnTo>
                <a:lnTo>
                  <a:pt x="60339" y="16052"/>
                </a:lnTo>
                <a:lnTo>
                  <a:pt x="44365" y="160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88D3E6-7D4D-452E-967A-9322CD7D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751" y="4434506"/>
            <a:ext cx="1355020" cy="580308"/>
          </a:xfrm>
          <a:custGeom xmlns:a="http://schemas.openxmlformats.org/drawingml/2006/main">
            <a:pathLst>
              <a:path w="1355020" h="580308">
                <a:moveTo>
                  <a:pt x="40622" y="0"/>
                </a:moveTo>
                <a:lnTo>
                  <a:pt x="1314399" y="0"/>
                </a:lnTo>
                <a:cubicBezTo>
                  <a:pt x="1319785" y="0"/>
                  <a:pt x="1324967" y="1031"/>
                  <a:pt x="1329944" y="3092"/>
                </a:cubicBezTo>
                <a:cubicBezTo>
                  <a:pt x="1334920" y="5153"/>
                  <a:pt x="1339313" y="8088"/>
                  <a:pt x="1343122" y="11897"/>
                </a:cubicBezTo>
                <a:cubicBezTo>
                  <a:pt x="1346931" y="15706"/>
                  <a:pt x="1349866" y="20099"/>
                  <a:pt x="1351928" y="25076"/>
                </a:cubicBezTo>
                <a:cubicBezTo>
                  <a:pt x="1353989" y="30052"/>
                  <a:pt x="1355020" y="35235"/>
                  <a:pt x="1355020" y="40622"/>
                </a:cubicBezTo>
                <a:lnTo>
                  <a:pt x="1355020" y="539687"/>
                </a:lnTo>
                <a:cubicBezTo>
                  <a:pt x="1355020" y="545074"/>
                  <a:pt x="1353989" y="550255"/>
                  <a:pt x="1351928" y="555232"/>
                </a:cubicBezTo>
                <a:cubicBezTo>
                  <a:pt x="1349866" y="560208"/>
                  <a:pt x="1346931" y="564601"/>
                  <a:pt x="1343122" y="568410"/>
                </a:cubicBezTo>
                <a:cubicBezTo>
                  <a:pt x="1339313" y="572219"/>
                  <a:pt x="1334920" y="575154"/>
                  <a:pt x="1329944" y="577215"/>
                </a:cubicBezTo>
                <a:cubicBezTo>
                  <a:pt x="1324967" y="579276"/>
                  <a:pt x="1319785" y="580308"/>
                  <a:pt x="1314399" y="580308"/>
                </a:cubicBezTo>
                <a:lnTo>
                  <a:pt x="40622" y="580308"/>
                </a:lnTo>
                <a:cubicBezTo>
                  <a:pt x="35235" y="580308"/>
                  <a:pt x="30053" y="579276"/>
                  <a:pt x="25076" y="577215"/>
                </a:cubicBezTo>
                <a:cubicBezTo>
                  <a:pt x="20100" y="575154"/>
                  <a:pt x="15707" y="572219"/>
                  <a:pt x="11898" y="568410"/>
                </a:cubicBezTo>
                <a:cubicBezTo>
                  <a:pt x="8089" y="564601"/>
                  <a:pt x="5154" y="560208"/>
                  <a:pt x="3092" y="555232"/>
                </a:cubicBezTo>
                <a:cubicBezTo>
                  <a:pt x="1031" y="550255"/>
                  <a:pt x="0" y="545074"/>
                  <a:pt x="0" y="539687"/>
                </a:cubicBezTo>
                <a:lnTo>
                  <a:pt x="0" y="40622"/>
                </a:lnTo>
                <a:cubicBezTo>
                  <a:pt x="0" y="35235"/>
                  <a:pt x="1031" y="30052"/>
                  <a:pt x="3092" y="25076"/>
                </a:cubicBezTo>
                <a:cubicBezTo>
                  <a:pt x="5154" y="20099"/>
                  <a:pt x="8089" y="15706"/>
                  <a:pt x="11898" y="11897"/>
                </a:cubicBezTo>
                <a:cubicBezTo>
                  <a:pt x="15707" y="8088"/>
                  <a:pt x="20100" y="5153"/>
                  <a:pt x="25076" y="3092"/>
                </a:cubicBezTo>
                <a:cubicBezTo>
                  <a:pt x="30053" y="1031"/>
                  <a:pt x="35235" y="0"/>
                  <a:pt x="4062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E73C89-495E-4F31-BE23-BE3B1248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751" y="4434506"/>
            <a:ext cx="1355020" cy="580308"/>
          </a:xfrm>
          <a:custGeom xmlns:a="http://schemas.openxmlformats.org/drawingml/2006/main">
            <a:pathLst>
              <a:path w="1355020" h="580308" fill="none">
                <a:moveTo>
                  <a:pt x="40622" y="0"/>
                </a:moveTo>
                <a:lnTo>
                  <a:pt x="1314399" y="0"/>
                </a:lnTo>
                <a:cubicBezTo>
                  <a:pt x="1319785" y="0"/>
                  <a:pt x="1324967" y="1031"/>
                  <a:pt x="1329944" y="3092"/>
                </a:cubicBezTo>
                <a:cubicBezTo>
                  <a:pt x="1334920" y="5153"/>
                  <a:pt x="1339313" y="8088"/>
                  <a:pt x="1343122" y="11897"/>
                </a:cubicBezTo>
                <a:cubicBezTo>
                  <a:pt x="1346931" y="15706"/>
                  <a:pt x="1349866" y="20099"/>
                  <a:pt x="1351928" y="25076"/>
                </a:cubicBezTo>
                <a:cubicBezTo>
                  <a:pt x="1353989" y="30052"/>
                  <a:pt x="1355020" y="35235"/>
                  <a:pt x="1355020" y="40622"/>
                </a:cubicBezTo>
                <a:lnTo>
                  <a:pt x="1355020" y="539687"/>
                </a:lnTo>
                <a:cubicBezTo>
                  <a:pt x="1355020" y="545074"/>
                  <a:pt x="1353989" y="550255"/>
                  <a:pt x="1351928" y="555232"/>
                </a:cubicBezTo>
                <a:cubicBezTo>
                  <a:pt x="1349866" y="560208"/>
                  <a:pt x="1346931" y="564601"/>
                  <a:pt x="1343122" y="568410"/>
                </a:cubicBezTo>
                <a:cubicBezTo>
                  <a:pt x="1339313" y="572219"/>
                  <a:pt x="1334920" y="575154"/>
                  <a:pt x="1329944" y="577215"/>
                </a:cubicBezTo>
                <a:cubicBezTo>
                  <a:pt x="1324967" y="579276"/>
                  <a:pt x="1319785" y="580308"/>
                  <a:pt x="1314399" y="580308"/>
                </a:cubicBezTo>
                <a:lnTo>
                  <a:pt x="40622" y="580308"/>
                </a:lnTo>
                <a:cubicBezTo>
                  <a:pt x="35235" y="580308"/>
                  <a:pt x="30053" y="579276"/>
                  <a:pt x="25076" y="577215"/>
                </a:cubicBezTo>
                <a:cubicBezTo>
                  <a:pt x="20100" y="575154"/>
                  <a:pt x="15707" y="572219"/>
                  <a:pt x="11898" y="568410"/>
                </a:cubicBezTo>
                <a:cubicBezTo>
                  <a:pt x="8089" y="564601"/>
                  <a:pt x="5154" y="560208"/>
                  <a:pt x="3092" y="555232"/>
                </a:cubicBezTo>
                <a:cubicBezTo>
                  <a:pt x="1031" y="550255"/>
                  <a:pt x="0" y="545074"/>
                  <a:pt x="0" y="539687"/>
                </a:cubicBezTo>
                <a:lnTo>
                  <a:pt x="0" y="40622"/>
                </a:lnTo>
                <a:cubicBezTo>
                  <a:pt x="0" y="35235"/>
                  <a:pt x="1031" y="30052"/>
                  <a:pt x="3092" y="25076"/>
                </a:cubicBezTo>
                <a:cubicBezTo>
                  <a:pt x="5154" y="20099"/>
                  <a:pt x="8089" y="15706"/>
                  <a:pt x="11898" y="11897"/>
                </a:cubicBezTo>
                <a:cubicBezTo>
                  <a:pt x="15707" y="8088"/>
                  <a:pt x="20100" y="5153"/>
                  <a:pt x="25076" y="3092"/>
                </a:cubicBezTo>
                <a:cubicBezTo>
                  <a:pt x="30053" y="1031"/>
                  <a:pt x="35235" y="0"/>
                  <a:pt x="4062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sp>
        <p:nvSpPr>
          <p:cNvPr id="234" name="Text apparel:">
            <a:extLst xmlns:a="http://schemas.openxmlformats.org/drawingml/2006/main">
              <a:ext uri="{FF2B5EF4-FFF2-40B4-BE49-F238E27FC236}">
                <a16:creationId xmlns:a16="http://schemas.microsoft.com/office/drawing/2014/main" id="{B5B22FCA-298E-4C5F-9FD0-0D6C98C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31" y="4472603"/>
            <a:ext cx="592542" cy="145715"/>
          </a:xfrm>
          <a:custGeom xmlns:a="http://schemas.openxmlformats.org/drawingml/2006/main">
            <a:pathLst>
              <a:path w="592542" h="145715">
                <a:moveTo>
                  <a:pt x="22130" y="57039"/>
                </a:moveTo>
                <a:lnTo>
                  <a:pt x="2260" y="53455"/>
                </a:lnTo>
                <a:cubicBezTo>
                  <a:pt x="4494" y="45349"/>
                  <a:pt x="8338" y="39349"/>
                  <a:pt x="13792" y="35455"/>
                </a:cubicBezTo>
                <a:cubicBezTo>
                  <a:pt x="19247" y="31559"/>
                  <a:pt x="27351" y="29610"/>
                  <a:pt x="38104" y="29610"/>
                </a:cubicBezTo>
                <a:cubicBezTo>
                  <a:pt x="47870" y="29610"/>
                  <a:pt x="55143" y="30766"/>
                  <a:pt x="59922" y="33078"/>
                </a:cubicBezTo>
                <a:cubicBezTo>
                  <a:pt x="64701" y="35390"/>
                  <a:pt x="68065" y="38325"/>
                  <a:pt x="70013" y="41883"/>
                </a:cubicBezTo>
                <a:cubicBezTo>
                  <a:pt x="71961" y="45442"/>
                  <a:pt x="72935" y="51974"/>
                  <a:pt x="72935" y="61481"/>
                </a:cubicBezTo>
                <a:lnTo>
                  <a:pt x="72701" y="87039"/>
                </a:lnTo>
                <a:cubicBezTo>
                  <a:pt x="72701" y="94312"/>
                  <a:pt x="73052" y="99676"/>
                  <a:pt x="73753" y="103130"/>
                </a:cubicBezTo>
                <a:cubicBezTo>
                  <a:pt x="74455" y="106585"/>
                  <a:pt x="75766" y="110286"/>
                  <a:pt x="77689" y="114234"/>
                </a:cubicBezTo>
                <a:lnTo>
                  <a:pt x="56026" y="114234"/>
                </a:lnTo>
                <a:cubicBezTo>
                  <a:pt x="55455" y="112779"/>
                  <a:pt x="54753" y="110624"/>
                  <a:pt x="53922" y="107766"/>
                </a:cubicBezTo>
                <a:cubicBezTo>
                  <a:pt x="53559" y="106468"/>
                  <a:pt x="53299" y="105611"/>
                  <a:pt x="53143" y="105195"/>
                </a:cubicBezTo>
                <a:cubicBezTo>
                  <a:pt x="49403" y="108831"/>
                  <a:pt x="45403" y="111559"/>
                  <a:pt x="41143" y="113377"/>
                </a:cubicBezTo>
                <a:cubicBezTo>
                  <a:pt x="36883" y="115195"/>
                  <a:pt x="32338" y="116104"/>
                  <a:pt x="27507" y="116104"/>
                </a:cubicBezTo>
                <a:cubicBezTo>
                  <a:pt x="18987" y="116104"/>
                  <a:pt x="12273" y="113802"/>
                  <a:pt x="7364" y="109198"/>
                </a:cubicBezTo>
                <a:cubicBezTo>
                  <a:pt x="2455" y="104594"/>
                  <a:pt x="0" y="98775"/>
                  <a:pt x="0" y="91739"/>
                </a:cubicBezTo>
                <a:cubicBezTo>
                  <a:pt x="0" y="87083"/>
                  <a:pt x="1117" y="82932"/>
                  <a:pt x="3351" y="79286"/>
                </a:cubicBezTo>
                <a:cubicBezTo>
                  <a:pt x="5584" y="75638"/>
                  <a:pt x="8714" y="72844"/>
                  <a:pt x="12740" y="70904"/>
                </a:cubicBezTo>
                <a:cubicBezTo>
                  <a:pt x="16766" y="68964"/>
                  <a:pt x="22571" y="67270"/>
                  <a:pt x="30156" y="65822"/>
                </a:cubicBezTo>
                <a:cubicBezTo>
                  <a:pt x="40390" y="63908"/>
                  <a:pt x="47481" y="62124"/>
                  <a:pt x="51429" y="60468"/>
                </a:cubicBezTo>
                <a:lnTo>
                  <a:pt x="51429" y="58262"/>
                </a:lnTo>
                <a:cubicBezTo>
                  <a:pt x="51429" y="54007"/>
                  <a:pt x="50390" y="50973"/>
                  <a:pt x="48312" y="49162"/>
                </a:cubicBezTo>
                <a:cubicBezTo>
                  <a:pt x="46234" y="47348"/>
                  <a:pt x="42312" y="46442"/>
                  <a:pt x="36546" y="46442"/>
                </a:cubicBezTo>
                <a:cubicBezTo>
                  <a:pt x="32649" y="46442"/>
                  <a:pt x="29610" y="47226"/>
                  <a:pt x="27429" y="48794"/>
                </a:cubicBezTo>
                <a:cubicBezTo>
                  <a:pt x="25247" y="50361"/>
                  <a:pt x="23481" y="53109"/>
                  <a:pt x="22130" y="57039"/>
                </a:cubicBezTo>
                <a:moveTo>
                  <a:pt x="51429" y="74805"/>
                </a:moveTo>
                <a:cubicBezTo>
                  <a:pt x="48623" y="75729"/>
                  <a:pt x="44182" y="76833"/>
                  <a:pt x="38104" y="78117"/>
                </a:cubicBezTo>
                <a:cubicBezTo>
                  <a:pt x="32026" y="79400"/>
                  <a:pt x="28052" y="80657"/>
                  <a:pt x="26182" y="81889"/>
                </a:cubicBezTo>
                <a:cubicBezTo>
                  <a:pt x="23325" y="83891"/>
                  <a:pt x="21896" y="86431"/>
                  <a:pt x="21896" y="89511"/>
                </a:cubicBezTo>
                <a:cubicBezTo>
                  <a:pt x="21896" y="92540"/>
                  <a:pt x="23039" y="95159"/>
                  <a:pt x="25325" y="97366"/>
                </a:cubicBezTo>
                <a:cubicBezTo>
                  <a:pt x="27610" y="99572"/>
                  <a:pt x="30520" y="100676"/>
                  <a:pt x="34052" y="100676"/>
                </a:cubicBezTo>
                <a:cubicBezTo>
                  <a:pt x="38000" y="100676"/>
                  <a:pt x="41766" y="99392"/>
                  <a:pt x="45351" y="96826"/>
                </a:cubicBezTo>
                <a:cubicBezTo>
                  <a:pt x="48000" y="94876"/>
                  <a:pt x="49740" y="92489"/>
                  <a:pt x="50572" y="89664"/>
                </a:cubicBezTo>
                <a:cubicBezTo>
                  <a:pt x="51143" y="87817"/>
                  <a:pt x="51429" y="84301"/>
                  <a:pt x="51429" y="79118"/>
                </a:cubicBezTo>
                <a:lnTo>
                  <a:pt x="51429" y="74805"/>
                </a:lnTo>
                <a:close/>
                <a:moveTo>
                  <a:pt x="93872" y="31481"/>
                </a:moveTo>
                <a:lnTo>
                  <a:pt x="114288" y="31481"/>
                </a:lnTo>
                <a:lnTo>
                  <a:pt x="114288" y="43636"/>
                </a:lnTo>
                <a:cubicBezTo>
                  <a:pt x="116937" y="39481"/>
                  <a:pt x="120521" y="36104"/>
                  <a:pt x="125041" y="33507"/>
                </a:cubicBezTo>
                <a:cubicBezTo>
                  <a:pt x="129560" y="30909"/>
                  <a:pt x="134573" y="29610"/>
                  <a:pt x="140080" y="29610"/>
                </a:cubicBezTo>
                <a:cubicBezTo>
                  <a:pt x="149690" y="29610"/>
                  <a:pt x="157846" y="33377"/>
                  <a:pt x="164547" y="40909"/>
                </a:cubicBezTo>
                <a:cubicBezTo>
                  <a:pt x="171249" y="48442"/>
                  <a:pt x="174599" y="58935"/>
                  <a:pt x="174599" y="72390"/>
                </a:cubicBezTo>
                <a:cubicBezTo>
                  <a:pt x="174599" y="86208"/>
                  <a:pt x="171223" y="96948"/>
                  <a:pt x="164470" y="104611"/>
                </a:cubicBezTo>
                <a:cubicBezTo>
                  <a:pt x="157716" y="112273"/>
                  <a:pt x="149534" y="116104"/>
                  <a:pt x="139924" y="116104"/>
                </a:cubicBezTo>
                <a:cubicBezTo>
                  <a:pt x="135353" y="116104"/>
                  <a:pt x="131210" y="115195"/>
                  <a:pt x="127495" y="113377"/>
                </a:cubicBezTo>
                <a:cubicBezTo>
                  <a:pt x="123781" y="111559"/>
                  <a:pt x="119872" y="108442"/>
                  <a:pt x="115768" y="104026"/>
                </a:cubicBezTo>
                <a:lnTo>
                  <a:pt x="115768" y="145715"/>
                </a:lnTo>
                <a:lnTo>
                  <a:pt x="93872" y="145715"/>
                </a:lnTo>
                <a:lnTo>
                  <a:pt x="93872" y="31481"/>
                </a:lnTo>
                <a:moveTo>
                  <a:pt x="115534" y="71418"/>
                </a:moveTo>
                <a:cubicBezTo>
                  <a:pt x="115534" y="80702"/>
                  <a:pt x="117379" y="87562"/>
                  <a:pt x="121067" y="91997"/>
                </a:cubicBezTo>
                <a:cubicBezTo>
                  <a:pt x="124755" y="96432"/>
                  <a:pt x="129249" y="98650"/>
                  <a:pt x="134547" y="98650"/>
                </a:cubicBezTo>
                <a:cubicBezTo>
                  <a:pt x="139638" y="98650"/>
                  <a:pt x="143872" y="96614"/>
                  <a:pt x="147249" y="92542"/>
                </a:cubicBezTo>
                <a:cubicBezTo>
                  <a:pt x="150625" y="88471"/>
                  <a:pt x="152314" y="81792"/>
                  <a:pt x="152314" y="72507"/>
                </a:cubicBezTo>
                <a:cubicBezTo>
                  <a:pt x="152314" y="63844"/>
                  <a:pt x="150573" y="57412"/>
                  <a:pt x="147093" y="53211"/>
                </a:cubicBezTo>
                <a:cubicBezTo>
                  <a:pt x="143612" y="49010"/>
                  <a:pt x="139301" y="46909"/>
                  <a:pt x="134158" y="46909"/>
                </a:cubicBezTo>
                <a:cubicBezTo>
                  <a:pt x="128807" y="46909"/>
                  <a:pt x="124366" y="48971"/>
                  <a:pt x="120833" y="53094"/>
                </a:cubicBezTo>
                <a:cubicBezTo>
                  <a:pt x="117301" y="57218"/>
                  <a:pt x="115534" y="63326"/>
                  <a:pt x="115534" y="71418"/>
                </a:cubicBezTo>
                <a:close/>
                <a:moveTo>
                  <a:pt x="191378" y="31481"/>
                </a:moveTo>
                <a:lnTo>
                  <a:pt x="211794" y="31481"/>
                </a:lnTo>
                <a:lnTo>
                  <a:pt x="211794" y="43636"/>
                </a:lnTo>
                <a:cubicBezTo>
                  <a:pt x="214443" y="39481"/>
                  <a:pt x="218028" y="36104"/>
                  <a:pt x="222547" y="33507"/>
                </a:cubicBezTo>
                <a:cubicBezTo>
                  <a:pt x="227067" y="30909"/>
                  <a:pt x="232080" y="29610"/>
                  <a:pt x="237586" y="29610"/>
                </a:cubicBezTo>
                <a:cubicBezTo>
                  <a:pt x="247196" y="29610"/>
                  <a:pt x="255352" y="33377"/>
                  <a:pt x="262054" y="40909"/>
                </a:cubicBezTo>
                <a:cubicBezTo>
                  <a:pt x="268755" y="48442"/>
                  <a:pt x="272106" y="58935"/>
                  <a:pt x="272106" y="72390"/>
                </a:cubicBezTo>
                <a:cubicBezTo>
                  <a:pt x="272106" y="86208"/>
                  <a:pt x="268729" y="96948"/>
                  <a:pt x="261976" y="104611"/>
                </a:cubicBezTo>
                <a:cubicBezTo>
                  <a:pt x="255222" y="112273"/>
                  <a:pt x="247041" y="116104"/>
                  <a:pt x="237430" y="116104"/>
                </a:cubicBezTo>
                <a:cubicBezTo>
                  <a:pt x="232859" y="116104"/>
                  <a:pt x="228716" y="115195"/>
                  <a:pt x="225002" y="113377"/>
                </a:cubicBezTo>
                <a:cubicBezTo>
                  <a:pt x="221287" y="111559"/>
                  <a:pt x="217378" y="108442"/>
                  <a:pt x="213274" y="104026"/>
                </a:cubicBezTo>
                <a:lnTo>
                  <a:pt x="213274" y="145715"/>
                </a:lnTo>
                <a:lnTo>
                  <a:pt x="191378" y="145715"/>
                </a:lnTo>
                <a:lnTo>
                  <a:pt x="191378" y="31481"/>
                </a:lnTo>
                <a:moveTo>
                  <a:pt x="213041" y="71418"/>
                </a:moveTo>
                <a:cubicBezTo>
                  <a:pt x="213041" y="80702"/>
                  <a:pt x="214885" y="87562"/>
                  <a:pt x="218573" y="91997"/>
                </a:cubicBezTo>
                <a:cubicBezTo>
                  <a:pt x="222261" y="96432"/>
                  <a:pt x="226755" y="98650"/>
                  <a:pt x="232054" y="98650"/>
                </a:cubicBezTo>
                <a:cubicBezTo>
                  <a:pt x="237144" y="98650"/>
                  <a:pt x="241378" y="96614"/>
                  <a:pt x="244755" y="92542"/>
                </a:cubicBezTo>
                <a:cubicBezTo>
                  <a:pt x="248132" y="88471"/>
                  <a:pt x="249820" y="81792"/>
                  <a:pt x="249820" y="72507"/>
                </a:cubicBezTo>
                <a:cubicBezTo>
                  <a:pt x="249820" y="63844"/>
                  <a:pt x="248080" y="57412"/>
                  <a:pt x="244599" y="53211"/>
                </a:cubicBezTo>
                <a:cubicBezTo>
                  <a:pt x="241119" y="49010"/>
                  <a:pt x="236807" y="46909"/>
                  <a:pt x="231664" y="46909"/>
                </a:cubicBezTo>
                <a:cubicBezTo>
                  <a:pt x="226313" y="46909"/>
                  <a:pt x="221872" y="48971"/>
                  <a:pt x="218339" y="53094"/>
                </a:cubicBezTo>
                <a:cubicBezTo>
                  <a:pt x="214807" y="57218"/>
                  <a:pt x="213041" y="63326"/>
                  <a:pt x="213041" y="71418"/>
                </a:cubicBezTo>
                <a:close/>
                <a:moveTo>
                  <a:pt x="305871" y="57039"/>
                </a:moveTo>
                <a:lnTo>
                  <a:pt x="286001" y="53455"/>
                </a:lnTo>
                <a:cubicBezTo>
                  <a:pt x="288235" y="45349"/>
                  <a:pt x="292079" y="39349"/>
                  <a:pt x="297534" y="35455"/>
                </a:cubicBezTo>
                <a:cubicBezTo>
                  <a:pt x="302988" y="31559"/>
                  <a:pt x="311092" y="29610"/>
                  <a:pt x="321845" y="29610"/>
                </a:cubicBezTo>
                <a:cubicBezTo>
                  <a:pt x="331612" y="29610"/>
                  <a:pt x="338884" y="30766"/>
                  <a:pt x="343664" y="33078"/>
                </a:cubicBezTo>
                <a:cubicBezTo>
                  <a:pt x="348443" y="35390"/>
                  <a:pt x="351807" y="38325"/>
                  <a:pt x="353755" y="41883"/>
                </a:cubicBezTo>
                <a:cubicBezTo>
                  <a:pt x="355703" y="45442"/>
                  <a:pt x="356677" y="51974"/>
                  <a:pt x="356677" y="61481"/>
                </a:cubicBezTo>
                <a:lnTo>
                  <a:pt x="356443" y="87039"/>
                </a:lnTo>
                <a:cubicBezTo>
                  <a:pt x="356443" y="94312"/>
                  <a:pt x="356794" y="99676"/>
                  <a:pt x="357495" y="103130"/>
                </a:cubicBezTo>
                <a:cubicBezTo>
                  <a:pt x="358196" y="106585"/>
                  <a:pt x="359508" y="110286"/>
                  <a:pt x="361430" y="114234"/>
                </a:cubicBezTo>
                <a:lnTo>
                  <a:pt x="339768" y="114234"/>
                </a:lnTo>
                <a:cubicBezTo>
                  <a:pt x="339196" y="112779"/>
                  <a:pt x="338495" y="110624"/>
                  <a:pt x="337664" y="107766"/>
                </a:cubicBezTo>
                <a:cubicBezTo>
                  <a:pt x="337300" y="106468"/>
                  <a:pt x="337040" y="105611"/>
                  <a:pt x="336884" y="105195"/>
                </a:cubicBezTo>
                <a:cubicBezTo>
                  <a:pt x="333144" y="108831"/>
                  <a:pt x="329144" y="111559"/>
                  <a:pt x="324884" y="113377"/>
                </a:cubicBezTo>
                <a:cubicBezTo>
                  <a:pt x="320625" y="115195"/>
                  <a:pt x="316079" y="116104"/>
                  <a:pt x="311248" y="116104"/>
                </a:cubicBezTo>
                <a:cubicBezTo>
                  <a:pt x="302729" y="116104"/>
                  <a:pt x="296014" y="113802"/>
                  <a:pt x="291105" y="109198"/>
                </a:cubicBezTo>
                <a:cubicBezTo>
                  <a:pt x="286196" y="104594"/>
                  <a:pt x="283741" y="98775"/>
                  <a:pt x="283741" y="91739"/>
                </a:cubicBezTo>
                <a:cubicBezTo>
                  <a:pt x="283741" y="87083"/>
                  <a:pt x="284858" y="82932"/>
                  <a:pt x="287092" y="79286"/>
                </a:cubicBezTo>
                <a:cubicBezTo>
                  <a:pt x="289326" y="75638"/>
                  <a:pt x="292456" y="72844"/>
                  <a:pt x="296482" y="70904"/>
                </a:cubicBezTo>
                <a:cubicBezTo>
                  <a:pt x="300508" y="68964"/>
                  <a:pt x="306313" y="67270"/>
                  <a:pt x="313897" y="65822"/>
                </a:cubicBezTo>
                <a:cubicBezTo>
                  <a:pt x="324131" y="63908"/>
                  <a:pt x="331222" y="62124"/>
                  <a:pt x="335170" y="60468"/>
                </a:cubicBezTo>
                <a:lnTo>
                  <a:pt x="335170" y="58262"/>
                </a:lnTo>
                <a:cubicBezTo>
                  <a:pt x="335170" y="54007"/>
                  <a:pt x="334131" y="50973"/>
                  <a:pt x="332053" y="49162"/>
                </a:cubicBezTo>
                <a:cubicBezTo>
                  <a:pt x="329975" y="47348"/>
                  <a:pt x="326053" y="46442"/>
                  <a:pt x="320287" y="46442"/>
                </a:cubicBezTo>
                <a:cubicBezTo>
                  <a:pt x="316391" y="46442"/>
                  <a:pt x="313352" y="47226"/>
                  <a:pt x="311170" y="48794"/>
                </a:cubicBezTo>
                <a:cubicBezTo>
                  <a:pt x="308988" y="50361"/>
                  <a:pt x="307222" y="53109"/>
                  <a:pt x="305871" y="57039"/>
                </a:cubicBezTo>
                <a:moveTo>
                  <a:pt x="335170" y="74805"/>
                </a:moveTo>
                <a:cubicBezTo>
                  <a:pt x="332365" y="75729"/>
                  <a:pt x="327923" y="76833"/>
                  <a:pt x="321845" y="78117"/>
                </a:cubicBezTo>
                <a:cubicBezTo>
                  <a:pt x="315768" y="79400"/>
                  <a:pt x="311793" y="80657"/>
                  <a:pt x="309923" y="81889"/>
                </a:cubicBezTo>
                <a:cubicBezTo>
                  <a:pt x="307066" y="83891"/>
                  <a:pt x="305638" y="86431"/>
                  <a:pt x="305638" y="89511"/>
                </a:cubicBezTo>
                <a:cubicBezTo>
                  <a:pt x="305638" y="92540"/>
                  <a:pt x="306780" y="95159"/>
                  <a:pt x="309066" y="97366"/>
                </a:cubicBezTo>
                <a:cubicBezTo>
                  <a:pt x="311352" y="99572"/>
                  <a:pt x="314261" y="100676"/>
                  <a:pt x="317793" y="100676"/>
                </a:cubicBezTo>
                <a:cubicBezTo>
                  <a:pt x="321742" y="100676"/>
                  <a:pt x="325508" y="99392"/>
                  <a:pt x="329092" y="96826"/>
                </a:cubicBezTo>
                <a:cubicBezTo>
                  <a:pt x="331742" y="94876"/>
                  <a:pt x="333482" y="92489"/>
                  <a:pt x="334313" y="89664"/>
                </a:cubicBezTo>
                <a:cubicBezTo>
                  <a:pt x="334884" y="87817"/>
                  <a:pt x="335170" y="84301"/>
                  <a:pt x="335170" y="79118"/>
                </a:cubicBezTo>
                <a:lnTo>
                  <a:pt x="335170" y="74805"/>
                </a:lnTo>
                <a:close/>
                <a:moveTo>
                  <a:pt x="399198" y="114234"/>
                </a:moveTo>
                <a:lnTo>
                  <a:pt x="377302" y="114234"/>
                </a:lnTo>
                <a:lnTo>
                  <a:pt x="377302" y="31481"/>
                </a:lnTo>
                <a:lnTo>
                  <a:pt x="397640" y="31481"/>
                </a:lnTo>
                <a:lnTo>
                  <a:pt x="397640" y="43247"/>
                </a:lnTo>
                <a:cubicBezTo>
                  <a:pt x="401120" y="37688"/>
                  <a:pt x="404250" y="34026"/>
                  <a:pt x="407029" y="32260"/>
                </a:cubicBezTo>
                <a:cubicBezTo>
                  <a:pt x="409809" y="30494"/>
                  <a:pt x="412964" y="29610"/>
                  <a:pt x="416497" y="29610"/>
                </a:cubicBezTo>
                <a:cubicBezTo>
                  <a:pt x="421484" y="29610"/>
                  <a:pt x="426289" y="30987"/>
                  <a:pt x="430913" y="33740"/>
                </a:cubicBezTo>
                <a:lnTo>
                  <a:pt x="424133" y="52831"/>
                </a:lnTo>
                <a:cubicBezTo>
                  <a:pt x="420445" y="50442"/>
                  <a:pt x="417016" y="49247"/>
                  <a:pt x="413848" y="49247"/>
                </a:cubicBezTo>
                <a:cubicBezTo>
                  <a:pt x="410783" y="49247"/>
                  <a:pt x="408185" y="50091"/>
                  <a:pt x="406055" y="51779"/>
                </a:cubicBezTo>
                <a:cubicBezTo>
                  <a:pt x="403925" y="53468"/>
                  <a:pt x="402250" y="56520"/>
                  <a:pt x="401029" y="60935"/>
                </a:cubicBezTo>
                <a:cubicBezTo>
                  <a:pt x="399809" y="65351"/>
                  <a:pt x="399198" y="74598"/>
                  <a:pt x="399198" y="88676"/>
                </a:cubicBezTo>
                <a:lnTo>
                  <a:pt x="399198" y="114234"/>
                </a:lnTo>
                <a:close/>
                <a:moveTo>
                  <a:pt x="488238" y="87896"/>
                </a:moveTo>
                <a:lnTo>
                  <a:pt x="510056" y="91637"/>
                </a:lnTo>
                <a:cubicBezTo>
                  <a:pt x="507251" y="99611"/>
                  <a:pt x="502822" y="105682"/>
                  <a:pt x="496770" y="109851"/>
                </a:cubicBezTo>
                <a:cubicBezTo>
                  <a:pt x="490718" y="114020"/>
                  <a:pt x="483147" y="116104"/>
                  <a:pt x="474056" y="116104"/>
                </a:cubicBezTo>
                <a:cubicBezTo>
                  <a:pt x="459666" y="116104"/>
                  <a:pt x="449017" y="111403"/>
                  <a:pt x="442108" y="102000"/>
                </a:cubicBezTo>
                <a:cubicBezTo>
                  <a:pt x="436653" y="94468"/>
                  <a:pt x="433926" y="84961"/>
                  <a:pt x="433926" y="73481"/>
                </a:cubicBezTo>
                <a:cubicBezTo>
                  <a:pt x="433926" y="59766"/>
                  <a:pt x="437511" y="49026"/>
                  <a:pt x="444679" y="41260"/>
                </a:cubicBezTo>
                <a:cubicBezTo>
                  <a:pt x="451848" y="33494"/>
                  <a:pt x="460913" y="29610"/>
                  <a:pt x="471874" y="29610"/>
                </a:cubicBezTo>
                <a:cubicBezTo>
                  <a:pt x="484186" y="29610"/>
                  <a:pt x="493900" y="33675"/>
                  <a:pt x="501017" y="41805"/>
                </a:cubicBezTo>
                <a:cubicBezTo>
                  <a:pt x="508134" y="49935"/>
                  <a:pt x="511537" y="62390"/>
                  <a:pt x="511225" y="79169"/>
                </a:cubicBezTo>
                <a:lnTo>
                  <a:pt x="456368" y="79169"/>
                </a:lnTo>
                <a:cubicBezTo>
                  <a:pt x="456524" y="85663"/>
                  <a:pt x="458290" y="90715"/>
                  <a:pt x="461666" y="94325"/>
                </a:cubicBezTo>
                <a:cubicBezTo>
                  <a:pt x="465043" y="97935"/>
                  <a:pt x="469251" y="99741"/>
                  <a:pt x="474290" y="99741"/>
                </a:cubicBezTo>
                <a:cubicBezTo>
                  <a:pt x="477718" y="99741"/>
                  <a:pt x="480602" y="98805"/>
                  <a:pt x="482939" y="96935"/>
                </a:cubicBezTo>
                <a:cubicBezTo>
                  <a:pt x="485277" y="95065"/>
                  <a:pt x="487043" y="92052"/>
                  <a:pt x="488238" y="87896"/>
                </a:cubicBezTo>
                <a:moveTo>
                  <a:pt x="489485" y="65766"/>
                </a:moveTo>
                <a:cubicBezTo>
                  <a:pt x="489329" y="59455"/>
                  <a:pt x="487692" y="54656"/>
                  <a:pt x="484576" y="51370"/>
                </a:cubicBezTo>
                <a:cubicBezTo>
                  <a:pt x="481459" y="48085"/>
                  <a:pt x="477666" y="46442"/>
                  <a:pt x="473199" y="46442"/>
                </a:cubicBezTo>
                <a:cubicBezTo>
                  <a:pt x="468420" y="46442"/>
                  <a:pt x="464472" y="48175"/>
                  <a:pt x="461355" y="51641"/>
                </a:cubicBezTo>
                <a:cubicBezTo>
                  <a:pt x="458238" y="55108"/>
                  <a:pt x="456705" y="59817"/>
                  <a:pt x="456757" y="65766"/>
                </a:cubicBezTo>
                <a:lnTo>
                  <a:pt x="489485" y="65766"/>
                </a:lnTo>
                <a:close/>
                <a:moveTo>
                  <a:pt x="529045" y="114234"/>
                </a:moveTo>
                <a:lnTo>
                  <a:pt x="529045" y="0"/>
                </a:lnTo>
                <a:lnTo>
                  <a:pt x="550941" y="0"/>
                </a:lnTo>
                <a:lnTo>
                  <a:pt x="550941" y="114234"/>
                </a:lnTo>
                <a:lnTo>
                  <a:pt x="529045" y="114234"/>
                </a:lnTo>
                <a:close/>
                <a:moveTo>
                  <a:pt x="576568" y="47533"/>
                </a:moveTo>
                <a:lnTo>
                  <a:pt x="576568" y="31481"/>
                </a:lnTo>
                <a:lnTo>
                  <a:pt x="592542" y="31481"/>
                </a:lnTo>
                <a:lnTo>
                  <a:pt x="592542" y="47533"/>
                </a:lnTo>
                <a:lnTo>
                  <a:pt x="576568" y="47533"/>
                </a:lnTo>
                <a:moveTo>
                  <a:pt x="576568" y="114234"/>
                </a:moveTo>
                <a:lnTo>
                  <a:pt x="576568" y="98182"/>
                </a:lnTo>
                <a:lnTo>
                  <a:pt x="592542" y="98182"/>
                </a:lnTo>
                <a:lnTo>
                  <a:pt x="592542" y="114234"/>
                </a:lnTo>
                <a:lnTo>
                  <a:pt x="576568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sweater">
            <a:extLst xmlns:a="http://schemas.openxmlformats.org/drawingml/2006/main">
              <a:ext uri="{FF2B5EF4-FFF2-40B4-BE49-F238E27FC236}">
                <a16:creationId xmlns:a16="http://schemas.microsoft.com/office/drawing/2014/main" id="{CC6E6910-DAD1-4BA8-AB46-99AB984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384" y="4474629"/>
            <a:ext cx="592605" cy="114078"/>
          </a:xfrm>
          <a:custGeom xmlns:a="http://schemas.openxmlformats.org/drawingml/2006/main">
            <a:pathLst>
              <a:path w="592605" h="114078">
                <a:moveTo>
                  <a:pt x="0" y="88676"/>
                </a:moveTo>
                <a:lnTo>
                  <a:pt x="21974" y="85247"/>
                </a:lnTo>
                <a:cubicBezTo>
                  <a:pt x="22909" y="89481"/>
                  <a:pt x="24805" y="92695"/>
                  <a:pt x="27662" y="94890"/>
                </a:cubicBezTo>
                <a:cubicBezTo>
                  <a:pt x="30520" y="97085"/>
                  <a:pt x="34520" y="98182"/>
                  <a:pt x="39662" y="98182"/>
                </a:cubicBezTo>
                <a:cubicBezTo>
                  <a:pt x="45325" y="98182"/>
                  <a:pt x="49585" y="97145"/>
                  <a:pt x="52442" y="95070"/>
                </a:cubicBezTo>
                <a:cubicBezTo>
                  <a:pt x="54364" y="93617"/>
                  <a:pt x="55325" y="91671"/>
                  <a:pt x="55325" y="89233"/>
                </a:cubicBezTo>
                <a:cubicBezTo>
                  <a:pt x="55325" y="87572"/>
                  <a:pt x="54805" y="86197"/>
                  <a:pt x="53766" y="85108"/>
                </a:cubicBezTo>
                <a:cubicBezTo>
                  <a:pt x="52675" y="84071"/>
                  <a:pt x="50234" y="83111"/>
                  <a:pt x="46442" y="82230"/>
                </a:cubicBezTo>
                <a:cubicBezTo>
                  <a:pt x="28779" y="78340"/>
                  <a:pt x="17584" y="74787"/>
                  <a:pt x="12857" y="71569"/>
                </a:cubicBezTo>
                <a:cubicBezTo>
                  <a:pt x="6312" y="67105"/>
                  <a:pt x="3039" y="60903"/>
                  <a:pt x="3039" y="52963"/>
                </a:cubicBezTo>
                <a:cubicBezTo>
                  <a:pt x="3039" y="45800"/>
                  <a:pt x="5870" y="39780"/>
                  <a:pt x="11532" y="34902"/>
                </a:cubicBezTo>
                <a:cubicBezTo>
                  <a:pt x="17195" y="30024"/>
                  <a:pt x="25974" y="27584"/>
                  <a:pt x="37870" y="27584"/>
                </a:cubicBezTo>
                <a:cubicBezTo>
                  <a:pt x="49195" y="27584"/>
                  <a:pt x="57611" y="29422"/>
                  <a:pt x="63117" y="33097"/>
                </a:cubicBezTo>
                <a:cubicBezTo>
                  <a:pt x="68624" y="36773"/>
                  <a:pt x="72416" y="42208"/>
                  <a:pt x="74494" y="49403"/>
                </a:cubicBezTo>
                <a:lnTo>
                  <a:pt x="53844" y="53299"/>
                </a:lnTo>
                <a:cubicBezTo>
                  <a:pt x="52961" y="50078"/>
                  <a:pt x="51286" y="47611"/>
                  <a:pt x="48818" y="45896"/>
                </a:cubicBezTo>
                <a:cubicBezTo>
                  <a:pt x="46351" y="44182"/>
                  <a:pt x="42831" y="43325"/>
                  <a:pt x="38260" y="43325"/>
                </a:cubicBezTo>
                <a:cubicBezTo>
                  <a:pt x="32494" y="43325"/>
                  <a:pt x="28364" y="44129"/>
                  <a:pt x="25870" y="45738"/>
                </a:cubicBezTo>
                <a:cubicBezTo>
                  <a:pt x="24208" y="46878"/>
                  <a:pt x="23377" y="48356"/>
                  <a:pt x="23377" y="50172"/>
                </a:cubicBezTo>
                <a:cubicBezTo>
                  <a:pt x="23377" y="51727"/>
                  <a:pt x="24104" y="53050"/>
                  <a:pt x="25559" y="54139"/>
                </a:cubicBezTo>
                <a:cubicBezTo>
                  <a:pt x="27533" y="55592"/>
                  <a:pt x="34351" y="57641"/>
                  <a:pt x="46013" y="60287"/>
                </a:cubicBezTo>
                <a:cubicBezTo>
                  <a:pt x="57675" y="62934"/>
                  <a:pt x="65818" y="66180"/>
                  <a:pt x="70442" y="70025"/>
                </a:cubicBezTo>
                <a:cubicBezTo>
                  <a:pt x="75013" y="73925"/>
                  <a:pt x="77299" y="79357"/>
                  <a:pt x="77299" y="86321"/>
                </a:cubicBezTo>
                <a:cubicBezTo>
                  <a:pt x="77299" y="93910"/>
                  <a:pt x="74130" y="100434"/>
                  <a:pt x="67792" y="105891"/>
                </a:cubicBezTo>
                <a:cubicBezTo>
                  <a:pt x="61455" y="111349"/>
                  <a:pt x="52078" y="114078"/>
                  <a:pt x="39662" y="114078"/>
                </a:cubicBezTo>
                <a:cubicBezTo>
                  <a:pt x="28390" y="114078"/>
                  <a:pt x="19468" y="111800"/>
                  <a:pt x="12896" y="107243"/>
                </a:cubicBezTo>
                <a:cubicBezTo>
                  <a:pt x="6325" y="102685"/>
                  <a:pt x="2026" y="96495"/>
                  <a:pt x="0" y="88676"/>
                </a:cubicBezTo>
                <a:close/>
                <a:moveTo>
                  <a:pt x="111871" y="112208"/>
                </a:moveTo>
                <a:lnTo>
                  <a:pt x="85689" y="29455"/>
                </a:lnTo>
                <a:lnTo>
                  <a:pt x="106962" y="29455"/>
                </a:lnTo>
                <a:lnTo>
                  <a:pt x="122469" y="83689"/>
                </a:lnTo>
                <a:lnTo>
                  <a:pt x="136728" y="29455"/>
                </a:lnTo>
                <a:lnTo>
                  <a:pt x="157845" y="29455"/>
                </a:lnTo>
                <a:lnTo>
                  <a:pt x="171638" y="83689"/>
                </a:lnTo>
                <a:lnTo>
                  <a:pt x="187456" y="29455"/>
                </a:lnTo>
                <a:lnTo>
                  <a:pt x="209040" y="29455"/>
                </a:lnTo>
                <a:lnTo>
                  <a:pt x="182469" y="112208"/>
                </a:lnTo>
                <a:lnTo>
                  <a:pt x="161430" y="112208"/>
                </a:lnTo>
                <a:lnTo>
                  <a:pt x="147170" y="58987"/>
                </a:lnTo>
                <a:lnTo>
                  <a:pt x="133144" y="112208"/>
                </a:lnTo>
                <a:lnTo>
                  <a:pt x="111871" y="112208"/>
                </a:lnTo>
                <a:close/>
                <a:moveTo>
                  <a:pt x="268523" y="85870"/>
                </a:moveTo>
                <a:lnTo>
                  <a:pt x="290341" y="89611"/>
                </a:lnTo>
                <a:cubicBezTo>
                  <a:pt x="287536" y="97585"/>
                  <a:pt x="283107" y="103656"/>
                  <a:pt x="277055" y="107825"/>
                </a:cubicBezTo>
                <a:cubicBezTo>
                  <a:pt x="271003" y="111994"/>
                  <a:pt x="263432" y="114078"/>
                  <a:pt x="254341" y="114078"/>
                </a:cubicBezTo>
                <a:cubicBezTo>
                  <a:pt x="239951" y="114078"/>
                  <a:pt x="229302" y="109377"/>
                  <a:pt x="222393" y="99974"/>
                </a:cubicBezTo>
                <a:cubicBezTo>
                  <a:pt x="216938" y="92442"/>
                  <a:pt x="214211" y="82935"/>
                  <a:pt x="214211" y="71455"/>
                </a:cubicBezTo>
                <a:cubicBezTo>
                  <a:pt x="214211" y="57740"/>
                  <a:pt x="217795" y="47000"/>
                  <a:pt x="224964" y="39234"/>
                </a:cubicBezTo>
                <a:cubicBezTo>
                  <a:pt x="232133" y="31468"/>
                  <a:pt x="241198" y="27584"/>
                  <a:pt x="252159" y="27584"/>
                </a:cubicBezTo>
                <a:cubicBezTo>
                  <a:pt x="264471" y="27584"/>
                  <a:pt x="274185" y="31649"/>
                  <a:pt x="281302" y="39779"/>
                </a:cubicBezTo>
                <a:cubicBezTo>
                  <a:pt x="288419" y="47909"/>
                  <a:pt x="291822" y="60364"/>
                  <a:pt x="291510" y="77143"/>
                </a:cubicBezTo>
                <a:lnTo>
                  <a:pt x="236653" y="77143"/>
                </a:lnTo>
                <a:cubicBezTo>
                  <a:pt x="236808" y="83637"/>
                  <a:pt x="238575" y="88689"/>
                  <a:pt x="241951" y="92299"/>
                </a:cubicBezTo>
                <a:cubicBezTo>
                  <a:pt x="245328" y="95909"/>
                  <a:pt x="249536" y="97715"/>
                  <a:pt x="254575" y="97715"/>
                </a:cubicBezTo>
                <a:cubicBezTo>
                  <a:pt x="258003" y="97715"/>
                  <a:pt x="260886" y="96779"/>
                  <a:pt x="263224" y="94909"/>
                </a:cubicBezTo>
                <a:cubicBezTo>
                  <a:pt x="265562" y="93039"/>
                  <a:pt x="267328" y="90026"/>
                  <a:pt x="268523" y="85870"/>
                </a:cubicBezTo>
                <a:moveTo>
                  <a:pt x="269770" y="63740"/>
                </a:moveTo>
                <a:cubicBezTo>
                  <a:pt x="269614" y="57429"/>
                  <a:pt x="267977" y="52630"/>
                  <a:pt x="264860" y="49344"/>
                </a:cubicBezTo>
                <a:cubicBezTo>
                  <a:pt x="261744" y="46059"/>
                  <a:pt x="257951" y="44416"/>
                  <a:pt x="253484" y="44416"/>
                </a:cubicBezTo>
                <a:cubicBezTo>
                  <a:pt x="248705" y="44416"/>
                  <a:pt x="244757" y="46149"/>
                  <a:pt x="241640" y="49615"/>
                </a:cubicBezTo>
                <a:cubicBezTo>
                  <a:pt x="238523" y="53082"/>
                  <a:pt x="236990" y="57791"/>
                  <a:pt x="237042" y="63740"/>
                </a:cubicBezTo>
                <a:lnTo>
                  <a:pt x="269770" y="63740"/>
                </a:lnTo>
                <a:close/>
                <a:moveTo>
                  <a:pt x="325693" y="55013"/>
                </a:moveTo>
                <a:lnTo>
                  <a:pt x="305823" y="51429"/>
                </a:lnTo>
                <a:cubicBezTo>
                  <a:pt x="308056" y="43323"/>
                  <a:pt x="311901" y="37323"/>
                  <a:pt x="317355" y="33429"/>
                </a:cubicBezTo>
                <a:cubicBezTo>
                  <a:pt x="322810" y="29533"/>
                  <a:pt x="330914" y="27584"/>
                  <a:pt x="341667" y="27584"/>
                </a:cubicBezTo>
                <a:cubicBezTo>
                  <a:pt x="351433" y="27584"/>
                  <a:pt x="358706" y="28740"/>
                  <a:pt x="363485" y="31052"/>
                </a:cubicBezTo>
                <a:cubicBezTo>
                  <a:pt x="368264" y="33364"/>
                  <a:pt x="371628" y="36299"/>
                  <a:pt x="373576" y="39857"/>
                </a:cubicBezTo>
                <a:cubicBezTo>
                  <a:pt x="375524" y="43416"/>
                  <a:pt x="376498" y="49948"/>
                  <a:pt x="376498" y="59455"/>
                </a:cubicBezTo>
                <a:lnTo>
                  <a:pt x="376264" y="85013"/>
                </a:lnTo>
                <a:cubicBezTo>
                  <a:pt x="376264" y="92286"/>
                  <a:pt x="376615" y="97650"/>
                  <a:pt x="377316" y="101104"/>
                </a:cubicBezTo>
                <a:cubicBezTo>
                  <a:pt x="378018" y="104559"/>
                  <a:pt x="379329" y="108260"/>
                  <a:pt x="381251" y="112208"/>
                </a:cubicBezTo>
                <a:lnTo>
                  <a:pt x="359589" y="112208"/>
                </a:lnTo>
                <a:cubicBezTo>
                  <a:pt x="359018" y="110754"/>
                  <a:pt x="358316" y="108598"/>
                  <a:pt x="357485" y="105741"/>
                </a:cubicBezTo>
                <a:cubicBezTo>
                  <a:pt x="357121" y="104442"/>
                  <a:pt x="356862" y="103585"/>
                  <a:pt x="356706" y="103169"/>
                </a:cubicBezTo>
                <a:cubicBezTo>
                  <a:pt x="352966" y="106805"/>
                  <a:pt x="348966" y="109533"/>
                  <a:pt x="344706" y="111351"/>
                </a:cubicBezTo>
                <a:cubicBezTo>
                  <a:pt x="340446" y="113169"/>
                  <a:pt x="335901" y="114078"/>
                  <a:pt x="331069" y="114078"/>
                </a:cubicBezTo>
                <a:cubicBezTo>
                  <a:pt x="322550" y="114078"/>
                  <a:pt x="315836" y="111776"/>
                  <a:pt x="310927" y="107172"/>
                </a:cubicBezTo>
                <a:cubicBezTo>
                  <a:pt x="306017" y="102568"/>
                  <a:pt x="303563" y="96749"/>
                  <a:pt x="303563" y="89713"/>
                </a:cubicBezTo>
                <a:cubicBezTo>
                  <a:pt x="303563" y="85057"/>
                  <a:pt x="304680" y="80906"/>
                  <a:pt x="306914" y="77260"/>
                </a:cubicBezTo>
                <a:cubicBezTo>
                  <a:pt x="309147" y="73612"/>
                  <a:pt x="312277" y="70818"/>
                  <a:pt x="316303" y="68878"/>
                </a:cubicBezTo>
                <a:cubicBezTo>
                  <a:pt x="320329" y="66938"/>
                  <a:pt x="326134" y="65244"/>
                  <a:pt x="333719" y="63796"/>
                </a:cubicBezTo>
                <a:cubicBezTo>
                  <a:pt x="343953" y="61882"/>
                  <a:pt x="351044" y="60098"/>
                  <a:pt x="354992" y="58442"/>
                </a:cubicBezTo>
                <a:lnTo>
                  <a:pt x="354992" y="56236"/>
                </a:lnTo>
                <a:cubicBezTo>
                  <a:pt x="354992" y="51981"/>
                  <a:pt x="353953" y="48947"/>
                  <a:pt x="351875" y="47136"/>
                </a:cubicBezTo>
                <a:cubicBezTo>
                  <a:pt x="349797" y="45322"/>
                  <a:pt x="345875" y="44416"/>
                  <a:pt x="340108" y="44416"/>
                </a:cubicBezTo>
                <a:cubicBezTo>
                  <a:pt x="336212" y="44416"/>
                  <a:pt x="333173" y="45200"/>
                  <a:pt x="330992" y="46768"/>
                </a:cubicBezTo>
                <a:cubicBezTo>
                  <a:pt x="328810" y="48335"/>
                  <a:pt x="327043" y="51083"/>
                  <a:pt x="325693" y="55013"/>
                </a:cubicBezTo>
                <a:moveTo>
                  <a:pt x="354992" y="72779"/>
                </a:moveTo>
                <a:cubicBezTo>
                  <a:pt x="352186" y="73703"/>
                  <a:pt x="347745" y="74807"/>
                  <a:pt x="341667" y="76091"/>
                </a:cubicBezTo>
                <a:cubicBezTo>
                  <a:pt x="335589" y="77374"/>
                  <a:pt x="331615" y="78631"/>
                  <a:pt x="329745" y="79863"/>
                </a:cubicBezTo>
                <a:cubicBezTo>
                  <a:pt x="326888" y="81865"/>
                  <a:pt x="325459" y="84405"/>
                  <a:pt x="325459" y="87485"/>
                </a:cubicBezTo>
                <a:cubicBezTo>
                  <a:pt x="325459" y="90514"/>
                  <a:pt x="326602" y="93133"/>
                  <a:pt x="328888" y="95340"/>
                </a:cubicBezTo>
                <a:cubicBezTo>
                  <a:pt x="331173" y="97547"/>
                  <a:pt x="334082" y="98650"/>
                  <a:pt x="337615" y="98650"/>
                </a:cubicBezTo>
                <a:cubicBezTo>
                  <a:pt x="341563" y="98650"/>
                  <a:pt x="345329" y="97366"/>
                  <a:pt x="348914" y="94800"/>
                </a:cubicBezTo>
                <a:cubicBezTo>
                  <a:pt x="351563" y="92850"/>
                  <a:pt x="353303" y="90463"/>
                  <a:pt x="354134" y="87638"/>
                </a:cubicBezTo>
                <a:cubicBezTo>
                  <a:pt x="354706" y="85791"/>
                  <a:pt x="354992" y="82275"/>
                  <a:pt x="354992" y="77092"/>
                </a:cubicBezTo>
                <a:lnTo>
                  <a:pt x="354992" y="72779"/>
                </a:lnTo>
                <a:close/>
                <a:moveTo>
                  <a:pt x="436007" y="29455"/>
                </a:moveTo>
                <a:lnTo>
                  <a:pt x="436007" y="46909"/>
                </a:lnTo>
                <a:lnTo>
                  <a:pt x="421046" y="46909"/>
                </a:lnTo>
                <a:lnTo>
                  <a:pt x="421046" y="80206"/>
                </a:lnTo>
                <a:cubicBezTo>
                  <a:pt x="421046" y="86950"/>
                  <a:pt x="421189" y="90879"/>
                  <a:pt x="421474" y="91995"/>
                </a:cubicBezTo>
                <a:cubicBezTo>
                  <a:pt x="421760" y="93108"/>
                  <a:pt x="422410" y="94029"/>
                  <a:pt x="423423" y="94756"/>
                </a:cubicBezTo>
                <a:cubicBezTo>
                  <a:pt x="424435" y="95482"/>
                  <a:pt x="425669" y="95844"/>
                  <a:pt x="427124" y="95844"/>
                </a:cubicBezTo>
                <a:cubicBezTo>
                  <a:pt x="429150" y="95844"/>
                  <a:pt x="432085" y="95143"/>
                  <a:pt x="435929" y="93740"/>
                </a:cubicBezTo>
                <a:lnTo>
                  <a:pt x="437799" y="110791"/>
                </a:lnTo>
                <a:cubicBezTo>
                  <a:pt x="432708" y="112982"/>
                  <a:pt x="426942" y="114078"/>
                  <a:pt x="420500" y="114078"/>
                </a:cubicBezTo>
                <a:cubicBezTo>
                  <a:pt x="416552" y="114078"/>
                  <a:pt x="412994" y="113416"/>
                  <a:pt x="409825" y="112091"/>
                </a:cubicBezTo>
                <a:cubicBezTo>
                  <a:pt x="406656" y="110767"/>
                  <a:pt x="404332" y="109052"/>
                  <a:pt x="402851" y="106948"/>
                </a:cubicBezTo>
                <a:cubicBezTo>
                  <a:pt x="401371" y="104844"/>
                  <a:pt x="400345" y="102000"/>
                  <a:pt x="399773" y="98416"/>
                </a:cubicBezTo>
                <a:cubicBezTo>
                  <a:pt x="399306" y="95870"/>
                  <a:pt x="399072" y="90727"/>
                  <a:pt x="399072" y="82987"/>
                </a:cubicBezTo>
                <a:lnTo>
                  <a:pt x="399072" y="46909"/>
                </a:lnTo>
                <a:lnTo>
                  <a:pt x="389020" y="46909"/>
                </a:lnTo>
                <a:lnTo>
                  <a:pt x="389020" y="29455"/>
                </a:lnTo>
                <a:lnTo>
                  <a:pt x="399072" y="29455"/>
                </a:lnTo>
                <a:lnTo>
                  <a:pt x="399072" y="12935"/>
                </a:lnTo>
                <a:lnTo>
                  <a:pt x="421046" y="0"/>
                </a:lnTo>
                <a:lnTo>
                  <a:pt x="421046" y="29455"/>
                </a:lnTo>
                <a:lnTo>
                  <a:pt x="436007" y="29455"/>
                </a:lnTo>
                <a:close/>
                <a:moveTo>
                  <a:pt x="499122" y="85870"/>
                </a:moveTo>
                <a:lnTo>
                  <a:pt x="520940" y="89611"/>
                </a:lnTo>
                <a:cubicBezTo>
                  <a:pt x="518135" y="97585"/>
                  <a:pt x="513707" y="103656"/>
                  <a:pt x="507655" y="107825"/>
                </a:cubicBezTo>
                <a:cubicBezTo>
                  <a:pt x="501603" y="111994"/>
                  <a:pt x="494031" y="114078"/>
                  <a:pt x="484940" y="114078"/>
                </a:cubicBezTo>
                <a:cubicBezTo>
                  <a:pt x="470551" y="114078"/>
                  <a:pt x="459901" y="109377"/>
                  <a:pt x="452992" y="99974"/>
                </a:cubicBezTo>
                <a:cubicBezTo>
                  <a:pt x="447538" y="92442"/>
                  <a:pt x="444810" y="82935"/>
                  <a:pt x="444810" y="71455"/>
                </a:cubicBezTo>
                <a:cubicBezTo>
                  <a:pt x="444810" y="57740"/>
                  <a:pt x="448395" y="47000"/>
                  <a:pt x="455564" y="39234"/>
                </a:cubicBezTo>
                <a:cubicBezTo>
                  <a:pt x="462733" y="31468"/>
                  <a:pt x="471797" y="27584"/>
                  <a:pt x="482759" y="27584"/>
                </a:cubicBezTo>
                <a:cubicBezTo>
                  <a:pt x="495070" y="27584"/>
                  <a:pt x="504785" y="31649"/>
                  <a:pt x="511901" y="39779"/>
                </a:cubicBezTo>
                <a:cubicBezTo>
                  <a:pt x="519018" y="47909"/>
                  <a:pt x="522421" y="60364"/>
                  <a:pt x="522109" y="77143"/>
                </a:cubicBezTo>
                <a:lnTo>
                  <a:pt x="467252" y="77143"/>
                </a:lnTo>
                <a:cubicBezTo>
                  <a:pt x="467408" y="83637"/>
                  <a:pt x="469174" y="88689"/>
                  <a:pt x="472551" y="92299"/>
                </a:cubicBezTo>
                <a:cubicBezTo>
                  <a:pt x="475927" y="95909"/>
                  <a:pt x="480135" y="97715"/>
                  <a:pt x="485174" y="97715"/>
                </a:cubicBezTo>
                <a:cubicBezTo>
                  <a:pt x="488603" y="97715"/>
                  <a:pt x="491486" y="96779"/>
                  <a:pt x="493824" y="94909"/>
                </a:cubicBezTo>
                <a:cubicBezTo>
                  <a:pt x="496161" y="93039"/>
                  <a:pt x="497927" y="90026"/>
                  <a:pt x="499122" y="85870"/>
                </a:cubicBezTo>
                <a:moveTo>
                  <a:pt x="500369" y="63740"/>
                </a:moveTo>
                <a:cubicBezTo>
                  <a:pt x="500213" y="57429"/>
                  <a:pt x="498577" y="52630"/>
                  <a:pt x="495460" y="49344"/>
                </a:cubicBezTo>
                <a:cubicBezTo>
                  <a:pt x="492343" y="46059"/>
                  <a:pt x="488551" y="44416"/>
                  <a:pt x="484083" y="44416"/>
                </a:cubicBezTo>
                <a:cubicBezTo>
                  <a:pt x="479304" y="44416"/>
                  <a:pt x="475356" y="46149"/>
                  <a:pt x="472239" y="49615"/>
                </a:cubicBezTo>
                <a:cubicBezTo>
                  <a:pt x="469122" y="53082"/>
                  <a:pt x="467590" y="57791"/>
                  <a:pt x="467642" y="63740"/>
                </a:cubicBezTo>
                <a:lnTo>
                  <a:pt x="500369" y="63740"/>
                </a:lnTo>
                <a:close/>
                <a:moveTo>
                  <a:pt x="560890" y="112208"/>
                </a:moveTo>
                <a:lnTo>
                  <a:pt x="538994" y="112208"/>
                </a:lnTo>
                <a:lnTo>
                  <a:pt x="538994" y="29455"/>
                </a:lnTo>
                <a:lnTo>
                  <a:pt x="559332" y="29455"/>
                </a:lnTo>
                <a:lnTo>
                  <a:pt x="559332" y="41221"/>
                </a:lnTo>
                <a:cubicBezTo>
                  <a:pt x="562813" y="35662"/>
                  <a:pt x="565942" y="32000"/>
                  <a:pt x="568722" y="30234"/>
                </a:cubicBezTo>
                <a:cubicBezTo>
                  <a:pt x="571501" y="28468"/>
                  <a:pt x="574657" y="27584"/>
                  <a:pt x="578189" y="27584"/>
                </a:cubicBezTo>
                <a:cubicBezTo>
                  <a:pt x="583176" y="27584"/>
                  <a:pt x="587981" y="28961"/>
                  <a:pt x="592605" y="31714"/>
                </a:cubicBezTo>
                <a:lnTo>
                  <a:pt x="585826" y="50805"/>
                </a:lnTo>
                <a:cubicBezTo>
                  <a:pt x="582137" y="48416"/>
                  <a:pt x="578709" y="47221"/>
                  <a:pt x="575540" y="47221"/>
                </a:cubicBezTo>
                <a:cubicBezTo>
                  <a:pt x="572475" y="47221"/>
                  <a:pt x="569878" y="48065"/>
                  <a:pt x="567748" y="49753"/>
                </a:cubicBezTo>
                <a:cubicBezTo>
                  <a:pt x="565618" y="51442"/>
                  <a:pt x="563942" y="54494"/>
                  <a:pt x="562722" y="58909"/>
                </a:cubicBezTo>
                <a:cubicBezTo>
                  <a:pt x="561501" y="63325"/>
                  <a:pt x="560890" y="72572"/>
                  <a:pt x="560890" y="86650"/>
                </a:cubicBezTo>
                <a:lnTo>
                  <a:pt x="560890" y="112208"/>
                </a:lnTo>
                <a:close/>
              </a:path>
            </a:pathLst>
          </a:custGeom>
          <a:solidFill xmlns:a="http://schemas.openxmlformats.org/drawingml/2006/main">
            <a:srgbClr val="00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color:">
            <a:extLst xmlns:a="http://schemas.openxmlformats.org/drawingml/2006/main">
              <a:ext uri="{FF2B5EF4-FFF2-40B4-BE49-F238E27FC236}">
                <a16:creationId xmlns:a16="http://schemas.microsoft.com/office/drawing/2014/main" id="{429AD02C-53CE-4CF4-A2F8-7333D92A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567" y="4661203"/>
            <a:ext cx="591381" cy="116104"/>
          </a:xfrm>
          <a:custGeom xmlns:a="http://schemas.openxmlformats.org/drawingml/2006/main">
            <a:pathLst>
              <a:path w="591381" h="116104">
                <a:moveTo>
                  <a:pt x="76987" y="55948"/>
                </a:moveTo>
                <a:lnTo>
                  <a:pt x="55403" y="59844"/>
                </a:lnTo>
                <a:cubicBezTo>
                  <a:pt x="54675" y="55559"/>
                  <a:pt x="53026" y="52331"/>
                  <a:pt x="50455" y="50162"/>
                </a:cubicBezTo>
                <a:cubicBezTo>
                  <a:pt x="47883" y="47994"/>
                  <a:pt x="44546" y="46909"/>
                  <a:pt x="40442" y="46909"/>
                </a:cubicBezTo>
                <a:cubicBezTo>
                  <a:pt x="34987" y="46909"/>
                  <a:pt x="30636" y="48787"/>
                  <a:pt x="27390" y="52542"/>
                </a:cubicBezTo>
                <a:cubicBezTo>
                  <a:pt x="24143" y="56296"/>
                  <a:pt x="22520" y="62576"/>
                  <a:pt x="22520" y="71379"/>
                </a:cubicBezTo>
                <a:cubicBezTo>
                  <a:pt x="22520" y="81168"/>
                  <a:pt x="24169" y="88083"/>
                  <a:pt x="27468" y="92124"/>
                </a:cubicBezTo>
                <a:cubicBezTo>
                  <a:pt x="30766" y="96163"/>
                  <a:pt x="35195" y="98182"/>
                  <a:pt x="40753" y="98182"/>
                </a:cubicBezTo>
                <a:cubicBezTo>
                  <a:pt x="44909" y="98182"/>
                  <a:pt x="48312" y="97000"/>
                  <a:pt x="50961" y="94637"/>
                </a:cubicBezTo>
                <a:cubicBezTo>
                  <a:pt x="53611" y="92273"/>
                  <a:pt x="55481" y="88208"/>
                  <a:pt x="56572" y="82442"/>
                </a:cubicBezTo>
                <a:lnTo>
                  <a:pt x="78078" y="86182"/>
                </a:lnTo>
                <a:cubicBezTo>
                  <a:pt x="75844" y="96052"/>
                  <a:pt x="71559" y="103507"/>
                  <a:pt x="65221" y="108546"/>
                </a:cubicBezTo>
                <a:cubicBezTo>
                  <a:pt x="58883" y="113585"/>
                  <a:pt x="50390" y="116104"/>
                  <a:pt x="39740" y="116104"/>
                </a:cubicBezTo>
                <a:cubicBezTo>
                  <a:pt x="27636" y="116104"/>
                  <a:pt x="17987" y="112286"/>
                  <a:pt x="10792" y="104650"/>
                </a:cubicBezTo>
                <a:cubicBezTo>
                  <a:pt x="3597" y="97013"/>
                  <a:pt x="0" y="86442"/>
                  <a:pt x="0" y="72935"/>
                </a:cubicBezTo>
                <a:cubicBezTo>
                  <a:pt x="0" y="59273"/>
                  <a:pt x="3610" y="48636"/>
                  <a:pt x="10831" y="41026"/>
                </a:cubicBezTo>
                <a:cubicBezTo>
                  <a:pt x="18052" y="33416"/>
                  <a:pt x="27818" y="29610"/>
                  <a:pt x="40130" y="29610"/>
                </a:cubicBezTo>
                <a:cubicBezTo>
                  <a:pt x="50208" y="29610"/>
                  <a:pt x="58221" y="31779"/>
                  <a:pt x="64169" y="36117"/>
                </a:cubicBezTo>
                <a:cubicBezTo>
                  <a:pt x="70117" y="40455"/>
                  <a:pt x="74390" y="47065"/>
                  <a:pt x="76987" y="55948"/>
                </a:cubicBezTo>
                <a:close/>
                <a:moveTo>
                  <a:pt x="88495" y="71688"/>
                </a:moveTo>
                <a:cubicBezTo>
                  <a:pt x="88495" y="64416"/>
                  <a:pt x="90288" y="57377"/>
                  <a:pt x="93872" y="50572"/>
                </a:cubicBezTo>
                <a:cubicBezTo>
                  <a:pt x="97456" y="43766"/>
                  <a:pt x="102534" y="38572"/>
                  <a:pt x="109106" y="34987"/>
                </a:cubicBezTo>
                <a:cubicBezTo>
                  <a:pt x="115677" y="31403"/>
                  <a:pt x="123015" y="29610"/>
                  <a:pt x="131119" y="29610"/>
                </a:cubicBezTo>
                <a:cubicBezTo>
                  <a:pt x="143638" y="29610"/>
                  <a:pt x="153898" y="33675"/>
                  <a:pt x="161898" y="41805"/>
                </a:cubicBezTo>
                <a:cubicBezTo>
                  <a:pt x="169898" y="49935"/>
                  <a:pt x="173898" y="60208"/>
                  <a:pt x="173898" y="72624"/>
                </a:cubicBezTo>
                <a:cubicBezTo>
                  <a:pt x="173898" y="85143"/>
                  <a:pt x="169859" y="95520"/>
                  <a:pt x="161781" y="103753"/>
                </a:cubicBezTo>
                <a:cubicBezTo>
                  <a:pt x="153703" y="111987"/>
                  <a:pt x="143534" y="116104"/>
                  <a:pt x="131275" y="116104"/>
                </a:cubicBezTo>
                <a:cubicBezTo>
                  <a:pt x="123690" y="116104"/>
                  <a:pt x="116456" y="114390"/>
                  <a:pt x="109573" y="110961"/>
                </a:cubicBezTo>
                <a:cubicBezTo>
                  <a:pt x="102690" y="107533"/>
                  <a:pt x="97456" y="102507"/>
                  <a:pt x="93872" y="95883"/>
                </a:cubicBezTo>
                <a:cubicBezTo>
                  <a:pt x="90288" y="89260"/>
                  <a:pt x="88495" y="81195"/>
                  <a:pt x="88495" y="71688"/>
                </a:cubicBezTo>
                <a:moveTo>
                  <a:pt x="110937" y="72857"/>
                </a:moveTo>
                <a:cubicBezTo>
                  <a:pt x="110937" y="81039"/>
                  <a:pt x="112885" y="87305"/>
                  <a:pt x="116781" y="91656"/>
                </a:cubicBezTo>
                <a:cubicBezTo>
                  <a:pt x="120677" y="96007"/>
                  <a:pt x="125482" y="98182"/>
                  <a:pt x="131197" y="98182"/>
                </a:cubicBezTo>
                <a:cubicBezTo>
                  <a:pt x="136911" y="98182"/>
                  <a:pt x="141703" y="96007"/>
                  <a:pt x="145573" y="91656"/>
                </a:cubicBezTo>
                <a:cubicBezTo>
                  <a:pt x="149444" y="87305"/>
                  <a:pt x="151379" y="80987"/>
                  <a:pt x="151379" y="72701"/>
                </a:cubicBezTo>
                <a:cubicBezTo>
                  <a:pt x="151379" y="64624"/>
                  <a:pt x="149444" y="58409"/>
                  <a:pt x="145573" y="54059"/>
                </a:cubicBezTo>
                <a:cubicBezTo>
                  <a:pt x="141703" y="49708"/>
                  <a:pt x="136911" y="47533"/>
                  <a:pt x="131197" y="47533"/>
                </a:cubicBezTo>
                <a:cubicBezTo>
                  <a:pt x="125482" y="47533"/>
                  <a:pt x="120677" y="49708"/>
                  <a:pt x="116781" y="54059"/>
                </a:cubicBezTo>
                <a:cubicBezTo>
                  <a:pt x="112885" y="58409"/>
                  <a:pt x="110937" y="64675"/>
                  <a:pt x="110937" y="72857"/>
                </a:cubicBezTo>
                <a:close/>
                <a:moveTo>
                  <a:pt x="191066" y="114234"/>
                </a:moveTo>
                <a:lnTo>
                  <a:pt x="191066" y="0"/>
                </a:lnTo>
                <a:lnTo>
                  <a:pt x="212963" y="0"/>
                </a:lnTo>
                <a:lnTo>
                  <a:pt x="212963" y="114234"/>
                </a:lnTo>
                <a:lnTo>
                  <a:pt x="191066" y="114234"/>
                </a:lnTo>
                <a:close/>
                <a:moveTo>
                  <a:pt x="230366" y="71688"/>
                </a:moveTo>
                <a:cubicBezTo>
                  <a:pt x="230366" y="64416"/>
                  <a:pt x="232158" y="57377"/>
                  <a:pt x="235743" y="50572"/>
                </a:cubicBezTo>
                <a:cubicBezTo>
                  <a:pt x="239327" y="43766"/>
                  <a:pt x="244405" y="38572"/>
                  <a:pt x="250977" y="34987"/>
                </a:cubicBezTo>
                <a:cubicBezTo>
                  <a:pt x="257548" y="31403"/>
                  <a:pt x="264886" y="29610"/>
                  <a:pt x="272990" y="29610"/>
                </a:cubicBezTo>
                <a:cubicBezTo>
                  <a:pt x="285509" y="29610"/>
                  <a:pt x="295769" y="33675"/>
                  <a:pt x="303769" y="41805"/>
                </a:cubicBezTo>
                <a:cubicBezTo>
                  <a:pt x="311769" y="49935"/>
                  <a:pt x="315769" y="60208"/>
                  <a:pt x="315769" y="72624"/>
                </a:cubicBezTo>
                <a:cubicBezTo>
                  <a:pt x="315769" y="85143"/>
                  <a:pt x="311730" y="95520"/>
                  <a:pt x="303652" y="103753"/>
                </a:cubicBezTo>
                <a:cubicBezTo>
                  <a:pt x="295574" y="111987"/>
                  <a:pt x="285405" y="116104"/>
                  <a:pt x="273146" y="116104"/>
                </a:cubicBezTo>
                <a:cubicBezTo>
                  <a:pt x="265561" y="116104"/>
                  <a:pt x="258327" y="114390"/>
                  <a:pt x="251444" y="110961"/>
                </a:cubicBezTo>
                <a:cubicBezTo>
                  <a:pt x="244561" y="107533"/>
                  <a:pt x="239327" y="102507"/>
                  <a:pt x="235743" y="95883"/>
                </a:cubicBezTo>
                <a:cubicBezTo>
                  <a:pt x="232158" y="89260"/>
                  <a:pt x="230366" y="81195"/>
                  <a:pt x="230366" y="71688"/>
                </a:cubicBezTo>
                <a:moveTo>
                  <a:pt x="252808" y="72857"/>
                </a:moveTo>
                <a:cubicBezTo>
                  <a:pt x="252808" y="81039"/>
                  <a:pt x="254756" y="87305"/>
                  <a:pt x="258652" y="91656"/>
                </a:cubicBezTo>
                <a:cubicBezTo>
                  <a:pt x="262548" y="96007"/>
                  <a:pt x="267353" y="98182"/>
                  <a:pt x="273068" y="98182"/>
                </a:cubicBezTo>
                <a:cubicBezTo>
                  <a:pt x="278782" y="98182"/>
                  <a:pt x="283574" y="96007"/>
                  <a:pt x="287444" y="91656"/>
                </a:cubicBezTo>
                <a:cubicBezTo>
                  <a:pt x="291314" y="87305"/>
                  <a:pt x="293249" y="80987"/>
                  <a:pt x="293249" y="72701"/>
                </a:cubicBezTo>
                <a:cubicBezTo>
                  <a:pt x="293249" y="64624"/>
                  <a:pt x="291314" y="58409"/>
                  <a:pt x="287444" y="54059"/>
                </a:cubicBezTo>
                <a:cubicBezTo>
                  <a:pt x="283574" y="49708"/>
                  <a:pt x="278782" y="47533"/>
                  <a:pt x="273068" y="47533"/>
                </a:cubicBezTo>
                <a:cubicBezTo>
                  <a:pt x="267353" y="47533"/>
                  <a:pt x="262548" y="49708"/>
                  <a:pt x="258652" y="54059"/>
                </a:cubicBezTo>
                <a:cubicBezTo>
                  <a:pt x="254756" y="58409"/>
                  <a:pt x="252808" y="64675"/>
                  <a:pt x="252808" y="72857"/>
                </a:cubicBezTo>
                <a:close/>
                <a:moveTo>
                  <a:pt x="353898" y="114234"/>
                </a:moveTo>
                <a:lnTo>
                  <a:pt x="332002" y="114234"/>
                </a:lnTo>
                <a:lnTo>
                  <a:pt x="332002" y="31481"/>
                </a:lnTo>
                <a:lnTo>
                  <a:pt x="352340" y="31481"/>
                </a:lnTo>
                <a:lnTo>
                  <a:pt x="352340" y="43247"/>
                </a:lnTo>
                <a:cubicBezTo>
                  <a:pt x="355821" y="37688"/>
                  <a:pt x="358950" y="34026"/>
                  <a:pt x="361730" y="32260"/>
                </a:cubicBezTo>
                <a:cubicBezTo>
                  <a:pt x="364509" y="30494"/>
                  <a:pt x="367665" y="29610"/>
                  <a:pt x="371197" y="29610"/>
                </a:cubicBezTo>
                <a:cubicBezTo>
                  <a:pt x="376184" y="29610"/>
                  <a:pt x="380989" y="30987"/>
                  <a:pt x="385613" y="33740"/>
                </a:cubicBezTo>
                <a:lnTo>
                  <a:pt x="378834" y="52831"/>
                </a:lnTo>
                <a:cubicBezTo>
                  <a:pt x="375145" y="50442"/>
                  <a:pt x="371717" y="49247"/>
                  <a:pt x="368548" y="49247"/>
                </a:cubicBezTo>
                <a:cubicBezTo>
                  <a:pt x="365483" y="49247"/>
                  <a:pt x="362885" y="50091"/>
                  <a:pt x="360756" y="51779"/>
                </a:cubicBezTo>
                <a:cubicBezTo>
                  <a:pt x="358626" y="53468"/>
                  <a:pt x="356950" y="56520"/>
                  <a:pt x="355730" y="60935"/>
                </a:cubicBezTo>
                <a:cubicBezTo>
                  <a:pt x="354509" y="65351"/>
                  <a:pt x="353898" y="74598"/>
                  <a:pt x="353898" y="88676"/>
                </a:cubicBezTo>
                <a:lnTo>
                  <a:pt x="353898" y="114234"/>
                </a:lnTo>
                <a:close/>
                <a:moveTo>
                  <a:pt x="575407" y="47533"/>
                </a:moveTo>
                <a:lnTo>
                  <a:pt x="575407" y="31481"/>
                </a:lnTo>
                <a:lnTo>
                  <a:pt x="591381" y="31481"/>
                </a:lnTo>
                <a:lnTo>
                  <a:pt x="591381" y="47533"/>
                </a:lnTo>
                <a:lnTo>
                  <a:pt x="575407" y="47533"/>
                </a:lnTo>
                <a:moveTo>
                  <a:pt x="575407" y="114234"/>
                </a:moveTo>
                <a:lnTo>
                  <a:pt x="575407" y="98182"/>
                </a:lnTo>
                <a:lnTo>
                  <a:pt x="591381" y="98182"/>
                </a:lnTo>
                <a:lnTo>
                  <a:pt x="591381" y="114234"/>
                </a:lnTo>
                <a:lnTo>
                  <a:pt x="575407" y="1142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green">
            <a:extLst xmlns:a="http://schemas.openxmlformats.org/drawingml/2006/main">
              <a:ext uri="{FF2B5EF4-FFF2-40B4-BE49-F238E27FC236}">
                <a16:creationId xmlns:a16="http://schemas.microsoft.com/office/drawing/2014/main" id="{260190E2-6AB2-4705-B95E-9EE5BEFC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63" y="4690813"/>
            <a:ext cx="417224" cy="118286"/>
          </a:xfrm>
          <a:custGeom xmlns:a="http://schemas.openxmlformats.org/drawingml/2006/main">
            <a:pathLst>
              <a:path w="417224" h="118286">
                <a:moveTo>
                  <a:pt x="2883" y="89922"/>
                </a:moveTo>
                <a:lnTo>
                  <a:pt x="27896" y="93039"/>
                </a:lnTo>
                <a:cubicBezTo>
                  <a:pt x="28312" y="95976"/>
                  <a:pt x="29273" y="97995"/>
                  <a:pt x="30779" y="99095"/>
                </a:cubicBezTo>
                <a:cubicBezTo>
                  <a:pt x="32857" y="100668"/>
                  <a:pt x="36130" y="101455"/>
                  <a:pt x="40598" y="101455"/>
                </a:cubicBezTo>
                <a:cubicBezTo>
                  <a:pt x="46312" y="101455"/>
                  <a:pt x="50598" y="100591"/>
                  <a:pt x="53455" y="98864"/>
                </a:cubicBezTo>
                <a:cubicBezTo>
                  <a:pt x="55377" y="97713"/>
                  <a:pt x="56831" y="95856"/>
                  <a:pt x="57818" y="93292"/>
                </a:cubicBezTo>
                <a:cubicBezTo>
                  <a:pt x="58494" y="91461"/>
                  <a:pt x="58831" y="88087"/>
                  <a:pt x="58831" y="83170"/>
                </a:cubicBezTo>
                <a:lnTo>
                  <a:pt x="58831" y="71004"/>
                </a:lnTo>
                <a:cubicBezTo>
                  <a:pt x="52286" y="80084"/>
                  <a:pt x="44026" y="84624"/>
                  <a:pt x="34052" y="84624"/>
                </a:cubicBezTo>
                <a:cubicBezTo>
                  <a:pt x="22935" y="84624"/>
                  <a:pt x="14130" y="79922"/>
                  <a:pt x="7636" y="70520"/>
                </a:cubicBezTo>
                <a:cubicBezTo>
                  <a:pt x="2545" y="63091"/>
                  <a:pt x="0" y="53844"/>
                  <a:pt x="0" y="42779"/>
                </a:cubicBezTo>
                <a:cubicBezTo>
                  <a:pt x="0" y="28909"/>
                  <a:pt x="3338" y="18312"/>
                  <a:pt x="10013" y="10987"/>
                </a:cubicBezTo>
                <a:cubicBezTo>
                  <a:pt x="16688" y="3662"/>
                  <a:pt x="24987" y="0"/>
                  <a:pt x="34909" y="0"/>
                </a:cubicBezTo>
                <a:cubicBezTo>
                  <a:pt x="45143" y="0"/>
                  <a:pt x="53585" y="4515"/>
                  <a:pt x="60234" y="13544"/>
                </a:cubicBezTo>
                <a:lnTo>
                  <a:pt x="60234" y="1870"/>
                </a:lnTo>
                <a:lnTo>
                  <a:pt x="80727" y="1870"/>
                </a:lnTo>
                <a:lnTo>
                  <a:pt x="80727" y="76179"/>
                </a:lnTo>
                <a:cubicBezTo>
                  <a:pt x="80727" y="85952"/>
                  <a:pt x="79922" y="93255"/>
                  <a:pt x="78312" y="98090"/>
                </a:cubicBezTo>
                <a:cubicBezTo>
                  <a:pt x="76701" y="102924"/>
                  <a:pt x="74442" y="106719"/>
                  <a:pt x="71533" y="109473"/>
                </a:cubicBezTo>
                <a:cubicBezTo>
                  <a:pt x="68624" y="112230"/>
                  <a:pt x="64740" y="114387"/>
                  <a:pt x="59883" y="115946"/>
                </a:cubicBezTo>
                <a:cubicBezTo>
                  <a:pt x="55026" y="117506"/>
                  <a:pt x="48883" y="118286"/>
                  <a:pt x="41455" y="118286"/>
                </a:cubicBezTo>
                <a:cubicBezTo>
                  <a:pt x="27429" y="118286"/>
                  <a:pt x="17481" y="115863"/>
                  <a:pt x="11610" y="111017"/>
                </a:cubicBezTo>
                <a:cubicBezTo>
                  <a:pt x="5740" y="106173"/>
                  <a:pt x="2805" y="100032"/>
                  <a:pt x="2805" y="92594"/>
                </a:cubicBezTo>
                <a:cubicBezTo>
                  <a:pt x="2805" y="91860"/>
                  <a:pt x="2831" y="90969"/>
                  <a:pt x="2883" y="89922"/>
                </a:cubicBezTo>
                <a:moveTo>
                  <a:pt x="22442" y="41533"/>
                </a:moveTo>
                <a:cubicBezTo>
                  <a:pt x="22442" y="50286"/>
                  <a:pt x="24143" y="56695"/>
                  <a:pt x="27546" y="60760"/>
                </a:cubicBezTo>
                <a:cubicBezTo>
                  <a:pt x="30948" y="64825"/>
                  <a:pt x="35143" y="66857"/>
                  <a:pt x="40130" y="66857"/>
                </a:cubicBezTo>
                <a:cubicBezTo>
                  <a:pt x="45481" y="66857"/>
                  <a:pt x="50000" y="64773"/>
                  <a:pt x="53688" y="60604"/>
                </a:cubicBezTo>
                <a:cubicBezTo>
                  <a:pt x="57377" y="56435"/>
                  <a:pt x="59221" y="50260"/>
                  <a:pt x="59221" y="42078"/>
                </a:cubicBezTo>
                <a:cubicBezTo>
                  <a:pt x="59221" y="33533"/>
                  <a:pt x="57455" y="27188"/>
                  <a:pt x="53922" y="23046"/>
                </a:cubicBezTo>
                <a:cubicBezTo>
                  <a:pt x="50390" y="18903"/>
                  <a:pt x="45922" y="16831"/>
                  <a:pt x="40520" y="16831"/>
                </a:cubicBezTo>
                <a:cubicBezTo>
                  <a:pt x="35273" y="16831"/>
                  <a:pt x="30948" y="18864"/>
                  <a:pt x="27546" y="22929"/>
                </a:cubicBezTo>
                <a:cubicBezTo>
                  <a:pt x="24143" y="26994"/>
                  <a:pt x="22442" y="33195"/>
                  <a:pt x="22442" y="41533"/>
                </a:cubicBezTo>
                <a:close/>
                <a:moveTo>
                  <a:pt x="123376" y="84624"/>
                </a:moveTo>
                <a:lnTo>
                  <a:pt x="101480" y="84624"/>
                </a:lnTo>
                <a:lnTo>
                  <a:pt x="101480" y="1870"/>
                </a:lnTo>
                <a:lnTo>
                  <a:pt x="121818" y="1870"/>
                </a:lnTo>
                <a:lnTo>
                  <a:pt x="121818" y="13636"/>
                </a:lnTo>
                <a:cubicBezTo>
                  <a:pt x="125298" y="8078"/>
                  <a:pt x="128428" y="4416"/>
                  <a:pt x="131208" y="2649"/>
                </a:cubicBezTo>
                <a:cubicBezTo>
                  <a:pt x="133987" y="883"/>
                  <a:pt x="137143" y="0"/>
                  <a:pt x="140675" y="0"/>
                </a:cubicBezTo>
                <a:cubicBezTo>
                  <a:pt x="145662" y="0"/>
                  <a:pt x="150467" y="1377"/>
                  <a:pt x="155091" y="4130"/>
                </a:cubicBezTo>
                <a:lnTo>
                  <a:pt x="148312" y="23221"/>
                </a:lnTo>
                <a:cubicBezTo>
                  <a:pt x="144623" y="20831"/>
                  <a:pt x="141195" y="19636"/>
                  <a:pt x="138026" y="19636"/>
                </a:cubicBezTo>
                <a:cubicBezTo>
                  <a:pt x="134961" y="19636"/>
                  <a:pt x="132363" y="20481"/>
                  <a:pt x="130234" y="22169"/>
                </a:cubicBezTo>
                <a:cubicBezTo>
                  <a:pt x="128104" y="23857"/>
                  <a:pt x="126428" y="26909"/>
                  <a:pt x="125208" y="31325"/>
                </a:cubicBezTo>
                <a:cubicBezTo>
                  <a:pt x="123987" y="35740"/>
                  <a:pt x="123376" y="44987"/>
                  <a:pt x="123376" y="59065"/>
                </a:cubicBezTo>
                <a:lnTo>
                  <a:pt x="123376" y="84624"/>
                </a:lnTo>
                <a:close/>
                <a:moveTo>
                  <a:pt x="212415" y="58286"/>
                </a:moveTo>
                <a:lnTo>
                  <a:pt x="234233" y="62026"/>
                </a:lnTo>
                <a:cubicBezTo>
                  <a:pt x="231428" y="70000"/>
                  <a:pt x="226999" y="76072"/>
                  <a:pt x="220947" y="80240"/>
                </a:cubicBezTo>
                <a:cubicBezTo>
                  <a:pt x="214895" y="84409"/>
                  <a:pt x="207324" y="86494"/>
                  <a:pt x="198233" y="86494"/>
                </a:cubicBezTo>
                <a:cubicBezTo>
                  <a:pt x="183843" y="86494"/>
                  <a:pt x="173194" y="81792"/>
                  <a:pt x="166285" y="72390"/>
                </a:cubicBezTo>
                <a:cubicBezTo>
                  <a:pt x="160830" y="64857"/>
                  <a:pt x="158103" y="55351"/>
                  <a:pt x="158103" y="43870"/>
                </a:cubicBezTo>
                <a:cubicBezTo>
                  <a:pt x="158103" y="30156"/>
                  <a:pt x="161687" y="19416"/>
                  <a:pt x="168856" y="11649"/>
                </a:cubicBezTo>
                <a:cubicBezTo>
                  <a:pt x="176025" y="3883"/>
                  <a:pt x="185090" y="0"/>
                  <a:pt x="196051" y="0"/>
                </a:cubicBezTo>
                <a:cubicBezTo>
                  <a:pt x="208363" y="0"/>
                  <a:pt x="218077" y="4065"/>
                  <a:pt x="225194" y="12195"/>
                </a:cubicBezTo>
                <a:cubicBezTo>
                  <a:pt x="232311" y="20325"/>
                  <a:pt x="235713" y="32779"/>
                  <a:pt x="235402" y="49559"/>
                </a:cubicBezTo>
                <a:lnTo>
                  <a:pt x="180544" y="49559"/>
                </a:lnTo>
                <a:cubicBezTo>
                  <a:pt x="180700" y="56052"/>
                  <a:pt x="182467" y="61104"/>
                  <a:pt x="185843" y="64714"/>
                </a:cubicBezTo>
                <a:cubicBezTo>
                  <a:pt x="189220" y="68325"/>
                  <a:pt x="193428" y="70130"/>
                  <a:pt x="198467" y="70130"/>
                </a:cubicBezTo>
                <a:cubicBezTo>
                  <a:pt x="201895" y="70130"/>
                  <a:pt x="204778" y="69195"/>
                  <a:pt x="207116" y="67325"/>
                </a:cubicBezTo>
                <a:cubicBezTo>
                  <a:pt x="209454" y="65455"/>
                  <a:pt x="211220" y="62442"/>
                  <a:pt x="212415" y="58286"/>
                </a:cubicBezTo>
                <a:moveTo>
                  <a:pt x="213661" y="36156"/>
                </a:moveTo>
                <a:cubicBezTo>
                  <a:pt x="213506" y="29844"/>
                  <a:pt x="211869" y="25046"/>
                  <a:pt x="208752" y="21760"/>
                </a:cubicBezTo>
                <a:cubicBezTo>
                  <a:pt x="205635" y="18474"/>
                  <a:pt x="201843" y="16831"/>
                  <a:pt x="197376" y="16831"/>
                </a:cubicBezTo>
                <a:cubicBezTo>
                  <a:pt x="192596" y="16831"/>
                  <a:pt x="188648" y="18564"/>
                  <a:pt x="185531" y="22030"/>
                </a:cubicBezTo>
                <a:cubicBezTo>
                  <a:pt x="182415" y="25498"/>
                  <a:pt x="180882" y="30206"/>
                  <a:pt x="180934" y="36156"/>
                </a:cubicBezTo>
                <a:lnTo>
                  <a:pt x="213661" y="36156"/>
                </a:lnTo>
                <a:close/>
                <a:moveTo>
                  <a:pt x="301145" y="58286"/>
                </a:moveTo>
                <a:lnTo>
                  <a:pt x="322963" y="62026"/>
                </a:lnTo>
                <a:cubicBezTo>
                  <a:pt x="320158" y="70000"/>
                  <a:pt x="315729" y="76072"/>
                  <a:pt x="309677" y="80240"/>
                </a:cubicBezTo>
                <a:cubicBezTo>
                  <a:pt x="303625" y="84409"/>
                  <a:pt x="296054" y="86494"/>
                  <a:pt x="286963" y="86494"/>
                </a:cubicBezTo>
                <a:cubicBezTo>
                  <a:pt x="272573" y="86494"/>
                  <a:pt x="261924" y="81792"/>
                  <a:pt x="255015" y="72390"/>
                </a:cubicBezTo>
                <a:cubicBezTo>
                  <a:pt x="249560" y="64857"/>
                  <a:pt x="246833" y="55351"/>
                  <a:pt x="246833" y="43870"/>
                </a:cubicBezTo>
                <a:cubicBezTo>
                  <a:pt x="246833" y="30156"/>
                  <a:pt x="250417" y="19416"/>
                  <a:pt x="257586" y="11649"/>
                </a:cubicBezTo>
                <a:cubicBezTo>
                  <a:pt x="264755" y="3883"/>
                  <a:pt x="273820" y="0"/>
                  <a:pt x="284781" y="0"/>
                </a:cubicBezTo>
                <a:cubicBezTo>
                  <a:pt x="297093" y="0"/>
                  <a:pt x="306807" y="4065"/>
                  <a:pt x="313924" y="12195"/>
                </a:cubicBezTo>
                <a:cubicBezTo>
                  <a:pt x="321041" y="20325"/>
                  <a:pt x="324443" y="32779"/>
                  <a:pt x="324132" y="49559"/>
                </a:cubicBezTo>
                <a:lnTo>
                  <a:pt x="269274" y="49559"/>
                </a:lnTo>
                <a:cubicBezTo>
                  <a:pt x="269430" y="56052"/>
                  <a:pt x="271196" y="61104"/>
                  <a:pt x="274573" y="64714"/>
                </a:cubicBezTo>
                <a:cubicBezTo>
                  <a:pt x="277950" y="68325"/>
                  <a:pt x="282158" y="70130"/>
                  <a:pt x="287197" y="70130"/>
                </a:cubicBezTo>
                <a:cubicBezTo>
                  <a:pt x="290625" y="70130"/>
                  <a:pt x="293508" y="69195"/>
                  <a:pt x="295846" y="67325"/>
                </a:cubicBezTo>
                <a:cubicBezTo>
                  <a:pt x="298184" y="65455"/>
                  <a:pt x="299950" y="62442"/>
                  <a:pt x="301145" y="58286"/>
                </a:cubicBezTo>
                <a:moveTo>
                  <a:pt x="302391" y="36156"/>
                </a:moveTo>
                <a:cubicBezTo>
                  <a:pt x="302236" y="29844"/>
                  <a:pt x="300599" y="25046"/>
                  <a:pt x="297482" y="21760"/>
                </a:cubicBezTo>
                <a:cubicBezTo>
                  <a:pt x="294365" y="18474"/>
                  <a:pt x="290573" y="16831"/>
                  <a:pt x="286106" y="16831"/>
                </a:cubicBezTo>
                <a:cubicBezTo>
                  <a:pt x="281326" y="16831"/>
                  <a:pt x="277378" y="18564"/>
                  <a:pt x="274261" y="22030"/>
                </a:cubicBezTo>
                <a:cubicBezTo>
                  <a:pt x="271145" y="25498"/>
                  <a:pt x="269612" y="30206"/>
                  <a:pt x="269664" y="36156"/>
                </a:cubicBezTo>
                <a:lnTo>
                  <a:pt x="302391" y="36156"/>
                </a:lnTo>
                <a:close/>
                <a:moveTo>
                  <a:pt x="417224" y="84624"/>
                </a:moveTo>
                <a:lnTo>
                  <a:pt x="395328" y="84624"/>
                </a:lnTo>
                <a:lnTo>
                  <a:pt x="395328" y="42438"/>
                </a:lnTo>
                <a:cubicBezTo>
                  <a:pt x="395328" y="33513"/>
                  <a:pt x="394861" y="27740"/>
                  <a:pt x="393926" y="25120"/>
                </a:cubicBezTo>
                <a:cubicBezTo>
                  <a:pt x="392991" y="22500"/>
                  <a:pt x="391471" y="20464"/>
                  <a:pt x="389367" y="19011"/>
                </a:cubicBezTo>
                <a:cubicBezTo>
                  <a:pt x="387263" y="17558"/>
                  <a:pt x="384731" y="16831"/>
                  <a:pt x="381770" y="16831"/>
                </a:cubicBezTo>
                <a:cubicBezTo>
                  <a:pt x="377978" y="16831"/>
                  <a:pt x="374575" y="17869"/>
                  <a:pt x="371562" y="19946"/>
                </a:cubicBezTo>
                <a:cubicBezTo>
                  <a:pt x="368549" y="22020"/>
                  <a:pt x="366484" y="24770"/>
                  <a:pt x="365367" y="28196"/>
                </a:cubicBezTo>
                <a:cubicBezTo>
                  <a:pt x="364250" y="31619"/>
                  <a:pt x="363692" y="37950"/>
                  <a:pt x="363692" y="47187"/>
                </a:cubicBezTo>
                <a:lnTo>
                  <a:pt x="363692" y="84624"/>
                </a:lnTo>
                <a:lnTo>
                  <a:pt x="341796" y="84624"/>
                </a:lnTo>
                <a:lnTo>
                  <a:pt x="341796" y="1870"/>
                </a:lnTo>
                <a:lnTo>
                  <a:pt x="362133" y="1870"/>
                </a:lnTo>
                <a:lnTo>
                  <a:pt x="362133" y="14026"/>
                </a:lnTo>
                <a:cubicBezTo>
                  <a:pt x="369354" y="4675"/>
                  <a:pt x="378445" y="0"/>
                  <a:pt x="389406" y="0"/>
                </a:cubicBezTo>
                <a:cubicBezTo>
                  <a:pt x="394237" y="0"/>
                  <a:pt x="398653" y="870"/>
                  <a:pt x="402653" y="2610"/>
                </a:cubicBezTo>
                <a:cubicBezTo>
                  <a:pt x="406653" y="4351"/>
                  <a:pt x="409679" y="6571"/>
                  <a:pt x="411731" y="9273"/>
                </a:cubicBezTo>
                <a:cubicBezTo>
                  <a:pt x="413783" y="11974"/>
                  <a:pt x="415211" y="15039"/>
                  <a:pt x="416017" y="18468"/>
                </a:cubicBezTo>
                <a:cubicBezTo>
                  <a:pt x="416822" y="21896"/>
                  <a:pt x="417224" y="26805"/>
                  <a:pt x="417224" y="33195"/>
                </a:cubicBezTo>
                <a:lnTo>
                  <a:pt x="417224" y="84624"/>
                </a:lnTo>
                <a:close/>
              </a:path>
            </a:pathLst>
          </a:custGeom>
          <a:solidFill xmlns:a="http://schemas.openxmlformats.org/drawingml/2006/main">
            <a:srgbClr val="0099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answer">
            <a:extLst xmlns:a="http://schemas.openxmlformats.org/drawingml/2006/main">
              <a:ext uri="{FF2B5EF4-FFF2-40B4-BE49-F238E27FC236}">
                <a16:creationId xmlns:a16="http://schemas.microsoft.com/office/drawing/2014/main" id="{AF7009EC-142A-43E1-92EB-45EF07DA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1631" y="4879414"/>
            <a:ext cx="546292" cy="86494"/>
          </a:xfrm>
          <a:custGeom xmlns:a="http://schemas.openxmlformats.org/drawingml/2006/main">
            <a:pathLst>
              <a:path w="546292" h="86494">
                <a:moveTo>
                  <a:pt x="22130" y="27429"/>
                </a:moveTo>
                <a:lnTo>
                  <a:pt x="2260" y="23844"/>
                </a:lnTo>
                <a:cubicBezTo>
                  <a:pt x="4494" y="15739"/>
                  <a:pt x="8338" y="9739"/>
                  <a:pt x="13792" y="5844"/>
                </a:cubicBezTo>
                <a:cubicBezTo>
                  <a:pt x="19247" y="1948"/>
                  <a:pt x="27351" y="0"/>
                  <a:pt x="38104" y="0"/>
                </a:cubicBezTo>
                <a:cubicBezTo>
                  <a:pt x="47870" y="0"/>
                  <a:pt x="55143" y="1156"/>
                  <a:pt x="59922" y="3468"/>
                </a:cubicBezTo>
                <a:cubicBezTo>
                  <a:pt x="64701" y="5779"/>
                  <a:pt x="68065" y="8714"/>
                  <a:pt x="70013" y="12273"/>
                </a:cubicBezTo>
                <a:cubicBezTo>
                  <a:pt x="71961" y="15831"/>
                  <a:pt x="72935" y="22364"/>
                  <a:pt x="72935" y="31870"/>
                </a:cubicBezTo>
                <a:lnTo>
                  <a:pt x="72701" y="57429"/>
                </a:lnTo>
                <a:cubicBezTo>
                  <a:pt x="72701" y="64701"/>
                  <a:pt x="73052" y="70065"/>
                  <a:pt x="73753" y="73520"/>
                </a:cubicBezTo>
                <a:cubicBezTo>
                  <a:pt x="74455" y="76974"/>
                  <a:pt x="75766" y="80676"/>
                  <a:pt x="77689" y="84624"/>
                </a:cubicBezTo>
                <a:lnTo>
                  <a:pt x="56026" y="84624"/>
                </a:lnTo>
                <a:cubicBezTo>
                  <a:pt x="55455" y="83169"/>
                  <a:pt x="54753" y="81013"/>
                  <a:pt x="53922" y="78156"/>
                </a:cubicBezTo>
                <a:cubicBezTo>
                  <a:pt x="53559" y="76857"/>
                  <a:pt x="53299" y="76000"/>
                  <a:pt x="53143" y="75585"/>
                </a:cubicBezTo>
                <a:cubicBezTo>
                  <a:pt x="49403" y="79221"/>
                  <a:pt x="45403" y="81948"/>
                  <a:pt x="41143" y="83766"/>
                </a:cubicBezTo>
                <a:cubicBezTo>
                  <a:pt x="36883" y="85585"/>
                  <a:pt x="32338" y="86494"/>
                  <a:pt x="27507" y="86494"/>
                </a:cubicBezTo>
                <a:cubicBezTo>
                  <a:pt x="18987" y="86494"/>
                  <a:pt x="12273" y="84192"/>
                  <a:pt x="7364" y="79588"/>
                </a:cubicBezTo>
                <a:cubicBezTo>
                  <a:pt x="2455" y="74984"/>
                  <a:pt x="0" y="69164"/>
                  <a:pt x="0" y="62128"/>
                </a:cubicBezTo>
                <a:cubicBezTo>
                  <a:pt x="0" y="57473"/>
                  <a:pt x="1117" y="53322"/>
                  <a:pt x="3351" y="49675"/>
                </a:cubicBezTo>
                <a:cubicBezTo>
                  <a:pt x="5584" y="46028"/>
                  <a:pt x="8714" y="43234"/>
                  <a:pt x="12740" y="41294"/>
                </a:cubicBezTo>
                <a:cubicBezTo>
                  <a:pt x="16766" y="39354"/>
                  <a:pt x="22571" y="37660"/>
                  <a:pt x="30156" y="36212"/>
                </a:cubicBezTo>
                <a:cubicBezTo>
                  <a:pt x="40390" y="34298"/>
                  <a:pt x="47481" y="32513"/>
                  <a:pt x="51429" y="30857"/>
                </a:cubicBezTo>
                <a:lnTo>
                  <a:pt x="51429" y="28651"/>
                </a:lnTo>
                <a:cubicBezTo>
                  <a:pt x="51429" y="24396"/>
                  <a:pt x="50390" y="21363"/>
                  <a:pt x="48312" y="19551"/>
                </a:cubicBezTo>
                <a:cubicBezTo>
                  <a:pt x="46234" y="17738"/>
                  <a:pt x="42312" y="16831"/>
                  <a:pt x="36546" y="16831"/>
                </a:cubicBezTo>
                <a:cubicBezTo>
                  <a:pt x="32649" y="16831"/>
                  <a:pt x="29610" y="17615"/>
                  <a:pt x="27429" y="19183"/>
                </a:cubicBezTo>
                <a:cubicBezTo>
                  <a:pt x="25247" y="20750"/>
                  <a:pt x="23481" y="23498"/>
                  <a:pt x="22130" y="27429"/>
                </a:cubicBezTo>
                <a:moveTo>
                  <a:pt x="51429" y="45195"/>
                </a:moveTo>
                <a:cubicBezTo>
                  <a:pt x="48623" y="46119"/>
                  <a:pt x="44182" y="47223"/>
                  <a:pt x="38104" y="48507"/>
                </a:cubicBezTo>
                <a:cubicBezTo>
                  <a:pt x="32026" y="49789"/>
                  <a:pt x="28052" y="51046"/>
                  <a:pt x="26182" y="52279"/>
                </a:cubicBezTo>
                <a:cubicBezTo>
                  <a:pt x="23325" y="54280"/>
                  <a:pt x="21896" y="56821"/>
                  <a:pt x="21896" y="59900"/>
                </a:cubicBezTo>
                <a:cubicBezTo>
                  <a:pt x="21896" y="62930"/>
                  <a:pt x="23039" y="65548"/>
                  <a:pt x="25325" y="67756"/>
                </a:cubicBezTo>
                <a:cubicBezTo>
                  <a:pt x="27610" y="69962"/>
                  <a:pt x="30520" y="71065"/>
                  <a:pt x="34052" y="71065"/>
                </a:cubicBezTo>
                <a:cubicBezTo>
                  <a:pt x="38000" y="71065"/>
                  <a:pt x="41766" y="69782"/>
                  <a:pt x="45351" y="67215"/>
                </a:cubicBezTo>
                <a:cubicBezTo>
                  <a:pt x="48000" y="65266"/>
                  <a:pt x="49740" y="62878"/>
                  <a:pt x="50572" y="60054"/>
                </a:cubicBezTo>
                <a:cubicBezTo>
                  <a:pt x="51143" y="58206"/>
                  <a:pt x="51429" y="54691"/>
                  <a:pt x="51429" y="49507"/>
                </a:cubicBezTo>
                <a:lnTo>
                  <a:pt x="51429" y="45195"/>
                </a:lnTo>
                <a:close/>
                <a:moveTo>
                  <a:pt x="169768" y="84624"/>
                </a:moveTo>
                <a:lnTo>
                  <a:pt x="147872" y="84624"/>
                </a:lnTo>
                <a:lnTo>
                  <a:pt x="147872" y="42438"/>
                </a:lnTo>
                <a:cubicBezTo>
                  <a:pt x="147872" y="33513"/>
                  <a:pt x="147405" y="27740"/>
                  <a:pt x="146469" y="25120"/>
                </a:cubicBezTo>
                <a:cubicBezTo>
                  <a:pt x="145534" y="22500"/>
                  <a:pt x="144015" y="20464"/>
                  <a:pt x="141911" y="19011"/>
                </a:cubicBezTo>
                <a:cubicBezTo>
                  <a:pt x="139807" y="17558"/>
                  <a:pt x="137275" y="16831"/>
                  <a:pt x="134314" y="16831"/>
                </a:cubicBezTo>
                <a:cubicBezTo>
                  <a:pt x="130521" y="16831"/>
                  <a:pt x="127119" y="17869"/>
                  <a:pt x="124106" y="19946"/>
                </a:cubicBezTo>
                <a:cubicBezTo>
                  <a:pt x="121093" y="22020"/>
                  <a:pt x="119028" y="24770"/>
                  <a:pt x="117911" y="28196"/>
                </a:cubicBezTo>
                <a:cubicBezTo>
                  <a:pt x="116794" y="31619"/>
                  <a:pt x="116236" y="37950"/>
                  <a:pt x="116236" y="47187"/>
                </a:cubicBezTo>
                <a:lnTo>
                  <a:pt x="116236" y="84624"/>
                </a:lnTo>
                <a:lnTo>
                  <a:pt x="94339" y="84624"/>
                </a:lnTo>
                <a:lnTo>
                  <a:pt x="94339" y="1870"/>
                </a:lnTo>
                <a:lnTo>
                  <a:pt x="114677" y="1870"/>
                </a:lnTo>
                <a:lnTo>
                  <a:pt x="114677" y="14026"/>
                </a:lnTo>
                <a:cubicBezTo>
                  <a:pt x="121898" y="4675"/>
                  <a:pt x="130989" y="0"/>
                  <a:pt x="141950" y="0"/>
                </a:cubicBezTo>
                <a:cubicBezTo>
                  <a:pt x="146781" y="0"/>
                  <a:pt x="151197" y="870"/>
                  <a:pt x="155197" y="2610"/>
                </a:cubicBezTo>
                <a:cubicBezTo>
                  <a:pt x="159197" y="4351"/>
                  <a:pt x="162223" y="6571"/>
                  <a:pt x="164275" y="9273"/>
                </a:cubicBezTo>
                <a:cubicBezTo>
                  <a:pt x="166327" y="11974"/>
                  <a:pt x="167755" y="15039"/>
                  <a:pt x="168560" y="18468"/>
                </a:cubicBezTo>
                <a:cubicBezTo>
                  <a:pt x="169366" y="21896"/>
                  <a:pt x="169768" y="26805"/>
                  <a:pt x="169768" y="33195"/>
                </a:cubicBezTo>
                <a:lnTo>
                  <a:pt x="169768" y="84624"/>
                </a:lnTo>
                <a:close/>
                <a:moveTo>
                  <a:pt x="184287" y="61091"/>
                </a:moveTo>
                <a:lnTo>
                  <a:pt x="206261" y="57662"/>
                </a:lnTo>
                <a:cubicBezTo>
                  <a:pt x="207196" y="61896"/>
                  <a:pt x="209092" y="65111"/>
                  <a:pt x="211950" y="67305"/>
                </a:cubicBezTo>
                <a:cubicBezTo>
                  <a:pt x="214807" y="69500"/>
                  <a:pt x="218807" y="70598"/>
                  <a:pt x="223950" y="70598"/>
                </a:cubicBezTo>
                <a:cubicBezTo>
                  <a:pt x="229612" y="70598"/>
                  <a:pt x="233872" y="69560"/>
                  <a:pt x="236729" y="67486"/>
                </a:cubicBezTo>
                <a:cubicBezTo>
                  <a:pt x="238651" y="66033"/>
                  <a:pt x="239612" y="64087"/>
                  <a:pt x="239612" y="61649"/>
                </a:cubicBezTo>
                <a:cubicBezTo>
                  <a:pt x="239612" y="59988"/>
                  <a:pt x="239093" y="58613"/>
                  <a:pt x="238054" y="57524"/>
                </a:cubicBezTo>
                <a:cubicBezTo>
                  <a:pt x="236963" y="56486"/>
                  <a:pt x="234521" y="55527"/>
                  <a:pt x="230729" y="54645"/>
                </a:cubicBezTo>
                <a:cubicBezTo>
                  <a:pt x="213067" y="50756"/>
                  <a:pt x="201872" y="47202"/>
                  <a:pt x="197144" y="43985"/>
                </a:cubicBezTo>
                <a:cubicBezTo>
                  <a:pt x="190599" y="39520"/>
                  <a:pt x="187326" y="33318"/>
                  <a:pt x="187326" y="25378"/>
                </a:cubicBezTo>
                <a:cubicBezTo>
                  <a:pt x="187326" y="18216"/>
                  <a:pt x="190157" y="12196"/>
                  <a:pt x="195820" y="7317"/>
                </a:cubicBezTo>
                <a:cubicBezTo>
                  <a:pt x="201482" y="2439"/>
                  <a:pt x="210261" y="0"/>
                  <a:pt x="222157" y="0"/>
                </a:cubicBezTo>
                <a:cubicBezTo>
                  <a:pt x="233482" y="0"/>
                  <a:pt x="241898" y="1838"/>
                  <a:pt x="247404" y="5513"/>
                </a:cubicBezTo>
                <a:cubicBezTo>
                  <a:pt x="252911" y="9188"/>
                  <a:pt x="256703" y="14623"/>
                  <a:pt x="258781" y="21818"/>
                </a:cubicBezTo>
                <a:lnTo>
                  <a:pt x="238132" y="25714"/>
                </a:lnTo>
                <a:cubicBezTo>
                  <a:pt x="237248" y="22494"/>
                  <a:pt x="235573" y="20026"/>
                  <a:pt x="233106" y="18312"/>
                </a:cubicBezTo>
                <a:cubicBezTo>
                  <a:pt x="230638" y="16597"/>
                  <a:pt x="227118" y="15740"/>
                  <a:pt x="222547" y="15740"/>
                </a:cubicBezTo>
                <a:cubicBezTo>
                  <a:pt x="216781" y="15740"/>
                  <a:pt x="212651" y="16545"/>
                  <a:pt x="210157" y="18153"/>
                </a:cubicBezTo>
                <a:cubicBezTo>
                  <a:pt x="208495" y="19293"/>
                  <a:pt x="207664" y="20771"/>
                  <a:pt x="207664" y="22588"/>
                </a:cubicBezTo>
                <a:cubicBezTo>
                  <a:pt x="207664" y="24143"/>
                  <a:pt x="208391" y="25465"/>
                  <a:pt x="209846" y="26554"/>
                </a:cubicBezTo>
                <a:cubicBezTo>
                  <a:pt x="211820" y="28007"/>
                  <a:pt x="218638" y="30057"/>
                  <a:pt x="230300" y="32703"/>
                </a:cubicBezTo>
                <a:cubicBezTo>
                  <a:pt x="241963" y="35349"/>
                  <a:pt x="250106" y="38595"/>
                  <a:pt x="254729" y="42441"/>
                </a:cubicBezTo>
                <a:cubicBezTo>
                  <a:pt x="259300" y="46340"/>
                  <a:pt x="261586" y="51772"/>
                  <a:pt x="261586" y="58736"/>
                </a:cubicBezTo>
                <a:cubicBezTo>
                  <a:pt x="261586" y="66326"/>
                  <a:pt x="258417" y="72849"/>
                  <a:pt x="252080" y="78307"/>
                </a:cubicBezTo>
                <a:cubicBezTo>
                  <a:pt x="245742" y="83765"/>
                  <a:pt x="236365" y="86494"/>
                  <a:pt x="223950" y="86494"/>
                </a:cubicBezTo>
                <a:cubicBezTo>
                  <a:pt x="212677" y="86494"/>
                  <a:pt x="203755" y="84215"/>
                  <a:pt x="197183" y="79658"/>
                </a:cubicBezTo>
                <a:cubicBezTo>
                  <a:pt x="190612" y="75100"/>
                  <a:pt x="186313" y="68911"/>
                  <a:pt x="184287" y="61091"/>
                </a:cubicBezTo>
                <a:close/>
                <a:moveTo>
                  <a:pt x="296159" y="84624"/>
                </a:moveTo>
                <a:lnTo>
                  <a:pt x="269977" y="1870"/>
                </a:lnTo>
                <a:lnTo>
                  <a:pt x="291250" y="1870"/>
                </a:lnTo>
                <a:lnTo>
                  <a:pt x="306757" y="56104"/>
                </a:lnTo>
                <a:lnTo>
                  <a:pt x="321016" y="1870"/>
                </a:lnTo>
                <a:lnTo>
                  <a:pt x="342133" y="1870"/>
                </a:lnTo>
                <a:lnTo>
                  <a:pt x="355926" y="56104"/>
                </a:lnTo>
                <a:lnTo>
                  <a:pt x="371744" y="1870"/>
                </a:lnTo>
                <a:lnTo>
                  <a:pt x="393328" y="1870"/>
                </a:lnTo>
                <a:lnTo>
                  <a:pt x="366757" y="84624"/>
                </a:lnTo>
                <a:lnTo>
                  <a:pt x="345718" y="84624"/>
                </a:lnTo>
                <a:lnTo>
                  <a:pt x="331458" y="31403"/>
                </a:lnTo>
                <a:lnTo>
                  <a:pt x="317432" y="84624"/>
                </a:lnTo>
                <a:lnTo>
                  <a:pt x="296159" y="84624"/>
                </a:lnTo>
                <a:close/>
                <a:moveTo>
                  <a:pt x="452810" y="58286"/>
                </a:moveTo>
                <a:lnTo>
                  <a:pt x="474628" y="62026"/>
                </a:lnTo>
                <a:cubicBezTo>
                  <a:pt x="471823" y="70000"/>
                  <a:pt x="467394" y="76072"/>
                  <a:pt x="461343" y="80240"/>
                </a:cubicBezTo>
                <a:cubicBezTo>
                  <a:pt x="455291" y="84409"/>
                  <a:pt x="447719" y="86494"/>
                  <a:pt x="438628" y="86494"/>
                </a:cubicBezTo>
                <a:cubicBezTo>
                  <a:pt x="424239" y="86494"/>
                  <a:pt x="413589" y="81792"/>
                  <a:pt x="406680" y="72390"/>
                </a:cubicBezTo>
                <a:cubicBezTo>
                  <a:pt x="401225" y="64857"/>
                  <a:pt x="398498" y="55351"/>
                  <a:pt x="398498" y="43870"/>
                </a:cubicBezTo>
                <a:cubicBezTo>
                  <a:pt x="398498" y="30156"/>
                  <a:pt x="402083" y="19416"/>
                  <a:pt x="409251" y="11649"/>
                </a:cubicBezTo>
                <a:cubicBezTo>
                  <a:pt x="416420" y="3883"/>
                  <a:pt x="425485" y="0"/>
                  <a:pt x="436446" y="0"/>
                </a:cubicBezTo>
                <a:cubicBezTo>
                  <a:pt x="448758" y="0"/>
                  <a:pt x="458472" y="4065"/>
                  <a:pt x="465589" y="12195"/>
                </a:cubicBezTo>
                <a:cubicBezTo>
                  <a:pt x="472706" y="20325"/>
                  <a:pt x="476109" y="32779"/>
                  <a:pt x="475797" y="49559"/>
                </a:cubicBezTo>
                <a:lnTo>
                  <a:pt x="420940" y="49559"/>
                </a:lnTo>
                <a:cubicBezTo>
                  <a:pt x="421096" y="56052"/>
                  <a:pt x="422862" y="61104"/>
                  <a:pt x="426239" y="64714"/>
                </a:cubicBezTo>
                <a:cubicBezTo>
                  <a:pt x="429615" y="68325"/>
                  <a:pt x="433823" y="70130"/>
                  <a:pt x="438862" y="70130"/>
                </a:cubicBezTo>
                <a:cubicBezTo>
                  <a:pt x="442291" y="70130"/>
                  <a:pt x="445174" y="69195"/>
                  <a:pt x="447511" y="67325"/>
                </a:cubicBezTo>
                <a:cubicBezTo>
                  <a:pt x="449849" y="65455"/>
                  <a:pt x="451615" y="62442"/>
                  <a:pt x="452810" y="58286"/>
                </a:cubicBezTo>
                <a:moveTo>
                  <a:pt x="454057" y="36156"/>
                </a:moveTo>
                <a:cubicBezTo>
                  <a:pt x="453901" y="29844"/>
                  <a:pt x="452265" y="25046"/>
                  <a:pt x="449148" y="21760"/>
                </a:cubicBezTo>
                <a:cubicBezTo>
                  <a:pt x="446031" y="18474"/>
                  <a:pt x="442239" y="16831"/>
                  <a:pt x="437771" y="16831"/>
                </a:cubicBezTo>
                <a:cubicBezTo>
                  <a:pt x="432992" y="16831"/>
                  <a:pt x="429044" y="18564"/>
                  <a:pt x="425927" y="22030"/>
                </a:cubicBezTo>
                <a:cubicBezTo>
                  <a:pt x="422810" y="25498"/>
                  <a:pt x="421277" y="30206"/>
                  <a:pt x="421329" y="36156"/>
                </a:cubicBezTo>
                <a:lnTo>
                  <a:pt x="454057" y="36156"/>
                </a:lnTo>
                <a:close/>
                <a:moveTo>
                  <a:pt x="514578" y="84624"/>
                </a:moveTo>
                <a:lnTo>
                  <a:pt x="492682" y="84624"/>
                </a:lnTo>
                <a:lnTo>
                  <a:pt x="492682" y="1870"/>
                </a:lnTo>
                <a:lnTo>
                  <a:pt x="513020" y="1870"/>
                </a:lnTo>
                <a:lnTo>
                  <a:pt x="513020" y="13636"/>
                </a:lnTo>
                <a:cubicBezTo>
                  <a:pt x="516500" y="8078"/>
                  <a:pt x="519630" y="4416"/>
                  <a:pt x="522409" y="2649"/>
                </a:cubicBezTo>
                <a:cubicBezTo>
                  <a:pt x="525188" y="883"/>
                  <a:pt x="528344" y="0"/>
                  <a:pt x="531877" y="0"/>
                </a:cubicBezTo>
                <a:cubicBezTo>
                  <a:pt x="536864" y="0"/>
                  <a:pt x="541669" y="1377"/>
                  <a:pt x="546292" y="4130"/>
                </a:cubicBezTo>
                <a:lnTo>
                  <a:pt x="539513" y="23221"/>
                </a:lnTo>
                <a:cubicBezTo>
                  <a:pt x="535825" y="20831"/>
                  <a:pt x="532396" y="19636"/>
                  <a:pt x="529227" y="19636"/>
                </a:cubicBezTo>
                <a:cubicBezTo>
                  <a:pt x="526162" y="19636"/>
                  <a:pt x="523565" y="20481"/>
                  <a:pt x="521435" y="22169"/>
                </a:cubicBezTo>
                <a:cubicBezTo>
                  <a:pt x="519305" y="23857"/>
                  <a:pt x="517630" y="26909"/>
                  <a:pt x="516409" y="31325"/>
                </a:cubicBezTo>
                <a:cubicBezTo>
                  <a:pt x="515188" y="35740"/>
                  <a:pt x="514578" y="44987"/>
                  <a:pt x="514578" y="59065"/>
                </a:cubicBezTo>
                <a:lnTo>
                  <a:pt x="514578" y="846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:">
            <a:extLst xmlns:a="http://schemas.openxmlformats.org/drawingml/2006/main">
              <a:ext uri="{FF2B5EF4-FFF2-40B4-BE49-F238E27FC236}">
                <a16:creationId xmlns:a16="http://schemas.microsoft.com/office/drawing/2014/main" id="{8D58C029-5B35-47A4-942F-BE63A181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0518" y="4881284"/>
            <a:ext cx="15974" cy="82753"/>
          </a:xfrm>
          <a:custGeom xmlns:a="http://schemas.openxmlformats.org/drawingml/2006/main">
            <a:pathLst>
              <a:path w="15974" h="82753">
                <a:moveTo>
                  <a:pt x="0" y="16052"/>
                </a:moveTo>
                <a:lnTo>
                  <a:pt x="0" y="0"/>
                </a:lnTo>
                <a:lnTo>
                  <a:pt x="15974" y="0"/>
                </a:lnTo>
                <a:lnTo>
                  <a:pt x="15974" y="16052"/>
                </a:lnTo>
                <a:lnTo>
                  <a:pt x="0" y="16052"/>
                </a:lnTo>
                <a:moveTo>
                  <a:pt x="0" y="82753"/>
                </a:moveTo>
                <a:lnTo>
                  <a:pt x="0" y="66701"/>
                </a:lnTo>
                <a:lnTo>
                  <a:pt x="15974" y="66701"/>
                </a:lnTo>
                <a:lnTo>
                  <a:pt x="15974" y="82753"/>
                </a:lnTo>
                <a:lnTo>
                  <a:pt x="0" y="82753"/>
                </a:ln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null">
            <a:extLst xmlns:a="http://schemas.openxmlformats.org/drawingml/2006/main">
              <a:ext uri="{FF2B5EF4-FFF2-40B4-BE49-F238E27FC236}">
                <a16:creationId xmlns:a16="http://schemas.microsoft.com/office/drawing/2014/main" id="{C4A4A51C-101A-4754-8634-8B095342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482" y="4849803"/>
            <a:ext cx="226600" cy="116104"/>
          </a:xfrm>
          <a:custGeom xmlns:a="http://schemas.openxmlformats.org/drawingml/2006/main">
            <a:pathLst>
              <a:path w="226600" h="116104">
                <a:moveTo>
                  <a:pt x="0" y="114234"/>
                </a:moveTo>
                <a:lnTo>
                  <a:pt x="0" y="31481"/>
                </a:lnTo>
                <a:lnTo>
                  <a:pt x="12623" y="31481"/>
                </a:lnTo>
                <a:lnTo>
                  <a:pt x="12623" y="43169"/>
                </a:lnTo>
                <a:cubicBezTo>
                  <a:pt x="18701" y="34130"/>
                  <a:pt x="27481" y="29610"/>
                  <a:pt x="38961" y="29610"/>
                </a:cubicBezTo>
                <a:cubicBezTo>
                  <a:pt x="43948" y="29610"/>
                  <a:pt x="48533" y="30507"/>
                  <a:pt x="52714" y="32299"/>
                </a:cubicBezTo>
                <a:cubicBezTo>
                  <a:pt x="56896" y="34091"/>
                  <a:pt x="60026" y="36442"/>
                  <a:pt x="62104" y="39351"/>
                </a:cubicBezTo>
                <a:cubicBezTo>
                  <a:pt x="64182" y="42260"/>
                  <a:pt x="65637" y="45714"/>
                  <a:pt x="66468" y="49714"/>
                </a:cubicBezTo>
                <a:cubicBezTo>
                  <a:pt x="66987" y="52312"/>
                  <a:pt x="67247" y="56857"/>
                  <a:pt x="67247" y="63351"/>
                </a:cubicBezTo>
                <a:lnTo>
                  <a:pt x="67247" y="114234"/>
                </a:lnTo>
                <a:lnTo>
                  <a:pt x="53221" y="114234"/>
                </a:lnTo>
                <a:lnTo>
                  <a:pt x="53221" y="63843"/>
                </a:lnTo>
                <a:cubicBezTo>
                  <a:pt x="53221" y="58122"/>
                  <a:pt x="52675" y="53844"/>
                  <a:pt x="51585" y="51010"/>
                </a:cubicBezTo>
                <a:cubicBezTo>
                  <a:pt x="50494" y="48175"/>
                  <a:pt x="48559" y="45913"/>
                  <a:pt x="45779" y="44223"/>
                </a:cubicBezTo>
                <a:cubicBezTo>
                  <a:pt x="43000" y="42533"/>
                  <a:pt x="39740" y="41688"/>
                  <a:pt x="36000" y="41688"/>
                </a:cubicBezTo>
                <a:cubicBezTo>
                  <a:pt x="30026" y="41688"/>
                  <a:pt x="24870" y="43587"/>
                  <a:pt x="20533" y="47384"/>
                </a:cubicBezTo>
                <a:cubicBezTo>
                  <a:pt x="16195" y="51180"/>
                  <a:pt x="14026" y="58382"/>
                  <a:pt x="14026" y="68990"/>
                </a:cubicBezTo>
                <a:lnTo>
                  <a:pt x="14026" y="114234"/>
                </a:lnTo>
                <a:lnTo>
                  <a:pt x="0" y="114234"/>
                </a:lnTo>
                <a:close/>
                <a:moveTo>
                  <a:pt x="142963" y="114234"/>
                </a:moveTo>
                <a:lnTo>
                  <a:pt x="142963" y="102078"/>
                </a:lnTo>
                <a:cubicBezTo>
                  <a:pt x="136521" y="111429"/>
                  <a:pt x="127768" y="116104"/>
                  <a:pt x="116703" y="116104"/>
                </a:cubicBezTo>
                <a:cubicBezTo>
                  <a:pt x="111820" y="116104"/>
                  <a:pt x="107262" y="115169"/>
                  <a:pt x="103028" y="113299"/>
                </a:cubicBezTo>
                <a:cubicBezTo>
                  <a:pt x="98794" y="111429"/>
                  <a:pt x="95651" y="109078"/>
                  <a:pt x="93599" y="106247"/>
                </a:cubicBezTo>
                <a:cubicBezTo>
                  <a:pt x="91547" y="103416"/>
                  <a:pt x="90106" y="99948"/>
                  <a:pt x="89275" y="95844"/>
                </a:cubicBezTo>
                <a:cubicBezTo>
                  <a:pt x="88703" y="93091"/>
                  <a:pt x="88417" y="88727"/>
                  <a:pt x="88417" y="82753"/>
                </a:cubicBezTo>
                <a:lnTo>
                  <a:pt x="88417" y="31481"/>
                </a:lnTo>
                <a:lnTo>
                  <a:pt x="102443" y="31481"/>
                </a:lnTo>
                <a:lnTo>
                  <a:pt x="102443" y="77377"/>
                </a:lnTo>
                <a:cubicBezTo>
                  <a:pt x="102443" y="84702"/>
                  <a:pt x="102729" y="89637"/>
                  <a:pt x="103301" y="92182"/>
                </a:cubicBezTo>
                <a:cubicBezTo>
                  <a:pt x="104184" y="95870"/>
                  <a:pt x="106054" y="98766"/>
                  <a:pt x="108911" y="100870"/>
                </a:cubicBezTo>
                <a:cubicBezTo>
                  <a:pt x="111768" y="102974"/>
                  <a:pt x="115301" y="104026"/>
                  <a:pt x="119508" y="104026"/>
                </a:cubicBezTo>
                <a:cubicBezTo>
                  <a:pt x="123716" y="104026"/>
                  <a:pt x="127664" y="102948"/>
                  <a:pt x="131353" y="100792"/>
                </a:cubicBezTo>
                <a:cubicBezTo>
                  <a:pt x="135041" y="98637"/>
                  <a:pt x="137651" y="95702"/>
                  <a:pt x="139184" y="91987"/>
                </a:cubicBezTo>
                <a:cubicBezTo>
                  <a:pt x="140716" y="88273"/>
                  <a:pt x="141482" y="82883"/>
                  <a:pt x="141482" y="75818"/>
                </a:cubicBezTo>
                <a:lnTo>
                  <a:pt x="141482" y="31481"/>
                </a:lnTo>
                <a:lnTo>
                  <a:pt x="155508" y="31481"/>
                </a:lnTo>
                <a:lnTo>
                  <a:pt x="155508" y="114234"/>
                </a:lnTo>
                <a:lnTo>
                  <a:pt x="142963" y="114234"/>
                </a:lnTo>
                <a:close/>
                <a:moveTo>
                  <a:pt x="177146" y="114234"/>
                </a:moveTo>
                <a:lnTo>
                  <a:pt x="177146" y="0"/>
                </a:lnTo>
                <a:lnTo>
                  <a:pt x="191172" y="0"/>
                </a:lnTo>
                <a:lnTo>
                  <a:pt x="191172" y="114234"/>
                </a:lnTo>
                <a:lnTo>
                  <a:pt x="177146" y="114234"/>
                </a:lnTo>
                <a:close/>
                <a:moveTo>
                  <a:pt x="212574" y="114234"/>
                </a:moveTo>
                <a:lnTo>
                  <a:pt x="212574" y="0"/>
                </a:lnTo>
                <a:lnTo>
                  <a:pt x="226600" y="0"/>
                </a:lnTo>
                <a:lnTo>
                  <a:pt x="226600" y="114234"/>
                </a:lnTo>
                <a:lnTo>
                  <a:pt x="212574" y="114234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Expected">
            <a:extLst xmlns:a="http://schemas.openxmlformats.org/drawingml/2006/main">
              <a:ext uri="{FF2B5EF4-FFF2-40B4-BE49-F238E27FC236}">
                <a16:creationId xmlns:a16="http://schemas.microsoft.com/office/drawing/2014/main" id="{DAD18E8F-3FDD-4C54-925E-701923A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29" y="5158588"/>
            <a:ext cx="750271" cy="158961"/>
          </a:xfrm>
          <a:custGeom xmlns:a="http://schemas.openxmlformats.org/drawingml/2006/main">
            <a:pathLst>
              <a:path w="750271" h="158961">
                <a:moveTo>
                  <a:pt x="0" y="124619"/>
                </a:moveTo>
                <a:lnTo>
                  <a:pt x="0" y="0"/>
                </a:lnTo>
                <a:lnTo>
                  <a:pt x="92402" y="0"/>
                </a:lnTo>
                <a:lnTo>
                  <a:pt x="92402" y="21082"/>
                </a:lnTo>
                <a:lnTo>
                  <a:pt x="25162" y="21082"/>
                </a:lnTo>
                <a:lnTo>
                  <a:pt x="25162" y="48623"/>
                </a:lnTo>
                <a:lnTo>
                  <a:pt x="87726" y="48623"/>
                </a:lnTo>
                <a:lnTo>
                  <a:pt x="87726" y="69705"/>
                </a:lnTo>
                <a:lnTo>
                  <a:pt x="25162" y="69705"/>
                </a:lnTo>
                <a:lnTo>
                  <a:pt x="25162" y="103537"/>
                </a:lnTo>
                <a:lnTo>
                  <a:pt x="94782" y="103537"/>
                </a:lnTo>
                <a:lnTo>
                  <a:pt x="94782" y="124619"/>
                </a:lnTo>
                <a:lnTo>
                  <a:pt x="0" y="124619"/>
                </a:lnTo>
                <a:close/>
                <a:moveTo>
                  <a:pt x="104474" y="124619"/>
                </a:moveTo>
                <a:lnTo>
                  <a:pt x="137031" y="78121"/>
                </a:lnTo>
                <a:lnTo>
                  <a:pt x="105834" y="34342"/>
                </a:lnTo>
                <a:lnTo>
                  <a:pt x="134991" y="34342"/>
                </a:lnTo>
                <a:lnTo>
                  <a:pt x="150972" y="59164"/>
                </a:lnTo>
                <a:lnTo>
                  <a:pt x="167804" y="34342"/>
                </a:lnTo>
                <a:lnTo>
                  <a:pt x="195856" y="34342"/>
                </a:lnTo>
                <a:lnTo>
                  <a:pt x="165253" y="77101"/>
                </a:lnTo>
                <a:lnTo>
                  <a:pt x="198661" y="124619"/>
                </a:lnTo>
                <a:lnTo>
                  <a:pt x="169334" y="124619"/>
                </a:lnTo>
                <a:lnTo>
                  <a:pt x="150972" y="96652"/>
                </a:lnTo>
                <a:lnTo>
                  <a:pt x="132441" y="124619"/>
                </a:lnTo>
                <a:lnTo>
                  <a:pt x="104474" y="124619"/>
                </a:lnTo>
                <a:close/>
                <a:moveTo>
                  <a:pt x="212065" y="34342"/>
                </a:moveTo>
                <a:lnTo>
                  <a:pt x="234337" y="34342"/>
                </a:lnTo>
                <a:lnTo>
                  <a:pt x="234337" y="47603"/>
                </a:lnTo>
                <a:cubicBezTo>
                  <a:pt x="237227" y="43070"/>
                  <a:pt x="241137" y="39386"/>
                  <a:pt x="246068" y="36553"/>
                </a:cubicBezTo>
                <a:cubicBezTo>
                  <a:pt x="250998" y="33719"/>
                  <a:pt x="256467" y="32302"/>
                  <a:pt x="262474" y="32302"/>
                </a:cubicBezTo>
                <a:cubicBezTo>
                  <a:pt x="272958" y="32302"/>
                  <a:pt x="281855" y="36411"/>
                  <a:pt x="289166" y="44628"/>
                </a:cubicBezTo>
                <a:cubicBezTo>
                  <a:pt x="296476" y="52845"/>
                  <a:pt x="300132" y="64293"/>
                  <a:pt x="300132" y="78971"/>
                </a:cubicBezTo>
                <a:cubicBezTo>
                  <a:pt x="300132" y="94045"/>
                  <a:pt x="296448" y="105762"/>
                  <a:pt x="289081" y="114121"/>
                </a:cubicBezTo>
                <a:cubicBezTo>
                  <a:pt x="281714" y="122480"/>
                  <a:pt x="272788" y="126659"/>
                  <a:pt x="262304" y="126659"/>
                </a:cubicBezTo>
                <a:cubicBezTo>
                  <a:pt x="257317" y="126659"/>
                  <a:pt x="252798" y="125667"/>
                  <a:pt x="248746" y="123684"/>
                </a:cubicBezTo>
                <a:cubicBezTo>
                  <a:pt x="244694" y="121700"/>
                  <a:pt x="240429" y="118300"/>
                  <a:pt x="235952" y="113483"/>
                </a:cubicBezTo>
                <a:lnTo>
                  <a:pt x="235952" y="158961"/>
                </a:lnTo>
                <a:lnTo>
                  <a:pt x="212065" y="158961"/>
                </a:lnTo>
                <a:lnTo>
                  <a:pt x="212065" y="34342"/>
                </a:lnTo>
                <a:moveTo>
                  <a:pt x="235697" y="77911"/>
                </a:moveTo>
                <a:cubicBezTo>
                  <a:pt x="235697" y="88039"/>
                  <a:pt x="237709" y="95522"/>
                  <a:pt x="241733" y="100360"/>
                </a:cubicBezTo>
                <a:cubicBezTo>
                  <a:pt x="245756" y="105199"/>
                  <a:pt x="250658" y="107618"/>
                  <a:pt x="256439" y="107618"/>
                </a:cubicBezTo>
                <a:cubicBezTo>
                  <a:pt x="261992" y="107618"/>
                  <a:pt x="266611" y="105397"/>
                  <a:pt x="270295" y="100955"/>
                </a:cubicBezTo>
                <a:cubicBezTo>
                  <a:pt x="273978" y="96514"/>
                  <a:pt x="275820" y="89228"/>
                  <a:pt x="275820" y="79098"/>
                </a:cubicBezTo>
                <a:cubicBezTo>
                  <a:pt x="275820" y="69648"/>
                  <a:pt x="273922" y="62632"/>
                  <a:pt x="270125" y="58049"/>
                </a:cubicBezTo>
                <a:cubicBezTo>
                  <a:pt x="266328" y="53465"/>
                  <a:pt x="261624" y="51174"/>
                  <a:pt x="256014" y="51174"/>
                </a:cubicBezTo>
                <a:cubicBezTo>
                  <a:pt x="250176" y="51174"/>
                  <a:pt x="245331" y="53423"/>
                  <a:pt x="241478" y="57921"/>
                </a:cubicBezTo>
                <a:cubicBezTo>
                  <a:pt x="237624" y="62419"/>
                  <a:pt x="235697" y="69083"/>
                  <a:pt x="235697" y="77911"/>
                </a:cubicBezTo>
                <a:close/>
                <a:moveTo>
                  <a:pt x="371395" y="95887"/>
                </a:moveTo>
                <a:lnTo>
                  <a:pt x="395197" y="99967"/>
                </a:lnTo>
                <a:cubicBezTo>
                  <a:pt x="392136" y="108666"/>
                  <a:pt x="387305" y="115290"/>
                  <a:pt x="380703" y="119837"/>
                </a:cubicBezTo>
                <a:cubicBezTo>
                  <a:pt x="374101" y="124385"/>
                  <a:pt x="365841" y="126659"/>
                  <a:pt x="355924" y="126659"/>
                </a:cubicBezTo>
                <a:cubicBezTo>
                  <a:pt x="340226" y="126659"/>
                  <a:pt x="328609" y="121530"/>
                  <a:pt x="321071" y="111273"/>
                </a:cubicBezTo>
                <a:cubicBezTo>
                  <a:pt x="315121" y="103056"/>
                  <a:pt x="312146" y="92685"/>
                  <a:pt x="312146" y="80161"/>
                </a:cubicBezTo>
                <a:cubicBezTo>
                  <a:pt x="312146" y="65200"/>
                  <a:pt x="316056" y="53483"/>
                  <a:pt x="323877" y="45011"/>
                </a:cubicBezTo>
                <a:cubicBezTo>
                  <a:pt x="331697" y="36538"/>
                  <a:pt x="341586" y="32302"/>
                  <a:pt x="353544" y="32302"/>
                </a:cubicBezTo>
                <a:cubicBezTo>
                  <a:pt x="366975" y="32302"/>
                  <a:pt x="377572" y="36737"/>
                  <a:pt x="385336" y="45606"/>
                </a:cubicBezTo>
                <a:cubicBezTo>
                  <a:pt x="393100" y="54475"/>
                  <a:pt x="396812" y="68062"/>
                  <a:pt x="396472" y="86366"/>
                </a:cubicBezTo>
                <a:lnTo>
                  <a:pt x="336627" y="86366"/>
                </a:lnTo>
                <a:cubicBezTo>
                  <a:pt x="336797" y="93450"/>
                  <a:pt x="338724" y="98961"/>
                  <a:pt x="342408" y="102900"/>
                </a:cubicBezTo>
                <a:cubicBezTo>
                  <a:pt x="346091" y="106839"/>
                  <a:pt x="350682" y="108808"/>
                  <a:pt x="356179" y="108808"/>
                </a:cubicBezTo>
                <a:cubicBezTo>
                  <a:pt x="359919" y="108808"/>
                  <a:pt x="363064" y="107788"/>
                  <a:pt x="365615" y="105748"/>
                </a:cubicBezTo>
                <a:cubicBezTo>
                  <a:pt x="368165" y="103707"/>
                  <a:pt x="370092" y="100421"/>
                  <a:pt x="371395" y="95887"/>
                </a:cubicBezTo>
                <a:moveTo>
                  <a:pt x="372755" y="71745"/>
                </a:moveTo>
                <a:cubicBezTo>
                  <a:pt x="372585" y="64860"/>
                  <a:pt x="370800" y="59625"/>
                  <a:pt x="367400" y="56040"/>
                </a:cubicBezTo>
                <a:cubicBezTo>
                  <a:pt x="363999" y="52456"/>
                  <a:pt x="359862" y="50664"/>
                  <a:pt x="354989" y="50664"/>
                </a:cubicBezTo>
                <a:cubicBezTo>
                  <a:pt x="349775" y="50664"/>
                  <a:pt x="345468" y="52554"/>
                  <a:pt x="342068" y="56335"/>
                </a:cubicBezTo>
                <a:cubicBezTo>
                  <a:pt x="338668" y="60118"/>
                  <a:pt x="336996" y="65255"/>
                  <a:pt x="337052" y="71745"/>
                </a:cubicBezTo>
                <a:lnTo>
                  <a:pt x="372755" y="71745"/>
                </a:lnTo>
                <a:close/>
                <a:moveTo>
                  <a:pt x="494627" y="61034"/>
                </a:moveTo>
                <a:lnTo>
                  <a:pt x="471081" y="65285"/>
                </a:lnTo>
                <a:cubicBezTo>
                  <a:pt x="470287" y="60609"/>
                  <a:pt x="468488" y="57089"/>
                  <a:pt x="465683" y="54723"/>
                </a:cubicBezTo>
                <a:cubicBezTo>
                  <a:pt x="462878" y="52357"/>
                  <a:pt x="459236" y="51174"/>
                  <a:pt x="454760" y="51174"/>
                </a:cubicBezTo>
                <a:cubicBezTo>
                  <a:pt x="448809" y="51174"/>
                  <a:pt x="444063" y="53222"/>
                  <a:pt x="440521" y="57318"/>
                </a:cubicBezTo>
                <a:cubicBezTo>
                  <a:pt x="436979" y="61414"/>
                  <a:pt x="435208" y="68264"/>
                  <a:pt x="435208" y="77868"/>
                </a:cubicBezTo>
                <a:cubicBezTo>
                  <a:pt x="435208" y="88547"/>
                  <a:pt x="437007" y="96091"/>
                  <a:pt x="440606" y="100498"/>
                </a:cubicBezTo>
                <a:cubicBezTo>
                  <a:pt x="444205" y="104905"/>
                  <a:pt x="449036" y="107108"/>
                  <a:pt x="455100" y="107108"/>
                </a:cubicBezTo>
                <a:cubicBezTo>
                  <a:pt x="459633" y="107108"/>
                  <a:pt x="463345" y="105818"/>
                  <a:pt x="466235" y="103240"/>
                </a:cubicBezTo>
                <a:cubicBezTo>
                  <a:pt x="469126" y="100661"/>
                  <a:pt x="471166" y="96227"/>
                  <a:pt x="472356" y="89936"/>
                </a:cubicBezTo>
                <a:lnTo>
                  <a:pt x="495817" y="94017"/>
                </a:lnTo>
                <a:cubicBezTo>
                  <a:pt x="493381" y="104784"/>
                  <a:pt x="488705" y="112916"/>
                  <a:pt x="481791" y="118414"/>
                </a:cubicBezTo>
                <a:cubicBezTo>
                  <a:pt x="474878" y="123911"/>
                  <a:pt x="465612" y="126659"/>
                  <a:pt x="453994" y="126659"/>
                </a:cubicBezTo>
                <a:cubicBezTo>
                  <a:pt x="440790" y="126659"/>
                  <a:pt x="430264" y="122494"/>
                  <a:pt x="422415" y="114163"/>
                </a:cubicBezTo>
                <a:cubicBezTo>
                  <a:pt x="414566" y="105833"/>
                  <a:pt x="410641" y="94300"/>
                  <a:pt x="410641" y="79566"/>
                </a:cubicBezTo>
                <a:cubicBezTo>
                  <a:pt x="410641" y="64661"/>
                  <a:pt x="414580" y="53058"/>
                  <a:pt x="422457" y="44756"/>
                </a:cubicBezTo>
                <a:cubicBezTo>
                  <a:pt x="430334" y="36453"/>
                  <a:pt x="440989" y="32302"/>
                  <a:pt x="454419" y="32302"/>
                </a:cubicBezTo>
                <a:cubicBezTo>
                  <a:pt x="465414" y="32302"/>
                  <a:pt x="474155" y="34668"/>
                  <a:pt x="480644" y="39400"/>
                </a:cubicBezTo>
                <a:cubicBezTo>
                  <a:pt x="487133" y="44132"/>
                  <a:pt x="491794" y="51344"/>
                  <a:pt x="494627" y="61034"/>
                </a:cubicBezTo>
                <a:close/>
                <a:moveTo>
                  <a:pt x="554105" y="34342"/>
                </a:moveTo>
                <a:lnTo>
                  <a:pt x="554105" y="53384"/>
                </a:lnTo>
                <a:lnTo>
                  <a:pt x="537784" y="53384"/>
                </a:lnTo>
                <a:lnTo>
                  <a:pt x="537784" y="89708"/>
                </a:lnTo>
                <a:cubicBezTo>
                  <a:pt x="537784" y="97065"/>
                  <a:pt x="537940" y="101351"/>
                  <a:pt x="538252" y="102568"/>
                </a:cubicBezTo>
                <a:cubicBezTo>
                  <a:pt x="538563" y="103783"/>
                  <a:pt x="539272" y="104787"/>
                  <a:pt x="540377" y="105580"/>
                </a:cubicBezTo>
                <a:cubicBezTo>
                  <a:pt x="541482" y="106372"/>
                  <a:pt x="542828" y="106768"/>
                  <a:pt x="544415" y="106768"/>
                </a:cubicBezTo>
                <a:cubicBezTo>
                  <a:pt x="546625" y="106768"/>
                  <a:pt x="549827" y="106003"/>
                  <a:pt x="554020" y="104473"/>
                </a:cubicBezTo>
                <a:lnTo>
                  <a:pt x="556060" y="123073"/>
                </a:lnTo>
                <a:cubicBezTo>
                  <a:pt x="550507" y="125464"/>
                  <a:pt x="544216" y="126659"/>
                  <a:pt x="537189" y="126659"/>
                </a:cubicBezTo>
                <a:cubicBezTo>
                  <a:pt x="532882" y="126659"/>
                  <a:pt x="529000" y="125937"/>
                  <a:pt x="525543" y="124491"/>
                </a:cubicBezTo>
                <a:cubicBezTo>
                  <a:pt x="522086" y="123046"/>
                  <a:pt x="519550" y="121176"/>
                  <a:pt x="517935" y="118881"/>
                </a:cubicBezTo>
                <a:cubicBezTo>
                  <a:pt x="516320" y="116586"/>
                  <a:pt x="515201" y="113483"/>
                  <a:pt x="514577" y="109573"/>
                </a:cubicBezTo>
                <a:cubicBezTo>
                  <a:pt x="514067" y="106796"/>
                  <a:pt x="513812" y="101186"/>
                  <a:pt x="513812" y="92742"/>
                </a:cubicBezTo>
                <a:lnTo>
                  <a:pt x="513812" y="53384"/>
                </a:lnTo>
                <a:lnTo>
                  <a:pt x="502847" y="53384"/>
                </a:lnTo>
                <a:lnTo>
                  <a:pt x="502847" y="34342"/>
                </a:lnTo>
                <a:lnTo>
                  <a:pt x="513812" y="34342"/>
                </a:lnTo>
                <a:lnTo>
                  <a:pt x="513812" y="16321"/>
                </a:lnTo>
                <a:lnTo>
                  <a:pt x="537784" y="2210"/>
                </a:lnTo>
                <a:lnTo>
                  <a:pt x="537784" y="34342"/>
                </a:lnTo>
                <a:lnTo>
                  <a:pt x="554105" y="34342"/>
                </a:lnTo>
                <a:close/>
                <a:moveTo>
                  <a:pt x="622958" y="95887"/>
                </a:moveTo>
                <a:lnTo>
                  <a:pt x="646760" y="99967"/>
                </a:lnTo>
                <a:cubicBezTo>
                  <a:pt x="643700" y="108666"/>
                  <a:pt x="638869" y="115290"/>
                  <a:pt x="632267" y="119837"/>
                </a:cubicBezTo>
                <a:cubicBezTo>
                  <a:pt x="625664" y="124385"/>
                  <a:pt x="617405" y="126659"/>
                  <a:pt x="607487" y="126659"/>
                </a:cubicBezTo>
                <a:cubicBezTo>
                  <a:pt x="591789" y="126659"/>
                  <a:pt x="580172" y="121530"/>
                  <a:pt x="572635" y="111273"/>
                </a:cubicBezTo>
                <a:cubicBezTo>
                  <a:pt x="566684" y="103056"/>
                  <a:pt x="563709" y="92685"/>
                  <a:pt x="563709" y="80161"/>
                </a:cubicBezTo>
                <a:cubicBezTo>
                  <a:pt x="563709" y="65200"/>
                  <a:pt x="567619" y="53483"/>
                  <a:pt x="575440" y="45011"/>
                </a:cubicBezTo>
                <a:cubicBezTo>
                  <a:pt x="583261" y="36538"/>
                  <a:pt x="593150" y="32302"/>
                  <a:pt x="605107" y="32302"/>
                </a:cubicBezTo>
                <a:cubicBezTo>
                  <a:pt x="618538" y="32302"/>
                  <a:pt x="629135" y="36737"/>
                  <a:pt x="636899" y="45606"/>
                </a:cubicBezTo>
                <a:cubicBezTo>
                  <a:pt x="644663" y="54475"/>
                  <a:pt x="648375" y="68062"/>
                  <a:pt x="648035" y="86366"/>
                </a:cubicBezTo>
                <a:lnTo>
                  <a:pt x="588191" y="86366"/>
                </a:lnTo>
                <a:cubicBezTo>
                  <a:pt x="588361" y="93450"/>
                  <a:pt x="590288" y="98961"/>
                  <a:pt x="593971" y="102900"/>
                </a:cubicBezTo>
                <a:cubicBezTo>
                  <a:pt x="597655" y="106839"/>
                  <a:pt x="602245" y="108808"/>
                  <a:pt x="607742" y="108808"/>
                </a:cubicBezTo>
                <a:cubicBezTo>
                  <a:pt x="611483" y="108808"/>
                  <a:pt x="614628" y="107788"/>
                  <a:pt x="617178" y="105748"/>
                </a:cubicBezTo>
                <a:cubicBezTo>
                  <a:pt x="619728" y="103707"/>
                  <a:pt x="621655" y="100421"/>
                  <a:pt x="622958" y="95887"/>
                </a:cubicBezTo>
                <a:moveTo>
                  <a:pt x="624318" y="71745"/>
                </a:moveTo>
                <a:cubicBezTo>
                  <a:pt x="624148" y="64860"/>
                  <a:pt x="622363" y="59625"/>
                  <a:pt x="618963" y="56040"/>
                </a:cubicBezTo>
                <a:cubicBezTo>
                  <a:pt x="615563" y="52456"/>
                  <a:pt x="611426" y="50664"/>
                  <a:pt x="606552" y="50664"/>
                </a:cubicBezTo>
                <a:cubicBezTo>
                  <a:pt x="601338" y="50664"/>
                  <a:pt x="597032" y="52554"/>
                  <a:pt x="593631" y="56335"/>
                </a:cubicBezTo>
                <a:cubicBezTo>
                  <a:pt x="590231" y="60118"/>
                  <a:pt x="588559" y="65255"/>
                  <a:pt x="588616" y="71745"/>
                </a:cubicBezTo>
                <a:lnTo>
                  <a:pt x="624318" y="71745"/>
                </a:lnTo>
                <a:close/>
                <a:moveTo>
                  <a:pt x="750271" y="124619"/>
                </a:moveTo>
                <a:lnTo>
                  <a:pt x="728085" y="124619"/>
                </a:lnTo>
                <a:lnTo>
                  <a:pt x="728085" y="111358"/>
                </a:lnTo>
                <a:cubicBezTo>
                  <a:pt x="724401" y="116515"/>
                  <a:pt x="720051" y="120354"/>
                  <a:pt x="715036" y="122876"/>
                </a:cubicBezTo>
                <a:cubicBezTo>
                  <a:pt x="710021" y="125398"/>
                  <a:pt x="704963" y="126659"/>
                  <a:pt x="699862" y="126659"/>
                </a:cubicBezTo>
                <a:cubicBezTo>
                  <a:pt x="689492" y="126659"/>
                  <a:pt x="680609" y="122480"/>
                  <a:pt x="673213" y="114121"/>
                </a:cubicBezTo>
                <a:cubicBezTo>
                  <a:pt x="665818" y="105762"/>
                  <a:pt x="662120" y="94102"/>
                  <a:pt x="662120" y="79141"/>
                </a:cubicBezTo>
                <a:cubicBezTo>
                  <a:pt x="662120" y="63840"/>
                  <a:pt x="665718" y="52208"/>
                  <a:pt x="672916" y="44246"/>
                </a:cubicBezTo>
                <a:cubicBezTo>
                  <a:pt x="680113" y="36283"/>
                  <a:pt x="689208" y="32302"/>
                  <a:pt x="700203" y="32302"/>
                </a:cubicBezTo>
                <a:cubicBezTo>
                  <a:pt x="710290" y="32302"/>
                  <a:pt x="719017" y="36496"/>
                  <a:pt x="726384" y="44883"/>
                </a:cubicBezTo>
                <a:lnTo>
                  <a:pt x="726384" y="0"/>
                </a:lnTo>
                <a:lnTo>
                  <a:pt x="750271" y="0"/>
                </a:lnTo>
                <a:lnTo>
                  <a:pt x="750271" y="124619"/>
                </a:lnTo>
                <a:moveTo>
                  <a:pt x="686517" y="77571"/>
                </a:moveTo>
                <a:cubicBezTo>
                  <a:pt x="686517" y="87191"/>
                  <a:pt x="687848" y="94150"/>
                  <a:pt x="690512" y="98450"/>
                </a:cubicBezTo>
                <a:cubicBezTo>
                  <a:pt x="694365" y="104675"/>
                  <a:pt x="699749" y="107788"/>
                  <a:pt x="706663" y="107788"/>
                </a:cubicBezTo>
                <a:cubicBezTo>
                  <a:pt x="712160" y="107788"/>
                  <a:pt x="716835" y="105454"/>
                  <a:pt x="720689" y="100785"/>
                </a:cubicBezTo>
                <a:cubicBezTo>
                  <a:pt x="724543" y="96117"/>
                  <a:pt x="726469" y="89143"/>
                  <a:pt x="726469" y="79863"/>
                </a:cubicBezTo>
                <a:cubicBezTo>
                  <a:pt x="726469" y="69507"/>
                  <a:pt x="724599" y="62051"/>
                  <a:pt x="720859" y="57496"/>
                </a:cubicBezTo>
                <a:cubicBezTo>
                  <a:pt x="717119" y="52941"/>
                  <a:pt x="712330" y="50664"/>
                  <a:pt x="706493" y="50664"/>
                </a:cubicBezTo>
                <a:cubicBezTo>
                  <a:pt x="700826" y="50664"/>
                  <a:pt x="696080" y="52913"/>
                  <a:pt x="692254" y="57411"/>
                </a:cubicBezTo>
                <a:cubicBezTo>
                  <a:pt x="688429" y="61909"/>
                  <a:pt x="686517" y="68629"/>
                  <a:pt x="686517" y="775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953e0d4b944fa"/>
          <a:stretch xmlns:a="http://schemas.openxmlformats.org/drawingml/2006/main"/>
        </p:blipFill>
        <p:spPr>
          <a:xfrm xmlns:a="http://schemas.openxmlformats.org/drawingml/2006/main">
            <a:off x="1486199" y="5022068"/>
            <a:ext cx="333677" cy="333677"/>
          </a:xfrm>
          <a:prstGeom xmlns:a="http://schemas.openxmlformats.org/drawingml/2006/main" prst="rect">
            <a:avLst/>
          </a:prstGeom>
        </p:spPr>
      </p:pic>
      <p:pic>
        <p:nvPicPr>
          <p:cNvPr id="5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3a79899a04575"/>
          <a:stretch xmlns:a="http://schemas.openxmlformats.org/drawingml/2006/main"/>
        </p:blipFill>
        <p:spPr>
          <a:xfrm xmlns:a="http://schemas.openxmlformats.org/drawingml/2006/main">
            <a:off x="731797" y="4508107"/>
            <a:ext cx="401719" cy="420341"/>
          </a:xfrm>
          <a:prstGeom xmlns:a="http://schemas.openxmlformats.org/drawingml/2006/main" prst="rect">
            <a:avLst/>
          </a:prstGeom>
        </p:spPr>
      </p:pic>
      <p:pic>
        <p:nvPicPr>
          <p:cNvPr id="5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5c1f36cfa14fba"/>
          <a:stretch xmlns:a="http://schemas.openxmlformats.org/drawingml/2006/main"/>
        </p:blipFill>
        <p:spPr>
          <a:xfrm xmlns:a="http://schemas.openxmlformats.org/drawingml/2006/main">
            <a:off x="4235410" y="3788913"/>
            <a:ext cx="290154" cy="290154"/>
          </a:xfrm>
          <a:prstGeom xmlns:a="http://schemas.openxmlformats.org/drawingml/2006/main" prst="rect">
            <a:avLst/>
          </a:prstGeom>
        </p:spPr>
      </p:pic>
      <p:sp>
        <p:nvSpPr>
          <p:cNvPr id="245" name="Text TaskDB">
            <a:extLst xmlns:a="http://schemas.openxmlformats.org/drawingml/2006/main">
              <a:ext uri="{FF2B5EF4-FFF2-40B4-BE49-F238E27FC236}">
                <a16:creationId xmlns:a16="http://schemas.microsoft.com/office/drawing/2014/main" id="{0CBD4577-86AD-4593-8FF4-6FE4DE67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17" y="3867402"/>
            <a:ext cx="671299" cy="126659"/>
          </a:xfrm>
          <a:custGeom xmlns:a="http://schemas.openxmlformats.org/drawingml/2006/main">
            <a:pathLst>
              <a:path w="671299" h="126659">
                <a:moveTo>
                  <a:pt x="36978" y="124619"/>
                </a:moveTo>
                <a:lnTo>
                  <a:pt x="36978" y="21082"/>
                </a:lnTo>
                <a:lnTo>
                  <a:pt x="0" y="21082"/>
                </a:lnTo>
                <a:lnTo>
                  <a:pt x="0" y="0"/>
                </a:lnTo>
                <a:lnTo>
                  <a:pt x="99032" y="0"/>
                </a:lnTo>
                <a:lnTo>
                  <a:pt x="99032" y="21082"/>
                </a:lnTo>
                <a:lnTo>
                  <a:pt x="62139" y="21082"/>
                </a:lnTo>
                <a:lnTo>
                  <a:pt x="62139" y="124619"/>
                </a:lnTo>
                <a:lnTo>
                  <a:pt x="36978" y="124619"/>
                </a:lnTo>
                <a:close/>
                <a:moveTo>
                  <a:pt x="120029" y="62224"/>
                </a:moveTo>
                <a:lnTo>
                  <a:pt x="98352" y="58314"/>
                </a:lnTo>
                <a:cubicBezTo>
                  <a:pt x="100789" y="49472"/>
                  <a:pt x="104983" y="42926"/>
                  <a:pt x="110933" y="38678"/>
                </a:cubicBezTo>
                <a:cubicBezTo>
                  <a:pt x="116884" y="34427"/>
                  <a:pt x="125724" y="32302"/>
                  <a:pt x="137455" y="32302"/>
                </a:cubicBezTo>
                <a:cubicBezTo>
                  <a:pt x="148109" y="32302"/>
                  <a:pt x="156043" y="33563"/>
                  <a:pt x="161257" y="36085"/>
                </a:cubicBezTo>
                <a:cubicBezTo>
                  <a:pt x="166471" y="38607"/>
                  <a:pt x="170140" y="41809"/>
                  <a:pt x="172265" y="45691"/>
                </a:cubicBezTo>
                <a:cubicBezTo>
                  <a:pt x="174390" y="49573"/>
                  <a:pt x="175453" y="56699"/>
                  <a:pt x="175453" y="67070"/>
                </a:cubicBezTo>
                <a:lnTo>
                  <a:pt x="175198" y="94952"/>
                </a:lnTo>
                <a:cubicBezTo>
                  <a:pt x="175198" y="102886"/>
                  <a:pt x="175580" y="108737"/>
                  <a:pt x="176345" y="112506"/>
                </a:cubicBezTo>
                <a:cubicBezTo>
                  <a:pt x="177110" y="116274"/>
                  <a:pt x="178541" y="120312"/>
                  <a:pt x="180638" y="124619"/>
                </a:cubicBezTo>
                <a:lnTo>
                  <a:pt x="157007" y="124619"/>
                </a:lnTo>
                <a:cubicBezTo>
                  <a:pt x="156383" y="123032"/>
                  <a:pt x="155618" y="120680"/>
                  <a:pt x="154711" y="117563"/>
                </a:cubicBezTo>
                <a:cubicBezTo>
                  <a:pt x="154315" y="116147"/>
                  <a:pt x="154031" y="115212"/>
                  <a:pt x="153861" y="114758"/>
                </a:cubicBezTo>
                <a:cubicBezTo>
                  <a:pt x="149781" y="118725"/>
                  <a:pt x="145417" y="121700"/>
                  <a:pt x="140770" y="123684"/>
                </a:cubicBezTo>
                <a:cubicBezTo>
                  <a:pt x="136123" y="125667"/>
                  <a:pt x="131165" y="126659"/>
                  <a:pt x="125894" y="126659"/>
                </a:cubicBezTo>
                <a:cubicBezTo>
                  <a:pt x="116600" y="126659"/>
                  <a:pt x="109276" y="124148"/>
                  <a:pt x="103920" y="119125"/>
                </a:cubicBezTo>
                <a:cubicBezTo>
                  <a:pt x="98565" y="114103"/>
                  <a:pt x="95887" y="107754"/>
                  <a:pt x="95887" y="100079"/>
                </a:cubicBezTo>
                <a:cubicBezTo>
                  <a:pt x="95887" y="95000"/>
                  <a:pt x="97106" y="90471"/>
                  <a:pt x="99542" y="86494"/>
                </a:cubicBezTo>
                <a:cubicBezTo>
                  <a:pt x="101979" y="82514"/>
                  <a:pt x="105394" y="79467"/>
                  <a:pt x="109786" y="77350"/>
                </a:cubicBezTo>
                <a:cubicBezTo>
                  <a:pt x="114178" y="75234"/>
                  <a:pt x="120511" y="73386"/>
                  <a:pt x="128785" y="71806"/>
                </a:cubicBezTo>
                <a:cubicBezTo>
                  <a:pt x="139949" y="69718"/>
                  <a:pt x="147684" y="67771"/>
                  <a:pt x="151991" y="65965"/>
                </a:cubicBezTo>
                <a:lnTo>
                  <a:pt x="151991" y="63558"/>
                </a:lnTo>
                <a:cubicBezTo>
                  <a:pt x="151991" y="58916"/>
                  <a:pt x="150858" y="55607"/>
                  <a:pt x="148591" y="53631"/>
                </a:cubicBezTo>
                <a:cubicBezTo>
                  <a:pt x="146324" y="51653"/>
                  <a:pt x="142045" y="50664"/>
                  <a:pt x="135755" y="50664"/>
                </a:cubicBezTo>
                <a:cubicBezTo>
                  <a:pt x="131505" y="50664"/>
                  <a:pt x="128189" y="51519"/>
                  <a:pt x="125809" y="53230"/>
                </a:cubicBezTo>
                <a:cubicBezTo>
                  <a:pt x="123429" y="54939"/>
                  <a:pt x="121502" y="57937"/>
                  <a:pt x="120029" y="62224"/>
                </a:cubicBezTo>
                <a:moveTo>
                  <a:pt x="151991" y="81606"/>
                </a:moveTo>
                <a:cubicBezTo>
                  <a:pt x="148931" y="82614"/>
                  <a:pt x="144086" y="83818"/>
                  <a:pt x="137455" y="85219"/>
                </a:cubicBezTo>
                <a:cubicBezTo>
                  <a:pt x="130825" y="86618"/>
                  <a:pt x="126489" y="87989"/>
                  <a:pt x="124449" y="89333"/>
                </a:cubicBezTo>
                <a:cubicBezTo>
                  <a:pt x="121332" y="91517"/>
                  <a:pt x="119774" y="94289"/>
                  <a:pt x="119774" y="97648"/>
                </a:cubicBezTo>
                <a:cubicBezTo>
                  <a:pt x="119774" y="100953"/>
                  <a:pt x="121021" y="103809"/>
                  <a:pt x="123514" y="106218"/>
                </a:cubicBezTo>
                <a:cubicBezTo>
                  <a:pt x="126008" y="108625"/>
                  <a:pt x="129181" y="109828"/>
                  <a:pt x="133035" y="109828"/>
                </a:cubicBezTo>
                <a:cubicBezTo>
                  <a:pt x="137342" y="109828"/>
                  <a:pt x="141450" y="108428"/>
                  <a:pt x="145361" y="105628"/>
                </a:cubicBezTo>
                <a:cubicBezTo>
                  <a:pt x="148251" y="103501"/>
                  <a:pt x="150149" y="100897"/>
                  <a:pt x="151056" y="97815"/>
                </a:cubicBezTo>
                <a:cubicBezTo>
                  <a:pt x="151679" y="95800"/>
                  <a:pt x="151991" y="91965"/>
                  <a:pt x="151991" y="86310"/>
                </a:cubicBezTo>
                <a:lnTo>
                  <a:pt x="151991" y="81606"/>
                </a:lnTo>
                <a:close/>
                <a:moveTo>
                  <a:pt x="190557" y="98947"/>
                </a:moveTo>
                <a:lnTo>
                  <a:pt x="214529" y="95207"/>
                </a:lnTo>
                <a:cubicBezTo>
                  <a:pt x="215549" y="99826"/>
                  <a:pt x="217618" y="103332"/>
                  <a:pt x="220734" y="105726"/>
                </a:cubicBezTo>
                <a:cubicBezTo>
                  <a:pt x="223851" y="108121"/>
                  <a:pt x="228215" y="109318"/>
                  <a:pt x="233825" y="109318"/>
                </a:cubicBezTo>
                <a:cubicBezTo>
                  <a:pt x="240002" y="109318"/>
                  <a:pt x="244649" y="108186"/>
                  <a:pt x="247766" y="105923"/>
                </a:cubicBezTo>
                <a:cubicBezTo>
                  <a:pt x="249863" y="104338"/>
                  <a:pt x="250912" y="102215"/>
                  <a:pt x="250912" y="99555"/>
                </a:cubicBezTo>
                <a:cubicBezTo>
                  <a:pt x="250912" y="97744"/>
                  <a:pt x="250345" y="96244"/>
                  <a:pt x="249211" y="95055"/>
                </a:cubicBezTo>
                <a:cubicBezTo>
                  <a:pt x="248021" y="93924"/>
                  <a:pt x="245358" y="92877"/>
                  <a:pt x="241221" y="91916"/>
                </a:cubicBezTo>
                <a:cubicBezTo>
                  <a:pt x="221953" y="87672"/>
                  <a:pt x="209740" y="83796"/>
                  <a:pt x="204583" y="80286"/>
                </a:cubicBezTo>
                <a:cubicBezTo>
                  <a:pt x="197443" y="75415"/>
                  <a:pt x="193872" y="68650"/>
                  <a:pt x="193872" y="59988"/>
                </a:cubicBezTo>
                <a:cubicBezTo>
                  <a:pt x="193872" y="52174"/>
                  <a:pt x="196961" y="45607"/>
                  <a:pt x="203138" y="40285"/>
                </a:cubicBezTo>
                <a:cubicBezTo>
                  <a:pt x="209315" y="34963"/>
                  <a:pt x="218893" y="32302"/>
                  <a:pt x="231870" y="32302"/>
                </a:cubicBezTo>
                <a:cubicBezTo>
                  <a:pt x="244224" y="32302"/>
                  <a:pt x="253405" y="34307"/>
                  <a:pt x="259412" y="38317"/>
                </a:cubicBezTo>
                <a:cubicBezTo>
                  <a:pt x="265419" y="42326"/>
                  <a:pt x="269556" y="48255"/>
                  <a:pt x="271823" y="56104"/>
                </a:cubicBezTo>
                <a:lnTo>
                  <a:pt x="249296" y="60354"/>
                </a:lnTo>
                <a:cubicBezTo>
                  <a:pt x="248333" y="56841"/>
                  <a:pt x="246505" y="54149"/>
                  <a:pt x="243814" y="52279"/>
                </a:cubicBezTo>
                <a:cubicBezTo>
                  <a:pt x="241122" y="50409"/>
                  <a:pt x="237282" y="49474"/>
                  <a:pt x="232295" y="49474"/>
                </a:cubicBezTo>
                <a:cubicBezTo>
                  <a:pt x="226005" y="49474"/>
                  <a:pt x="221499" y="50351"/>
                  <a:pt x="218779" y="52106"/>
                </a:cubicBezTo>
                <a:cubicBezTo>
                  <a:pt x="216966" y="53349"/>
                  <a:pt x="216059" y="54962"/>
                  <a:pt x="216059" y="56943"/>
                </a:cubicBezTo>
                <a:cubicBezTo>
                  <a:pt x="216059" y="58640"/>
                  <a:pt x="216852" y="60082"/>
                  <a:pt x="218439" y="61271"/>
                </a:cubicBezTo>
                <a:cubicBezTo>
                  <a:pt x="220593" y="62856"/>
                  <a:pt x="228031" y="65092"/>
                  <a:pt x="240753" y="67978"/>
                </a:cubicBezTo>
                <a:cubicBezTo>
                  <a:pt x="253476" y="70865"/>
                  <a:pt x="262359" y="74406"/>
                  <a:pt x="267403" y="78601"/>
                </a:cubicBezTo>
                <a:cubicBezTo>
                  <a:pt x="272390" y="82855"/>
                  <a:pt x="274883" y="88781"/>
                  <a:pt x="274883" y="96378"/>
                </a:cubicBezTo>
                <a:cubicBezTo>
                  <a:pt x="274883" y="104658"/>
                  <a:pt x="271426" y="111774"/>
                  <a:pt x="264513" y="117728"/>
                </a:cubicBezTo>
                <a:cubicBezTo>
                  <a:pt x="257599" y="123682"/>
                  <a:pt x="247370" y="126659"/>
                  <a:pt x="233825" y="126659"/>
                </a:cubicBezTo>
                <a:cubicBezTo>
                  <a:pt x="221528" y="126659"/>
                  <a:pt x="211795" y="124174"/>
                  <a:pt x="204626" y="119202"/>
                </a:cubicBezTo>
                <a:cubicBezTo>
                  <a:pt x="197457" y="114230"/>
                  <a:pt x="192767" y="107478"/>
                  <a:pt x="190557" y="98947"/>
                </a:cubicBezTo>
                <a:close/>
                <a:moveTo>
                  <a:pt x="294918" y="124619"/>
                </a:moveTo>
                <a:lnTo>
                  <a:pt x="294918" y="0"/>
                </a:lnTo>
                <a:lnTo>
                  <a:pt x="318805" y="0"/>
                </a:lnTo>
                <a:lnTo>
                  <a:pt x="318805" y="66135"/>
                </a:lnTo>
                <a:lnTo>
                  <a:pt x="346772" y="34342"/>
                </a:lnTo>
                <a:lnTo>
                  <a:pt x="376184" y="34342"/>
                </a:lnTo>
                <a:lnTo>
                  <a:pt x="345327" y="67338"/>
                </a:lnTo>
                <a:lnTo>
                  <a:pt x="378394" y="124619"/>
                </a:lnTo>
                <a:lnTo>
                  <a:pt x="352637" y="124619"/>
                </a:lnTo>
                <a:lnTo>
                  <a:pt x="329941" y="84060"/>
                </a:lnTo>
                <a:lnTo>
                  <a:pt x="318805" y="95717"/>
                </a:lnTo>
                <a:lnTo>
                  <a:pt x="318805" y="124619"/>
                </a:lnTo>
                <a:lnTo>
                  <a:pt x="294918" y="124619"/>
                </a:lnTo>
                <a:close/>
                <a:moveTo>
                  <a:pt x="441046" y="0"/>
                </a:moveTo>
                <a:lnTo>
                  <a:pt x="487034" y="0"/>
                </a:lnTo>
                <a:cubicBezTo>
                  <a:pt x="497405" y="0"/>
                  <a:pt x="505311" y="793"/>
                  <a:pt x="510751" y="2380"/>
                </a:cubicBezTo>
                <a:cubicBezTo>
                  <a:pt x="518062" y="4534"/>
                  <a:pt x="524324" y="8359"/>
                  <a:pt x="529537" y="13856"/>
                </a:cubicBezTo>
                <a:cubicBezTo>
                  <a:pt x="534751" y="19353"/>
                  <a:pt x="538718" y="26083"/>
                  <a:pt x="541438" y="34045"/>
                </a:cubicBezTo>
                <a:cubicBezTo>
                  <a:pt x="544159" y="42007"/>
                  <a:pt x="545519" y="51825"/>
                  <a:pt x="545519" y="63500"/>
                </a:cubicBezTo>
                <a:cubicBezTo>
                  <a:pt x="545519" y="73757"/>
                  <a:pt x="544244" y="82598"/>
                  <a:pt x="541693" y="90021"/>
                </a:cubicBezTo>
                <a:cubicBezTo>
                  <a:pt x="538576" y="99089"/>
                  <a:pt x="534128" y="106428"/>
                  <a:pt x="528347" y="112038"/>
                </a:cubicBezTo>
                <a:cubicBezTo>
                  <a:pt x="523984" y="116288"/>
                  <a:pt x="518090" y="119604"/>
                  <a:pt x="510666" y="121984"/>
                </a:cubicBezTo>
                <a:cubicBezTo>
                  <a:pt x="505112" y="123741"/>
                  <a:pt x="497688" y="124619"/>
                  <a:pt x="488394" y="124619"/>
                </a:cubicBezTo>
                <a:lnTo>
                  <a:pt x="441046" y="124619"/>
                </a:lnTo>
                <a:lnTo>
                  <a:pt x="441046" y="0"/>
                </a:lnTo>
                <a:moveTo>
                  <a:pt x="466208" y="21082"/>
                </a:moveTo>
                <a:lnTo>
                  <a:pt x="466208" y="103537"/>
                </a:lnTo>
                <a:lnTo>
                  <a:pt x="484994" y="103537"/>
                </a:lnTo>
                <a:cubicBezTo>
                  <a:pt x="492021" y="103537"/>
                  <a:pt x="497093" y="103141"/>
                  <a:pt x="500210" y="102347"/>
                </a:cubicBezTo>
                <a:cubicBezTo>
                  <a:pt x="504291" y="101329"/>
                  <a:pt x="507677" y="99603"/>
                  <a:pt x="510369" y="97170"/>
                </a:cubicBezTo>
                <a:cubicBezTo>
                  <a:pt x="513060" y="94735"/>
                  <a:pt x="515256" y="90729"/>
                  <a:pt x="516957" y="85152"/>
                </a:cubicBezTo>
                <a:cubicBezTo>
                  <a:pt x="518657" y="79575"/>
                  <a:pt x="519507" y="71975"/>
                  <a:pt x="519507" y="62352"/>
                </a:cubicBezTo>
                <a:cubicBezTo>
                  <a:pt x="519507" y="52729"/>
                  <a:pt x="518657" y="45341"/>
                  <a:pt x="516957" y="40189"/>
                </a:cubicBezTo>
                <a:cubicBezTo>
                  <a:pt x="515256" y="35038"/>
                  <a:pt x="512876" y="31018"/>
                  <a:pt x="509816" y="28132"/>
                </a:cubicBezTo>
                <a:cubicBezTo>
                  <a:pt x="506756" y="25243"/>
                  <a:pt x="502874" y="23290"/>
                  <a:pt x="498170" y="22272"/>
                </a:cubicBezTo>
                <a:cubicBezTo>
                  <a:pt x="494657" y="21478"/>
                  <a:pt x="487771" y="21082"/>
                  <a:pt x="477514" y="21082"/>
                </a:cubicBezTo>
                <a:lnTo>
                  <a:pt x="466208" y="21082"/>
                </a:lnTo>
                <a:close/>
                <a:moveTo>
                  <a:pt x="566911" y="0"/>
                </a:moveTo>
                <a:lnTo>
                  <a:pt x="616725" y="0"/>
                </a:lnTo>
                <a:cubicBezTo>
                  <a:pt x="626586" y="0"/>
                  <a:pt x="633939" y="411"/>
                  <a:pt x="638784" y="1233"/>
                </a:cubicBezTo>
                <a:cubicBezTo>
                  <a:pt x="643629" y="2053"/>
                  <a:pt x="647965" y="3764"/>
                  <a:pt x="651790" y="6367"/>
                </a:cubicBezTo>
                <a:cubicBezTo>
                  <a:pt x="655615" y="8969"/>
                  <a:pt x="658803" y="12435"/>
                  <a:pt x="661353" y="16765"/>
                </a:cubicBezTo>
                <a:cubicBezTo>
                  <a:pt x="663903" y="21093"/>
                  <a:pt x="665178" y="25945"/>
                  <a:pt x="665178" y="31322"/>
                </a:cubicBezTo>
                <a:cubicBezTo>
                  <a:pt x="665178" y="37150"/>
                  <a:pt x="663606" y="42498"/>
                  <a:pt x="660460" y="47364"/>
                </a:cubicBezTo>
                <a:cubicBezTo>
                  <a:pt x="657315" y="52231"/>
                  <a:pt x="653051" y="55881"/>
                  <a:pt x="647667" y="58314"/>
                </a:cubicBezTo>
                <a:cubicBezTo>
                  <a:pt x="655261" y="60528"/>
                  <a:pt x="661098" y="64302"/>
                  <a:pt x="665178" y="69636"/>
                </a:cubicBezTo>
                <a:cubicBezTo>
                  <a:pt x="669259" y="74968"/>
                  <a:pt x="671299" y="81238"/>
                  <a:pt x="671299" y="88446"/>
                </a:cubicBezTo>
                <a:cubicBezTo>
                  <a:pt x="671299" y="94120"/>
                  <a:pt x="669981" y="99639"/>
                  <a:pt x="667346" y="105001"/>
                </a:cubicBezTo>
                <a:cubicBezTo>
                  <a:pt x="664711" y="110362"/>
                  <a:pt x="661112" y="114646"/>
                  <a:pt x="656550" y="117853"/>
                </a:cubicBezTo>
                <a:cubicBezTo>
                  <a:pt x="651988" y="121058"/>
                  <a:pt x="646364" y="123030"/>
                  <a:pt x="639676" y="123769"/>
                </a:cubicBezTo>
                <a:cubicBezTo>
                  <a:pt x="635483" y="124222"/>
                  <a:pt x="625367" y="124506"/>
                  <a:pt x="609329" y="124619"/>
                </a:cubicBezTo>
                <a:lnTo>
                  <a:pt x="566911" y="124619"/>
                </a:lnTo>
                <a:lnTo>
                  <a:pt x="566911" y="0"/>
                </a:lnTo>
                <a:moveTo>
                  <a:pt x="592073" y="20741"/>
                </a:moveTo>
                <a:lnTo>
                  <a:pt x="592073" y="49474"/>
                </a:lnTo>
                <a:lnTo>
                  <a:pt x="608564" y="49474"/>
                </a:lnTo>
                <a:cubicBezTo>
                  <a:pt x="618368" y="49474"/>
                  <a:pt x="624460" y="49332"/>
                  <a:pt x="626841" y="49049"/>
                </a:cubicBezTo>
                <a:cubicBezTo>
                  <a:pt x="631148" y="48540"/>
                  <a:pt x="634534" y="47058"/>
                  <a:pt x="636999" y="44602"/>
                </a:cubicBezTo>
                <a:cubicBezTo>
                  <a:pt x="639464" y="42144"/>
                  <a:pt x="640697" y="38908"/>
                  <a:pt x="640697" y="34895"/>
                </a:cubicBezTo>
                <a:cubicBezTo>
                  <a:pt x="640697" y="31054"/>
                  <a:pt x="639634" y="27932"/>
                  <a:pt x="637509" y="25531"/>
                </a:cubicBezTo>
                <a:cubicBezTo>
                  <a:pt x="635384" y="23130"/>
                  <a:pt x="632224" y="21675"/>
                  <a:pt x="628031" y="21167"/>
                </a:cubicBezTo>
                <a:cubicBezTo>
                  <a:pt x="625537" y="20883"/>
                  <a:pt x="618368" y="20741"/>
                  <a:pt x="606524" y="20741"/>
                </a:cubicBezTo>
                <a:lnTo>
                  <a:pt x="592073" y="20741"/>
                </a:lnTo>
                <a:moveTo>
                  <a:pt x="592073" y="70215"/>
                </a:moveTo>
                <a:lnTo>
                  <a:pt x="592073" y="103537"/>
                </a:lnTo>
                <a:lnTo>
                  <a:pt x="615365" y="103537"/>
                </a:lnTo>
                <a:cubicBezTo>
                  <a:pt x="624432" y="103537"/>
                  <a:pt x="630184" y="103282"/>
                  <a:pt x="632621" y="102772"/>
                </a:cubicBezTo>
                <a:cubicBezTo>
                  <a:pt x="636361" y="102092"/>
                  <a:pt x="639407" y="100435"/>
                  <a:pt x="641759" y="97800"/>
                </a:cubicBezTo>
                <a:cubicBezTo>
                  <a:pt x="644111" y="95164"/>
                  <a:pt x="645287" y="91637"/>
                  <a:pt x="645287" y="87216"/>
                </a:cubicBezTo>
                <a:cubicBezTo>
                  <a:pt x="645287" y="83476"/>
                  <a:pt x="644380" y="80302"/>
                  <a:pt x="642567" y="77696"/>
                </a:cubicBezTo>
                <a:cubicBezTo>
                  <a:pt x="640753" y="75089"/>
                  <a:pt x="638132" y="73190"/>
                  <a:pt x="634704" y="72000"/>
                </a:cubicBezTo>
                <a:cubicBezTo>
                  <a:pt x="631275" y="70810"/>
                  <a:pt x="623837" y="70215"/>
                  <a:pt x="612390" y="70215"/>
                </a:cubicBezTo>
                <a:lnTo>
                  <a:pt x="592073" y="70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6bdfe2bc24108"/>
          <a:stretch xmlns:a="http://schemas.openxmlformats.org/drawingml/2006/main"/>
        </p:blipFill>
        <p:spPr>
          <a:xfrm xmlns:a="http://schemas.openxmlformats.org/drawingml/2006/main">
            <a:off x="6859855" y="3781659"/>
            <a:ext cx="319170" cy="319170"/>
          </a:xfrm>
          <a:prstGeom xmlns:a="http://schemas.openxmlformats.org/drawingml/2006/main" prst="rect">
            <a:avLst/>
          </a:prstGeom>
        </p:spPr>
      </p:pic>
      <p:sp>
        <p:nvSpPr>
          <p:cNvPr id="247" name="Text Expected">
            <a:extLst xmlns:a="http://schemas.openxmlformats.org/drawingml/2006/main">
              <a:ext uri="{FF2B5EF4-FFF2-40B4-BE49-F238E27FC236}">
                <a16:creationId xmlns:a16="http://schemas.microsoft.com/office/drawing/2014/main" id="{5DA91FB9-E40E-4814-BC57-87AA85C8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4929" y="3867402"/>
            <a:ext cx="750271" cy="158961"/>
          </a:xfrm>
          <a:custGeom xmlns:a="http://schemas.openxmlformats.org/drawingml/2006/main">
            <a:pathLst>
              <a:path w="750271" h="158961">
                <a:moveTo>
                  <a:pt x="0" y="124619"/>
                </a:moveTo>
                <a:lnTo>
                  <a:pt x="0" y="0"/>
                </a:lnTo>
                <a:lnTo>
                  <a:pt x="92402" y="0"/>
                </a:lnTo>
                <a:lnTo>
                  <a:pt x="92402" y="21082"/>
                </a:lnTo>
                <a:lnTo>
                  <a:pt x="25162" y="21082"/>
                </a:lnTo>
                <a:lnTo>
                  <a:pt x="25162" y="48623"/>
                </a:lnTo>
                <a:lnTo>
                  <a:pt x="87726" y="48623"/>
                </a:lnTo>
                <a:lnTo>
                  <a:pt x="87726" y="69705"/>
                </a:lnTo>
                <a:lnTo>
                  <a:pt x="25162" y="69705"/>
                </a:lnTo>
                <a:lnTo>
                  <a:pt x="25162" y="103537"/>
                </a:lnTo>
                <a:lnTo>
                  <a:pt x="94782" y="103537"/>
                </a:lnTo>
                <a:lnTo>
                  <a:pt x="94782" y="124619"/>
                </a:lnTo>
                <a:lnTo>
                  <a:pt x="0" y="124619"/>
                </a:lnTo>
                <a:close/>
                <a:moveTo>
                  <a:pt x="104474" y="124619"/>
                </a:moveTo>
                <a:lnTo>
                  <a:pt x="137031" y="78121"/>
                </a:lnTo>
                <a:lnTo>
                  <a:pt x="105834" y="34342"/>
                </a:lnTo>
                <a:lnTo>
                  <a:pt x="134991" y="34342"/>
                </a:lnTo>
                <a:lnTo>
                  <a:pt x="150972" y="59164"/>
                </a:lnTo>
                <a:lnTo>
                  <a:pt x="167804" y="34342"/>
                </a:lnTo>
                <a:lnTo>
                  <a:pt x="195856" y="34342"/>
                </a:lnTo>
                <a:lnTo>
                  <a:pt x="165253" y="77101"/>
                </a:lnTo>
                <a:lnTo>
                  <a:pt x="198661" y="124619"/>
                </a:lnTo>
                <a:lnTo>
                  <a:pt x="169334" y="124619"/>
                </a:lnTo>
                <a:lnTo>
                  <a:pt x="150972" y="96652"/>
                </a:lnTo>
                <a:lnTo>
                  <a:pt x="132441" y="124619"/>
                </a:lnTo>
                <a:lnTo>
                  <a:pt x="104474" y="124619"/>
                </a:lnTo>
                <a:close/>
                <a:moveTo>
                  <a:pt x="212065" y="34342"/>
                </a:moveTo>
                <a:lnTo>
                  <a:pt x="234337" y="34342"/>
                </a:lnTo>
                <a:lnTo>
                  <a:pt x="234337" y="47603"/>
                </a:lnTo>
                <a:cubicBezTo>
                  <a:pt x="237227" y="43070"/>
                  <a:pt x="241137" y="39386"/>
                  <a:pt x="246068" y="36553"/>
                </a:cubicBezTo>
                <a:cubicBezTo>
                  <a:pt x="250998" y="33719"/>
                  <a:pt x="256467" y="32302"/>
                  <a:pt x="262474" y="32302"/>
                </a:cubicBezTo>
                <a:cubicBezTo>
                  <a:pt x="272958" y="32302"/>
                  <a:pt x="281855" y="36411"/>
                  <a:pt x="289166" y="44628"/>
                </a:cubicBezTo>
                <a:cubicBezTo>
                  <a:pt x="296476" y="52845"/>
                  <a:pt x="300132" y="64293"/>
                  <a:pt x="300132" y="78971"/>
                </a:cubicBezTo>
                <a:cubicBezTo>
                  <a:pt x="300132" y="94045"/>
                  <a:pt x="296448" y="105762"/>
                  <a:pt x="289081" y="114121"/>
                </a:cubicBezTo>
                <a:cubicBezTo>
                  <a:pt x="281714" y="122480"/>
                  <a:pt x="272788" y="126659"/>
                  <a:pt x="262304" y="126659"/>
                </a:cubicBezTo>
                <a:cubicBezTo>
                  <a:pt x="257317" y="126659"/>
                  <a:pt x="252798" y="125667"/>
                  <a:pt x="248746" y="123684"/>
                </a:cubicBezTo>
                <a:cubicBezTo>
                  <a:pt x="244694" y="121700"/>
                  <a:pt x="240429" y="118300"/>
                  <a:pt x="235952" y="113483"/>
                </a:cubicBezTo>
                <a:lnTo>
                  <a:pt x="235952" y="158961"/>
                </a:lnTo>
                <a:lnTo>
                  <a:pt x="212065" y="158961"/>
                </a:lnTo>
                <a:lnTo>
                  <a:pt x="212065" y="34342"/>
                </a:lnTo>
                <a:moveTo>
                  <a:pt x="235697" y="77911"/>
                </a:moveTo>
                <a:cubicBezTo>
                  <a:pt x="235697" y="88039"/>
                  <a:pt x="237709" y="95522"/>
                  <a:pt x="241733" y="100360"/>
                </a:cubicBezTo>
                <a:cubicBezTo>
                  <a:pt x="245756" y="105199"/>
                  <a:pt x="250658" y="107618"/>
                  <a:pt x="256439" y="107618"/>
                </a:cubicBezTo>
                <a:cubicBezTo>
                  <a:pt x="261992" y="107618"/>
                  <a:pt x="266611" y="105397"/>
                  <a:pt x="270295" y="100955"/>
                </a:cubicBezTo>
                <a:cubicBezTo>
                  <a:pt x="273978" y="96514"/>
                  <a:pt x="275820" y="89228"/>
                  <a:pt x="275820" y="79098"/>
                </a:cubicBezTo>
                <a:cubicBezTo>
                  <a:pt x="275820" y="69648"/>
                  <a:pt x="273922" y="62632"/>
                  <a:pt x="270125" y="58049"/>
                </a:cubicBezTo>
                <a:cubicBezTo>
                  <a:pt x="266328" y="53465"/>
                  <a:pt x="261624" y="51174"/>
                  <a:pt x="256014" y="51174"/>
                </a:cubicBezTo>
                <a:cubicBezTo>
                  <a:pt x="250176" y="51174"/>
                  <a:pt x="245331" y="53423"/>
                  <a:pt x="241478" y="57921"/>
                </a:cubicBezTo>
                <a:cubicBezTo>
                  <a:pt x="237624" y="62419"/>
                  <a:pt x="235697" y="69083"/>
                  <a:pt x="235697" y="77911"/>
                </a:cubicBezTo>
                <a:close/>
                <a:moveTo>
                  <a:pt x="371395" y="95887"/>
                </a:moveTo>
                <a:lnTo>
                  <a:pt x="395197" y="99967"/>
                </a:lnTo>
                <a:cubicBezTo>
                  <a:pt x="392136" y="108666"/>
                  <a:pt x="387305" y="115290"/>
                  <a:pt x="380703" y="119837"/>
                </a:cubicBezTo>
                <a:cubicBezTo>
                  <a:pt x="374101" y="124385"/>
                  <a:pt x="365841" y="126659"/>
                  <a:pt x="355924" y="126659"/>
                </a:cubicBezTo>
                <a:cubicBezTo>
                  <a:pt x="340226" y="126659"/>
                  <a:pt x="328609" y="121530"/>
                  <a:pt x="321071" y="111273"/>
                </a:cubicBezTo>
                <a:cubicBezTo>
                  <a:pt x="315121" y="103056"/>
                  <a:pt x="312146" y="92685"/>
                  <a:pt x="312146" y="80161"/>
                </a:cubicBezTo>
                <a:cubicBezTo>
                  <a:pt x="312146" y="65200"/>
                  <a:pt x="316056" y="53483"/>
                  <a:pt x="323877" y="45011"/>
                </a:cubicBezTo>
                <a:cubicBezTo>
                  <a:pt x="331697" y="36538"/>
                  <a:pt x="341586" y="32302"/>
                  <a:pt x="353544" y="32302"/>
                </a:cubicBezTo>
                <a:cubicBezTo>
                  <a:pt x="366975" y="32302"/>
                  <a:pt x="377572" y="36737"/>
                  <a:pt x="385336" y="45606"/>
                </a:cubicBezTo>
                <a:cubicBezTo>
                  <a:pt x="393100" y="54475"/>
                  <a:pt x="396812" y="68062"/>
                  <a:pt x="396472" y="86366"/>
                </a:cubicBezTo>
                <a:lnTo>
                  <a:pt x="336627" y="86366"/>
                </a:lnTo>
                <a:cubicBezTo>
                  <a:pt x="336797" y="93450"/>
                  <a:pt x="338724" y="98961"/>
                  <a:pt x="342408" y="102900"/>
                </a:cubicBezTo>
                <a:cubicBezTo>
                  <a:pt x="346091" y="106839"/>
                  <a:pt x="350682" y="108808"/>
                  <a:pt x="356179" y="108808"/>
                </a:cubicBezTo>
                <a:cubicBezTo>
                  <a:pt x="359919" y="108808"/>
                  <a:pt x="363064" y="107788"/>
                  <a:pt x="365615" y="105748"/>
                </a:cubicBezTo>
                <a:cubicBezTo>
                  <a:pt x="368165" y="103707"/>
                  <a:pt x="370092" y="100421"/>
                  <a:pt x="371395" y="95887"/>
                </a:cubicBezTo>
                <a:moveTo>
                  <a:pt x="372755" y="71745"/>
                </a:moveTo>
                <a:cubicBezTo>
                  <a:pt x="372585" y="64860"/>
                  <a:pt x="370800" y="59625"/>
                  <a:pt x="367400" y="56040"/>
                </a:cubicBezTo>
                <a:cubicBezTo>
                  <a:pt x="363999" y="52456"/>
                  <a:pt x="359862" y="50664"/>
                  <a:pt x="354989" y="50664"/>
                </a:cubicBezTo>
                <a:cubicBezTo>
                  <a:pt x="349775" y="50664"/>
                  <a:pt x="345468" y="52554"/>
                  <a:pt x="342068" y="56335"/>
                </a:cubicBezTo>
                <a:cubicBezTo>
                  <a:pt x="338668" y="60118"/>
                  <a:pt x="336996" y="65255"/>
                  <a:pt x="337052" y="71745"/>
                </a:cubicBezTo>
                <a:lnTo>
                  <a:pt x="372755" y="71745"/>
                </a:lnTo>
                <a:close/>
                <a:moveTo>
                  <a:pt x="494627" y="61034"/>
                </a:moveTo>
                <a:lnTo>
                  <a:pt x="471081" y="65285"/>
                </a:lnTo>
                <a:cubicBezTo>
                  <a:pt x="470287" y="60609"/>
                  <a:pt x="468488" y="57089"/>
                  <a:pt x="465683" y="54723"/>
                </a:cubicBezTo>
                <a:cubicBezTo>
                  <a:pt x="462878" y="52357"/>
                  <a:pt x="459236" y="51174"/>
                  <a:pt x="454760" y="51174"/>
                </a:cubicBezTo>
                <a:cubicBezTo>
                  <a:pt x="448809" y="51174"/>
                  <a:pt x="444063" y="53222"/>
                  <a:pt x="440521" y="57318"/>
                </a:cubicBezTo>
                <a:cubicBezTo>
                  <a:pt x="436979" y="61414"/>
                  <a:pt x="435208" y="68264"/>
                  <a:pt x="435208" y="77868"/>
                </a:cubicBezTo>
                <a:cubicBezTo>
                  <a:pt x="435208" y="88547"/>
                  <a:pt x="437007" y="96091"/>
                  <a:pt x="440606" y="100498"/>
                </a:cubicBezTo>
                <a:cubicBezTo>
                  <a:pt x="444205" y="104905"/>
                  <a:pt x="449036" y="107108"/>
                  <a:pt x="455100" y="107108"/>
                </a:cubicBezTo>
                <a:cubicBezTo>
                  <a:pt x="459633" y="107108"/>
                  <a:pt x="463345" y="105818"/>
                  <a:pt x="466235" y="103240"/>
                </a:cubicBezTo>
                <a:cubicBezTo>
                  <a:pt x="469126" y="100661"/>
                  <a:pt x="471166" y="96227"/>
                  <a:pt x="472356" y="89936"/>
                </a:cubicBezTo>
                <a:lnTo>
                  <a:pt x="495817" y="94017"/>
                </a:lnTo>
                <a:cubicBezTo>
                  <a:pt x="493381" y="104784"/>
                  <a:pt x="488705" y="112916"/>
                  <a:pt x="481791" y="118414"/>
                </a:cubicBezTo>
                <a:cubicBezTo>
                  <a:pt x="474878" y="123911"/>
                  <a:pt x="465612" y="126659"/>
                  <a:pt x="453994" y="126659"/>
                </a:cubicBezTo>
                <a:cubicBezTo>
                  <a:pt x="440790" y="126659"/>
                  <a:pt x="430264" y="122494"/>
                  <a:pt x="422415" y="114163"/>
                </a:cubicBezTo>
                <a:cubicBezTo>
                  <a:pt x="414566" y="105833"/>
                  <a:pt x="410641" y="94300"/>
                  <a:pt x="410641" y="79566"/>
                </a:cubicBezTo>
                <a:cubicBezTo>
                  <a:pt x="410641" y="64661"/>
                  <a:pt x="414580" y="53058"/>
                  <a:pt x="422457" y="44756"/>
                </a:cubicBezTo>
                <a:cubicBezTo>
                  <a:pt x="430334" y="36453"/>
                  <a:pt x="440989" y="32302"/>
                  <a:pt x="454419" y="32302"/>
                </a:cubicBezTo>
                <a:cubicBezTo>
                  <a:pt x="465414" y="32302"/>
                  <a:pt x="474155" y="34668"/>
                  <a:pt x="480644" y="39400"/>
                </a:cubicBezTo>
                <a:cubicBezTo>
                  <a:pt x="487133" y="44132"/>
                  <a:pt x="491794" y="51344"/>
                  <a:pt x="494627" y="61034"/>
                </a:cubicBezTo>
                <a:close/>
                <a:moveTo>
                  <a:pt x="554105" y="34342"/>
                </a:moveTo>
                <a:lnTo>
                  <a:pt x="554105" y="53384"/>
                </a:lnTo>
                <a:lnTo>
                  <a:pt x="537784" y="53384"/>
                </a:lnTo>
                <a:lnTo>
                  <a:pt x="537784" y="89708"/>
                </a:lnTo>
                <a:cubicBezTo>
                  <a:pt x="537784" y="97065"/>
                  <a:pt x="537940" y="101351"/>
                  <a:pt x="538252" y="102568"/>
                </a:cubicBezTo>
                <a:cubicBezTo>
                  <a:pt x="538563" y="103783"/>
                  <a:pt x="539272" y="104787"/>
                  <a:pt x="540377" y="105580"/>
                </a:cubicBezTo>
                <a:cubicBezTo>
                  <a:pt x="541482" y="106372"/>
                  <a:pt x="542828" y="106768"/>
                  <a:pt x="544415" y="106768"/>
                </a:cubicBezTo>
                <a:cubicBezTo>
                  <a:pt x="546625" y="106768"/>
                  <a:pt x="549827" y="106003"/>
                  <a:pt x="554020" y="104473"/>
                </a:cubicBezTo>
                <a:lnTo>
                  <a:pt x="556060" y="123073"/>
                </a:lnTo>
                <a:cubicBezTo>
                  <a:pt x="550507" y="125464"/>
                  <a:pt x="544216" y="126659"/>
                  <a:pt x="537189" y="126659"/>
                </a:cubicBezTo>
                <a:cubicBezTo>
                  <a:pt x="532882" y="126659"/>
                  <a:pt x="529000" y="125937"/>
                  <a:pt x="525543" y="124491"/>
                </a:cubicBezTo>
                <a:cubicBezTo>
                  <a:pt x="522086" y="123046"/>
                  <a:pt x="519550" y="121176"/>
                  <a:pt x="517935" y="118881"/>
                </a:cubicBezTo>
                <a:cubicBezTo>
                  <a:pt x="516320" y="116586"/>
                  <a:pt x="515201" y="113483"/>
                  <a:pt x="514577" y="109573"/>
                </a:cubicBezTo>
                <a:cubicBezTo>
                  <a:pt x="514067" y="106796"/>
                  <a:pt x="513812" y="101186"/>
                  <a:pt x="513812" y="92742"/>
                </a:cubicBezTo>
                <a:lnTo>
                  <a:pt x="513812" y="53384"/>
                </a:lnTo>
                <a:lnTo>
                  <a:pt x="502847" y="53384"/>
                </a:lnTo>
                <a:lnTo>
                  <a:pt x="502847" y="34342"/>
                </a:lnTo>
                <a:lnTo>
                  <a:pt x="513812" y="34342"/>
                </a:lnTo>
                <a:lnTo>
                  <a:pt x="513812" y="16321"/>
                </a:lnTo>
                <a:lnTo>
                  <a:pt x="537784" y="2210"/>
                </a:lnTo>
                <a:lnTo>
                  <a:pt x="537784" y="34342"/>
                </a:lnTo>
                <a:lnTo>
                  <a:pt x="554105" y="34342"/>
                </a:lnTo>
                <a:close/>
                <a:moveTo>
                  <a:pt x="622958" y="95887"/>
                </a:moveTo>
                <a:lnTo>
                  <a:pt x="646760" y="99967"/>
                </a:lnTo>
                <a:cubicBezTo>
                  <a:pt x="643700" y="108666"/>
                  <a:pt x="638869" y="115290"/>
                  <a:pt x="632267" y="119837"/>
                </a:cubicBezTo>
                <a:cubicBezTo>
                  <a:pt x="625664" y="124385"/>
                  <a:pt x="617405" y="126659"/>
                  <a:pt x="607487" y="126659"/>
                </a:cubicBezTo>
                <a:cubicBezTo>
                  <a:pt x="591789" y="126659"/>
                  <a:pt x="580172" y="121530"/>
                  <a:pt x="572635" y="111273"/>
                </a:cubicBezTo>
                <a:cubicBezTo>
                  <a:pt x="566684" y="103056"/>
                  <a:pt x="563709" y="92685"/>
                  <a:pt x="563709" y="80161"/>
                </a:cubicBezTo>
                <a:cubicBezTo>
                  <a:pt x="563709" y="65200"/>
                  <a:pt x="567619" y="53483"/>
                  <a:pt x="575440" y="45011"/>
                </a:cubicBezTo>
                <a:cubicBezTo>
                  <a:pt x="583261" y="36538"/>
                  <a:pt x="593150" y="32302"/>
                  <a:pt x="605107" y="32302"/>
                </a:cubicBezTo>
                <a:cubicBezTo>
                  <a:pt x="618538" y="32302"/>
                  <a:pt x="629135" y="36737"/>
                  <a:pt x="636899" y="45606"/>
                </a:cubicBezTo>
                <a:cubicBezTo>
                  <a:pt x="644663" y="54475"/>
                  <a:pt x="648375" y="68062"/>
                  <a:pt x="648035" y="86366"/>
                </a:cubicBezTo>
                <a:lnTo>
                  <a:pt x="588191" y="86366"/>
                </a:lnTo>
                <a:cubicBezTo>
                  <a:pt x="588361" y="93450"/>
                  <a:pt x="590288" y="98961"/>
                  <a:pt x="593971" y="102900"/>
                </a:cubicBezTo>
                <a:cubicBezTo>
                  <a:pt x="597655" y="106839"/>
                  <a:pt x="602245" y="108808"/>
                  <a:pt x="607742" y="108808"/>
                </a:cubicBezTo>
                <a:cubicBezTo>
                  <a:pt x="611483" y="108808"/>
                  <a:pt x="614628" y="107788"/>
                  <a:pt x="617178" y="105748"/>
                </a:cubicBezTo>
                <a:cubicBezTo>
                  <a:pt x="619728" y="103707"/>
                  <a:pt x="621655" y="100421"/>
                  <a:pt x="622958" y="95887"/>
                </a:cubicBezTo>
                <a:moveTo>
                  <a:pt x="624318" y="71745"/>
                </a:moveTo>
                <a:cubicBezTo>
                  <a:pt x="624148" y="64860"/>
                  <a:pt x="622363" y="59625"/>
                  <a:pt x="618963" y="56040"/>
                </a:cubicBezTo>
                <a:cubicBezTo>
                  <a:pt x="615563" y="52456"/>
                  <a:pt x="611426" y="50664"/>
                  <a:pt x="606552" y="50664"/>
                </a:cubicBezTo>
                <a:cubicBezTo>
                  <a:pt x="601338" y="50664"/>
                  <a:pt x="597032" y="52554"/>
                  <a:pt x="593631" y="56335"/>
                </a:cubicBezTo>
                <a:cubicBezTo>
                  <a:pt x="590231" y="60118"/>
                  <a:pt x="588559" y="65255"/>
                  <a:pt x="588616" y="71745"/>
                </a:cubicBezTo>
                <a:lnTo>
                  <a:pt x="624318" y="71745"/>
                </a:lnTo>
                <a:close/>
                <a:moveTo>
                  <a:pt x="750271" y="124619"/>
                </a:moveTo>
                <a:lnTo>
                  <a:pt x="728085" y="124619"/>
                </a:lnTo>
                <a:lnTo>
                  <a:pt x="728085" y="111358"/>
                </a:lnTo>
                <a:cubicBezTo>
                  <a:pt x="724401" y="116515"/>
                  <a:pt x="720051" y="120354"/>
                  <a:pt x="715036" y="122876"/>
                </a:cubicBezTo>
                <a:cubicBezTo>
                  <a:pt x="710021" y="125398"/>
                  <a:pt x="704963" y="126659"/>
                  <a:pt x="699862" y="126659"/>
                </a:cubicBezTo>
                <a:cubicBezTo>
                  <a:pt x="689492" y="126659"/>
                  <a:pt x="680609" y="122480"/>
                  <a:pt x="673213" y="114121"/>
                </a:cubicBezTo>
                <a:cubicBezTo>
                  <a:pt x="665818" y="105762"/>
                  <a:pt x="662120" y="94102"/>
                  <a:pt x="662120" y="79141"/>
                </a:cubicBezTo>
                <a:cubicBezTo>
                  <a:pt x="662120" y="63840"/>
                  <a:pt x="665718" y="52208"/>
                  <a:pt x="672916" y="44246"/>
                </a:cubicBezTo>
                <a:cubicBezTo>
                  <a:pt x="680113" y="36283"/>
                  <a:pt x="689208" y="32302"/>
                  <a:pt x="700203" y="32302"/>
                </a:cubicBezTo>
                <a:cubicBezTo>
                  <a:pt x="710290" y="32302"/>
                  <a:pt x="719017" y="36496"/>
                  <a:pt x="726384" y="44883"/>
                </a:cubicBezTo>
                <a:lnTo>
                  <a:pt x="726384" y="0"/>
                </a:lnTo>
                <a:lnTo>
                  <a:pt x="750271" y="0"/>
                </a:lnTo>
                <a:lnTo>
                  <a:pt x="750271" y="124619"/>
                </a:lnTo>
                <a:moveTo>
                  <a:pt x="686517" y="77571"/>
                </a:moveTo>
                <a:cubicBezTo>
                  <a:pt x="686517" y="87191"/>
                  <a:pt x="687848" y="94150"/>
                  <a:pt x="690512" y="98450"/>
                </a:cubicBezTo>
                <a:cubicBezTo>
                  <a:pt x="694365" y="104675"/>
                  <a:pt x="699749" y="107788"/>
                  <a:pt x="706663" y="107788"/>
                </a:cubicBezTo>
                <a:cubicBezTo>
                  <a:pt x="712160" y="107788"/>
                  <a:pt x="716835" y="105454"/>
                  <a:pt x="720689" y="100785"/>
                </a:cubicBezTo>
                <a:cubicBezTo>
                  <a:pt x="724543" y="96117"/>
                  <a:pt x="726469" y="89143"/>
                  <a:pt x="726469" y="79863"/>
                </a:cubicBezTo>
                <a:cubicBezTo>
                  <a:pt x="726469" y="69507"/>
                  <a:pt x="724599" y="62051"/>
                  <a:pt x="720859" y="57496"/>
                </a:cubicBezTo>
                <a:cubicBezTo>
                  <a:pt x="717119" y="52941"/>
                  <a:pt x="712330" y="50664"/>
                  <a:pt x="706493" y="50664"/>
                </a:cubicBezTo>
                <a:cubicBezTo>
                  <a:pt x="700826" y="50664"/>
                  <a:pt x="696080" y="52913"/>
                  <a:pt x="692254" y="57411"/>
                </a:cubicBezTo>
                <a:cubicBezTo>
                  <a:pt x="688429" y="61909"/>
                  <a:pt x="686517" y="68629"/>
                  <a:pt x="686517" y="775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Instruction">
            <a:extLst xmlns:a="http://schemas.openxmlformats.org/drawingml/2006/main">
              <a:ext uri="{FF2B5EF4-FFF2-40B4-BE49-F238E27FC236}">
                <a16:creationId xmlns:a16="http://schemas.microsoft.com/office/drawing/2014/main" id="{D4588503-8C1D-4289-AD88-BDFE3847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5093" y="3867402"/>
            <a:ext cx="875876" cy="126659"/>
          </a:xfrm>
          <a:custGeom xmlns:a="http://schemas.openxmlformats.org/drawingml/2006/main">
            <a:pathLst>
              <a:path w="875876" h="126659">
                <a:moveTo>
                  <a:pt x="0" y="124619"/>
                </a:moveTo>
                <a:lnTo>
                  <a:pt x="0" y="0"/>
                </a:lnTo>
                <a:lnTo>
                  <a:pt x="25162" y="0"/>
                </a:lnTo>
                <a:lnTo>
                  <a:pt x="25162" y="124619"/>
                </a:lnTo>
                <a:lnTo>
                  <a:pt x="0" y="124619"/>
                </a:lnTo>
                <a:close/>
                <a:moveTo>
                  <a:pt x="131109" y="124619"/>
                </a:moveTo>
                <a:lnTo>
                  <a:pt x="107222" y="124619"/>
                </a:lnTo>
                <a:lnTo>
                  <a:pt x="107222" y="78599"/>
                </a:lnTo>
                <a:cubicBezTo>
                  <a:pt x="107222" y="68862"/>
                  <a:pt x="106712" y="62565"/>
                  <a:pt x="105692" y="59706"/>
                </a:cubicBezTo>
                <a:cubicBezTo>
                  <a:pt x="104672" y="56848"/>
                  <a:pt x="103014" y="54626"/>
                  <a:pt x="100719" y="53041"/>
                </a:cubicBezTo>
                <a:cubicBezTo>
                  <a:pt x="98424" y="51456"/>
                  <a:pt x="95661" y="50664"/>
                  <a:pt x="92431" y="50664"/>
                </a:cubicBezTo>
                <a:cubicBezTo>
                  <a:pt x="88294" y="50664"/>
                  <a:pt x="84582" y="51796"/>
                  <a:pt x="81295" y="54061"/>
                </a:cubicBezTo>
                <a:cubicBezTo>
                  <a:pt x="78008" y="56325"/>
                  <a:pt x="75756" y="59325"/>
                  <a:pt x="74537" y="63061"/>
                </a:cubicBezTo>
                <a:cubicBezTo>
                  <a:pt x="73319" y="66796"/>
                  <a:pt x="72710" y="73702"/>
                  <a:pt x="72710" y="83779"/>
                </a:cubicBezTo>
                <a:lnTo>
                  <a:pt x="72710" y="124619"/>
                </a:lnTo>
                <a:lnTo>
                  <a:pt x="48823" y="124619"/>
                </a:lnTo>
                <a:lnTo>
                  <a:pt x="48823" y="34342"/>
                </a:lnTo>
                <a:lnTo>
                  <a:pt x="71009" y="34342"/>
                </a:lnTo>
                <a:lnTo>
                  <a:pt x="71009" y="47603"/>
                </a:lnTo>
                <a:cubicBezTo>
                  <a:pt x="78887" y="37403"/>
                  <a:pt x="88804" y="32302"/>
                  <a:pt x="100762" y="32302"/>
                </a:cubicBezTo>
                <a:cubicBezTo>
                  <a:pt x="106032" y="32302"/>
                  <a:pt x="110849" y="33252"/>
                  <a:pt x="115213" y="35150"/>
                </a:cubicBezTo>
                <a:cubicBezTo>
                  <a:pt x="119576" y="37048"/>
                  <a:pt x="122877" y="39471"/>
                  <a:pt x="125116" y="42418"/>
                </a:cubicBezTo>
                <a:cubicBezTo>
                  <a:pt x="127354" y="45365"/>
                  <a:pt x="128913" y="48709"/>
                  <a:pt x="129791" y="52449"/>
                </a:cubicBezTo>
                <a:cubicBezTo>
                  <a:pt x="130670" y="56189"/>
                  <a:pt x="131109" y="61544"/>
                  <a:pt x="131109" y="68515"/>
                </a:cubicBezTo>
                <a:lnTo>
                  <a:pt x="131109" y="124619"/>
                </a:lnTo>
                <a:close/>
                <a:moveTo>
                  <a:pt x="146948" y="98947"/>
                </a:moveTo>
                <a:lnTo>
                  <a:pt x="170919" y="95207"/>
                </a:lnTo>
                <a:cubicBezTo>
                  <a:pt x="171939" y="99826"/>
                  <a:pt x="174008" y="103332"/>
                  <a:pt x="177125" y="105726"/>
                </a:cubicBezTo>
                <a:cubicBezTo>
                  <a:pt x="180242" y="108121"/>
                  <a:pt x="184605" y="109318"/>
                  <a:pt x="190216" y="109318"/>
                </a:cubicBezTo>
                <a:cubicBezTo>
                  <a:pt x="196393" y="109318"/>
                  <a:pt x="201040" y="108186"/>
                  <a:pt x="204157" y="105923"/>
                </a:cubicBezTo>
                <a:cubicBezTo>
                  <a:pt x="206254" y="104338"/>
                  <a:pt x="207302" y="102215"/>
                  <a:pt x="207302" y="99555"/>
                </a:cubicBezTo>
                <a:cubicBezTo>
                  <a:pt x="207302" y="97744"/>
                  <a:pt x="206735" y="96244"/>
                  <a:pt x="205602" y="95055"/>
                </a:cubicBezTo>
                <a:cubicBezTo>
                  <a:pt x="204412" y="93924"/>
                  <a:pt x="201748" y="92877"/>
                  <a:pt x="197611" y="91916"/>
                </a:cubicBezTo>
                <a:cubicBezTo>
                  <a:pt x="178343" y="87672"/>
                  <a:pt x="166131" y="83796"/>
                  <a:pt x="160974" y="80286"/>
                </a:cubicBezTo>
                <a:cubicBezTo>
                  <a:pt x="153833" y="75415"/>
                  <a:pt x="150263" y="68650"/>
                  <a:pt x="150263" y="59988"/>
                </a:cubicBezTo>
                <a:cubicBezTo>
                  <a:pt x="150263" y="52174"/>
                  <a:pt x="153351" y="45607"/>
                  <a:pt x="159529" y="40285"/>
                </a:cubicBezTo>
                <a:cubicBezTo>
                  <a:pt x="165706" y="34963"/>
                  <a:pt x="175283" y="32302"/>
                  <a:pt x="188261" y="32302"/>
                </a:cubicBezTo>
                <a:cubicBezTo>
                  <a:pt x="200615" y="32302"/>
                  <a:pt x="209796" y="34307"/>
                  <a:pt x="215803" y="38317"/>
                </a:cubicBezTo>
                <a:cubicBezTo>
                  <a:pt x="221810" y="42326"/>
                  <a:pt x="225947" y="48255"/>
                  <a:pt x="228214" y="56104"/>
                </a:cubicBezTo>
                <a:lnTo>
                  <a:pt x="205687" y="60354"/>
                </a:lnTo>
                <a:cubicBezTo>
                  <a:pt x="204724" y="56841"/>
                  <a:pt x="202896" y="54149"/>
                  <a:pt x="200204" y="52279"/>
                </a:cubicBezTo>
                <a:cubicBezTo>
                  <a:pt x="197512" y="50409"/>
                  <a:pt x="193673" y="49474"/>
                  <a:pt x="188686" y="49474"/>
                </a:cubicBezTo>
                <a:cubicBezTo>
                  <a:pt x="182395" y="49474"/>
                  <a:pt x="177890" y="50351"/>
                  <a:pt x="175170" y="52106"/>
                </a:cubicBezTo>
                <a:cubicBezTo>
                  <a:pt x="173356" y="53349"/>
                  <a:pt x="172450" y="54962"/>
                  <a:pt x="172450" y="56943"/>
                </a:cubicBezTo>
                <a:cubicBezTo>
                  <a:pt x="172450" y="58640"/>
                  <a:pt x="173243" y="60082"/>
                  <a:pt x="174830" y="61271"/>
                </a:cubicBezTo>
                <a:cubicBezTo>
                  <a:pt x="176983" y="62856"/>
                  <a:pt x="184421" y="65092"/>
                  <a:pt x="197144" y="67978"/>
                </a:cubicBezTo>
                <a:cubicBezTo>
                  <a:pt x="209866" y="70865"/>
                  <a:pt x="218750" y="74406"/>
                  <a:pt x="223793" y="78601"/>
                </a:cubicBezTo>
                <a:cubicBezTo>
                  <a:pt x="228780" y="82855"/>
                  <a:pt x="231274" y="88781"/>
                  <a:pt x="231274" y="96378"/>
                </a:cubicBezTo>
                <a:cubicBezTo>
                  <a:pt x="231274" y="104658"/>
                  <a:pt x="227817" y="111774"/>
                  <a:pt x="220903" y="117728"/>
                </a:cubicBezTo>
                <a:cubicBezTo>
                  <a:pt x="213989" y="123682"/>
                  <a:pt x="203760" y="126659"/>
                  <a:pt x="190216" y="126659"/>
                </a:cubicBezTo>
                <a:cubicBezTo>
                  <a:pt x="177918" y="126659"/>
                  <a:pt x="168185" y="124174"/>
                  <a:pt x="161016" y="119202"/>
                </a:cubicBezTo>
                <a:cubicBezTo>
                  <a:pt x="153847" y="114230"/>
                  <a:pt x="149158" y="107478"/>
                  <a:pt x="146948" y="98947"/>
                </a:cubicBezTo>
                <a:close/>
                <a:moveTo>
                  <a:pt x="293557" y="34342"/>
                </a:moveTo>
                <a:lnTo>
                  <a:pt x="293557" y="53384"/>
                </a:lnTo>
                <a:lnTo>
                  <a:pt x="277236" y="53384"/>
                </a:lnTo>
                <a:lnTo>
                  <a:pt x="277236" y="89708"/>
                </a:lnTo>
                <a:cubicBezTo>
                  <a:pt x="277236" y="97065"/>
                  <a:pt x="277391" y="101351"/>
                  <a:pt x="277703" y="102568"/>
                </a:cubicBezTo>
                <a:cubicBezTo>
                  <a:pt x="278015" y="103783"/>
                  <a:pt x="278723" y="104787"/>
                  <a:pt x="279828" y="105580"/>
                </a:cubicBezTo>
                <a:cubicBezTo>
                  <a:pt x="280933" y="106372"/>
                  <a:pt x="282279" y="106768"/>
                  <a:pt x="283866" y="106768"/>
                </a:cubicBezTo>
                <a:cubicBezTo>
                  <a:pt x="286076" y="106768"/>
                  <a:pt x="289278" y="106003"/>
                  <a:pt x="293472" y="104473"/>
                </a:cubicBezTo>
                <a:lnTo>
                  <a:pt x="295512" y="123073"/>
                </a:lnTo>
                <a:cubicBezTo>
                  <a:pt x="289958" y="125464"/>
                  <a:pt x="283668" y="126659"/>
                  <a:pt x="276641" y="126659"/>
                </a:cubicBezTo>
                <a:cubicBezTo>
                  <a:pt x="272334" y="126659"/>
                  <a:pt x="268452" y="125937"/>
                  <a:pt x="264995" y="124491"/>
                </a:cubicBezTo>
                <a:cubicBezTo>
                  <a:pt x="261538" y="123046"/>
                  <a:pt x="259002" y="121176"/>
                  <a:pt x="257387" y="118881"/>
                </a:cubicBezTo>
                <a:cubicBezTo>
                  <a:pt x="255772" y="116586"/>
                  <a:pt x="254652" y="113483"/>
                  <a:pt x="254029" y="109573"/>
                </a:cubicBezTo>
                <a:cubicBezTo>
                  <a:pt x="253519" y="106796"/>
                  <a:pt x="253264" y="101186"/>
                  <a:pt x="253264" y="92742"/>
                </a:cubicBezTo>
                <a:lnTo>
                  <a:pt x="253264" y="53384"/>
                </a:lnTo>
                <a:lnTo>
                  <a:pt x="242298" y="53384"/>
                </a:lnTo>
                <a:lnTo>
                  <a:pt x="242298" y="34342"/>
                </a:lnTo>
                <a:lnTo>
                  <a:pt x="253264" y="34342"/>
                </a:lnTo>
                <a:lnTo>
                  <a:pt x="253264" y="16321"/>
                </a:lnTo>
                <a:lnTo>
                  <a:pt x="277236" y="2210"/>
                </a:lnTo>
                <a:lnTo>
                  <a:pt x="277236" y="34342"/>
                </a:lnTo>
                <a:lnTo>
                  <a:pt x="293557" y="34342"/>
                </a:lnTo>
                <a:close/>
                <a:moveTo>
                  <a:pt x="332998" y="124619"/>
                </a:moveTo>
                <a:lnTo>
                  <a:pt x="309111" y="124619"/>
                </a:lnTo>
                <a:lnTo>
                  <a:pt x="309111" y="34342"/>
                </a:lnTo>
                <a:lnTo>
                  <a:pt x="331298" y="34342"/>
                </a:lnTo>
                <a:lnTo>
                  <a:pt x="331298" y="47178"/>
                </a:lnTo>
                <a:cubicBezTo>
                  <a:pt x="335095" y="41115"/>
                  <a:pt x="338509" y="37119"/>
                  <a:pt x="341541" y="35193"/>
                </a:cubicBezTo>
                <a:cubicBezTo>
                  <a:pt x="344573" y="33266"/>
                  <a:pt x="348016" y="32302"/>
                  <a:pt x="351870" y="32302"/>
                </a:cubicBezTo>
                <a:cubicBezTo>
                  <a:pt x="357310" y="32302"/>
                  <a:pt x="362552" y="33804"/>
                  <a:pt x="367596" y="36808"/>
                </a:cubicBezTo>
                <a:lnTo>
                  <a:pt x="360200" y="57634"/>
                </a:lnTo>
                <a:cubicBezTo>
                  <a:pt x="356176" y="55027"/>
                  <a:pt x="352436" y="53724"/>
                  <a:pt x="348979" y="53724"/>
                </a:cubicBezTo>
                <a:cubicBezTo>
                  <a:pt x="345636" y="53724"/>
                  <a:pt x="342802" y="54645"/>
                  <a:pt x="340479" y="56487"/>
                </a:cubicBezTo>
                <a:cubicBezTo>
                  <a:pt x="338155" y="58328"/>
                  <a:pt x="336328" y="61658"/>
                  <a:pt x="334996" y="66475"/>
                </a:cubicBezTo>
                <a:cubicBezTo>
                  <a:pt x="333664" y="71292"/>
                  <a:pt x="332998" y="81379"/>
                  <a:pt x="332998" y="96737"/>
                </a:cubicBezTo>
                <a:lnTo>
                  <a:pt x="332998" y="124619"/>
                </a:lnTo>
                <a:close/>
                <a:moveTo>
                  <a:pt x="437273" y="124619"/>
                </a:moveTo>
                <a:lnTo>
                  <a:pt x="437273" y="111103"/>
                </a:lnTo>
                <a:cubicBezTo>
                  <a:pt x="433986" y="115920"/>
                  <a:pt x="429665" y="119717"/>
                  <a:pt x="424309" y="122494"/>
                </a:cubicBezTo>
                <a:cubicBezTo>
                  <a:pt x="418954" y="125271"/>
                  <a:pt x="413301" y="126659"/>
                  <a:pt x="407351" y="126659"/>
                </a:cubicBezTo>
                <a:cubicBezTo>
                  <a:pt x="401287" y="126659"/>
                  <a:pt x="395846" y="125327"/>
                  <a:pt x="391029" y="122664"/>
                </a:cubicBezTo>
                <a:cubicBezTo>
                  <a:pt x="386212" y="120000"/>
                  <a:pt x="382727" y="116260"/>
                  <a:pt x="380574" y="111443"/>
                </a:cubicBezTo>
                <a:cubicBezTo>
                  <a:pt x="378420" y="106626"/>
                  <a:pt x="377343" y="99967"/>
                  <a:pt x="377343" y="91467"/>
                </a:cubicBezTo>
                <a:lnTo>
                  <a:pt x="377343" y="34342"/>
                </a:lnTo>
                <a:lnTo>
                  <a:pt x="401230" y="34342"/>
                </a:lnTo>
                <a:lnTo>
                  <a:pt x="401230" y="75730"/>
                </a:lnTo>
                <a:cubicBezTo>
                  <a:pt x="401230" y="88396"/>
                  <a:pt x="401669" y="96156"/>
                  <a:pt x="402548" y="99011"/>
                </a:cubicBezTo>
                <a:cubicBezTo>
                  <a:pt x="403426" y="101866"/>
                  <a:pt x="405027" y="104127"/>
                  <a:pt x="407351" y="105795"/>
                </a:cubicBezTo>
                <a:cubicBezTo>
                  <a:pt x="409674" y="107464"/>
                  <a:pt x="412621" y="108298"/>
                  <a:pt x="416191" y="108298"/>
                </a:cubicBezTo>
                <a:cubicBezTo>
                  <a:pt x="420271" y="108298"/>
                  <a:pt x="423927" y="107181"/>
                  <a:pt x="427157" y="104948"/>
                </a:cubicBezTo>
                <a:cubicBezTo>
                  <a:pt x="430387" y="102715"/>
                  <a:pt x="432597" y="99944"/>
                  <a:pt x="433787" y="96636"/>
                </a:cubicBezTo>
                <a:cubicBezTo>
                  <a:pt x="434978" y="93328"/>
                  <a:pt x="435573" y="85228"/>
                  <a:pt x="435573" y="72338"/>
                </a:cubicBezTo>
                <a:lnTo>
                  <a:pt x="435573" y="34342"/>
                </a:lnTo>
                <a:lnTo>
                  <a:pt x="459459" y="34342"/>
                </a:lnTo>
                <a:lnTo>
                  <a:pt x="459459" y="124619"/>
                </a:lnTo>
                <a:lnTo>
                  <a:pt x="437273" y="124619"/>
                </a:lnTo>
                <a:close/>
                <a:moveTo>
                  <a:pt x="562940" y="61034"/>
                </a:moveTo>
                <a:lnTo>
                  <a:pt x="539393" y="65285"/>
                </a:lnTo>
                <a:cubicBezTo>
                  <a:pt x="538599" y="60609"/>
                  <a:pt x="536800" y="57089"/>
                  <a:pt x="533995" y="54723"/>
                </a:cubicBezTo>
                <a:cubicBezTo>
                  <a:pt x="531190" y="52357"/>
                  <a:pt x="527549" y="51174"/>
                  <a:pt x="523072" y="51174"/>
                </a:cubicBezTo>
                <a:cubicBezTo>
                  <a:pt x="517121" y="51174"/>
                  <a:pt x="512375" y="53222"/>
                  <a:pt x="508833" y="57318"/>
                </a:cubicBezTo>
                <a:cubicBezTo>
                  <a:pt x="505291" y="61414"/>
                  <a:pt x="503520" y="68264"/>
                  <a:pt x="503520" y="77868"/>
                </a:cubicBezTo>
                <a:cubicBezTo>
                  <a:pt x="503520" y="88547"/>
                  <a:pt x="505320" y="96091"/>
                  <a:pt x="508918" y="100498"/>
                </a:cubicBezTo>
                <a:cubicBezTo>
                  <a:pt x="512517" y="104905"/>
                  <a:pt x="517348" y="107108"/>
                  <a:pt x="523412" y="107108"/>
                </a:cubicBezTo>
                <a:cubicBezTo>
                  <a:pt x="527945" y="107108"/>
                  <a:pt x="531657" y="105818"/>
                  <a:pt x="534547" y="103240"/>
                </a:cubicBezTo>
                <a:cubicBezTo>
                  <a:pt x="537438" y="100661"/>
                  <a:pt x="539478" y="96227"/>
                  <a:pt x="540668" y="89936"/>
                </a:cubicBezTo>
                <a:lnTo>
                  <a:pt x="564130" y="94017"/>
                </a:lnTo>
                <a:cubicBezTo>
                  <a:pt x="561693" y="104784"/>
                  <a:pt x="557017" y="112916"/>
                  <a:pt x="550104" y="118414"/>
                </a:cubicBezTo>
                <a:cubicBezTo>
                  <a:pt x="543190" y="123911"/>
                  <a:pt x="533924" y="126659"/>
                  <a:pt x="522307" y="126659"/>
                </a:cubicBezTo>
                <a:cubicBezTo>
                  <a:pt x="509102" y="126659"/>
                  <a:pt x="498576" y="122494"/>
                  <a:pt x="490727" y="114163"/>
                </a:cubicBezTo>
                <a:cubicBezTo>
                  <a:pt x="482878" y="105833"/>
                  <a:pt x="478953" y="94300"/>
                  <a:pt x="478953" y="79566"/>
                </a:cubicBezTo>
                <a:cubicBezTo>
                  <a:pt x="478953" y="64661"/>
                  <a:pt x="482892" y="53058"/>
                  <a:pt x="490769" y="44756"/>
                </a:cubicBezTo>
                <a:cubicBezTo>
                  <a:pt x="498647" y="36453"/>
                  <a:pt x="509301" y="32302"/>
                  <a:pt x="522732" y="32302"/>
                </a:cubicBezTo>
                <a:cubicBezTo>
                  <a:pt x="533726" y="32302"/>
                  <a:pt x="542467" y="34668"/>
                  <a:pt x="548956" y="39400"/>
                </a:cubicBezTo>
                <a:cubicBezTo>
                  <a:pt x="555445" y="44132"/>
                  <a:pt x="560106" y="51344"/>
                  <a:pt x="562940" y="61034"/>
                </a:cubicBezTo>
                <a:close/>
                <a:moveTo>
                  <a:pt x="622417" y="34342"/>
                </a:moveTo>
                <a:lnTo>
                  <a:pt x="622417" y="53384"/>
                </a:lnTo>
                <a:lnTo>
                  <a:pt x="606096" y="53384"/>
                </a:lnTo>
                <a:lnTo>
                  <a:pt x="606096" y="89708"/>
                </a:lnTo>
                <a:cubicBezTo>
                  <a:pt x="606096" y="97065"/>
                  <a:pt x="606252" y="101351"/>
                  <a:pt x="606564" y="102568"/>
                </a:cubicBezTo>
                <a:cubicBezTo>
                  <a:pt x="606875" y="103783"/>
                  <a:pt x="607584" y="104787"/>
                  <a:pt x="608689" y="105580"/>
                </a:cubicBezTo>
                <a:cubicBezTo>
                  <a:pt x="609794" y="106372"/>
                  <a:pt x="611140" y="106768"/>
                  <a:pt x="612727" y="106768"/>
                </a:cubicBezTo>
                <a:cubicBezTo>
                  <a:pt x="614937" y="106768"/>
                  <a:pt x="618139" y="106003"/>
                  <a:pt x="622332" y="104473"/>
                </a:cubicBezTo>
                <a:lnTo>
                  <a:pt x="624372" y="123073"/>
                </a:lnTo>
                <a:cubicBezTo>
                  <a:pt x="618819" y="125464"/>
                  <a:pt x="612528" y="126659"/>
                  <a:pt x="605501" y="126659"/>
                </a:cubicBezTo>
                <a:cubicBezTo>
                  <a:pt x="601194" y="126659"/>
                  <a:pt x="597312" y="125937"/>
                  <a:pt x="593855" y="124491"/>
                </a:cubicBezTo>
                <a:cubicBezTo>
                  <a:pt x="590398" y="123046"/>
                  <a:pt x="587862" y="121176"/>
                  <a:pt x="586247" y="118881"/>
                </a:cubicBezTo>
                <a:cubicBezTo>
                  <a:pt x="584632" y="116586"/>
                  <a:pt x="583513" y="113483"/>
                  <a:pt x="582889" y="109573"/>
                </a:cubicBezTo>
                <a:cubicBezTo>
                  <a:pt x="582379" y="106796"/>
                  <a:pt x="582124" y="101186"/>
                  <a:pt x="582124" y="92742"/>
                </a:cubicBezTo>
                <a:lnTo>
                  <a:pt x="582124" y="53384"/>
                </a:lnTo>
                <a:lnTo>
                  <a:pt x="571159" y="53384"/>
                </a:lnTo>
                <a:lnTo>
                  <a:pt x="571159" y="34342"/>
                </a:lnTo>
                <a:lnTo>
                  <a:pt x="582124" y="34342"/>
                </a:lnTo>
                <a:lnTo>
                  <a:pt x="582124" y="16321"/>
                </a:lnTo>
                <a:lnTo>
                  <a:pt x="606096" y="2210"/>
                </a:lnTo>
                <a:lnTo>
                  <a:pt x="606096" y="34342"/>
                </a:lnTo>
                <a:lnTo>
                  <a:pt x="622417" y="34342"/>
                </a:lnTo>
                <a:close/>
                <a:moveTo>
                  <a:pt x="638992" y="22102"/>
                </a:moveTo>
                <a:lnTo>
                  <a:pt x="638992" y="0"/>
                </a:lnTo>
                <a:lnTo>
                  <a:pt x="662879" y="0"/>
                </a:lnTo>
                <a:lnTo>
                  <a:pt x="662879" y="22102"/>
                </a:lnTo>
                <a:lnTo>
                  <a:pt x="638992" y="22102"/>
                </a:lnTo>
                <a:moveTo>
                  <a:pt x="638992" y="124619"/>
                </a:moveTo>
                <a:lnTo>
                  <a:pt x="638992" y="34342"/>
                </a:lnTo>
                <a:lnTo>
                  <a:pt x="662879" y="34342"/>
                </a:lnTo>
                <a:lnTo>
                  <a:pt x="662879" y="124619"/>
                </a:lnTo>
                <a:lnTo>
                  <a:pt x="638992" y="124619"/>
                </a:lnTo>
                <a:close/>
                <a:moveTo>
                  <a:pt x="681865" y="78206"/>
                </a:moveTo>
                <a:cubicBezTo>
                  <a:pt x="681865" y="70272"/>
                  <a:pt x="683820" y="62593"/>
                  <a:pt x="687730" y="55169"/>
                </a:cubicBezTo>
                <a:cubicBezTo>
                  <a:pt x="691640" y="47745"/>
                  <a:pt x="697180" y="42078"/>
                  <a:pt x="704349" y="38168"/>
                </a:cubicBezTo>
                <a:cubicBezTo>
                  <a:pt x="711518" y="34257"/>
                  <a:pt x="719522" y="32302"/>
                  <a:pt x="728363" y="32302"/>
                </a:cubicBezTo>
                <a:cubicBezTo>
                  <a:pt x="742021" y="32302"/>
                  <a:pt x="753213" y="36737"/>
                  <a:pt x="761940" y="45606"/>
                </a:cubicBezTo>
                <a:cubicBezTo>
                  <a:pt x="770668" y="54475"/>
                  <a:pt x="775031" y="65681"/>
                  <a:pt x="775031" y="79226"/>
                </a:cubicBezTo>
                <a:cubicBezTo>
                  <a:pt x="775031" y="92883"/>
                  <a:pt x="770625" y="104203"/>
                  <a:pt x="761813" y="113186"/>
                </a:cubicBezTo>
                <a:cubicBezTo>
                  <a:pt x="753001" y="122168"/>
                  <a:pt x="741907" y="126659"/>
                  <a:pt x="728533" y="126659"/>
                </a:cubicBezTo>
                <a:cubicBezTo>
                  <a:pt x="720259" y="126659"/>
                  <a:pt x="712368" y="124789"/>
                  <a:pt x="704859" y="121049"/>
                </a:cubicBezTo>
                <a:cubicBezTo>
                  <a:pt x="697350" y="117308"/>
                  <a:pt x="691640" y="111826"/>
                  <a:pt x="687730" y="104600"/>
                </a:cubicBezTo>
                <a:cubicBezTo>
                  <a:pt x="683820" y="97375"/>
                  <a:pt x="681865" y="88576"/>
                  <a:pt x="681865" y="78206"/>
                </a:cubicBezTo>
                <a:moveTo>
                  <a:pt x="706346" y="79481"/>
                </a:moveTo>
                <a:cubicBezTo>
                  <a:pt x="706346" y="88406"/>
                  <a:pt x="708472" y="95242"/>
                  <a:pt x="712722" y="99988"/>
                </a:cubicBezTo>
                <a:cubicBezTo>
                  <a:pt x="716972" y="104735"/>
                  <a:pt x="722214" y="107108"/>
                  <a:pt x="728448" y="107108"/>
                </a:cubicBezTo>
                <a:cubicBezTo>
                  <a:pt x="734682" y="107108"/>
                  <a:pt x="739910" y="104735"/>
                  <a:pt x="744132" y="99988"/>
                </a:cubicBezTo>
                <a:cubicBezTo>
                  <a:pt x="748354" y="95242"/>
                  <a:pt x="750465" y="88350"/>
                  <a:pt x="750465" y="79311"/>
                </a:cubicBezTo>
                <a:cubicBezTo>
                  <a:pt x="750465" y="70498"/>
                  <a:pt x="748354" y="63719"/>
                  <a:pt x="744132" y="58973"/>
                </a:cubicBezTo>
                <a:cubicBezTo>
                  <a:pt x="739910" y="54227"/>
                  <a:pt x="734682" y="51854"/>
                  <a:pt x="728448" y="51854"/>
                </a:cubicBezTo>
                <a:cubicBezTo>
                  <a:pt x="722214" y="51854"/>
                  <a:pt x="716972" y="54227"/>
                  <a:pt x="712722" y="58973"/>
                </a:cubicBezTo>
                <a:cubicBezTo>
                  <a:pt x="708472" y="63719"/>
                  <a:pt x="706346" y="70555"/>
                  <a:pt x="706346" y="79481"/>
                </a:cubicBezTo>
                <a:close/>
                <a:moveTo>
                  <a:pt x="875876" y="124619"/>
                </a:moveTo>
                <a:lnTo>
                  <a:pt x="851990" y="124619"/>
                </a:lnTo>
                <a:lnTo>
                  <a:pt x="851990" y="78599"/>
                </a:lnTo>
                <a:cubicBezTo>
                  <a:pt x="851990" y="68862"/>
                  <a:pt x="851480" y="62565"/>
                  <a:pt x="850460" y="59706"/>
                </a:cubicBezTo>
                <a:cubicBezTo>
                  <a:pt x="849440" y="56848"/>
                  <a:pt x="847782" y="54626"/>
                  <a:pt x="845487" y="53041"/>
                </a:cubicBezTo>
                <a:cubicBezTo>
                  <a:pt x="843192" y="51456"/>
                  <a:pt x="840429" y="50664"/>
                  <a:pt x="837199" y="50664"/>
                </a:cubicBezTo>
                <a:cubicBezTo>
                  <a:pt x="833062" y="50664"/>
                  <a:pt x="829350" y="51796"/>
                  <a:pt x="826063" y="54061"/>
                </a:cubicBezTo>
                <a:cubicBezTo>
                  <a:pt x="822776" y="56325"/>
                  <a:pt x="820523" y="59325"/>
                  <a:pt x="819305" y="63061"/>
                </a:cubicBezTo>
                <a:cubicBezTo>
                  <a:pt x="818086" y="66796"/>
                  <a:pt x="817477" y="73702"/>
                  <a:pt x="817477" y="83779"/>
                </a:cubicBezTo>
                <a:lnTo>
                  <a:pt x="817477" y="124619"/>
                </a:lnTo>
                <a:lnTo>
                  <a:pt x="793591" y="124619"/>
                </a:lnTo>
                <a:lnTo>
                  <a:pt x="793591" y="34342"/>
                </a:lnTo>
                <a:lnTo>
                  <a:pt x="815777" y="34342"/>
                </a:lnTo>
                <a:lnTo>
                  <a:pt x="815777" y="47603"/>
                </a:lnTo>
                <a:cubicBezTo>
                  <a:pt x="823654" y="37403"/>
                  <a:pt x="833572" y="32302"/>
                  <a:pt x="845529" y="32302"/>
                </a:cubicBezTo>
                <a:cubicBezTo>
                  <a:pt x="850800" y="32302"/>
                  <a:pt x="855617" y="33252"/>
                  <a:pt x="859980" y="35150"/>
                </a:cubicBezTo>
                <a:cubicBezTo>
                  <a:pt x="864344" y="37048"/>
                  <a:pt x="867645" y="39471"/>
                  <a:pt x="869883" y="42418"/>
                </a:cubicBezTo>
                <a:cubicBezTo>
                  <a:pt x="872122" y="45365"/>
                  <a:pt x="873680" y="48709"/>
                  <a:pt x="874559" y="52449"/>
                </a:cubicBezTo>
                <a:cubicBezTo>
                  <a:pt x="875437" y="56189"/>
                  <a:pt x="875876" y="61544"/>
                  <a:pt x="875876" y="68515"/>
                </a:cubicBezTo>
                <a:lnTo>
                  <a:pt x="875876" y="1246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3576a44974e6d"/>
          <a:stretch xmlns:a="http://schemas.openxmlformats.org/drawingml/2006/main"/>
        </p:blipFill>
        <p:spPr>
          <a:xfrm xmlns:a="http://schemas.openxmlformats.org/drawingml/2006/main">
            <a:off x="1486199" y="3745390"/>
            <a:ext cx="333677" cy="333677"/>
          </a:xfrm>
          <a:prstGeom xmlns:a="http://schemas.openxmlformats.org/drawingml/2006/main" prst="rect">
            <a:avLst/>
          </a:prstGeom>
        </p:spPr>
      </p:pic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81FEF-C9BB-4943-935E-8D90211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28" y="1489440"/>
            <a:ext cx="1653879" cy="1044555"/>
          </a:xfrm>
          <a:custGeom xmlns:a="http://schemas.openxmlformats.org/drawingml/2006/main">
            <a:pathLst>
              <a:path w="1653879" h="1044555">
                <a:moveTo>
                  <a:pt x="41782" y="0"/>
                </a:moveTo>
                <a:lnTo>
                  <a:pt x="1612097" y="0"/>
                </a:lnTo>
                <a:cubicBezTo>
                  <a:pt x="1617637" y="0"/>
                  <a:pt x="1622968" y="1060"/>
                  <a:pt x="1628087" y="3180"/>
                </a:cubicBezTo>
                <a:cubicBezTo>
                  <a:pt x="1633205" y="5301"/>
                  <a:pt x="1637724" y="8320"/>
                  <a:pt x="1641642" y="12238"/>
                </a:cubicBezTo>
                <a:cubicBezTo>
                  <a:pt x="1645560" y="16155"/>
                  <a:pt x="1648579" y="20674"/>
                  <a:pt x="1650699" y="25793"/>
                </a:cubicBezTo>
                <a:cubicBezTo>
                  <a:pt x="1652819" y="30911"/>
                  <a:pt x="1653879" y="36241"/>
                  <a:pt x="1653879" y="41782"/>
                </a:cubicBezTo>
                <a:lnTo>
                  <a:pt x="1653879" y="1002773"/>
                </a:lnTo>
                <a:cubicBezTo>
                  <a:pt x="1653879" y="1008313"/>
                  <a:pt x="1652819" y="1013643"/>
                  <a:pt x="1650699" y="1018762"/>
                </a:cubicBezTo>
                <a:cubicBezTo>
                  <a:pt x="1648579" y="1023880"/>
                  <a:pt x="1645560" y="1028399"/>
                  <a:pt x="1641642" y="1032317"/>
                </a:cubicBezTo>
                <a:cubicBezTo>
                  <a:pt x="1637724" y="1036235"/>
                  <a:pt x="1633205" y="1039254"/>
                  <a:pt x="1628087" y="1041374"/>
                </a:cubicBezTo>
                <a:cubicBezTo>
                  <a:pt x="1622968" y="1043495"/>
                  <a:pt x="1617637" y="1044555"/>
                  <a:pt x="1612097" y="1044555"/>
                </a:cubicBezTo>
                <a:lnTo>
                  <a:pt x="41782" y="1044555"/>
                </a:lnTo>
                <a:cubicBezTo>
                  <a:pt x="36242" y="1044555"/>
                  <a:pt x="30912" y="1043495"/>
                  <a:pt x="25793" y="1041374"/>
                </a:cubicBezTo>
                <a:cubicBezTo>
                  <a:pt x="20675" y="1039254"/>
                  <a:pt x="16156" y="1036235"/>
                  <a:pt x="12238" y="1032317"/>
                </a:cubicBezTo>
                <a:cubicBezTo>
                  <a:pt x="8321" y="1028399"/>
                  <a:pt x="5302" y="1023880"/>
                  <a:pt x="3181" y="1018762"/>
                </a:cubicBezTo>
                <a:cubicBezTo>
                  <a:pt x="1061" y="1013643"/>
                  <a:pt x="0" y="1008313"/>
                  <a:pt x="0" y="1002773"/>
                </a:cubicBezTo>
                <a:lnTo>
                  <a:pt x="0" y="41782"/>
                </a:lnTo>
                <a:cubicBezTo>
                  <a:pt x="0" y="36241"/>
                  <a:pt x="1061" y="30911"/>
                  <a:pt x="3181" y="25793"/>
                </a:cubicBezTo>
                <a:cubicBezTo>
                  <a:pt x="5302" y="20674"/>
                  <a:pt x="8321" y="16155"/>
                  <a:pt x="12238" y="12238"/>
                </a:cubicBezTo>
                <a:cubicBezTo>
                  <a:pt x="16156" y="8320"/>
                  <a:pt x="20675" y="5301"/>
                  <a:pt x="25793" y="3180"/>
                </a:cubicBezTo>
                <a:cubicBezTo>
                  <a:pt x="30912" y="1060"/>
                  <a:pt x="36242" y="0"/>
                  <a:pt x="41782" y="0"/>
                </a:cubicBezTo>
                <a:close/>
              </a:path>
            </a:pathLst>
          </a:custGeom>
          <a:solidFill xmlns:a="http://schemas.openxmlformats.org/drawingml/2006/main">
            <a:srgbClr val="FAFAF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B5CBA-23AD-461B-A62B-4B2C54DD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528" y="1489440"/>
            <a:ext cx="1653879" cy="1044555"/>
          </a:xfrm>
          <a:custGeom xmlns:a="http://schemas.openxmlformats.org/drawingml/2006/main">
            <a:pathLst>
              <a:path w="1653879" h="1044555" fill="none">
                <a:moveTo>
                  <a:pt x="41782" y="0"/>
                </a:moveTo>
                <a:lnTo>
                  <a:pt x="1612097" y="0"/>
                </a:lnTo>
                <a:cubicBezTo>
                  <a:pt x="1617637" y="0"/>
                  <a:pt x="1622968" y="1060"/>
                  <a:pt x="1628087" y="3180"/>
                </a:cubicBezTo>
                <a:cubicBezTo>
                  <a:pt x="1633205" y="5301"/>
                  <a:pt x="1637724" y="8320"/>
                  <a:pt x="1641642" y="12238"/>
                </a:cubicBezTo>
                <a:cubicBezTo>
                  <a:pt x="1645560" y="16155"/>
                  <a:pt x="1648579" y="20674"/>
                  <a:pt x="1650699" y="25793"/>
                </a:cubicBezTo>
                <a:cubicBezTo>
                  <a:pt x="1652819" y="30911"/>
                  <a:pt x="1653879" y="36241"/>
                  <a:pt x="1653879" y="41782"/>
                </a:cubicBezTo>
                <a:lnTo>
                  <a:pt x="1653879" y="1002773"/>
                </a:lnTo>
                <a:cubicBezTo>
                  <a:pt x="1653879" y="1008313"/>
                  <a:pt x="1652819" y="1013643"/>
                  <a:pt x="1650699" y="1018762"/>
                </a:cubicBezTo>
                <a:cubicBezTo>
                  <a:pt x="1648579" y="1023880"/>
                  <a:pt x="1645560" y="1028399"/>
                  <a:pt x="1641642" y="1032317"/>
                </a:cubicBezTo>
                <a:cubicBezTo>
                  <a:pt x="1637724" y="1036235"/>
                  <a:pt x="1633205" y="1039254"/>
                  <a:pt x="1628087" y="1041374"/>
                </a:cubicBezTo>
                <a:cubicBezTo>
                  <a:pt x="1622968" y="1043495"/>
                  <a:pt x="1617637" y="1044555"/>
                  <a:pt x="1612097" y="1044555"/>
                </a:cubicBezTo>
                <a:lnTo>
                  <a:pt x="41782" y="1044555"/>
                </a:lnTo>
                <a:cubicBezTo>
                  <a:pt x="36242" y="1044555"/>
                  <a:pt x="30912" y="1043495"/>
                  <a:pt x="25793" y="1041374"/>
                </a:cubicBezTo>
                <a:cubicBezTo>
                  <a:pt x="20675" y="1039254"/>
                  <a:pt x="16156" y="1036235"/>
                  <a:pt x="12238" y="1032317"/>
                </a:cubicBezTo>
                <a:cubicBezTo>
                  <a:pt x="8321" y="1028399"/>
                  <a:pt x="5302" y="1023880"/>
                  <a:pt x="3181" y="1018762"/>
                </a:cubicBezTo>
                <a:cubicBezTo>
                  <a:pt x="1061" y="1013643"/>
                  <a:pt x="0" y="1008313"/>
                  <a:pt x="0" y="1002773"/>
                </a:cubicBezTo>
                <a:lnTo>
                  <a:pt x="0" y="41782"/>
                </a:lnTo>
                <a:cubicBezTo>
                  <a:pt x="0" y="36241"/>
                  <a:pt x="1061" y="30911"/>
                  <a:pt x="3181" y="25793"/>
                </a:cubicBezTo>
                <a:cubicBezTo>
                  <a:pt x="5302" y="20674"/>
                  <a:pt x="8321" y="16155"/>
                  <a:pt x="12238" y="12238"/>
                </a:cubicBezTo>
                <a:cubicBezTo>
                  <a:pt x="16156" y="8320"/>
                  <a:pt x="20675" y="5301"/>
                  <a:pt x="25793" y="3180"/>
                </a:cubicBezTo>
                <a:cubicBezTo>
                  <a:pt x="30912" y="1060"/>
                  <a:pt x="36242" y="0"/>
                  <a:pt x="4178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00"/>
            </a:solidFill>
            <a:miter/>
          </a:ln>
        </p:spPr>
      </p:sp>
      <p:pic>
        <p:nvPicPr>
          <p:cNvPr id="5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6329d1ece4994"/>
          <a:stretch xmlns:a="http://schemas.openxmlformats.org/drawingml/2006/main"/>
        </p:blipFill>
        <p:spPr>
          <a:xfrm xmlns:a="http://schemas.openxmlformats.org/drawingml/2006/main">
            <a:off x="2748370" y="2149542"/>
            <a:ext cx="145077" cy="145077"/>
          </a:xfrm>
          <a:prstGeom xmlns:a="http://schemas.openxmlformats.org/drawingml/2006/main" prst="rect">
            <a:avLst/>
          </a:prstGeom>
        </p:spPr>
      </p:pic>
      <p:pic>
        <p:nvPicPr>
          <p:cNvPr id="5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32f958072497f"/>
          <a:stretch xmlns:a="http://schemas.openxmlformats.org/drawingml/2006/main"/>
        </p:blipFill>
        <p:spPr>
          <a:xfrm xmlns:a="http://schemas.openxmlformats.org/drawingml/2006/main">
            <a:off x="4735926" y="2149542"/>
            <a:ext cx="145077" cy="145077"/>
          </a:xfrm>
          <a:prstGeom xmlns:a="http://schemas.openxmlformats.org/drawingml/2006/main" prst="rect">
            <a:avLst/>
          </a:prstGeom>
        </p:spPr>
      </p:pic>
      <p:pic>
        <p:nvPicPr>
          <p:cNvPr id="5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baa4e8ffa4ae5"/>
          <a:stretch xmlns:a="http://schemas.openxmlformats.org/drawingml/2006/main"/>
        </p:blipFill>
        <p:spPr>
          <a:xfrm xmlns:a="http://schemas.openxmlformats.org/drawingml/2006/main">
            <a:off x="4735926" y="1931926"/>
            <a:ext cx="145077" cy="145077"/>
          </a:xfrm>
          <a:prstGeom xmlns:a="http://schemas.openxmlformats.org/drawingml/2006/main" prst="rect">
            <a:avLst/>
          </a:prstGeom>
        </p:spPr>
      </p:pic>
      <p:pic>
        <p:nvPicPr>
          <p:cNvPr id="5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8ffb1ef8a443d"/>
          <a:stretch xmlns:a="http://schemas.openxmlformats.org/drawingml/2006/main"/>
        </p:blipFill>
        <p:spPr>
          <a:xfrm xmlns:a="http://schemas.openxmlformats.org/drawingml/2006/main">
            <a:off x="1007444" y="1583741"/>
            <a:ext cx="507770" cy="507770"/>
          </a:xfrm>
          <a:prstGeom xmlns:a="http://schemas.openxmlformats.org/drawingml/2006/main" prst="rect">
            <a:avLst/>
          </a:prstGeom>
        </p:spPr>
      </p:pic>
      <p:sp>
        <p:nvSpPr>
          <p:cNvPr id="256" name="Text Search&amp;Edit">
            <a:extLst xmlns:a="http://schemas.openxmlformats.org/drawingml/2006/main">
              <a:ext uri="{FF2B5EF4-FFF2-40B4-BE49-F238E27FC236}">
                <a16:creationId xmlns:a16="http://schemas.microsoft.com/office/drawing/2014/main" id="{D6E44A67-B0D5-485F-8816-30E35D87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91" y="2095251"/>
            <a:ext cx="1055277" cy="129719"/>
          </a:xfrm>
          <a:custGeom xmlns:a="http://schemas.openxmlformats.org/drawingml/2006/main">
            <a:pathLst>
              <a:path w="1055277" h="129719">
                <a:moveTo>
                  <a:pt x="0" y="86706"/>
                </a:moveTo>
                <a:lnTo>
                  <a:pt x="15556" y="85346"/>
                </a:lnTo>
                <a:cubicBezTo>
                  <a:pt x="16293" y="91580"/>
                  <a:pt x="18007" y="96694"/>
                  <a:pt x="20699" y="100690"/>
                </a:cubicBezTo>
                <a:cubicBezTo>
                  <a:pt x="23391" y="104685"/>
                  <a:pt x="27570" y="107915"/>
                  <a:pt x="33237" y="110380"/>
                </a:cubicBezTo>
                <a:cubicBezTo>
                  <a:pt x="38904" y="112846"/>
                  <a:pt x="45280" y="114078"/>
                  <a:pt x="52364" y="114078"/>
                </a:cubicBezTo>
                <a:cubicBezTo>
                  <a:pt x="58654" y="114078"/>
                  <a:pt x="64208" y="113143"/>
                  <a:pt x="69025" y="111273"/>
                </a:cubicBezTo>
                <a:cubicBezTo>
                  <a:pt x="73842" y="109403"/>
                  <a:pt x="77426" y="106839"/>
                  <a:pt x="79778" y="103580"/>
                </a:cubicBezTo>
                <a:cubicBezTo>
                  <a:pt x="82130" y="100321"/>
                  <a:pt x="83306" y="96765"/>
                  <a:pt x="83306" y="92912"/>
                </a:cubicBezTo>
                <a:cubicBezTo>
                  <a:pt x="83306" y="89001"/>
                  <a:pt x="82173" y="85587"/>
                  <a:pt x="79906" y="82668"/>
                </a:cubicBezTo>
                <a:cubicBezTo>
                  <a:pt x="77639" y="79750"/>
                  <a:pt x="73899" y="77299"/>
                  <a:pt x="68685" y="75315"/>
                </a:cubicBezTo>
                <a:cubicBezTo>
                  <a:pt x="65341" y="74012"/>
                  <a:pt x="57946" y="71986"/>
                  <a:pt x="46498" y="69237"/>
                </a:cubicBezTo>
                <a:cubicBezTo>
                  <a:pt x="35051" y="66489"/>
                  <a:pt x="27032" y="63896"/>
                  <a:pt x="22442" y="61459"/>
                </a:cubicBezTo>
                <a:cubicBezTo>
                  <a:pt x="16491" y="58343"/>
                  <a:pt x="12057" y="54475"/>
                  <a:pt x="9138" y="49856"/>
                </a:cubicBezTo>
                <a:cubicBezTo>
                  <a:pt x="6220" y="45237"/>
                  <a:pt x="4760" y="40066"/>
                  <a:pt x="4760" y="34342"/>
                </a:cubicBezTo>
                <a:cubicBezTo>
                  <a:pt x="4760" y="28052"/>
                  <a:pt x="6545" y="22172"/>
                  <a:pt x="10116" y="16704"/>
                </a:cubicBezTo>
                <a:cubicBezTo>
                  <a:pt x="13686" y="11235"/>
                  <a:pt x="18900" y="7084"/>
                  <a:pt x="25757" y="4250"/>
                </a:cubicBezTo>
                <a:cubicBezTo>
                  <a:pt x="32614" y="1417"/>
                  <a:pt x="40236" y="0"/>
                  <a:pt x="48624" y="0"/>
                </a:cubicBezTo>
                <a:cubicBezTo>
                  <a:pt x="57861" y="0"/>
                  <a:pt x="66007" y="1488"/>
                  <a:pt x="73063" y="4463"/>
                </a:cubicBezTo>
                <a:cubicBezTo>
                  <a:pt x="80118" y="7438"/>
                  <a:pt x="85544" y="11816"/>
                  <a:pt x="89341" y="17596"/>
                </a:cubicBezTo>
                <a:cubicBezTo>
                  <a:pt x="93138" y="23377"/>
                  <a:pt x="95179" y="29922"/>
                  <a:pt x="95462" y="37233"/>
                </a:cubicBezTo>
                <a:lnTo>
                  <a:pt x="79651" y="38423"/>
                </a:lnTo>
                <a:cubicBezTo>
                  <a:pt x="78801" y="30517"/>
                  <a:pt x="75925" y="24546"/>
                  <a:pt x="71023" y="20508"/>
                </a:cubicBezTo>
                <a:cubicBezTo>
                  <a:pt x="66121" y="16470"/>
                  <a:pt x="58881" y="14451"/>
                  <a:pt x="49304" y="14451"/>
                </a:cubicBezTo>
                <a:cubicBezTo>
                  <a:pt x="39330" y="14451"/>
                  <a:pt x="32061" y="16280"/>
                  <a:pt x="27499" y="19939"/>
                </a:cubicBezTo>
                <a:cubicBezTo>
                  <a:pt x="22937" y="23596"/>
                  <a:pt x="20656" y="28005"/>
                  <a:pt x="20656" y="33166"/>
                </a:cubicBezTo>
                <a:cubicBezTo>
                  <a:pt x="20656" y="37646"/>
                  <a:pt x="22272" y="41332"/>
                  <a:pt x="25502" y="44224"/>
                </a:cubicBezTo>
                <a:cubicBezTo>
                  <a:pt x="28675" y="47118"/>
                  <a:pt x="36963" y="50082"/>
                  <a:pt x="50366" y="53116"/>
                </a:cubicBezTo>
                <a:cubicBezTo>
                  <a:pt x="63769" y="56149"/>
                  <a:pt x="72964" y="58800"/>
                  <a:pt x="77951" y="61069"/>
                </a:cubicBezTo>
                <a:cubicBezTo>
                  <a:pt x="85204" y="64414"/>
                  <a:pt x="90560" y="68654"/>
                  <a:pt x="94017" y="73788"/>
                </a:cubicBezTo>
                <a:cubicBezTo>
                  <a:pt x="97474" y="78920"/>
                  <a:pt x="99202" y="84833"/>
                  <a:pt x="99202" y="91525"/>
                </a:cubicBezTo>
                <a:cubicBezTo>
                  <a:pt x="99202" y="98159"/>
                  <a:pt x="97304" y="104411"/>
                  <a:pt x="93507" y="110282"/>
                </a:cubicBezTo>
                <a:cubicBezTo>
                  <a:pt x="89710" y="116151"/>
                  <a:pt x="84255" y="120717"/>
                  <a:pt x="77143" y="123979"/>
                </a:cubicBezTo>
                <a:cubicBezTo>
                  <a:pt x="70031" y="127239"/>
                  <a:pt x="62026" y="128869"/>
                  <a:pt x="53129" y="128869"/>
                </a:cubicBezTo>
                <a:cubicBezTo>
                  <a:pt x="41851" y="128869"/>
                  <a:pt x="32401" y="127226"/>
                  <a:pt x="24779" y="123939"/>
                </a:cubicBezTo>
                <a:cubicBezTo>
                  <a:pt x="17157" y="120652"/>
                  <a:pt x="11178" y="115707"/>
                  <a:pt x="6843" y="109105"/>
                </a:cubicBezTo>
                <a:cubicBezTo>
                  <a:pt x="2508" y="102503"/>
                  <a:pt x="227" y="95037"/>
                  <a:pt x="0" y="86706"/>
                </a:cubicBezTo>
                <a:close/>
                <a:moveTo>
                  <a:pt x="181575" y="97757"/>
                </a:moveTo>
                <a:lnTo>
                  <a:pt x="197386" y="99712"/>
                </a:lnTo>
                <a:cubicBezTo>
                  <a:pt x="194892" y="108950"/>
                  <a:pt x="190274" y="116118"/>
                  <a:pt x="183530" y="121219"/>
                </a:cubicBezTo>
                <a:cubicBezTo>
                  <a:pt x="176786" y="126319"/>
                  <a:pt x="168172" y="128869"/>
                  <a:pt x="157688" y="128869"/>
                </a:cubicBezTo>
                <a:cubicBezTo>
                  <a:pt x="144484" y="128869"/>
                  <a:pt x="134014" y="124803"/>
                  <a:pt x="126278" y="116671"/>
                </a:cubicBezTo>
                <a:cubicBezTo>
                  <a:pt x="118543" y="108539"/>
                  <a:pt x="114675" y="97134"/>
                  <a:pt x="114675" y="82456"/>
                </a:cubicBezTo>
                <a:cubicBezTo>
                  <a:pt x="114675" y="67268"/>
                  <a:pt x="118585" y="55481"/>
                  <a:pt x="126406" y="47093"/>
                </a:cubicBezTo>
                <a:cubicBezTo>
                  <a:pt x="134226" y="38706"/>
                  <a:pt x="144370" y="34512"/>
                  <a:pt x="156838" y="34512"/>
                </a:cubicBezTo>
                <a:cubicBezTo>
                  <a:pt x="168909" y="34512"/>
                  <a:pt x="178769" y="38615"/>
                  <a:pt x="186420" y="46820"/>
                </a:cubicBezTo>
                <a:cubicBezTo>
                  <a:pt x="194071" y="55023"/>
                  <a:pt x="197896" y="66564"/>
                  <a:pt x="197896" y="81444"/>
                </a:cubicBezTo>
                <a:cubicBezTo>
                  <a:pt x="197896" y="82349"/>
                  <a:pt x="197867" y="83706"/>
                  <a:pt x="197811" y="85516"/>
                </a:cubicBezTo>
                <a:lnTo>
                  <a:pt x="130486" y="85516"/>
                </a:lnTo>
                <a:cubicBezTo>
                  <a:pt x="131053" y="95405"/>
                  <a:pt x="133858" y="102978"/>
                  <a:pt x="138902" y="108234"/>
                </a:cubicBezTo>
                <a:cubicBezTo>
                  <a:pt x="143945" y="113490"/>
                  <a:pt x="150236" y="116118"/>
                  <a:pt x="157773" y="116118"/>
                </a:cubicBezTo>
                <a:cubicBezTo>
                  <a:pt x="163383" y="116118"/>
                  <a:pt x="168172" y="114659"/>
                  <a:pt x="172139" y="111741"/>
                </a:cubicBezTo>
                <a:cubicBezTo>
                  <a:pt x="176106" y="108820"/>
                  <a:pt x="179251" y="104159"/>
                  <a:pt x="181575" y="97757"/>
                </a:cubicBezTo>
                <a:moveTo>
                  <a:pt x="131336" y="72765"/>
                </a:moveTo>
                <a:lnTo>
                  <a:pt x="181745" y="72765"/>
                </a:lnTo>
                <a:cubicBezTo>
                  <a:pt x="181065" y="65295"/>
                  <a:pt x="179138" y="59693"/>
                  <a:pt x="175964" y="55958"/>
                </a:cubicBezTo>
                <a:cubicBezTo>
                  <a:pt x="171091" y="50162"/>
                  <a:pt x="164772" y="47263"/>
                  <a:pt x="157008" y="47263"/>
                </a:cubicBezTo>
                <a:cubicBezTo>
                  <a:pt x="149981" y="47263"/>
                  <a:pt x="144073" y="49577"/>
                  <a:pt x="139284" y="54205"/>
                </a:cubicBezTo>
                <a:cubicBezTo>
                  <a:pt x="134495" y="58830"/>
                  <a:pt x="131846" y="65017"/>
                  <a:pt x="131336" y="72765"/>
                </a:cubicBezTo>
                <a:close/>
                <a:moveTo>
                  <a:pt x="275480" y="115683"/>
                </a:moveTo>
                <a:cubicBezTo>
                  <a:pt x="269812" y="120503"/>
                  <a:pt x="264358" y="123906"/>
                  <a:pt x="259116" y="125891"/>
                </a:cubicBezTo>
                <a:cubicBezTo>
                  <a:pt x="253874" y="127877"/>
                  <a:pt x="248249" y="128869"/>
                  <a:pt x="242242" y="128869"/>
                </a:cubicBezTo>
                <a:cubicBezTo>
                  <a:pt x="232325" y="128869"/>
                  <a:pt x="224703" y="126445"/>
                  <a:pt x="219376" y="121596"/>
                </a:cubicBezTo>
                <a:cubicBezTo>
                  <a:pt x="214048" y="116747"/>
                  <a:pt x="211385" y="110551"/>
                  <a:pt x="211385" y="103009"/>
                </a:cubicBezTo>
                <a:cubicBezTo>
                  <a:pt x="211385" y="98587"/>
                  <a:pt x="212391" y="94547"/>
                  <a:pt x="214403" y="90890"/>
                </a:cubicBezTo>
                <a:cubicBezTo>
                  <a:pt x="216414" y="87231"/>
                  <a:pt x="219050" y="84296"/>
                  <a:pt x="222308" y="82084"/>
                </a:cubicBezTo>
                <a:cubicBezTo>
                  <a:pt x="225567" y="79872"/>
                  <a:pt x="229236" y="78199"/>
                  <a:pt x="233317" y="77066"/>
                </a:cubicBezTo>
                <a:cubicBezTo>
                  <a:pt x="236320" y="76271"/>
                  <a:pt x="240854" y="75505"/>
                  <a:pt x="246918" y="74768"/>
                </a:cubicBezTo>
                <a:cubicBezTo>
                  <a:pt x="259272" y="73305"/>
                  <a:pt x="268367" y="71561"/>
                  <a:pt x="274204" y="69535"/>
                </a:cubicBezTo>
                <a:cubicBezTo>
                  <a:pt x="274261" y="67447"/>
                  <a:pt x="274289" y="66121"/>
                  <a:pt x="274289" y="65556"/>
                </a:cubicBezTo>
                <a:cubicBezTo>
                  <a:pt x="274289" y="59345"/>
                  <a:pt x="272844" y="54970"/>
                  <a:pt x="269954" y="52430"/>
                </a:cubicBezTo>
                <a:cubicBezTo>
                  <a:pt x="266044" y="48986"/>
                  <a:pt x="260235" y="47263"/>
                  <a:pt x="252528" y="47263"/>
                </a:cubicBezTo>
                <a:cubicBezTo>
                  <a:pt x="245331" y="47263"/>
                  <a:pt x="240018" y="48524"/>
                  <a:pt x="236589" y="51046"/>
                </a:cubicBezTo>
                <a:cubicBezTo>
                  <a:pt x="233161" y="53568"/>
                  <a:pt x="230625" y="58031"/>
                  <a:pt x="228981" y="64435"/>
                </a:cubicBezTo>
                <a:lnTo>
                  <a:pt x="214020" y="62394"/>
                </a:lnTo>
                <a:cubicBezTo>
                  <a:pt x="215380" y="55971"/>
                  <a:pt x="217619" y="50784"/>
                  <a:pt x="220736" y="46833"/>
                </a:cubicBezTo>
                <a:cubicBezTo>
                  <a:pt x="223853" y="42882"/>
                  <a:pt x="228358" y="39841"/>
                  <a:pt x="234252" y="37711"/>
                </a:cubicBezTo>
                <a:cubicBezTo>
                  <a:pt x="240145" y="35579"/>
                  <a:pt x="246974" y="34512"/>
                  <a:pt x="254738" y="34512"/>
                </a:cubicBezTo>
                <a:cubicBezTo>
                  <a:pt x="262445" y="34512"/>
                  <a:pt x="268707" y="35419"/>
                  <a:pt x="273524" y="37233"/>
                </a:cubicBezTo>
                <a:cubicBezTo>
                  <a:pt x="278341" y="39046"/>
                  <a:pt x="281883" y="41327"/>
                  <a:pt x="284150" y="44076"/>
                </a:cubicBezTo>
                <a:cubicBezTo>
                  <a:pt x="286417" y="46824"/>
                  <a:pt x="288004" y="50295"/>
                  <a:pt x="288911" y="54489"/>
                </a:cubicBezTo>
                <a:cubicBezTo>
                  <a:pt x="289421" y="57096"/>
                  <a:pt x="289676" y="61799"/>
                  <a:pt x="289676" y="68600"/>
                </a:cubicBezTo>
                <a:lnTo>
                  <a:pt x="289676" y="89001"/>
                </a:lnTo>
                <a:cubicBezTo>
                  <a:pt x="289676" y="103226"/>
                  <a:pt x="290001" y="112222"/>
                  <a:pt x="290653" y="115991"/>
                </a:cubicBezTo>
                <a:cubicBezTo>
                  <a:pt x="291305" y="119759"/>
                  <a:pt x="292594" y="123372"/>
                  <a:pt x="294521" y="126829"/>
                </a:cubicBezTo>
                <a:lnTo>
                  <a:pt x="278540" y="126829"/>
                </a:lnTo>
                <a:cubicBezTo>
                  <a:pt x="276953" y="123652"/>
                  <a:pt x="275933" y="119937"/>
                  <a:pt x="275480" y="115683"/>
                </a:cubicBezTo>
                <a:moveTo>
                  <a:pt x="274204" y="81436"/>
                </a:moveTo>
                <a:cubicBezTo>
                  <a:pt x="268651" y="83722"/>
                  <a:pt x="260320" y="85665"/>
                  <a:pt x="249213" y="87264"/>
                </a:cubicBezTo>
                <a:cubicBezTo>
                  <a:pt x="242922" y="88174"/>
                  <a:pt x="238474" y="89199"/>
                  <a:pt x="235867" y="90338"/>
                </a:cubicBezTo>
                <a:cubicBezTo>
                  <a:pt x="233260" y="91475"/>
                  <a:pt x="231248" y="93139"/>
                  <a:pt x="229831" y="95332"/>
                </a:cubicBezTo>
                <a:cubicBezTo>
                  <a:pt x="228415" y="97522"/>
                  <a:pt x="227706" y="99955"/>
                  <a:pt x="227706" y="102629"/>
                </a:cubicBezTo>
                <a:cubicBezTo>
                  <a:pt x="227706" y="106725"/>
                  <a:pt x="229250" y="110140"/>
                  <a:pt x="232339" y="112872"/>
                </a:cubicBezTo>
                <a:cubicBezTo>
                  <a:pt x="235428" y="115603"/>
                  <a:pt x="239947" y="116968"/>
                  <a:pt x="245897" y="116968"/>
                </a:cubicBezTo>
                <a:cubicBezTo>
                  <a:pt x="251791" y="116968"/>
                  <a:pt x="257033" y="115673"/>
                  <a:pt x="261624" y="113082"/>
                </a:cubicBezTo>
                <a:cubicBezTo>
                  <a:pt x="266214" y="110491"/>
                  <a:pt x="269586" y="106947"/>
                  <a:pt x="271739" y="102448"/>
                </a:cubicBezTo>
                <a:cubicBezTo>
                  <a:pt x="273383" y="98974"/>
                  <a:pt x="274204" y="93849"/>
                  <a:pt x="274204" y="87073"/>
                </a:cubicBezTo>
                <a:lnTo>
                  <a:pt x="274204" y="81436"/>
                </a:lnTo>
                <a:close/>
                <a:moveTo>
                  <a:pt x="313196" y="126829"/>
                </a:moveTo>
                <a:lnTo>
                  <a:pt x="313196" y="36553"/>
                </a:lnTo>
                <a:lnTo>
                  <a:pt x="326967" y="36553"/>
                </a:lnTo>
                <a:lnTo>
                  <a:pt x="326967" y="50154"/>
                </a:lnTo>
                <a:cubicBezTo>
                  <a:pt x="330480" y="43785"/>
                  <a:pt x="333725" y="39586"/>
                  <a:pt x="336700" y="37557"/>
                </a:cubicBezTo>
                <a:cubicBezTo>
                  <a:pt x="339675" y="35527"/>
                  <a:pt x="342948" y="34512"/>
                  <a:pt x="346518" y="34512"/>
                </a:cubicBezTo>
                <a:cubicBezTo>
                  <a:pt x="351675" y="34512"/>
                  <a:pt x="356917" y="36149"/>
                  <a:pt x="362244" y="39422"/>
                </a:cubicBezTo>
                <a:lnTo>
                  <a:pt x="356974" y="53554"/>
                </a:lnTo>
                <a:cubicBezTo>
                  <a:pt x="353234" y="51344"/>
                  <a:pt x="349493" y="50239"/>
                  <a:pt x="345753" y="50239"/>
                </a:cubicBezTo>
                <a:cubicBezTo>
                  <a:pt x="342410" y="50239"/>
                  <a:pt x="339406" y="51246"/>
                  <a:pt x="336743" y="53262"/>
                </a:cubicBezTo>
                <a:cubicBezTo>
                  <a:pt x="334079" y="55275"/>
                  <a:pt x="332181" y="58069"/>
                  <a:pt x="331047" y="61643"/>
                </a:cubicBezTo>
                <a:cubicBezTo>
                  <a:pt x="329347" y="67088"/>
                  <a:pt x="328497" y="73045"/>
                  <a:pt x="328497" y="79513"/>
                </a:cubicBezTo>
                <a:lnTo>
                  <a:pt x="328497" y="126829"/>
                </a:lnTo>
                <a:lnTo>
                  <a:pt x="313196" y="126829"/>
                </a:lnTo>
                <a:close/>
                <a:moveTo>
                  <a:pt x="430248" y="93677"/>
                </a:moveTo>
                <a:lnTo>
                  <a:pt x="445294" y="95632"/>
                </a:lnTo>
                <a:cubicBezTo>
                  <a:pt x="443651" y="106029"/>
                  <a:pt x="439443" y="114169"/>
                  <a:pt x="432671" y="120050"/>
                </a:cubicBezTo>
                <a:cubicBezTo>
                  <a:pt x="425898" y="125929"/>
                  <a:pt x="417582" y="128869"/>
                  <a:pt x="407721" y="128869"/>
                </a:cubicBezTo>
                <a:cubicBezTo>
                  <a:pt x="395367" y="128869"/>
                  <a:pt x="385435" y="124831"/>
                  <a:pt x="377927" y="116756"/>
                </a:cubicBezTo>
                <a:cubicBezTo>
                  <a:pt x="370418" y="108680"/>
                  <a:pt x="366663" y="97105"/>
                  <a:pt x="366663" y="82031"/>
                </a:cubicBezTo>
                <a:cubicBezTo>
                  <a:pt x="366663" y="72284"/>
                  <a:pt x="368278" y="63755"/>
                  <a:pt x="371509" y="56444"/>
                </a:cubicBezTo>
                <a:cubicBezTo>
                  <a:pt x="374739" y="49134"/>
                  <a:pt x="379655" y="43651"/>
                  <a:pt x="386257" y="39995"/>
                </a:cubicBezTo>
                <a:cubicBezTo>
                  <a:pt x="392859" y="36340"/>
                  <a:pt x="400042" y="34512"/>
                  <a:pt x="407806" y="34512"/>
                </a:cubicBezTo>
                <a:cubicBezTo>
                  <a:pt x="417610" y="34512"/>
                  <a:pt x="425629" y="37000"/>
                  <a:pt x="431863" y="41974"/>
                </a:cubicBezTo>
                <a:cubicBezTo>
                  <a:pt x="438097" y="46947"/>
                  <a:pt x="442092" y="54009"/>
                  <a:pt x="443849" y="63160"/>
                </a:cubicBezTo>
                <a:lnTo>
                  <a:pt x="428973" y="65455"/>
                </a:lnTo>
                <a:cubicBezTo>
                  <a:pt x="427556" y="59419"/>
                  <a:pt x="425048" y="54879"/>
                  <a:pt x="421450" y="51832"/>
                </a:cubicBezTo>
                <a:cubicBezTo>
                  <a:pt x="417851" y="48786"/>
                  <a:pt x="413502" y="47263"/>
                  <a:pt x="408401" y="47263"/>
                </a:cubicBezTo>
                <a:cubicBezTo>
                  <a:pt x="400694" y="47263"/>
                  <a:pt x="394432" y="50013"/>
                  <a:pt x="389615" y="55512"/>
                </a:cubicBezTo>
                <a:cubicBezTo>
                  <a:pt x="384798" y="61009"/>
                  <a:pt x="382389" y="69707"/>
                  <a:pt x="382389" y="81606"/>
                </a:cubicBezTo>
                <a:cubicBezTo>
                  <a:pt x="382389" y="93675"/>
                  <a:pt x="384713" y="102445"/>
                  <a:pt x="389360" y="107915"/>
                </a:cubicBezTo>
                <a:cubicBezTo>
                  <a:pt x="394007" y="113384"/>
                  <a:pt x="400071" y="116118"/>
                  <a:pt x="407551" y="116118"/>
                </a:cubicBezTo>
                <a:cubicBezTo>
                  <a:pt x="413558" y="116118"/>
                  <a:pt x="418574" y="114284"/>
                  <a:pt x="422597" y="110614"/>
                </a:cubicBezTo>
                <a:cubicBezTo>
                  <a:pt x="426621" y="106945"/>
                  <a:pt x="429171" y="101299"/>
                  <a:pt x="430248" y="93677"/>
                </a:cubicBezTo>
                <a:close/>
                <a:moveTo>
                  <a:pt x="458385" y="126829"/>
                </a:moveTo>
                <a:lnTo>
                  <a:pt x="458385" y="2210"/>
                </a:lnTo>
                <a:lnTo>
                  <a:pt x="473686" y="2210"/>
                </a:lnTo>
                <a:lnTo>
                  <a:pt x="473686" y="46923"/>
                </a:lnTo>
                <a:cubicBezTo>
                  <a:pt x="480826" y="38649"/>
                  <a:pt x="489837" y="34512"/>
                  <a:pt x="500718" y="34512"/>
                </a:cubicBezTo>
                <a:cubicBezTo>
                  <a:pt x="507405" y="34512"/>
                  <a:pt x="513214" y="35830"/>
                  <a:pt x="518144" y="38465"/>
                </a:cubicBezTo>
                <a:cubicBezTo>
                  <a:pt x="523074" y="41100"/>
                  <a:pt x="526602" y="44742"/>
                  <a:pt x="528727" y="49389"/>
                </a:cubicBezTo>
                <a:cubicBezTo>
                  <a:pt x="530852" y="54036"/>
                  <a:pt x="531915" y="60779"/>
                  <a:pt x="531915" y="69620"/>
                </a:cubicBezTo>
                <a:lnTo>
                  <a:pt x="531915" y="126829"/>
                </a:lnTo>
                <a:lnTo>
                  <a:pt x="516614" y="126829"/>
                </a:lnTo>
                <a:lnTo>
                  <a:pt x="516614" y="69620"/>
                </a:lnTo>
                <a:cubicBezTo>
                  <a:pt x="516614" y="61969"/>
                  <a:pt x="514956" y="56402"/>
                  <a:pt x="511641" y="52916"/>
                </a:cubicBezTo>
                <a:cubicBezTo>
                  <a:pt x="508326" y="49431"/>
                  <a:pt x="503636" y="47688"/>
                  <a:pt x="497573" y="47688"/>
                </a:cubicBezTo>
                <a:cubicBezTo>
                  <a:pt x="493039" y="47688"/>
                  <a:pt x="488774" y="48864"/>
                  <a:pt x="484779" y="51216"/>
                </a:cubicBezTo>
                <a:cubicBezTo>
                  <a:pt x="480784" y="53568"/>
                  <a:pt x="477936" y="56756"/>
                  <a:pt x="476236" y="60779"/>
                </a:cubicBezTo>
                <a:cubicBezTo>
                  <a:pt x="474536" y="64803"/>
                  <a:pt x="473686" y="70357"/>
                  <a:pt x="473686" y="77441"/>
                </a:cubicBezTo>
                <a:lnTo>
                  <a:pt x="473686" y="126829"/>
                </a:lnTo>
                <a:lnTo>
                  <a:pt x="458385" y="126829"/>
                </a:lnTo>
                <a:close/>
                <a:moveTo>
                  <a:pt x="674813" y="112104"/>
                </a:moveTo>
                <a:cubicBezTo>
                  <a:pt x="669770" y="117715"/>
                  <a:pt x="664272" y="121912"/>
                  <a:pt x="658322" y="124696"/>
                </a:cubicBezTo>
                <a:cubicBezTo>
                  <a:pt x="652372" y="127478"/>
                  <a:pt x="645939" y="128869"/>
                  <a:pt x="639026" y="128869"/>
                </a:cubicBezTo>
                <a:cubicBezTo>
                  <a:pt x="626275" y="128869"/>
                  <a:pt x="616159" y="124575"/>
                  <a:pt x="608678" y="115986"/>
                </a:cubicBezTo>
                <a:cubicBezTo>
                  <a:pt x="602615" y="108980"/>
                  <a:pt x="599583" y="101154"/>
                  <a:pt x="599583" y="92508"/>
                </a:cubicBezTo>
                <a:cubicBezTo>
                  <a:pt x="599583" y="84824"/>
                  <a:pt x="602062" y="77888"/>
                  <a:pt x="607021" y="71700"/>
                </a:cubicBezTo>
                <a:cubicBezTo>
                  <a:pt x="611980" y="65512"/>
                  <a:pt x="619389" y="60074"/>
                  <a:pt x="629250" y="55384"/>
                </a:cubicBezTo>
                <a:cubicBezTo>
                  <a:pt x="623640" y="48918"/>
                  <a:pt x="619899" y="43672"/>
                  <a:pt x="618029" y="39645"/>
                </a:cubicBezTo>
                <a:cubicBezTo>
                  <a:pt x="616159" y="35618"/>
                  <a:pt x="615224" y="31733"/>
                  <a:pt x="615224" y="27991"/>
                </a:cubicBezTo>
                <a:cubicBezTo>
                  <a:pt x="615224" y="20503"/>
                  <a:pt x="618157" y="13995"/>
                  <a:pt x="624022" y="8466"/>
                </a:cubicBezTo>
                <a:cubicBezTo>
                  <a:pt x="629887" y="2935"/>
                  <a:pt x="637269" y="170"/>
                  <a:pt x="646166" y="170"/>
                </a:cubicBezTo>
                <a:cubicBezTo>
                  <a:pt x="654667" y="170"/>
                  <a:pt x="661623" y="2772"/>
                  <a:pt x="667035" y="7975"/>
                </a:cubicBezTo>
                <a:cubicBezTo>
                  <a:pt x="672447" y="13176"/>
                  <a:pt x="675153" y="19424"/>
                  <a:pt x="675153" y="26718"/>
                </a:cubicBezTo>
                <a:cubicBezTo>
                  <a:pt x="675153" y="38536"/>
                  <a:pt x="667304" y="48630"/>
                  <a:pt x="651607" y="56999"/>
                </a:cubicBezTo>
                <a:lnTo>
                  <a:pt x="673963" y="85444"/>
                </a:lnTo>
                <a:cubicBezTo>
                  <a:pt x="676513" y="80479"/>
                  <a:pt x="678497" y="74722"/>
                  <a:pt x="679914" y="68175"/>
                </a:cubicBezTo>
                <a:lnTo>
                  <a:pt x="695810" y="71575"/>
                </a:lnTo>
                <a:cubicBezTo>
                  <a:pt x="693090" y="82428"/>
                  <a:pt x="689406" y="91358"/>
                  <a:pt x="684759" y="98365"/>
                </a:cubicBezTo>
                <a:cubicBezTo>
                  <a:pt x="690483" y="105954"/>
                  <a:pt x="696971" y="112325"/>
                  <a:pt x="704225" y="117478"/>
                </a:cubicBezTo>
                <a:lnTo>
                  <a:pt x="693940" y="129719"/>
                </a:lnTo>
                <a:cubicBezTo>
                  <a:pt x="687762" y="125744"/>
                  <a:pt x="681387" y="119872"/>
                  <a:pt x="674813" y="112104"/>
                </a:cubicBezTo>
                <a:moveTo>
                  <a:pt x="643701" y="47309"/>
                </a:moveTo>
                <a:cubicBezTo>
                  <a:pt x="650331" y="43412"/>
                  <a:pt x="654624" y="39996"/>
                  <a:pt x="656579" y="37060"/>
                </a:cubicBezTo>
                <a:cubicBezTo>
                  <a:pt x="658535" y="34124"/>
                  <a:pt x="659512" y="30877"/>
                  <a:pt x="659512" y="27319"/>
                </a:cubicBezTo>
                <a:cubicBezTo>
                  <a:pt x="659512" y="23084"/>
                  <a:pt x="658166" y="19627"/>
                  <a:pt x="655474" y="16945"/>
                </a:cubicBezTo>
                <a:cubicBezTo>
                  <a:pt x="652782" y="14262"/>
                  <a:pt x="649425" y="12921"/>
                  <a:pt x="645401" y="12921"/>
                </a:cubicBezTo>
                <a:cubicBezTo>
                  <a:pt x="641264" y="12921"/>
                  <a:pt x="637821" y="14248"/>
                  <a:pt x="635073" y="16903"/>
                </a:cubicBezTo>
                <a:cubicBezTo>
                  <a:pt x="632324" y="19556"/>
                  <a:pt x="630950" y="22802"/>
                  <a:pt x="630950" y="26641"/>
                </a:cubicBezTo>
                <a:cubicBezTo>
                  <a:pt x="630950" y="28561"/>
                  <a:pt x="631446" y="30580"/>
                  <a:pt x="632438" y="32698"/>
                </a:cubicBezTo>
                <a:cubicBezTo>
                  <a:pt x="633429" y="34816"/>
                  <a:pt x="634917" y="37061"/>
                  <a:pt x="636901" y="39432"/>
                </a:cubicBezTo>
                <a:lnTo>
                  <a:pt x="643701" y="47309"/>
                </a:lnTo>
                <a:moveTo>
                  <a:pt x="665208" y="100034"/>
                </a:moveTo>
                <a:lnTo>
                  <a:pt x="637156" y="65245"/>
                </a:lnTo>
                <a:cubicBezTo>
                  <a:pt x="628882" y="70163"/>
                  <a:pt x="623300" y="74727"/>
                  <a:pt x="620409" y="78939"/>
                </a:cubicBezTo>
                <a:cubicBezTo>
                  <a:pt x="617519" y="83148"/>
                  <a:pt x="616074" y="87316"/>
                  <a:pt x="616074" y="91443"/>
                </a:cubicBezTo>
                <a:cubicBezTo>
                  <a:pt x="616074" y="96474"/>
                  <a:pt x="618086" y="101703"/>
                  <a:pt x="622109" y="107129"/>
                </a:cubicBezTo>
                <a:cubicBezTo>
                  <a:pt x="626133" y="112555"/>
                  <a:pt x="631828" y="115268"/>
                  <a:pt x="639196" y="115268"/>
                </a:cubicBezTo>
                <a:cubicBezTo>
                  <a:pt x="643786" y="115268"/>
                  <a:pt x="648532" y="113852"/>
                  <a:pt x="653434" y="111018"/>
                </a:cubicBezTo>
                <a:cubicBezTo>
                  <a:pt x="658336" y="108184"/>
                  <a:pt x="662261" y="104523"/>
                  <a:pt x="665208" y="100034"/>
                </a:cubicBezTo>
                <a:close/>
                <a:moveTo>
                  <a:pt x="770391" y="126829"/>
                </a:moveTo>
                <a:lnTo>
                  <a:pt x="770391" y="2210"/>
                </a:lnTo>
                <a:lnTo>
                  <a:pt x="860497" y="2210"/>
                </a:lnTo>
                <a:lnTo>
                  <a:pt x="860497" y="16916"/>
                </a:lnTo>
                <a:lnTo>
                  <a:pt x="786882" y="16916"/>
                </a:lnTo>
                <a:lnTo>
                  <a:pt x="786882" y="55084"/>
                </a:lnTo>
                <a:lnTo>
                  <a:pt x="855822" y="55084"/>
                </a:lnTo>
                <a:lnTo>
                  <a:pt x="855822" y="69535"/>
                </a:lnTo>
                <a:lnTo>
                  <a:pt x="786882" y="69535"/>
                </a:lnTo>
                <a:lnTo>
                  <a:pt x="786882" y="112123"/>
                </a:lnTo>
                <a:lnTo>
                  <a:pt x="863387" y="112123"/>
                </a:lnTo>
                <a:lnTo>
                  <a:pt x="863387" y="126829"/>
                </a:lnTo>
                <a:lnTo>
                  <a:pt x="770391" y="126829"/>
                </a:lnTo>
                <a:close/>
                <a:moveTo>
                  <a:pt x="942785" y="126829"/>
                </a:moveTo>
                <a:lnTo>
                  <a:pt x="942785" y="115438"/>
                </a:lnTo>
                <a:cubicBezTo>
                  <a:pt x="937061" y="124392"/>
                  <a:pt x="928645" y="128869"/>
                  <a:pt x="917538" y="128869"/>
                </a:cubicBezTo>
                <a:cubicBezTo>
                  <a:pt x="910341" y="128869"/>
                  <a:pt x="903724" y="126886"/>
                  <a:pt x="897689" y="122919"/>
                </a:cubicBezTo>
                <a:cubicBezTo>
                  <a:pt x="891653" y="118952"/>
                  <a:pt x="886978" y="113412"/>
                  <a:pt x="883663" y="106300"/>
                </a:cubicBezTo>
                <a:cubicBezTo>
                  <a:pt x="880348" y="99188"/>
                  <a:pt x="878690" y="91013"/>
                  <a:pt x="878690" y="81776"/>
                </a:cubicBezTo>
                <a:cubicBezTo>
                  <a:pt x="878690" y="72765"/>
                  <a:pt x="880192" y="64590"/>
                  <a:pt x="883195" y="57252"/>
                </a:cubicBezTo>
                <a:cubicBezTo>
                  <a:pt x="886199" y="49913"/>
                  <a:pt x="890704" y="44288"/>
                  <a:pt x="896711" y="40378"/>
                </a:cubicBezTo>
                <a:cubicBezTo>
                  <a:pt x="902718" y="36468"/>
                  <a:pt x="909434" y="34512"/>
                  <a:pt x="916858" y="34512"/>
                </a:cubicBezTo>
                <a:cubicBezTo>
                  <a:pt x="922298" y="34512"/>
                  <a:pt x="927143" y="35660"/>
                  <a:pt x="931394" y="37955"/>
                </a:cubicBezTo>
                <a:cubicBezTo>
                  <a:pt x="935644" y="40250"/>
                  <a:pt x="939101" y="43240"/>
                  <a:pt x="941764" y="46923"/>
                </a:cubicBezTo>
                <a:lnTo>
                  <a:pt x="941764" y="2210"/>
                </a:lnTo>
                <a:lnTo>
                  <a:pt x="956981" y="2210"/>
                </a:lnTo>
                <a:lnTo>
                  <a:pt x="956981" y="126829"/>
                </a:lnTo>
                <a:lnTo>
                  <a:pt x="942785" y="126829"/>
                </a:lnTo>
                <a:moveTo>
                  <a:pt x="894416" y="81733"/>
                </a:moveTo>
                <a:cubicBezTo>
                  <a:pt x="894416" y="93252"/>
                  <a:pt x="896853" y="101862"/>
                  <a:pt x="901727" y="107565"/>
                </a:cubicBezTo>
                <a:cubicBezTo>
                  <a:pt x="906600" y="113267"/>
                  <a:pt x="912352" y="116118"/>
                  <a:pt x="918983" y="116118"/>
                </a:cubicBezTo>
                <a:cubicBezTo>
                  <a:pt x="925670" y="116118"/>
                  <a:pt x="931351" y="113395"/>
                  <a:pt x="936027" y="107947"/>
                </a:cubicBezTo>
                <a:cubicBezTo>
                  <a:pt x="940702" y="102498"/>
                  <a:pt x="943040" y="94183"/>
                  <a:pt x="943040" y="83003"/>
                </a:cubicBezTo>
                <a:cubicBezTo>
                  <a:pt x="943040" y="70695"/>
                  <a:pt x="940659" y="61661"/>
                  <a:pt x="935899" y="55902"/>
                </a:cubicBezTo>
                <a:cubicBezTo>
                  <a:pt x="931139" y="50143"/>
                  <a:pt x="925273" y="47263"/>
                  <a:pt x="918303" y="47263"/>
                </a:cubicBezTo>
                <a:cubicBezTo>
                  <a:pt x="911502" y="47263"/>
                  <a:pt x="905821" y="50031"/>
                  <a:pt x="901259" y="55565"/>
                </a:cubicBezTo>
                <a:cubicBezTo>
                  <a:pt x="896697" y="61097"/>
                  <a:pt x="894416" y="69820"/>
                  <a:pt x="894416" y="81733"/>
                </a:cubicBezTo>
                <a:close/>
                <a:moveTo>
                  <a:pt x="981096" y="19891"/>
                </a:moveTo>
                <a:lnTo>
                  <a:pt x="981096" y="2210"/>
                </a:lnTo>
                <a:lnTo>
                  <a:pt x="996397" y="2210"/>
                </a:lnTo>
                <a:lnTo>
                  <a:pt x="996397" y="19891"/>
                </a:lnTo>
                <a:lnTo>
                  <a:pt x="981096" y="19891"/>
                </a:lnTo>
                <a:moveTo>
                  <a:pt x="981096" y="126829"/>
                </a:moveTo>
                <a:lnTo>
                  <a:pt x="981096" y="36553"/>
                </a:lnTo>
                <a:lnTo>
                  <a:pt x="996397" y="36553"/>
                </a:lnTo>
                <a:lnTo>
                  <a:pt x="996397" y="126829"/>
                </a:lnTo>
                <a:lnTo>
                  <a:pt x="981096" y="126829"/>
                </a:lnTo>
                <a:close/>
                <a:moveTo>
                  <a:pt x="1053067" y="113313"/>
                </a:moveTo>
                <a:lnTo>
                  <a:pt x="1055277" y="126829"/>
                </a:lnTo>
                <a:cubicBezTo>
                  <a:pt x="1050970" y="127623"/>
                  <a:pt x="1047116" y="128019"/>
                  <a:pt x="1043716" y="128019"/>
                </a:cubicBezTo>
                <a:cubicBezTo>
                  <a:pt x="1038162" y="128019"/>
                  <a:pt x="1033855" y="127141"/>
                  <a:pt x="1030795" y="125384"/>
                </a:cubicBezTo>
                <a:cubicBezTo>
                  <a:pt x="1027735" y="123627"/>
                  <a:pt x="1025581" y="121318"/>
                  <a:pt x="1024334" y="118456"/>
                </a:cubicBezTo>
                <a:cubicBezTo>
                  <a:pt x="1023088" y="115594"/>
                  <a:pt x="1022464" y="109573"/>
                  <a:pt x="1022464" y="100392"/>
                </a:cubicBezTo>
                <a:lnTo>
                  <a:pt x="1022464" y="48453"/>
                </a:lnTo>
                <a:lnTo>
                  <a:pt x="1011243" y="48453"/>
                </a:lnTo>
                <a:lnTo>
                  <a:pt x="1011243" y="36553"/>
                </a:lnTo>
                <a:lnTo>
                  <a:pt x="1022464" y="36553"/>
                </a:lnTo>
                <a:lnTo>
                  <a:pt x="1022464" y="14135"/>
                </a:lnTo>
                <a:lnTo>
                  <a:pt x="1037680" y="4930"/>
                </a:lnTo>
                <a:lnTo>
                  <a:pt x="1037680" y="36553"/>
                </a:lnTo>
                <a:lnTo>
                  <a:pt x="1053067" y="36553"/>
                </a:lnTo>
                <a:lnTo>
                  <a:pt x="1053067" y="48453"/>
                </a:lnTo>
                <a:lnTo>
                  <a:pt x="1037680" y="48453"/>
                </a:lnTo>
                <a:lnTo>
                  <a:pt x="1037680" y="101242"/>
                </a:lnTo>
                <a:cubicBezTo>
                  <a:pt x="1037680" y="105606"/>
                  <a:pt x="1037950" y="108411"/>
                  <a:pt x="1038488" y="109658"/>
                </a:cubicBezTo>
                <a:cubicBezTo>
                  <a:pt x="1039026" y="110905"/>
                  <a:pt x="1039905" y="111896"/>
                  <a:pt x="1041123" y="112633"/>
                </a:cubicBezTo>
                <a:cubicBezTo>
                  <a:pt x="1042342" y="113370"/>
                  <a:pt x="1044084" y="113738"/>
                  <a:pt x="1046351" y="113738"/>
                </a:cubicBezTo>
                <a:cubicBezTo>
                  <a:pt x="1048051" y="113738"/>
                  <a:pt x="1050290" y="113597"/>
                  <a:pt x="1053067" y="1133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People&amp;DB">
            <a:extLst xmlns:a="http://schemas.openxmlformats.org/drawingml/2006/main">
              <a:ext uri="{FF2B5EF4-FFF2-40B4-BE49-F238E27FC236}">
                <a16:creationId xmlns:a16="http://schemas.microsoft.com/office/drawing/2014/main" id="{716AF85B-C8B4-4BDB-BAC6-B6EEA412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77" y="2313036"/>
            <a:ext cx="973981" cy="161342"/>
          </a:xfrm>
          <a:custGeom xmlns:a="http://schemas.openxmlformats.org/drawingml/2006/main">
            <a:pathLst>
              <a:path w="973981" h="161342">
                <a:moveTo>
                  <a:pt x="0" y="126659"/>
                </a:moveTo>
                <a:lnTo>
                  <a:pt x="0" y="2040"/>
                </a:lnTo>
                <a:lnTo>
                  <a:pt x="47008" y="2040"/>
                </a:lnTo>
                <a:cubicBezTo>
                  <a:pt x="55282" y="2040"/>
                  <a:pt x="61601" y="2436"/>
                  <a:pt x="65965" y="3228"/>
                </a:cubicBezTo>
                <a:cubicBezTo>
                  <a:pt x="72085" y="4248"/>
                  <a:pt x="77214" y="6187"/>
                  <a:pt x="81351" y="9045"/>
                </a:cubicBezTo>
                <a:cubicBezTo>
                  <a:pt x="85488" y="11904"/>
                  <a:pt x="88817" y="15909"/>
                  <a:pt x="91339" y="21060"/>
                </a:cubicBezTo>
                <a:cubicBezTo>
                  <a:pt x="93861" y="26210"/>
                  <a:pt x="95122" y="31870"/>
                  <a:pt x="95122" y="38040"/>
                </a:cubicBezTo>
                <a:cubicBezTo>
                  <a:pt x="95122" y="48627"/>
                  <a:pt x="91750" y="57585"/>
                  <a:pt x="85006" y="64915"/>
                </a:cubicBezTo>
                <a:cubicBezTo>
                  <a:pt x="78262" y="72245"/>
                  <a:pt x="66078" y="75910"/>
                  <a:pt x="48453" y="75910"/>
                </a:cubicBezTo>
                <a:lnTo>
                  <a:pt x="16491" y="75910"/>
                </a:lnTo>
                <a:lnTo>
                  <a:pt x="16491" y="126659"/>
                </a:lnTo>
                <a:lnTo>
                  <a:pt x="0" y="126659"/>
                </a:lnTo>
                <a:moveTo>
                  <a:pt x="16491" y="61204"/>
                </a:moveTo>
                <a:lnTo>
                  <a:pt x="48709" y="61204"/>
                </a:lnTo>
                <a:cubicBezTo>
                  <a:pt x="59363" y="61204"/>
                  <a:pt x="66928" y="59225"/>
                  <a:pt x="71405" y="55267"/>
                </a:cubicBezTo>
                <a:cubicBezTo>
                  <a:pt x="75882" y="51307"/>
                  <a:pt x="78121" y="45735"/>
                  <a:pt x="78121" y="38550"/>
                </a:cubicBezTo>
                <a:cubicBezTo>
                  <a:pt x="78121" y="33347"/>
                  <a:pt x="76803" y="28893"/>
                  <a:pt x="74168" y="25188"/>
                </a:cubicBezTo>
                <a:cubicBezTo>
                  <a:pt x="71533" y="21484"/>
                  <a:pt x="68062" y="19037"/>
                  <a:pt x="63755" y="17849"/>
                </a:cubicBezTo>
                <a:cubicBezTo>
                  <a:pt x="60978" y="17114"/>
                  <a:pt x="55849" y="16746"/>
                  <a:pt x="48368" y="16746"/>
                </a:cubicBezTo>
                <a:lnTo>
                  <a:pt x="16491" y="16746"/>
                </a:lnTo>
                <a:lnTo>
                  <a:pt x="16491" y="61204"/>
                </a:lnTo>
                <a:close/>
                <a:moveTo>
                  <a:pt x="175964" y="97587"/>
                </a:moveTo>
                <a:lnTo>
                  <a:pt x="191775" y="99542"/>
                </a:lnTo>
                <a:cubicBezTo>
                  <a:pt x="189281" y="108780"/>
                  <a:pt x="184663" y="115948"/>
                  <a:pt x="177919" y="121049"/>
                </a:cubicBezTo>
                <a:cubicBezTo>
                  <a:pt x="171175" y="126149"/>
                  <a:pt x="162561" y="128699"/>
                  <a:pt x="152077" y="128699"/>
                </a:cubicBezTo>
                <a:cubicBezTo>
                  <a:pt x="138873" y="128699"/>
                  <a:pt x="128403" y="124633"/>
                  <a:pt x="120667" y="116501"/>
                </a:cubicBezTo>
                <a:cubicBezTo>
                  <a:pt x="112932" y="108369"/>
                  <a:pt x="109064" y="96964"/>
                  <a:pt x="109064" y="82286"/>
                </a:cubicBezTo>
                <a:cubicBezTo>
                  <a:pt x="109064" y="67098"/>
                  <a:pt x="112974" y="55311"/>
                  <a:pt x="120795" y="46923"/>
                </a:cubicBezTo>
                <a:cubicBezTo>
                  <a:pt x="128615" y="38536"/>
                  <a:pt x="138759" y="34342"/>
                  <a:pt x="151227" y="34342"/>
                </a:cubicBezTo>
                <a:cubicBezTo>
                  <a:pt x="163298" y="34342"/>
                  <a:pt x="173159" y="38445"/>
                  <a:pt x="180809" y="46650"/>
                </a:cubicBezTo>
                <a:cubicBezTo>
                  <a:pt x="188460" y="54853"/>
                  <a:pt x="192285" y="66394"/>
                  <a:pt x="192285" y="81274"/>
                </a:cubicBezTo>
                <a:cubicBezTo>
                  <a:pt x="192285" y="82179"/>
                  <a:pt x="192257" y="83536"/>
                  <a:pt x="192200" y="85346"/>
                </a:cubicBezTo>
                <a:lnTo>
                  <a:pt x="124875" y="85346"/>
                </a:lnTo>
                <a:cubicBezTo>
                  <a:pt x="125442" y="95235"/>
                  <a:pt x="128247" y="102808"/>
                  <a:pt x="133291" y="108064"/>
                </a:cubicBezTo>
                <a:cubicBezTo>
                  <a:pt x="138334" y="113320"/>
                  <a:pt x="144625" y="115948"/>
                  <a:pt x="152162" y="115948"/>
                </a:cubicBezTo>
                <a:cubicBezTo>
                  <a:pt x="157772" y="115948"/>
                  <a:pt x="162561" y="114489"/>
                  <a:pt x="166528" y="111571"/>
                </a:cubicBezTo>
                <a:cubicBezTo>
                  <a:pt x="170495" y="108650"/>
                  <a:pt x="173640" y="103989"/>
                  <a:pt x="175964" y="97587"/>
                </a:cubicBezTo>
                <a:moveTo>
                  <a:pt x="125725" y="72595"/>
                </a:moveTo>
                <a:lnTo>
                  <a:pt x="176134" y="72595"/>
                </a:lnTo>
                <a:cubicBezTo>
                  <a:pt x="175454" y="65125"/>
                  <a:pt x="173527" y="59523"/>
                  <a:pt x="170353" y="55788"/>
                </a:cubicBezTo>
                <a:cubicBezTo>
                  <a:pt x="165480" y="49992"/>
                  <a:pt x="159161" y="47093"/>
                  <a:pt x="151397" y="47093"/>
                </a:cubicBezTo>
                <a:cubicBezTo>
                  <a:pt x="144370" y="47093"/>
                  <a:pt x="138462" y="49407"/>
                  <a:pt x="133673" y="54035"/>
                </a:cubicBezTo>
                <a:cubicBezTo>
                  <a:pt x="128885" y="58660"/>
                  <a:pt x="126235" y="64847"/>
                  <a:pt x="125725" y="72595"/>
                </a:cubicBezTo>
                <a:close/>
                <a:moveTo>
                  <a:pt x="205264" y="81521"/>
                </a:moveTo>
                <a:cubicBezTo>
                  <a:pt x="205264" y="64803"/>
                  <a:pt x="209911" y="52420"/>
                  <a:pt x="219205" y="44373"/>
                </a:cubicBezTo>
                <a:cubicBezTo>
                  <a:pt x="226969" y="37686"/>
                  <a:pt x="236433" y="34342"/>
                  <a:pt x="247597" y="34342"/>
                </a:cubicBezTo>
                <a:cubicBezTo>
                  <a:pt x="260008" y="34342"/>
                  <a:pt x="270152" y="38409"/>
                  <a:pt x="278030" y="46541"/>
                </a:cubicBezTo>
                <a:cubicBezTo>
                  <a:pt x="285907" y="54673"/>
                  <a:pt x="289846" y="65908"/>
                  <a:pt x="289846" y="80246"/>
                </a:cubicBezTo>
                <a:cubicBezTo>
                  <a:pt x="289846" y="91863"/>
                  <a:pt x="288103" y="101001"/>
                  <a:pt x="284618" y="107660"/>
                </a:cubicBezTo>
                <a:cubicBezTo>
                  <a:pt x="281132" y="114319"/>
                  <a:pt x="276060" y="119490"/>
                  <a:pt x="269402" y="123174"/>
                </a:cubicBezTo>
                <a:cubicBezTo>
                  <a:pt x="262743" y="126857"/>
                  <a:pt x="255475" y="128699"/>
                  <a:pt x="247597" y="128699"/>
                </a:cubicBezTo>
                <a:cubicBezTo>
                  <a:pt x="234960" y="128699"/>
                  <a:pt x="224745" y="124647"/>
                  <a:pt x="216953" y="116543"/>
                </a:cubicBezTo>
                <a:cubicBezTo>
                  <a:pt x="209161" y="108439"/>
                  <a:pt x="205264" y="96765"/>
                  <a:pt x="205264" y="81521"/>
                </a:cubicBezTo>
                <a:moveTo>
                  <a:pt x="220991" y="81478"/>
                </a:moveTo>
                <a:cubicBezTo>
                  <a:pt x="220991" y="92997"/>
                  <a:pt x="223512" y="101621"/>
                  <a:pt x="228556" y="107352"/>
                </a:cubicBezTo>
                <a:cubicBezTo>
                  <a:pt x="233600" y="113083"/>
                  <a:pt x="239947" y="115948"/>
                  <a:pt x="247597" y="115948"/>
                </a:cubicBezTo>
                <a:cubicBezTo>
                  <a:pt x="255191" y="115948"/>
                  <a:pt x="261510" y="113069"/>
                  <a:pt x="266554" y="107310"/>
                </a:cubicBezTo>
                <a:cubicBezTo>
                  <a:pt x="271598" y="101550"/>
                  <a:pt x="274119" y="92771"/>
                  <a:pt x="274119" y="80971"/>
                </a:cubicBezTo>
                <a:cubicBezTo>
                  <a:pt x="274119" y="69848"/>
                  <a:pt x="271583" y="61420"/>
                  <a:pt x="266511" y="55690"/>
                </a:cubicBezTo>
                <a:cubicBezTo>
                  <a:pt x="261439" y="49959"/>
                  <a:pt x="255135" y="47093"/>
                  <a:pt x="247597" y="47093"/>
                </a:cubicBezTo>
                <a:cubicBezTo>
                  <a:pt x="239947" y="47093"/>
                  <a:pt x="233600" y="49945"/>
                  <a:pt x="228556" y="55647"/>
                </a:cubicBezTo>
                <a:cubicBezTo>
                  <a:pt x="223512" y="61350"/>
                  <a:pt x="220991" y="69960"/>
                  <a:pt x="220991" y="81478"/>
                </a:cubicBezTo>
                <a:close/>
                <a:moveTo>
                  <a:pt x="307755" y="161342"/>
                </a:moveTo>
                <a:lnTo>
                  <a:pt x="307755" y="36383"/>
                </a:lnTo>
                <a:lnTo>
                  <a:pt x="321696" y="36383"/>
                </a:lnTo>
                <a:lnTo>
                  <a:pt x="321696" y="48028"/>
                </a:lnTo>
                <a:cubicBezTo>
                  <a:pt x="324983" y="43466"/>
                  <a:pt x="328695" y="40045"/>
                  <a:pt x="332832" y="37764"/>
                </a:cubicBezTo>
                <a:cubicBezTo>
                  <a:pt x="336969" y="35483"/>
                  <a:pt x="341985" y="34342"/>
                  <a:pt x="347878" y="34342"/>
                </a:cubicBezTo>
                <a:cubicBezTo>
                  <a:pt x="355586" y="34342"/>
                  <a:pt x="362386" y="36326"/>
                  <a:pt x="368280" y="40293"/>
                </a:cubicBezTo>
                <a:cubicBezTo>
                  <a:pt x="374174" y="44260"/>
                  <a:pt x="378622" y="49856"/>
                  <a:pt x="381626" y="57082"/>
                </a:cubicBezTo>
                <a:cubicBezTo>
                  <a:pt x="384629" y="64307"/>
                  <a:pt x="386131" y="72227"/>
                  <a:pt x="386131" y="80841"/>
                </a:cubicBezTo>
                <a:cubicBezTo>
                  <a:pt x="386131" y="90078"/>
                  <a:pt x="384474" y="98395"/>
                  <a:pt x="381158" y="105790"/>
                </a:cubicBezTo>
                <a:cubicBezTo>
                  <a:pt x="377843" y="113186"/>
                  <a:pt x="373026" y="118853"/>
                  <a:pt x="366707" y="122791"/>
                </a:cubicBezTo>
                <a:cubicBezTo>
                  <a:pt x="360388" y="126730"/>
                  <a:pt x="353744" y="128699"/>
                  <a:pt x="346773" y="128699"/>
                </a:cubicBezTo>
                <a:cubicBezTo>
                  <a:pt x="341673" y="128699"/>
                  <a:pt x="337097" y="127608"/>
                  <a:pt x="333045" y="125427"/>
                </a:cubicBezTo>
                <a:cubicBezTo>
                  <a:pt x="328993" y="123243"/>
                  <a:pt x="325663" y="120486"/>
                  <a:pt x="323057" y="117154"/>
                </a:cubicBezTo>
                <a:lnTo>
                  <a:pt x="323057" y="161342"/>
                </a:lnTo>
                <a:lnTo>
                  <a:pt x="307755" y="161342"/>
                </a:lnTo>
                <a:moveTo>
                  <a:pt x="321611" y="81903"/>
                </a:moveTo>
                <a:cubicBezTo>
                  <a:pt x="321611" y="93507"/>
                  <a:pt x="323963" y="102082"/>
                  <a:pt x="328667" y="107628"/>
                </a:cubicBezTo>
                <a:cubicBezTo>
                  <a:pt x="333371" y="113175"/>
                  <a:pt x="339066" y="115948"/>
                  <a:pt x="345753" y="115948"/>
                </a:cubicBezTo>
                <a:cubicBezTo>
                  <a:pt x="352554" y="115948"/>
                  <a:pt x="358377" y="113076"/>
                  <a:pt x="363222" y="107331"/>
                </a:cubicBezTo>
                <a:cubicBezTo>
                  <a:pt x="368067" y="101586"/>
                  <a:pt x="370490" y="92685"/>
                  <a:pt x="370490" y="80628"/>
                </a:cubicBezTo>
                <a:cubicBezTo>
                  <a:pt x="370490" y="69138"/>
                  <a:pt x="368124" y="60535"/>
                  <a:pt x="363392" y="54818"/>
                </a:cubicBezTo>
                <a:cubicBezTo>
                  <a:pt x="358660" y="49102"/>
                  <a:pt x="353007" y="46243"/>
                  <a:pt x="346433" y="46243"/>
                </a:cubicBezTo>
                <a:cubicBezTo>
                  <a:pt x="339916" y="46243"/>
                  <a:pt x="334150" y="49286"/>
                  <a:pt x="329135" y="55371"/>
                </a:cubicBezTo>
                <a:cubicBezTo>
                  <a:pt x="324119" y="61456"/>
                  <a:pt x="321611" y="70300"/>
                  <a:pt x="321611" y="81903"/>
                </a:cubicBezTo>
                <a:close/>
                <a:moveTo>
                  <a:pt x="404211" y="126659"/>
                </a:moveTo>
                <a:lnTo>
                  <a:pt x="404211" y="2040"/>
                </a:lnTo>
                <a:lnTo>
                  <a:pt x="419512" y="2040"/>
                </a:lnTo>
                <a:lnTo>
                  <a:pt x="419512" y="126659"/>
                </a:lnTo>
                <a:lnTo>
                  <a:pt x="404211" y="126659"/>
                </a:lnTo>
                <a:close/>
                <a:moveTo>
                  <a:pt x="504999" y="97587"/>
                </a:moveTo>
                <a:lnTo>
                  <a:pt x="520810" y="99542"/>
                </a:lnTo>
                <a:cubicBezTo>
                  <a:pt x="518316" y="108780"/>
                  <a:pt x="513698" y="115948"/>
                  <a:pt x="506954" y="121049"/>
                </a:cubicBezTo>
                <a:cubicBezTo>
                  <a:pt x="500210" y="126149"/>
                  <a:pt x="491596" y="128699"/>
                  <a:pt x="481112" y="128699"/>
                </a:cubicBezTo>
                <a:cubicBezTo>
                  <a:pt x="467908" y="128699"/>
                  <a:pt x="457438" y="124633"/>
                  <a:pt x="449702" y="116501"/>
                </a:cubicBezTo>
                <a:cubicBezTo>
                  <a:pt x="441967" y="108369"/>
                  <a:pt x="438099" y="96964"/>
                  <a:pt x="438099" y="82286"/>
                </a:cubicBezTo>
                <a:cubicBezTo>
                  <a:pt x="438099" y="67098"/>
                  <a:pt x="442009" y="55311"/>
                  <a:pt x="449830" y="46923"/>
                </a:cubicBezTo>
                <a:cubicBezTo>
                  <a:pt x="457650" y="38536"/>
                  <a:pt x="467794" y="34342"/>
                  <a:pt x="480262" y="34342"/>
                </a:cubicBezTo>
                <a:cubicBezTo>
                  <a:pt x="492333" y="34342"/>
                  <a:pt x="502194" y="38445"/>
                  <a:pt x="509844" y="46650"/>
                </a:cubicBezTo>
                <a:cubicBezTo>
                  <a:pt x="517495" y="54853"/>
                  <a:pt x="521320" y="66394"/>
                  <a:pt x="521320" y="81274"/>
                </a:cubicBezTo>
                <a:cubicBezTo>
                  <a:pt x="521320" y="82179"/>
                  <a:pt x="521292" y="83536"/>
                  <a:pt x="521235" y="85346"/>
                </a:cubicBezTo>
                <a:lnTo>
                  <a:pt x="453910" y="85346"/>
                </a:lnTo>
                <a:cubicBezTo>
                  <a:pt x="454477" y="95235"/>
                  <a:pt x="457282" y="102808"/>
                  <a:pt x="462326" y="108064"/>
                </a:cubicBezTo>
                <a:cubicBezTo>
                  <a:pt x="467369" y="113320"/>
                  <a:pt x="473660" y="115948"/>
                  <a:pt x="481197" y="115948"/>
                </a:cubicBezTo>
                <a:cubicBezTo>
                  <a:pt x="486808" y="115948"/>
                  <a:pt x="491596" y="114489"/>
                  <a:pt x="495563" y="111571"/>
                </a:cubicBezTo>
                <a:cubicBezTo>
                  <a:pt x="499530" y="108650"/>
                  <a:pt x="502675" y="103989"/>
                  <a:pt x="504999" y="97587"/>
                </a:cubicBezTo>
                <a:moveTo>
                  <a:pt x="454760" y="72595"/>
                </a:moveTo>
                <a:lnTo>
                  <a:pt x="505169" y="72595"/>
                </a:lnTo>
                <a:cubicBezTo>
                  <a:pt x="504489" y="65125"/>
                  <a:pt x="502562" y="59523"/>
                  <a:pt x="499388" y="55788"/>
                </a:cubicBezTo>
                <a:cubicBezTo>
                  <a:pt x="494515" y="49992"/>
                  <a:pt x="488196" y="47093"/>
                  <a:pt x="480432" y="47093"/>
                </a:cubicBezTo>
                <a:cubicBezTo>
                  <a:pt x="473405" y="47093"/>
                  <a:pt x="467497" y="49407"/>
                  <a:pt x="462708" y="54035"/>
                </a:cubicBezTo>
                <a:cubicBezTo>
                  <a:pt x="457920" y="58660"/>
                  <a:pt x="455270" y="64847"/>
                  <a:pt x="454760" y="72595"/>
                </a:cubicBezTo>
                <a:close/>
                <a:moveTo>
                  <a:pt x="659627" y="111934"/>
                </a:moveTo>
                <a:cubicBezTo>
                  <a:pt x="654584" y="117545"/>
                  <a:pt x="649087" y="121742"/>
                  <a:pt x="643136" y="124526"/>
                </a:cubicBezTo>
                <a:cubicBezTo>
                  <a:pt x="637186" y="127308"/>
                  <a:pt x="630754" y="128699"/>
                  <a:pt x="623840" y="128699"/>
                </a:cubicBezTo>
                <a:cubicBezTo>
                  <a:pt x="611089" y="128699"/>
                  <a:pt x="600973" y="124405"/>
                  <a:pt x="593493" y="115816"/>
                </a:cubicBezTo>
                <a:cubicBezTo>
                  <a:pt x="587429" y="108810"/>
                  <a:pt x="584397" y="100984"/>
                  <a:pt x="584397" y="92338"/>
                </a:cubicBezTo>
                <a:cubicBezTo>
                  <a:pt x="584397" y="84654"/>
                  <a:pt x="586876" y="77718"/>
                  <a:pt x="591835" y="71530"/>
                </a:cubicBezTo>
                <a:cubicBezTo>
                  <a:pt x="596794" y="65342"/>
                  <a:pt x="604203" y="59904"/>
                  <a:pt x="614064" y="55214"/>
                </a:cubicBezTo>
                <a:cubicBezTo>
                  <a:pt x="608454" y="48748"/>
                  <a:pt x="604713" y="43502"/>
                  <a:pt x="602843" y="39475"/>
                </a:cubicBezTo>
                <a:cubicBezTo>
                  <a:pt x="600973" y="35448"/>
                  <a:pt x="600038" y="31563"/>
                  <a:pt x="600038" y="27821"/>
                </a:cubicBezTo>
                <a:cubicBezTo>
                  <a:pt x="600038" y="20333"/>
                  <a:pt x="602971" y="13825"/>
                  <a:pt x="608836" y="8296"/>
                </a:cubicBezTo>
                <a:cubicBezTo>
                  <a:pt x="614702" y="2765"/>
                  <a:pt x="622083" y="0"/>
                  <a:pt x="630980" y="0"/>
                </a:cubicBezTo>
                <a:cubicBezTo>
                  <a:pt x="639481" y="0"/>
                  <a:pt x="646437" y="2602"/>
                  <a:pt x="651849" y="7805"/>
                </a:cubicBezTo>
                <a:cubicBezTo>
                  <a:pt x="657261" y="13006"/>
                  <a:pt x="659967" y="19254"/>
                  <a:pt x="659967" y="26548"/>
                </a:cubicBezTo>
                <a:cubicBezTo>
                  <a:pt x="659967" y="38366"/>
                  <a:pt x="652119" y="48460"/>
                  <a:pt x="636421" y="56829"/>
                </a:cubicBezTo>
                <a:lnTo>
                  <a:pt x="658777" y="85274"/>
                </a:lnTo>
                <a:cubicBezTo>
                  <a:pt x="661328" y="80309"/>
                  <a:pt x="663311" y="74552"/>
                  <a:pt x="664728" y="68005"/>
                </a:cubicBezTo>
                <a:lnTo>
                  <a:pt x="680624" y="71405"/>
                </a:lnTo>
                <a:cubicBezTo>
                  <a:pt x="677904" y="82258"/>
                  <a:pt x="674220" y="91188"/>
                  <a:pt x="669573" y="98195"/>
                </a:cubicBezTo>
                <a:cubicBezTo>
                  <a:pt x="675297" y="105784"/>
                  <a:pt x="681786" y="112155"/>
                  <a:pt x="689040" y="117308"/>
                </a:cubicBezTo>
                <a:lnTo>
                  <a:pt x="678754" y="129549"/>
                </a:lnTo>
                <a:cubicBezTo>
                  <a:pt x="672577" y="125574"/>
                  <a:pt x="666201" y="119702"/>
                  <a:pt x="659627" y="111934"/>
                </a:cubicBezTo>
                <a:moveTo>
                  <a:pt x="628515" y="47139"/>
                </a:moveTo>
                <a:cubicBezTo>
                  <a:pt x="635146" y="43242"/>
                  <a:pt x="639438" y="39826"/>
                  <a:pt x="641394" y="36890"/>
                </a:cubicBezTo>
                <a:cubicBezTo>
                  <a:pt x="643349" y="33954"/>
                  <a:pt x="644326" y="30707"/>
                  <a:pt x="644326" y="27149"/>
                </a:cubicBezTo>
                <a:cubicBezTo>
                  <a:pt x="644326" y="22914"/>
                  <a:pt x="642980" y="19457"/>
                  <a:pt x="640289" y="16775"/>
                </a:cubicBezTo>
                <a:cubicBezTo>
                  <a:pt x="637597" y="14092"/>
                  <a:pt x="634239" y="12751"/>
                  <a:pt x="630215" y="12751"/>
                </a:cubicBezTo>
                <a:cubicBezTo>
                  <a:pt x="626078" y="12751"/>
                  <a:pt x="622636" y="14078"/>
                  <a:pt x="619887" y="16733"/>
                </a:cubicBezTo>
                <a:cubicBezTo>
                  <a:pt x="617139" y="19386"/>
                  <a:pt x="615764" y="22632"/>
                  <a:pt x="615764" y="26471"/>
                </a:cubicBezTo>
                <a:cubicBezTo>
                  <a:pt x="615764" y="28391"/>
                  <a:pt x="616260" y="30410"/>
                  <a:pt x="617252" y="32528"/>
                </a:cubicBezTo>
                <a:cubicBezTo>
                  <a:pt x="618244" y="34646"/>
                  <a:pt x="619731" y="36891"/>
                  <a:pt x="621715" y="39262"/>
                </a:cubicBezTo>
                <a:lnTo>
                  <a:pt x="628515" y="47139"/>
                </a:lnTo>
                <a:moveTo>
                  <a:pt x="650022" y="99864"/>
                </a:moveTo>
                <a:lnTo>
                  <a:pt x="621970" y="65075"/>
                </a:lnTo>
                <a:cubicBezTo>
                  <a:pt x="613696" y="69993"/>
                  <a:pt x="608114" y="74557"/>
                  <a:pt x="605223" y="78769"/>
                </a:cubicBezTo>
                <a:cubicBezTo>
                  <a:pt x="602333" y="82978"/>
                  <a:pt x="600888" y="87146"/>
                  <a:pt x="600888" y="91273"/>
                </a:cubicBezTo>
                <a:cubicBezTo>
                  <a:pt x="600888" y="96304"/>
                  <a:pt x="602900" y="101533"/>
                  <a:pt x="606924" y="106959"/>
                </a:cubicBezTo>
                <a:cubicBezTo>
                  <a:pt x="610947" y="112385"/>
                  <a:pt x="616643" y="115098"/>
                  <a:pt x="624010" y="115098"/>
                </a:cubicBezTo>
                <a:cubicBezTo>
                  <a:pt x="628600" y="115098"/>
                  <a:pt x="633346" y="113682"/>
                  <a:pt x="638248" y="110848"/>
                </a:cubicBezTo>
                <a:cubicBezTo>
                  <a:pt x="643150" y="108014"/>
                  <a:pt x="647075" y="104353"/>
                  <a:pt x="650022" y="99864"/>
                </a:cubicBezTo>
                <a:close/>
                <a:moveTo>
                  <a:pt x="754865" y="126659"/>
                </a:moveTo>
                <a:lnTo>
                  <a:pt x="754865" y="2040"/>
                </a:lnTo>
                <a:lnTo>
                  <a:pt x="797793" y="2040"/>
                </a:lnTo>
                <a:cubicBezTo>
                  <a:pt x="807484" y="2040"/>
                  <a:pt x="814879" y="2635"/>
                  <a:pt x="819980" y="3825"/>
                </a:cubicBezTo>
                <a:cubicBezTo>
                  <a:pt x="827120" y="5469"/>
                  <a:pt x="833212" y="8444"/>
                  <a:pt x="838256" y="12751"/>
                </a:cubicBezTo>
                <a:cubicBezTo>
                  <a:pt x="844830" y="18305"/>
                  <a:pt x="849746" y="25403"/>
                  <a:pt x="853005" y="34045"/>
                </a:cubicBezTo>
                <a:cubicBezTo>
                  <a:pt x="856263" y="42687"/>
                  <a:pt x="857893" y="52562"/>
                  <a:pt x="857893" y="63670"/>
                </a:cubicBezTo>
                <a:cubicBezTo>
                  <a:pt x="857893" y="73134"/>
                  <a:pt x="856787" y="81521"/>
                  <a:pt x="854577" y="88831"/>
                </a:cubicBezTo>
                <a:cubicBezTo>
                  <a:pt x="852367" y="96142"/>
                  <a:pt x="849534" y="102192"/>
                  <a:pt x="846077" y="106980"/>
                </a:cubicBezTo>
                <a:cubicBezTo>
                  <a:pt x="842620" y="111769"/>
                  <a:pt x="838837" y="115537"/>
                  <a:pt x="834728" y="118286"/>
                </a:cubicBezTo>
                <a:cubicBezTo>
                  <a:pt x="830620" y="121035"/>
                  <a:pt x="825661" y="123117"/>
                  <a:pt x="819852" y="124534"/>
                </a:cubicBezTo>
                <a:cubicBezTo>
                  <a:pt x="814044" y="125951"/>
                  <a:pt x="807371" y="126659"/>
                  <a:pt x="799833" y="126659"/>
                </a:cubicBezTo>
                <a:lnTo>
                  <a:pt x="754865" y="126659"/>
                </a:lnTo>
                <a:moveTo>
                  <a:pt x="771356" y="111953"/>
                </a:moveTo>
                <a:lnTo>
                  <a:pt x="797963" y="111953"/>
                </a:lnTo>
                <a:cubicBezTo>
                  <a:pt x="806180" y="111953"/>
                  <a:pt x="812627" y="111188"/>
                  <a:pt x="817302" y="109658"/>
                </a:cubicBezTo>
                <a:cubicBezTo>
                  <a:pt x="821977" y="108128"/>
                  <a:pt x="825704" y="105974"/>
                  <a:pt x="828480" y="103197"/>
                </a:cubicBezTo>
                <a:cubicBezTo>
                  <a:pt x="832391" y="99287"/>
                  <a:pt x="835437" y="94031"/>
                  <a:pt x="837619" y="87429"/>
                </a:cubicBezTo>
                <a:cubicBezTo>
                  <a:pt x="839800" y="80827"/>
                  <a:pt x="840891" y="72822"/>
                  <a:pt x="840891" y="63415"/>
                </a:cubicBezTo>
                <a:cubicBezTo>
                  <a:pt x="840891" y="50380"/>
                  <a:pt x="838752" y="40364"/>
                  <a:pt x="834473" y="33365"/>
                </a:cubicBezTo>
                <a:cubicBezTo>
                  <a:pt x="830195" y="26366"/>
                  <a:pt x="824995" y="21677"/>
                  <a:pt x="818875" y="19296"/>
                </a:cubicBezTo>
                <a:cubicBezTo>
                  <a:pt x="814454" y="17596"/>
                  <a:pt x="807342" y="16746"/>
                  <a:pt x="797538" y="16746"/>
                </a:cubicBezTo>
                <a:lnTo>
                  <a:pt x="771356" y="16746"/>
                </a:lnTo>
                <a:lnTo>
                  <a:pt x="771356" y="111953"/>
                </a:lnTo>
                <a:close/>
                <a:moveTo>
                  <a:pt x="879880" y="126659"/>
                </a:moveTo>
                <a:lnTo>
                  <a:pt x="879880" y="2040"/>
                </a:lnTo>
                <a:lnTo>
                  <a:pt x="926633" y="2040"/>
                </a:lnTo>
                <a:cubicBezTo>
                  <a:pt x="936154" y="2040"/>
                  <a:pt x="943790" y="3301"/>
                  <a:pt x="949542" y="5823"/>
                </a:cubicBezTo>
                <a:cubicBezTo>
                  <a:pt x="955294" y="8345"/>
                  <a:pt x="959799" y="12227"/>
                  <a:pt x="963058" y="17469"/>
                </a:cubicBezTo>
                <a:cubicBezTo>
                  <a:pt x="966317" y="22711"/>
                  <a:pt x="967946" y="28194"/>
                  <a:pt x="967946" y="33917"/>
                </a:cubicBezTo>
                <a:cubicBezTo>
                  <a:pt x="967946" y="39244"/>
                  <a:pt x="966501" y="44260"/>
                  <a:pt x="963611" y="48964"/>
                </a:cubicBezTo>
                <a:cubicBezTo>
                  <a:pt x="960720" y="53667"/>
                  <a:pt x="956357" y="57464"/>
                  <a:pt x="950520" y="60354"/>
                </a:cubicBezTo>
                <a:cubicBezTo>
                  <a:pt x="958057" y="62565"/>
                  <a:pt x="963851" y="66333"/>
                  <a:pt x="967903" y="71660"/>
                </a:cubicBezTo>
                <a:cubicBezTo>
                  <a:pt x="971955" y="76987"/>
                  <a:pt x="973981" y="83278"/>
                  <a:pt x="973981" y="90532"/>
                </a:cubicBezTo>
                <a:cubicBezTo>
                  <a:pt x="973981" y="96369"/>
                  <a:pt x="972749" y="101795"/>
                  <a:pt x="970284" y="106810"/>
                </a:cubicBezTo>
                <a:cubicBezTo>
                  <a:pt x="967818" y="111826"/>
                  <a:pt x="964772" y="115693"/>
                  <a:pt x="961145" y="118414"/>
                </a:cubicBezTo>
                <a:cubicBezTo>
                  <a:pt x="957518" y="121134"/>
                  <a:pt x="952971" y="123188"/>
                  <a:pt x="947502" y="124576"/>
                </a:cubicBezTo>
                <a:cubicBezTo>
                  <a:pt x="942033" y="125965"/>
                  <a:pt x="935332" y="126659"/>
                  <a:pt x="927398" y="126659"/>
                </a:cubicBezTo>
                <a:lnTo>
                  <a:pt x="879880" y="126659"/>
                </a:lnTo>
                <a:moveTo>
                  <a:pt x="896371" y="54404"/>
                </a:moveTo>
                <a:lnTo>
                  <a:pt x="923318" y="54404"/>
                </a:lnTo>
                <a:cubicBezTo>
                  <a:pt x="930628" y="54404"/>
                  <a:pt x="935870" y="53922"/>
                  <a:pt x="939044" y="52959"/>
                </a:cubicBezTo>
                <a:cubicBezTo>
                  <a:pt x="943237" y="51712"/>
                  <a:pt x="946397" y="49644"/>
                  <a:pt x="948522" y="46753"/>
                </a:cubicBezTo>
                <a:cubicBezTo>
                  <a:pt x="950647" y="43863"/>
                  <a:pt x="951710" y="40236"/>
                  <a:pt x="951710" y="35873"/>
                </a:cubicBezTo>
                <a:cubicBezTo>
                  <a:pt x="951710" y="31736"/>
                  <a:pt x="950718" y="28095"/>
                  <a:pt x="948734" y="24949"/>
                </a:cubicBezTo>
                <a:cubicBezTo>
                  <a:pt x="946751" y="21804"/>
                  <a:pt x="943917" y="19651"/>
                  <a:pt x="940234" y="18489"/>
                </a:cubicBezTo>
                <a:cubicBezTo>
                  <a:pt x="936550" y="17327"/>
                  <a:pt x="930231" y="16746"/>
                  <a:pt x="921278" y="16746"/>
                </a:cubicBezTo>
                <a:lnTo>
                  <a:pt x="896371" y="16746"/>
                </a:lnTo>
                <a:lnTo>
                  <a:pt x="896371" y="54404"/>
                </a:lnTo>
                <a:moveTo>
                  <a:pt x="896371" y="111953"/>
                </a:moveTo>
                <a:lnTo>
                  <a:pt x="927398" y="111953"/>
                </a:lnTo>
                <a:cubicBezTo>
                  <a:pt x="932725" y="111953"/>
                  <a:pt x="936465" y="111755"/>
                  <a:pt x="938619" y="111358"/>
                </a:cubicBezTo>
                <a:cubicBezTo>
                  <a:pt x="942416" y="110678"/>
                  <a:pt x="945589" y="109545"/>
                  <a:pt x="948139" y="107958"/>
                </a:cubicBezTo>
                <a:cubicBezTo>
                  <a:pt x="950690" y="106371"/>
                  <a:pt x="952786" y="104062"/>
                  <a:pt x="954430" y="101030"/>
                </a:cubicBezTo>
                <a:cubicBezTo>
                  <a:pt x="956073" y="97998"/>
                  <a:pt x="956895" y="94498"/>
                  <a:pt x="956895" y="90532"/>
                </a:cubicBezTo>
                <a:cubicBezTo>
                  <a:pt x="956895" y="85885"/>
                  <a:pt x="955705" y="81847"/>
                  <a:pt x="953325" y="78418"/>
                </a:cubicBezTo>
                <a:cubicBezTo>
                  <a:pt x="950945" y="74990"/>
                  <a:pt x="947644" y="72581"/>
                  <a:pt x="943422" y="71193"/>
                </a:cubicBezTo>
                <a:cubicBezTo>
                  <a:pt x="939200" y="69804"/>
                  <a:pt x="933122" y="69110"/>
                  <a:pt x="925188" y="69110"/>
                </a:cubicBezTo>
                <a:lnTo>
                  <a:pt x="896371" y="69110"/>
                </a:lnTo>
                <a:lnTo>
                  <a:pt x="896371" y="1119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EnsureTask">
            <a:extLst xmlns:a="http://schemas.openxmlformats.org/drawingml/2006/main">
              <a:ext uri="{FF2B5EF4-FFF2-40B4-BE49-F238E27FC236}">
                <a16:creationId xmlns:a16="http://schemas.microsoft.com/office/drawing/2014/main" id="{FE87DFE9-E033-4EB4-A8DE-70C5C9FB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919" y="1622829"/>
            <a:ext cx="1092037" cy="137214"/>
          </a:xfrm>
          <a:custGeom xmlns:a="http://schemas.openxmlformats.org/drawingml/2006/main">
            <a:pathLst>
              <a:path w="1092037" h="137214">
                <a:moveTo>
                  <a:pt x="0" y="135004"/>
                </a:moveTo>
                <a:lnTo>
                  <a:pt x="0" y="0"/>
                </a:lnTo>
                <a:lnTo>
                  <a:pt x="100102" y="0"/>
                </a:lnTo>
                <a:lnTo>
                  <a:pt x="100102" y="22838"/>
                </a:lnTo>
                <a:lnTo>
                  <a:pt x="27259" y="22838"/>
                </a:lnTo>
                <a:lnTo>
                  <a:pt x="27259" y="52675"/>
                </a:lnTo>
                <a:lnTo>
                  <a:pt x="95037" y="52675"/>
                </a:lnTo>
                <a:lnTo>
                  <a:pt x="95037" y="75514"/>
                </a:lnTo>
                <a:lnTo>
                  <a:pt x="27259" y="75514"/>
                </a:lnTo>
                <a:lnTo>
                  <a:pt x="27259" y="112166"/>
                </a:lnTo>
                <a:lnTo>
                  <a:pt x="102680" y="112166"/>
                </a:lnTo>
                <a:lnTo>
                  <a:pt x="102680" y="135004"/>
                </a:lnTo>
                <a:lnTo>
                  <a:pt x="0" y="135004"/>
                </a:lnTo>
                <a:close/>
                <a:moveTo>
                  <a:pt x="214571" y="135004"/>
                </a:moveTo>
                <a:lnTo>
                  <a:pt x="188694" y="135004"/>
                </a:lnTo>
                <a:lnTo>
                  <a:pt x="188694" y="85149"/>
                </a:lnTo>
                <a:cubicBezTo>
                  <a:pt x="188694" y="74601"/>
                  <a:pt x="188141" y="67778"/>
                  <a:pt x="187036" y="64682"/>
                </a:cubicBezTo>
                <a:cubicBezTo>
                  <a:pt x="185931" y="61585"/>
                  <a:pt x="184135" y="59178"/>
                  <a:pt x="181649" y="57461"/>
                </a:cubicBezTo>
                <a:cubicBezTo>
                  <a:pt x="179162" y="55744"/>
                  <a:pt x="176170" y="54886"/>
                  <a:pt x="172670" y="54886"/>
                </a:cubicBezTo>
                <a:cubicBezTo>
                  <a:pt x="168188" y="54886"/>
                  <a:pt x="164167" y="56113"/>
                  <a:pt x="160606" y="58566"/>
                </a:cubicBezTo>
                <a:cubicBezTo>
                  <a:pt x="157045" y="61018"/>
                  <a:pt x="154605" y="64268"/>
                  <a:pt x="153285" y="68316"/>
                </a:cubicBezTo>
                <a:cubicBezTo>
                  <a:pt x="151965" y="72363"/>
                  <a:pt x="151305" y="79844"/>
                  <a:pt x="151305" y="90760"/>
                </a:cubicBezTo>
                <a:lnTo>
                  <a:pt x="151305" y="135004"/>
                </a:lnTo>
                <a:lnTo>
                  <a:pt x="125428" y="135004"/>
                </a:lnTo>
                <a:lnTo>
                  <a:pt x="125428" y="37204"/>
                </a:lnTo>
                <a:lnTo>
                  <a:pt x="149463" y="37204"/>
                </a:lnTo>
                <a:lnTo>
                  <a:pt x="149463" y="51570"/>
                </a:lnTo>
                <a:cubicBezTo>
                  <a:pt x="157997" y="40520"/>
                  <a:pt x="168741" y="34994"/>
                  <a:pt x="181695" y="34994"/>
                </a:cubicBezTo>
                <a:cubicBezTo>
                  <a:pt x="187404" y="34994"/>
                  <a:pt x="192623" y="36023"/>
                  <a:pt x="197350" y="38079"/>
                </a:cubicBezTo>
                <a:cubicBezTo>
                  <a:pt x="202077" y="40136"/>
                  <a:pt x="205654" y="42760"/>
                  <a:pt x="208079" y="45953"/>
                </a:cubicBezTo>
                <a:cubicBezTo>
                  <a:pt x="210504" y="49145"/>
                  <a:pt x="212192" y="52768"/>
                  <a:pt x="213144" y="56820"/>
                </a:cubicBezTo>
                <a:cubicBezTo>
                  <a:pt x="214095" y="60871"/>
                  <a:pt x="214571" y="66673"/>
                  <a:pt x="214571" y="74225"/>
                </a:cubicBezTo>
                <a:lnTo>
                  <a:pt x="214571" y="135004"/>
                </a:lnTo>
                <a:close/>
                <a:moveTo>
                  <a:pt x="231730" y="107193"/>
                </a:moveTo>
                <a:lnTo>
                  <a:pt x="257699" y="103141"/>
                </a:lnTo>
                <a:cubicBezTo>
                  <a:pt x="258804" y="108144"/>
                  <a:pt x="261045" y="111943"/>
                  <a:pt x="264422" y="114537"/>
                </a:cubicBezTo>
                <a:cubicBezTo>
                  <a:pt x="267798" y="117131"/>
                  <a:pt x="272526" y="118428"/>
                  <a:pt x="278604" y="118428"/>
                </a:cubicBezTo>
                <a:cubicBezTo>
                  <a:pt x="285296" y="118428"/>
                  <a:pt x="290330" y="117202"/>
                  <a:pt x="293706" y="114750"/>
                </a:cubicBezTo>
                <a:cubicBezTo>
                  <a:pt x="295978" y="113033"/>
                  <a:pt x="297114" y="110733"/>
                  <a:pt x="297114" y="107852"/>
                </a:cubicBezTo>
                <a:cubicBezTo>
                  <a:pt x="297114" y="105889"/>
                  <a:pt x="296500" y="104264"/>
                  <a:pt x="295272" y="102977"/>
                </a:cubicBezTo>
                <a:cubicBezTo>
                  <a:pt x="293983" y="101751"/>
                  <a:pt x="291097" y="100617"/>
                  <a:pt x="286616" y="99575"/>
                </a:cubicBezTo>
                <a:cubicBezTo>
                  <a:pt x="265742" y="94978"/>
                  <a:pt x="252512" y="90779"/>
                  <a:pt x="246925" y="86976"/>
                </a:cubicBezTo>
                <a:cubicBezTo>
                  <a:pt x="239189" y="81700"/>
                  <a:pt x="235321" y="74370"/>
                  <a:pt x="235321" y="64987"/>
                </a:cubicBezTo>
                <a:cubicBezTo>
                  <a:pt x="235321" y="56522"/>
                  <a:pt x="238667" y="49407"/>
                  <a:pt x="245359" y="43642"/>
                </a:cubicBezTo>
                <a:cubicBezTo>
                  <a:pt x="252051" y="37877"/>
                  <a:pt x="262427" y="34994"/>
                  <a:pt x="276486" y="34994"/>
                </a:cubicBezTo>
                <a:cubicBezTo>
                  <a:pt x="289869" y="34994"/>
                  <a:pt x="299815" y="37166"/>
                  <a:pt x="306323" y="41510"/>
                </a:cubicBezTo>
                <a:cubicBezTo>
                  <a:pt x="312830" y="45853"/>
                  <a:pt x="317312" y="52276"/>
                  <a:pt x="319768" y="60779"/>
                </a:cubicBezTo>
                <a:lnTo>
                  <a:pt x="295364" y="65384"/>
                </a:lnTo>
                <a:cubicBezTo>
                  <a:pt x="294320" y="61577"/>
                  <a:pt x="292340" y="58661"/>
                  <a:pt x="289424" y="56635"/>
                </a:cubicBezTo>
                <a:cubicBezTo>
                  <a:pt x="286508" y="54609"/>
                  <a:pt x="282349" y="53596"/>
                  <a:pt x="276946" y="53596"/>
                </a:cubicBezTo>
                <a:cubicBezTo>
                  <a:pt x="270131" y="53596"/>
                  <a:pt x="265251" y="54547"/>
                  <a:pt x="262304" y="56448"/>
                </a:cubicBezTo>
                <a:cubicBezTo>
                  <a:pt x="260339" y="57795"/>
                  <a:pt x="259357" y="59542"/>
                  <a:pt x="259357" y="61689"/>
                </a:cubicBezTo>
                <a:cubicBezTo>
                  <a:pt x="259357" y="63527"/>
                  <a:pt x="260216" y="65089"/>
                  <a:pt x="261935" y="66377"/>
                </a:cubicBezTo>
                <a:cubicBezTo>
                  <a:pt x="264268" y="68094"/>
                  <a:pt x="272326" y="70516"/>
                  <a:pt x="286109" y="73643"/>
                </a:cubicBezTo>
                <a:cubicBezTo>
                  <a:pt x="299892" y="76770"/>
                  <a:pt x="309515" y="80607"/>
                  <a:pt x="314979" y="85152"/>
                </a:cubicBezTo>
                <a:cubicBezTo>
                  <a:pt x="320382" y="89760"/>
                  <a:pt x="323083" y="96179"/>
                  <a:pt x="323083" y="104410"/>
                </a:cubicBezTo>
                <a:cubicBezTo>
                  <a:pt x="323083" y="113379"/>
                  <a:pt x="319338" y="121089"/>
                  <a:pt x="311848" y="127539"/>
                </a:cubicBezTo>
                <a:cubicBezTo>
                  <a:pt x="304358" y="133989"/>
                  <a:pt x="293277" y="137214"/>
                  <a:pt x="278604" y="137214"/>
                </a:cubicBezTo>
                <a:cubicBezTo>
                  <a:pt x="265281" y="137214"/>
                  <a:pt x="254737" y="134521"/>
                  <a:pt x="246971" y="129136"/>
                </a:cubicBezTo>
                <a:cubicBezTo>
                  <a:pt x="239205" y="123749"/>
                  <a:pt x="234124" y="116434"/>
                  <a:pt x="231730" y="107193"/>
                </a:cubicBezTo>
                <a:close/>
                <a:moveTo>
                  <a:pt x="410080" y="135004"/>
                </a:moveTo>
                <a:lnTo>
                  <a:pt x="410080" y="120362"/>
                </a:lnTo>
                <a:cubicBezTo>
                  <a:pt x="406519" y="125580"/>
                  <a:pt x="401838" y="129693"/>
                  <a:pt x="396036" y="132702"/>
                </a:cubicBezTo>
                <a:cubicBezTo>
                  <a:pt x="390234" y="135710"/>
                  <a:pt x="384110" y="137214"/>
                  <a:pt x="377664" y="137214"/>
                </a:cubicBezTo>
                <a:cubicBezTo>
                  <a:pt x="371095" y="137214"/>
                  <a:pt x="365201" y="135771"/>
                  <a:pt x="359983" y="132886"/>
                </a:cubicBezTo>
                <a:cubicBezTo>
                  <a:pt x="354764" y="130000"/>
                  <a:pt x="350989" y="125948"/>
                  <a:pt x="348656" y="120730"/>
                </a:cubicBezTo>
                <a:cubicBezTo>
                  <a:pt x="346323" y="115512"/>
                  <a:pt x="345156" y="108298"/>
                  <a:pt x="345156" y="99089"/>
                </a:cubicBezTo>
                <a:lnTo>
                  <a:pt x="345156" y="37204"/>
                </a:lnTo>
                <a:lnTo>
                  <a:pt x="371034" y="37204"/>
                </a:lnTo>
                <a:lnTo>
                  <a:pt x="371034" y="82041"/>
                </a:lnTo>
                <a:cubicBezTo>
                  <a:pt x="371034" y="95762"/>
                  <a:pt x="371509" y="104169"/>
                  <a:pt x="372461" y="107262"/>
                </a:cubicBezTo>
                <a:cubicBezTo>
                  <a:pt x="373412" y="110354"/>
                  <a:pt x="375147" y="112804"/>
                  <a:pt x="377664" y="114612"/>
                </a:cubicBezTo>
                <a:cubicBezTo>
                  <a:pt x="380181" y="116419"/>
                  <a:pt x="383374" y="117323"/>
                  <a:pt x="387241" y="117323"/>
                </a:cubicBezTo>
                <a:cubicBezTo>
                  <a:pt x="391662" y="117323"/>
                  <a:pt x="395622" y="116113"/>
                  <a:pt x="399121" y="113694"/>
                </a:cubicBezTo>
                <a:cubicBezTo>
                  <a:pt x="402620" y="111274"/>
                  <a:pt x="405015" y="108273"/>
                  <a:pt x="406304" y="104689"/>
                </a:cubicBezTo>
                <a:cubicBezTo>
                  <a:pt x="407593" y="101105"/>
                  <a:pt x="408238" y="92331"/>
                  <a:pt x="408238" y="78366"/>
                </a:cubicBezTo>
                <a:lnTo>
                  <a:pt x="408238" y="37204"/>
                </a:lnTo>
                <a:lnTo>
                  <a:pt x="434115" y="37204"/>
                </a:lnTo>
                <a:lnTo>
                  <a:pt x="434115" y="135004"/>
                </a:lnTo>
                <a:lnTo>
                  <a:pt x="410080" y="135004"/>
                </a:lnTo>
                <a:close/>
                <a:moveTo>
                  <a:pt x="485716" y="135004"/>
                </a:moveTo>
                <a:lnTo>
                  <a:pt x="459839" y="135004"/>
                </a:lnTo>
                <a:lnTo>
                  <a:pt x="459839" y="37204"/>
                </a:lnTo>
                <a:lnTo>
                  <a:pt x="483874" y="37204"/>
                </a:lnTo>
                <a:lnTo>
                  <a:pt x="483874" y="51110"/>
                </a:lnTo>
                <a:cubicBezTo>
                  <a:pt x="487987" y="44541"/>
                  <a:pt x="491686" y="40213"/>
                  <a:pt x="494971" y="38125"/>
                </a:cubicBezTo>
                <a:cubicBezTo>
                  <a:pt x="498256" y="36038"/>
                  <a:pt x="501985" y="34994"/>
                  <a:pt x="506160" y="34994"/>
                </a:cubicBezTo>
                <a:cubicBezTo>
                  <a:pt x="512054" y="34994"/>
                  <a:pt x="517733" y="36621"/>
                  <a:pt x="523197" y="39875"/>
                </a:cubicBezTo>
                <a:lnTo>
                  <a:pt x="515185" y="62437"/>
                </a:lnTo>
                <a:cubicBezTo>
                  <a:pt x="510826" y="59613"/>
                  <a:pt x="506774" y="58201"/>
                  <a:pt x="503029" y="58201"/>
                </a:cubicBezTo>
                <a:cubicBezTo>
                  <a:pt x="499407" y="58201"/>
                  <a:pt x="496337" y="59198"/>
                  <a:pt x="493820" y="61194"/>
                </a:cubicBezTo>
                <a:cubicBezTo>
                  <a:pt x="491303" y="63189"/>
                  <a:pt x="489323" y="66796"/>
                  <a:pt x="487880" y="72014"/>
                </a:cubicBezTo>
                <a:cubicBezTo>
                  <a:pt x="486437" y="77233"/>
                  <a:pt x="485716" y="88161"/>
                  <a:pt x="485716" y="104798"/>
                </a:cubicBezTo>
                <a:lnTo>
                  <a:pt x="485716" y="135004"/>
                </a:lnTo>
                <a:close/>
                <a:moveTo>
                  <a:pt x="590944" y="103877"/>
                </a:moveTo>
                <a:lnTo>
                  <a:pt x="616729" y="108298"/>
                </a:lnTo>
                <a:cubicBezTo>
                  <a:pt x="613414" y="117722"/>
                  <a:pt x="608180" y="124897"/>
                  <a:pt x="601028" y="129824"/>
                </a:cubicBezTo>
                <a:cubicBezTo>
                  <a:pt x="593875" y="134751"/>
                  <a:pt x="584927" y="137214"/>
                  <a:pt x="574184" y="137214"/>
                </a:cubicBezTo>
                <a:cubicBezTo>
                  <a:pt x="557178" y="137214"/>
                  <a:pt x="544592" y="131658"/>
                  <a:pt x="536427" y="120546"/>
                </a:cubicBezTo>
                <a:cubicBezTo>
                  <a:pt x="529980" y="111644"/>
                  <a:pt x="526757" y="100409"/>
                  <a:pt x="526757" y="86841"/>
                </a:cubicBezTo>
                <a:cubicBezTo>
                  <a:pt x="526757" y="70633"/>
                  <a:pt x="530993" y="57940"/>
                  <a:pt x="539466" y="48762"/>
                </a:cubicBezTo>
                <a:cubicBezTo>
                  <a:pt x="547938" y="39583"/>
                  <a:pt x="558651" y="34994"/>
                  <a:pt x="571605" y="34994"/>
                </a:cubicBezTo>
                <a:cubicBezTo>
                  <a:pt x="586155" y="34994"/>
                  <a:pt x="597636" y="39798"/>
                  <a:pt x="606047" y="49406"/>
                </a:cubicBezTo>
                <a:cubicBezTo>
                  <a:pt x="614458" y="59014"/>
                  <a:pt x="618479" y="73733"/>
                  <a:pt x="618110" y="93563"/>
                </a:cubicBezTo>
                <a:lnTo>
                  <a:pt x="553279" y="93563"/>
                </a:lnTo>
                <a:cubicBezTo>
                  <a:pt x="553463" y="101238"/>
                  <a:pt x="555551" y="107208"/>
                  <a:pt x="559541" y="111475"/>
                </a:cubicBezTo>
                <a:cubicBezTo>
                  <a:pt x="563532" y="115742"/>
                  <a:pt x="568505" y="117875"/>
                  <a:pt x="574460" y="117875"/>
                </a:cubicBezTo>
                <a:cubicBezTo>
                  <a:pt x="578512" y="117875"/>
                  <a:pt x="581919" y="116770"/>
                  <a:pt x="584682" y="114560"/>
                </a:cubicBezTo>
                <a:cubicBezTo>
                  <a:pt x="587445" y="112350"/>
                  <a:pt x="589532" y="108789"/>
                  <a:pt x="590944" y="103877"/>
                </a:cubicBezTo>
                <a:moveTo>
                  <a:pt x="592417" y="77724"/>
                </a:moveTo>
                <a:cubicBezTo>
                  <a:pt x="592233" y="70265"/>
                  <a:pt x="590299" y="64593"/>
                  <a:pt x="586616" y="60710"/>
                </a:cubicBezTo>
                <a:cubicBezTo>
                  <a:pt x="582932" y="56827"/>
                  <a:pt x="578450" y="54886"/>
                  <a:pt x="573171" y="54886"/>
                </a:cubicBezTo>
                <a:cubicBezTo>
                  <a:pt x="567522" y="54886"/>
                  <a:pt x="562857" y="56934"/>
                  <a:pt x="559173" y="61030"/>
                </a:cubicBezTo>
                <a:cubicBezTo>
                  <a:pt x="555489" y="65128"/>
                  <a:pt x="553678" y="70692"/>
                  <a:pt x="553740" y="77724"/>
                </a:cubicBezTo>
                <a:lnTo>
                  <a:pt x="592417" y="77724"/>
                </a:lnTo>
                <a:close/>
                <a:moveTo>
                  <a:pt x="722175" y="135004"/>
                </a:moveTo>
                <a:lnTo>
                  <a:pt x="722175" y="22838"/>
                </a:lnTo>
                <a:lnTo>
                  <a:pt x="682116" y="22838"/>
                </a:lnTo>
                <a:lnTo>
                  <a:pt x="682116" y="0"/>
                </a:lnTo>
                <a:lnTo>
                  <a:pt x="789401" y="0"/>
                </a:lnTo>
                <a:lnTo>
                  <a:pt x="789401" y="22838"/>
                </a:lnTo>
                <a:lnTo>
                  <a:pt x="749434" y="22838"/>
                </a:lnTo>
                <a:lnTo>
                  <a:pt x="749434" y="135004"/>
                </a:lnTo>
                <a:lnTo>
                  <a:pt x="722175" y="135004"/>
                </a:lnTo>
                <a:close/>
                <a:moveTo>
                  <a:pt x="812142" y="67410"/>
                </a:moveTo>
                <a:lnTo>
                  <a:pt x="788659" y="63174"/>
                </a:lnTo>
                <a:cubicBezTo>
                  <a:pt x="791299" y="53594"/>
                  <a:pt x="795842" y="46504"/>
                  <a:pt x="802288" y="41901"/>
                </a:cubicBezTo>
                <a:cubicBezTo>
                  <a:pt x="808734" y="37296"/>
                  <a:pt x="818312" y="34994"/>
                  <a:pt x="831020" y="34994"/>
                </a:cubicBezTo>
                <a:cubicBezTo>
                  <a:pt x="842562" y="34994"/>
                  <a:pt x="851157" y="36360"/>
                  <a:pt x="856805" y="39092"/>
                </a:cubicBezTo>
                <a:cubicBezTo>
                  <a:pt x="862453" y="41824"/>
                  <a:pt x="866429" y="45293"/>
                  <a:pt x="868731" y="49498"/>
                </a:cubicBezTo>
                <a:cubicBezTo>
                  <a:pt x="871033" y="53704"/>
                  <a:pt x="872184" y="61424"/>
                  <a:pt x="872184" y="72659"/>
                </a:cubicBezTo>
                <a:lnTo>
                  <a:pt x="871908" y="102864"/>
                </a:lnTo>
                <a:cubicBezTo>
                  <a:pt x="871908" y="111460"/>
                  <a:pt x="872322" y="117798"/>
                  <a:pt x="873151" y="121881"/>
                </a:cubicBezTo>
                <a:cubicBezTo>
                  <a:pt x="873980" y="125964"/>
                  <a:pt x="875530" y="130338"/>
                  <a:pt x="877802" y="135004"/>
                </a:cubicBezTo>
                <a:lnTo>
                  <a:pt x="852201" y="135004"/>
                </a:lnTo>
                <a:cubicBezTo>
                  <a:pt x="851525" y="133285"/>
                  <a:pt x="850697" y="130737"/>
                  <a:pt x="849714" y="127360"/>
                </a:cubicBezTo>
                <a:cubicBezTo>
                  <a:pt x="849284" y="125826"/>
                  <a:pt x="848978" y="124813"/>
                  <a:pt x="848793" y="124321"/>
                </a:cubicBezTo>
                <a:cubicBezTo>
                  <a:pt x="844373" y="128619"/>
                  <a:pt x="839646" y="131842"/>
                  <a:pt x="834611" y="133991"/>
                </a:cubicBezTo>
                <a:cubicBezTo>
                  <a:pt x="829577" y="136140"/>
                  <a:pt x="824205" y="137214"/>
                  <a:pt x="818496" y="137214"/>
                </a:cubicBezTo>
                <a:cubicBezTo>
                  <a:pt x="808427" y="137214"/>
                  <a:pt x="800492" y="134494"/>
                  <a:pt x="794690" y="129053"/>
                </a:cubicBezTo>
                <a:cubicBezTo>
                  <a:pt x="788889" y="123612"/>
                  <a:pt x="785988" y="116734"/>
                  <a:pt x="785988" y="108419"/>
                </a:cubicBezTo>
                <a:cubicBezTo>
                  <a:pt x="785988" y="102916"/>
                  <a:pt x="787308" y="98011"/>
                  <a:pt x="789948" y="93702"/>
                </a:cubicBezTo>
                <a:cubicBezTo>
                  <a:pt x="792588" y="89391"/>
                  <a:pt x="796287" y="86089"/>
                  <a:pt x="801045" y="83796"/>
                </a:cubicBezTo>
                <a:cubicBezTo>
                  <a:pt x="805803" y="81503"/>
                  <a:pt x="812663" y="79501"/>
                  <a:pt x="821627" y="77790"/>
                </a:cubicBezTo>
                <a:cubicBezTo>
                  <a:pt x="833721" y="75528"/>
                  <a:pt x="842101" y="73419"/>
                  <a:pt x="846767" y="71462"/>
                </a:cubicBezTo>
                <a:lnTo>
                  <a:pt x="846767" y="68855"/>
                </a:lnTo>
                <a:cubicBezTo>
                  <a:pt x="846767" y="63826"/>
                  <a:pt x="845540" y="60241"/>
                  <a:pt x="843084" y="58100"/>
                </a:cubicBezTo>
                <a:cubicBezTo>
                  <a:pt x="840628" y="55957"/>
                  <a:pt x="835993" y="54886"/>
                  <a:pt x="829178" y="54886"/>
                </a:cubicBezTo>
                <a:cubicBezTo>
                  <a:pt x="824574" y="54886"/>
                  <a:pt x="820982" y="55812"/>
                  <a:pt x="818404" y="57666"/>
                </a:cubicBezTo>
                <a:cubicBezTo>
                  <a:pt x="815825" y="59517"/>
                  <a:pt x="813738" y="62765"/>
                  <a:pt x="812142" y="67410"/>
                </a:cubicBezTo>
                <a:moveTo>
                  <a:pt x="846767" y="88406"/>
                </a:moveTo>
                <a:cubicBezTo>
                  <a:pt x="843452" y="89498"/>
                  <a:pt x="838203" y="90803"/>
                  <a:pt x="831020" y="92320"/>
                </a:cubicBezTo>
                <a:cubicBezTo>
                  <a:pt x="823837" y="93836"/>
                  <a:pt x="819140" y="95322"/>
                  <a:pt x="816930" y="96778"/>
                </a:cubicBezTo>
                <a:cubicBezTo>
                  <a:pt x="813554" y="99143"/>
                  <a:pt x="811865" y="102146"/>
                  <a:pt x="811865" y="105785"/>
                </a:cubicBezTo>
                <a:cubicBezTo>
                  <a:pt x="811865" y="109365"/>
                  <a:pt x="813216" y="112460"/>
                  <a:pt x="815917" y="115069"/>
                </a:cubicBezTo>
                <a:cubicBezTo>
                  <a:pt x="818619" y="117677"/>
                  <a:pt x="822057" y="118980"/>
                  <a:pt x="826231" y="118980"/>
                </a:cubicBezTo>
                <a:cubicBezTo>
                  <a:pt x="830897" y="118980"/>
                  <a:pt x="835348" y="117464"/>
                  <a:pt x="839584" y="114430"/>
                </a:cubicBezTo>
                <a:cubicBezTo>
                  <a:pt x="842715" y="112126"/>
                  <a:pt x="844772" y="109305"/>
                  <a:pt x="845754" y="105967"/>
                </a:cubicBezTo>
                <a:cubicBezTo>
                  <a:pt x="846430" y="103783"/>
                  <a:pt x="846767" y="99629"/>
                  <a:pt x="846767" y="93503"/>
                </a:cubicBezTo>
                <a:lnTo>
                  <a:pt x="846767" y="88406"/>
                </a:lnTo>
                <a:close/>
                <a:moveTo>
                  <a:pt x="888547" y="107193"/>
                </a:moveTo>
                <a:lnTo>
                  <a:pt x="914517" y="103141"/>
                </a:lnTo>
                <a:cubicBezTo>
                  <a:pt x="915622" y="108144"/>
                  <a:pt x="917863" y="111943"/>
                  <a:pt x="921239" y="114537"/>
                </a:cubicBezTo>
                <a:cubicBezTo>
                  <a:pt x="924616" y="117131"/>
                  <a:pt x="929343" y="118428"/>
                  <a:pt x="935421" y="118428"/>
                </a:cubicBezTo>
                <a:cubicBezTo>
                  <a:pt x="942113" y="118428"/>
                  <a:pt x="947147" y="117202"/>
                  <a:pt x="950524" y="114750"/>
                </a:cubicBezTo>
                <a:cubicBezTo>
                  <a:pt x="952796" y="113033"/>
                  <a:pt x="953931" y="110733"/>
                  <a:pt x="953931" y="107852"/>
                </a:cubicBezTo>
                <a:cubicBezTo>
                  <a:pt x="953931" y="105889"/>
                  <a:pt x="953317" y="104264"/>
                  <a:pt x="952089" y="102977"/>
                </a:cubicBezTo>
                <a:cubicBezTo>
                  <a:pt x="950800" y="101751"/>
                  <a:pt x="947915" y="100617"/>
                  <a:pt x="943433" y="99575"/>
                </a:cubicBezTo>
                <a:cubicBezTo>
                  <a:pt x="922559" y="94978"/>
                  <a:pt x="909329" y="90779"/>
                  <a:pt x="903742" y="86976"/>
                </a:cubicBezTo>
                <a:cubicBezTo>
                  <a:pt x="896007" y="81700"/>
                  <a:pt x="892139" y="74370"/>
                  <a:pt x="892139" y="64987"/>
                </a:cubicBezTo>
                <a:cubicBezTo>
                  <a:pt x="892139" y="56522"/>
                  <a:pt x="895485" y="49407"/>
                  <a:pt x="902177" y="43642"/>
                </a:cubicBezTo>
                <a:cubicBezTo>
                  <a:pt x="908869" y="37877"/>
                  <a:pt x="919244" y="34994"/>
                  <a:pt x="933303" y="34994"/>
                </a:cubicBezTo>
                <a:cubicBezTo>
                  <a:pt x="946687" y="34994"/>
                  <a:pt x="956633" y="37166"/>
                  <a:pt x="963140" y="41510"/>
                </a:cubicBezTo>
                <a:cubicBezTo>
                  <a:pt x="969648" y="45853"/>
                  <a:pt x="974130" y="52276"/>
                  <a:pt x="976585" y="60779"/>
                </a:cubicBezTo>
                <a:lnTo>
                  <a:pt x="952182" y="65384"/>
                </a:lnTo>
                <a:cubicBezTo>
                  <a:pt x="951138" y="61577"/>
                  <a:pt x="949158" y="58661"/>
                  <a:pt x="946242" y="56635"/>
                </a:cubicBezTo>
                <a:cubicBezTo>
                  <a:pt x="943326" y="54609"/>
                  <a:pt x="939166" y="53596"/>
                  <a:pt x="933764" y="53596"/>
                </a:cubicBezTo>
                <a:cubicBezTo>
                  <a:pt x="926949" y="53596"/>
                  <a:pt x="922068" y="54547"/>
                  <a:pt x="919121" y="56448"/>
                </a:cubicBezTo>
                <a:cubicBezTo>
                  <a:pt x="917157" y="57795"/>
                  <a:pt x="916174" y="59542"/>
                  <a:pt x="916174" y="61689"/>
                </a:cubicBezTo>
                <a:cubicBezTo>
                  <a:pt x="916174" y="63527"/>
                  <a:pt x="917034" y="65089"/>
                  <a:pt x="918753" y="66377"/>
                </a:cubicBezTo>
                <a:cubicBezTo>
                  <a:pt x="921086" y="68094"/>
                  <a:pt x="929144" y="70516"/>
                  <a:pt x="942927" y="73643"/>
                </a:cubicBezTo>
                <a:cubicBezTo>
                  <a:pt x="956709" y="76770"/>
                  <a:pt x="966333" y="80607"/>
                  <a:pt x="971797" y="85152"/>
                </a:cubicBezTo>
                <a:cubicBezTo>
                  <a:pt x="977199" y="89760"/>
                  <a:pt x="979901" y="96179"/>
                  <a:pt x="979901" y="104410"/>
                </a:cubicBezTo>
                <a:cubicBezTo>
                  <a:pt x="979901" y="113379"/>
                  <a:pt x="976156" y="121089"/>
                  <a:pt x="968666" y="127539"/>
                </a:cubicBezTo>
                <a:cubicBezTo>
                  <a:pt x="961176" y="133989"/>
                  <a:pt x="950094" y="137214"/>
                  <a:pt x="935421" y="137214"/>
                </a:cubicBezTo>
                <a:cubicBezTo>
                  <a:pt x="922099" y="137214"/>
                  <a:pt x="911555" y="134521"/>
                  <a:pt x="903788" y="129136"/>
                </a:cubicBezTo>
                <a:cubicBezTo>
                  <a:pt x="896022" y="123749"/>
                  <a:pt x="890942" y="116434"/>
                  <a:pt x="888547" y="107193"/>
                </a:cubicBezTo>
                <a:close/>
                <a:moveTo>
                  <a:pt x="1001605" y="135004"/>
                </a:moveTo>
                <a:lnTo>
                  <a:pt x="1001605" y="0"/>
                </a:lnTo>
                <a:lnTo>
                  <a:pt x="1027482" y="0"/>
                </a:lnTo>
                <a:lnTo>
                  <a:pt x="1027482" y="71646"/>
                </a:lnTo>
                <a:lnTo>
                  <a:pt x="1057780" y="37204"/>
                </a:lnTo>
                <a:lnTo>
                  <a:pt x="1089643" y="37204"/>
                </a:lnTo>
                <a:lnTo>
                  <a:pt x="1056214" y="72950"/>
                </a:lnTo>
                <a:lnTo>
                  <a:pt x="1092037" y="135004"/>
                </a:lnTo>
                <a:lnTo>
                  <a:pt x="1064134" y="135004"/>
                </a:lnTo>
                <a:lnTo>
                  <a:pt x="1039546" y="91065"/>
                </a:lnTo>
                <a:lnTo>
                  <a:pt x="1027482" y="103693"/>
                </a:lnTo>
                <a:lnTo>
                  <a:pt x="1027482" y="135004"/>
                </a:lnTo>
                <a:lnTo>
                  <a:pt x="1001605" y="1350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TaskGeneratorforScenario">
            <a:extLst xmlns:a="http://schemas.openxmlformats.org/drawingml/2006/main">
              <a:ext uri="{FF2B5EF4-FFF2-40B4-BE49-F238E27FC236}">
                <a16:creationId xmlns:a16="http://schemas.microsoft.com/office/drawing/2014/main" id="{9441AA45-09EE-458E-B18B-6F5EFE97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764" y="222311"/>
            <a:ext cx="3670876" cy="204581"/>
          </a:xfrm>
          <a:custGeom xmlns:a="http://schemas.openxmlformats.org/drawingml/2006/main">
            <a:pathLst>
              <a:path w="3670876" h="204581">
                <a:moveTo>
                  <a:pt x="58548" y="200813"/>
                </a:moveTo>
                <a:lnTo>
                  <a:pt x="58548" y="36878"/>
                </a:lnTo>
                <a:lnTo>
                  <a:pt x="0" y="36878"/>
                </a:lnTo>
                <a:lnTo>
                  <a:pt x="0" y="3499"/>
                </a:lnTo>
                <a:lnTo>
                  <a:pt x="156801" y="3499"/>
                </a:lnTo>
                <a:lnTo>
                  <a:pt x="156801" y="36878"/>
                </a:lnTo>
                <a:lnTo>
                  <a:pt x="98387" y="36878"/>
                </a:lnTo>
                <a:lnTo>
                  <a:pt x="98387" y="200813"/>
                </a:lnTo>
                <a:lnTo>
                  <a:pt x="58548" y="200813"/>
                </a:lnTo>
                <a:close/>
                <a:moveTo>
                  <a:pt x="190046" y="102021"/>
                </a:moveTo>
                <a:lnTo>
                  <a:pt x="155724" y="95830"/>
                </a:lnTo>
                <a:cubicBezTo>
                  <a:pt x="159583" y="81830"/>
                  <a:pt x="166223" y="71466"/>
                  <a:pt x="175644" y="64739"/>
                </a:cubicBezTo>
                <a:cubicBezTo>
                  <a:pt x="185066" y="58010"/>
                  <a:pt x="199063" y="54645"/>
                  <a:pt x="217637" y="54645"/>
                </a:cubicBezTo>
                <a:cubicBezTo>
                  <a:pt x="234506" y="54645"/>
                  <a:pt x="247068" y="56641"/>
                  <a:pt x="255323" y="60634"/>
                </a:cubicBezTo>
                <a:cubicBezTo>
                  <a:pt x="263578" y="64627"/>
                  <a:pt x="269388" y="69697"/>
                  <a:pt x="272753" y="75843"/>
                </a:cubicBezTo>
                <a:cubicBezTo>
                  <a:pt x="276118" y="81990"/>
                  <a:pt x="277800" y="93273"/>
                  <a:pt x="277800" y="109693"/>
                </a:cubicBezTo>
                <a:lnTo>
                  <a:pt x="277396" y="153840"/>
                </a:lnTo>
                <a:cubicBezTo>
                  <a:pt x="277396" y="166402"/>
                  <a:pt x="278002" y="175666"/>
                  <a:pt x="279213" y="181633"/>
                </a:cubicBezTo>
                <a:cubicBezTo>
                  <a:pt x="280425" y="187600"/>
                  <a:pt x="282690" y="193993"/>
                  <a:pt x="286010" y="200813"/>
                </a:cubicBezTo>
                <a:lnTo>
                  <a:pt x="248594" y="200813"/>
                </a:lnTo>
                <a:cubicBezTo>
                  <a:pt x="247607" y="198300"/>
                  <a:pt x="246395" y="194577"/>
                  <a:pt x="244960" y="189642"/>
                </a:cubicBezTo>
                <a:cubicBezTo>
                  <a:pt x="244331" y="187398"/>
                  <a:pt x="243883" y="185918"/>
                  <a:pt x="243614" y="185200"/>
                </a:cubicBezTo>
                <a:cubicBezTo>
                  <a:pt x="237153" y="191481"/>
                  <a:pt x="230244" y="196192"/>
                  <a:pt x="222886" y="199332"/>
                </a:cubicBezTo>
                <a:cubicBezTo>
                  <a:pt x="215528" y="202473"/>
                  <a:pt x="207677" y="204043"/>
                  <a:pt x="199332" y="204043"/>
                </a:cubicBezTo>
                <a:cubicBezTo>
                  <a:pt x="184617" y="204043"/>
                  <a:pt x="173020" y="200067"/>
                  <a:pt x="164540" y="192115"/>
                </a:cubicBezTo>
                <a:cubicBezTo>
                  <a:pt x="156061" y="184162"/>
                  <a:pt x="151821" y="174110"/>
                  <a:pt x="151821" y="161957"/>
                </a:cubicBezTo>
                <a:cubicBezTo>
                  <a:pt x="151821" y="153916"/>
                  <a:pt x="153750" y="146746"/>
                  <a:pt x="157609" y="140448"/>
                </a:cubicBezTo>
                <a:cubicBezTo>
                  <a:pt x="161467" y="134147"/>
                  <a:pt x="166873" y="129321"/>
                  <a:pt x="173827" y="125971"/>
                </a:cubicBezTo>
                <a:cubicBezTo>
                  <a:pt x="180781" y="122620"/>
                  <a:pt x="190808" y="119694"/>
                  <a:pt x="203909" y="117193"/>
                </a:cubicBezTo>
                <a:cubicBezTo>
                  <a:pt x="221585" y="113887"/>
                  <a:pt x="233833" y="110804"/>
                  <a:pt x="240653" y="107944"/>
                </a:cubicBezTo>
                <a:lnTo>
                  <a:pt x="240653" y="104133"/>
                </a:lnTo>
                <a:cubicBezTo>
                  <a:pt x="240653" y="96784"/>
                  <a:pt x="238858" y="91544"/>
                  <a:pt x="235269" y="88415"/>
                </a:cubicBezTo>
                <a:cubicBezTo>
                  <a:pt x="231680" y="85283"/>
                  <a:pt x="224905" y="83717"/>
                  <a:pt x="214945" y="83717"/>
                </a:cubicBezTo>
                <a:cubicBezTo>
                  <a:pt x="208216" y="83717"/>
                  <a:pt x="202966" y="85071"/>
                  <a:pt x="199198" y="87780"/>
                </a:cubicBezTo>
                <a:cubicBezTo>
                  <a:pt x="195429" y="90486"/>
                  <a:pt x="192379" y="95233"/>
                  <a:pt x="190046" y="102021"/>
                </a:cubicBezTo>
                <a:moveTo>
                  <a:pt x="240653" y="132709"/>
                </a:moveTo>
                <a:cubicBezTo>
                  <a:pt x="235807" y="134304"/>
                  <a:pt x="228135" y="136211"/>
                  <a:pt x="217637" y="138429"/>
                </a:cubicBezTo>
                <a:cubicBezTo>
                  <a:pt x="207139" y="140644"/>
                  <a:pt x="200275" y="142816"/>
                  <a:pt x="197044" y="144944"/>
                </a:cubicBezTo>
                <a:cubicBezTo>
                  <a:pt x="192109" y="148401"/>
                  <a:pt x="189642" y="152790"/>
                  <a:pt x="189642" y="158109"/>
                </a:cubicBezTo>
                <a:cubicBezTo>
                  <a:pt x="189642" y="163341"/>
                  <a:pt x="191616" y="167864"/>
                  <a:pt x="195564" y="171678"/>
                </a:cubicBezTo>
                <a:cubicBezTo>
                  <a:pt x="199512" y="175488"/>
                  <a:pt x="204537" y="177394"/>
                  <a:pt x="210638" y="177394"/>
                </a:cubicBezTo>
                <a:cubicBezTo>
                  <a:pt x="217458" y="177394"/>
                  <a:pt x="223963" y="175177"/>
                  <a:pt x="230154" y="170744"/>
                </a:cubicBezTo>
                <a:cubicBezTo>
                  <a:pt x="234730" y="167376"/>
                  <a:pt x="237736" y="163253"/>
                  <a:pt x="239172" y="158374"/>
                </a:cubicBezTo>
                <a:cubicBezTo>
                  <a:pt x="240159" y="155183"/>
                  <a:pt x="240653" y="149111"/>
                  <a:pt x="240653" y="140158"/>
                </a:cubicBezTo>
                <a:lnTo>
                  <a:pt x="240653" y="132709"/>
                </a:lnTo>
                <a:close/>
                <a:moveTo>
                  <a:pt x="301716" y="160166"/>
                </a:moveTo>
                <a:lnTo>
                  <a:pt x="339671" y="154244"/>
                </a:lnTo>
                <a:cubicBezTo>
                  <a:pt x="341286" y="161556"/>
                  <a:pt x="344561" y="167108"/>
                  <a:pt x="349496" y="170899"/>
                </a:cubicBezTo>
                <a:cubicBezTo>
                  <a:pt x="354431" y="174691"/>
                  <a:pt x="361340" y="176586"/>
                  <a:pt x="370224" y="176586"/>
                </a:cubicBezTo>
                <a:cubicBezTo>
                  <a:pt x="380004" y="176586"/>
                  <a:pt x="387362" y="174794"/>
                  <a:pt x="392297" y="171211"/>
                </a:cubicBezTo>
                <a:cubicBezTo>
                  <a:pt x="395617" y="168701"/>
                  <a:pt x="397277" y="165340"/>
                  <a:pt x="397277" y="161129"/>
                </a:cubicBezTo>
                <a:cubicBezTo>
                  <a:pt x="397277" y="158260"/>
                  <a:pt x="396379" y="155885"/>
                  <a:pt x="394585" y="154004"/>
                </a:cubicBezTo>
                <a:cubicBezTo>
                  <a:pt x="392701" y="152212"/>
                  <a:pt x="388483" y="150555"/>
                  <a:pt x="381933" y="149032"/>
                </a:cubicBezTo>
                <a:cubicBezTo>
                  <a:pt x="351425" y="142314"/>
                  <a:pt x="332089" y="136176"/>
                  <a:pt x="323924" y="130618"/>
                </a:cubicBezTo>
                <a:cubicBezTo>
                  <a:pt x="312618" y="122907"/>
                  <a:pt x="306965" y="112194"/>
                  <a:pt x="306965" y="98480"/>
                </a:cubicBezTo>
                <a:cubicBezTo>
                  <a:pt x="306965" y="86109"/>
                  <a:pt x="311855" y="75710"/>
                  <a:pt x="321635" y="67284"/>
                </a:cubicBezTo>
                <a:cubicBezTo>
                  <a:pt x="331416" y="58858"/>
                  <a:pt x="346580" y="54645"/>
                  <a:pt x="367128" y="54645"/>
                </a:cubicBezTo>
                <a:cubicBezTo>
                  <a:pt x="386689" y="54645"/>
                  <a:pt x="401225" y="57819"/>
                  <a:pt x="410736" y="64167"/>
                </a:cubicBezTo>
                <a:cubicBezTo>
                  <a:pt x="420247" y="70516"/>
                  <a:pt x="426797" y="79903"/>
                  <a:pt x="430387" y="92331"/>
                </a:cubicBezTo>
                <a:lnTo>
                  <a:pt x="394719" y="99060"/>
                </a:lnTo>
                <a:cubicBezTo>
                  <a:pt x="393194" y="93497"/>
                  <a:pt x="390300" y="89235"/>
                  <a:pt x="386038" y="86274"/>
                </a:cubicBezTo>
                <a:cubicBezTo>
                  <a:pt x="381776" y="83313"/>
                  <a:pt x="375697" y="81833"/>
                  <a:pt x="367801" y="81833"/>
                </a:cubicBezTo>
                <a:cubicBezTo>
                  <a:pt x="357841" y="81833"/>
                  <a:pt x="350708" y="83222"/>
                  <a:pt x="346401" y="86001"/>
                </a:cubicBezTo>
                <a:cubicBezTo>
                  <a:pt x="343529" y="87969"/>
                  <a:pt x="342094" y="90522"/>
                  <a:pt x="342094" y="93660"/>
                </a:cubicBezTo>
                <a:cubicBezTo>
                  <a:pt x="342094" y="96346"/>
                  <a:pt x="343350" y="98630"/>
                  <a:pt x="345862" y="100512"/>
                </a:cubicBezTo>
                <a:cubicBezTo>
                  <a:pt x="349272" y="103021"/>
                  <a:pt x="361049" y="106561"/>
                  <a:pt x="381193" y="111132"/>
                </a:cubicBezTo>
                <a:cubicBezTo>
                  <a:pt x="401337" y="115702"/>
                  <a:pt x="415402" y="121309"/>
                  <a:pt x="423388" y="127952"/>
                </a:cubicBezTo>
                <a:cubicBezTo>
                  <a:pt x="431284" y="134687"/>
                  <a:pt x="435232" y="144069"/>
                  <a:pt x="435232" y="156098"/>
                </a:cubicBezTo>
                <a:cubicBezTo>
                  <a:pt x="435232" y="169207"/>
                  <a:pt x="429758" y="180475"/>
                  <a:pt x="418812" y="189902"/>
                </a:cubicBezTo>
                <a:cubicBezTo>
                  <a:pt x="407865" y="199329"/>
                  <a:pt x="391669" y="204043"/>
                  <a:pt x="370224" y="204043"/>
                </a:cubicBezTo>
                <a:cubicBezTo>
                  <a:pt x="350752" y="204043"/>
                  <a:pt x="335341" y="200108"/>
                  <a:pt x="323991" y="192237"/>
                </a:cubicBezTo>
                <a:cubicBezTo>
                  <a:pt x="312640" y="184363"/>
                  <a:pt x="305215" y="173673"/>
                  <a:pt x="301716" y="160166"/>
                </a:cubicBezTo>
                <a:close/>
                <a:moveTo>
                  <a:pt x="466954" y="200813"/>
                </a:moveTo>
                <a:lnTo>
                  <a:pt x="466954" y="3499"/>
                </a:lnTo>
                <a:lnTo>
                  <a:pt x="504774" y="3499"/>
                </a:lnTo>
                <a:lnTo>
                  <a:pt x="504774" y="108213"/>
                </a:lnTo>
                <a:lnTo>
                  <a:pt x="549055" y="57875"/>
                </a:lnTo>
                <a:lnTo>
                  <a:pt x="595625" y="57875"/>
                </a:lnTo>
                <a:lnTo>
                  <a:pt x="546767" y="110118"/>
                </a:lnTo>
                <a:lnTo>
                  <a:pt x="599124" y="200813"/>
                </a:lnTo>
                <a:lnTo>
                  <a:pt x="558342" y="200813"/>
                </a:lnTo>
                <a:lnTo>
                  <a:pt x="522406" y="136595"/>
                </a:lnTo>
                <a:lnTo>
                  <a:pt x="504774" y="155051"/>
                </a:lnTo>
                <a:lnTo>
                  <a:pt x="504774" y="200813"/>
                </a:lnTo>
                <a:lnTo>
                  <a:pt x="466954" y="200813"/>
                </a:lnTo>
                <a:close/>
                <a:moveTo>
                  <a:pt x="790251" y="128402"/>
                </a:moveTo>
                <a:lnTo>
                  <a:pt x="790251" y="95023"/>
                </a:lnTo>
                <a:lnTo>
                  <a:pt x="876121" y="95023"/>
                </a:lnTo>
                <a:lnTo>
                  <a:pt x="876121" y="173638"/>
                </a:lnTo>
                <a:cubicBezTo>
                  <a:pt x="867776" y="181744"/>
                  <a:pt x="855685" y="188883"/>
                  <a:pt x="839848" y="195055"/>
                </a:cubicBezTo>
                <a:cubicBezTo>
                  <a:pt x="824011" y="201226"/>
                  <a:pt x="807972" y="204312"/>
                  <a:pt x="791731" y="204312"/>
                </a:cubicBezTo>
                <a:cubicBezTo>
                  <a:pt x="771093" y="204312"/>
                  <a:pt x="753103" y="199977"/>
                  <a:pt x="737759" y="191307"/>
                </a:cubicBezTo>
                <a:cubicBezTo>
                  <a:pt x="722416" y="182637"/>
                  <a:pt x="710886" y="170239"/>
                  <a:pt x="703169" y="154113"/>
                </a:cubicBezTo>
                <a:cubicBezTo>
                  <a:pt x="695452" y="137984"/>
                  <a:pt x="691594" y="120441"/>
                  <a:pt x="691594" y="101483"/>
                </a:cubicBezTo>
                <a:cubicBezTo>
                  <a:pt x="691594" y="80907"/>
                  <a:pt x="695901" y="62624"/>
                  <a:pt x="704515" y="46632"/>
                </a:cubicBezTo>
                <a:cubicBezTo>
                  <a:pt x="713129" y="30638"/>
                  <a:pt x="725736" y="18373"/>
                  <a:pt x="742335" y="9838"/>
                </a:cubicBezTo>
                <a:cubicBezTo>
                  <a:pt x="754987" y="3279"/>
                  <a:pt x="770735" y="0"/>
                  <a:pt x="789578" y="0"/>
                </a:cubicBezTo>
                <a:cubicBezTo>
                  <a:pt x="814074" y="0"/>
                  <a:pt x="833208" y="5150"/>
                  <a:pt x="846982" y="15449"/>
                </a:cubicBezTo>
                <a:cubicBezTo>
                  <a:pt x="860755" y="25745"/>
                  <a:pt x="869616" y="39977"/>
                  <a:pt x="873564" y="58144"/>
                </a:cubicBezTo>
                <a:lnTo>
                  <a:pt x="833993" y="65681"/>
                </a:lnTo>
                <a:cubicBezTo>
                  <a:pt x="831212" y="55949"/>
                  <a:pt x="825985" y="48267"/>
                  <a:pt x="818313" y="42637"/>
                </a:cubicBezTo>
                <a:cubicBezTo>
                  <a:pt x="810641" y="37003"/>
                  <a:pt x="801063" y="34187"/>
                  <a:pt x="789578" y="34187"/>
                </a:cubicBezTo>
                <a:cubicBezTo>
                  <a:pt x="772170" y="34187"/>
                  <a:pt x="758330" y="39705"/>
                  <a:pt x="748056" y="50742"/>
                </a:cubicBezTo>
                <a:cubicBezTo>
                  <a:pt x="737782" y="61778"/>
                  <a:pt x="732645" y="78154"/>
                  <a:pt x="732645" y="99868"/>
                </a:cubicBezTo>
                <a:cubicBezTo>
                  <a:pt x="732645" y="123287"/>
                  <a:pt x="737849" y="140852"/>
                  <a:pt x="748258" y="152561"/>
                </a:cubicBezTo>
                <a:cubicBezTo>
                  <a:pt x="758666" y="164271"/>
                  <a:pt x="772305" y="170126"/>
                  <a:pt x="789174" y="170126"/>
                </a:cubicBezTo>
                <a:cubicBezTo>
                  <a:pt x="797519" y="170126"/>
                  <a:pt x="805886" y="168494"/>
                  <a:pt x="814275" y="165230"/>
                </a:cubicBezTo>
                <a:cubicBezTo>
                  <a:pt x="822665" y="161966"/>
                  <a:pt x="829866" y="158008"/>
                  <a:pt x="835878" y="153356"/>
                </a:cubicBezTo>
                <a:lnTo>
                  <a:pt x="835878" y="128402"/>
                </a:lnTo>
                <a:lnTo>
                  <a:pt x="790251" y="128402"/>
                </a:lnTo>
                <a:close/>
                <a:moveTo>
                  <a:pt x="995417" y="155320"/>
                </a:moveTo>
                <a:lnTo>
                  <a:pt x="1033103" y="161781"/>
                </a:lnTo>
                <a:cubicBezTo>
                  <a:pt x="1028258" y="175554"/>
                  <a:pt x="1020608" y="186041"/>
                  <a:pt x="1010155" y="193242"/>
                </a:cubicBezTo>
                <a:cubicBezTo>
                  <a:pt x="999702" y="200443"/>
                  <a:pt x="986624" y="204043"/>
                  <a:pt x="970921" y="204043"/>
                </a:cubicBezTo>
                <a:cubicBezTo>
                  <a:pt x="946066" y="204043"/>
                  <a:pt x="927672" y="195923"/>
                  <a:pt x="915738" y="179682"/>
                </a:cubicBezTo>
                <a:cubicBezTo>
                  <a:pt x="906316" y="166671"/>
                  <a:pt x="901606" y="150251"/>
                  <a:pt x="901606" y="130421"/>
                </a:cubicBezTo>
                <a:cubicBezTo>
                  <a:pt x="901606" y="106732"/>
                  <a:pt x="907797" y="88181"/>
                  <a:pt x="920179" y="74766"/>
                </a:cubicBezTo>
                <a:cubicBezTo>
                  <a:pt x="932562" y="61352"/>
                  <a:pt x="948220" y="54645"/>
                  <a:pt x="967152" y="54645"/>
                </a:cubicBezTo>
                <a:cubicBezTo>
                  <a:pt x="988418" y="54645"/>
                  <a:pt x="1005197" y="61666"/>
                  <a:pt x="1017490" y="75709"/>
                </a:cubicBezTo>
                <a:cubicBezTo>
                  <a:pt x="1029783" y="89751"/>
                  <a:pt x="1035660" y="111264"/>
                  <a:pt x="1035122" y="140246"/>
                </a:cubicBezTo>
                <a:lnTo>
                  <a:pt x="940368" y="140246"/>
                </a:lnTo>
                <a:cubicBezTo>
                  <a:pt x="940638" y="151462"/>
                  <a:pt x="943688" y="160188"/>
                  <a:pt x="949521" y="166424"/>
                </a:cubicBezTo>
                <a:cubicBezTo>
                  <a:pt x="955353" y="172660"/>
                  <a:pt x="962621" y="175778"/>
                  <a:pt x="971325" y="175778"/>
                </a:cubicBezTo>
                <a:cubicBezTo>
                  <a:pt x="977247" y="175778"/>
                  <a:pt x="982227" y="174163"/>
                  <a:pt x="986265" y="170933"/>
                </a:cubicBezTo>
                <a:cubicBezTo>
                  <a:pt x="990302" y="167703"/>
                  <a:pt x="993353" y="162499"/>
                  <a:pt x="995417" y="155320"/>
                </a:cubicBezTo>
                <a:moveTo>
                  <a:pt x="997570" y="117096"/>
                </a:moveTo>
                <a:cubicBezTo>
                  <a:pt x="997301" y="106194"/>
                  <a:pt x="994475" y="97905"/>
                  <a:pt x="989091" y="92230"/>
                </a:cubicBezTo>
                <a:cubicBezTo>
                  <a:pt x="983707" y="86555"/>
                  <a:pt x="977157" y="83717"/>
                  <a:pt x="969441" y="83717"/>
                </a:cubicBezTo>
                <a:cubicBezTo>
                  <a:pt x="961185" y="83717"/>
                  <a:pt x="954366" y="86710"/>
                  <a:pt x="948982" y="92697"/>
                </a:cubicBezTo>
                <a:cubicBezTo>
                  <a:pt x="943599" y="98686"/>
                  <a:pt x="940952" y="106819"/>
                  <a:pt x="941041" y="117096"/>
                </a:cubicBezTo>
                <a:lnTo>
                  <a:pt x="997570" y="117096"/>
                </a:lnTo>
                <a:close/>
                <a:moveTo>
                  <a:pt x="1195918" y="200813"/>
                </a:moveTo>
                <a:lnTo>
                  <a:pt x="1158098" y="200813"/>
                </a:lnTo>
                <a:lnTo>
                  <a:pt x="1158098" y="127947"/>
                </a:lnTo>
                <a:cubicBezTo>
                  <a:pt x="1158098" y="112531"/>
                  <a:pt x="1157290" y="102560"/>
                  <a:pt x="1155675" y="98034"/>
                </a:cubicBezTo>
                <a:cubicBezTo>
                  <a:pt x="1154060" y="93508"/>
                  <a:pt x="1151435" y="89991"/>
                  <a:pt x="1147801" y="87481"/>
                </a:cubicBezTo>
                <a:cubicBezTo>
                  <a:pt x="1144167" y="84972"/>
                  <a:pt x="1139793" y="83717"/>
                  <a:pt x="1134678" y="83717"/>
                </a:cubicBezTo>
                <a:cubicBezTo>
                  <a:pt x="1128128" y="83717"/>
                  <a:pt x="1122251" y="85510"/>
                  <a:pt x="1117047" y="89096"/>
                </a:cubicBezTo>
                <a:cubicBezTo>
                  <a:pt x="1111843" y="92680"/>
                  <a:pt x="1108276" y="97430"/>
                  <a:pt x="1106347" y="103346"/>
                </a:cubicBezTo>
                <a:cubicBezTo>
                  <a:pt x="1104417" y="109260"/>
                  <a:pt x="1103453" y="120194"/>
                  <a:pt x="1103453" y="136149"/>
                </a:cubicBezTo>
                <a:lnTo>
                  <a:pt x="1103453" y="200813"/>
                </a:lnTo>
                <a:lnTo>
                  <a:pt x="1065632" y="200813"/>
                </a:lnTo>
                <a:lnTo>
                  <a:pt x="1065632" y="57875"/>
                </a:lnTo>
                <a:lnTo>
                  <a:pt x="1100761" y="57875"/>
                </a:lnTo>
                <a:lnTo>
                  <a:pt x="1100761" y="78871"/>
                </a:lnTo>
                <a:cubicBezTo>
                  <a:pt x="1113233" y="62720"/>
                  <a:pt x="1128936" y="54645"/>
                  <a:pt x="1147869" y="54645"/>
                </a:cubicBezTo>
                <a:cubicBezTo>
                  <a:pt x="1156213" y="54645"/>
                  <a:pt x="1163840" y="56148"/>
                  <a:pt x="1170749" y="59154"/>
                </a:cubicBezTo>
                <a:cubicBezTo>
                  <a:pt x="1177659" y="62160"/>
                  <a:pt x="1182885" y="65995"/>
                  <a:pt x="1186429" y="70661"/>
                </a:cubicBezTo>
                <a:cubicBezTo>
                  <a:pt x="1189974" y="75327"/>
                  <a:pt x="1192441" y="80621"/>
                  <a:pt x="1193832" y="86543"/>
                </a:cubicBezTo>
                <a:cubicBezTo>
                  <a:pt x="1195223" y="92465"/>
                  <a:pt x="1195918" y="100945"/>
                  <a:pt x="1195918" y="111981"/>
                </a:cubicBezTo>
                <a:lnTo>
                  <a:pt x="1195918" y="200813"/>
                </a:lnTo>
                <a:close/>
                <a:moveTo>
                  <a:pt x="1317096" y="155320"/>
                </a:moveTo>
                <a:lnTo>
                  <a:pt x="1354782" y="161781"/>
                </a:lnTo>
                <a:cubicBezTo>
                  <a:pt x="1349937" y="175554"/>
                  <a:pt x="1342288" y="186041"/>
                  <a:pt x="1331834" y="193242"/>
                </a:cubicBezTo>
                <a:cubicBezTo>
                  <a:pt x="1321381" y="200443"/>
                  <a:pt x="1308303" y="204043"/>
                  <a:pt x="1292600" y="204043"/>
                </a:cubicBezTo>
                <a:cubicBezTo>
                  <a:pt x="1267746" y="204043"/>
                  <a:pt x="1249351" y="195923"/>
                  <a:pt x="1237417" y="179682"/>
                </a:cubicBezTo>
                <a:cubicBezTo>
                  <a:pt x="1227996" y="166671"/>
                  <a:pt x="1223285" y="150251"/>
                  <a:pt x="1223285" y="130421"/>
                </a:cubicBezTo>
                <a:cubicBezTo>
                  <a:pt x="1223285" y="106732"/>
                  <a:pt x="1229476" y="88181"/>
                  <a:pt x="1241859" y="74766"/>
                </a:cubicBezTo>
                <a:cubicBezTo>
                  <a:pt x="1254241" y="61352"/>
                  <a:pt x="1269899" y="54645"/>
                  <a:pt x="1288832" y="54645"/>
                </a:cubicBezTo>
                <a:cubicBezTo>
                  <a:pt x="1310098" y="54645"/>
                  <a:pt x="1326877" y="61666"/>
                  <a:pt x="1339170" y="75709"/>
                </a:cubicBezTo>
                <a:cubicBezTo>
                  <a:pt x="1351462" y="89751"/>
                  <a:pt x="1357340" y="111264"/>
                  <a:pt x="1356801" y="140246"/>
                </a:cubicBezTo>
                <a:lnTo>
                  <a:pt x="1262048" y="140246"/>
                </a:lnTo>
                <a:cubicBezTo>
                  <a:pt x="1262317" y="151462"/>
                  <a:pt x="1265368" y="160188"/>
                  <a:pt x="1271200" y="166424"/>
                </a:cubicBezTo>
                <a:cubicBezTo>
                  <a:pt x="1277032" y="172660"/>
                  <a:pt x="1284301" y="175778"/>
                  <a:pt x="1293004" y="175778"/>
                </a:cubicBezTo>
                <a:cubicBezTo>
                  <a:pt x="1298926" y="175778"/>
                  <a:pt x="1303906" y="174163"/>
                  <a:pt x="1307944" y="170933"/>
                </a:cubicBezTo>
                <a:cubicBezTo>
                  <a:pt x="1311982" y="167703"/>
                  <a:pt x="1315033" y="162499"/>
                  <a:pt x="1317096" y="155320"/>
                </a:cubicBezTo>
                <a:moveTo>
                  <a:pt x="1319250" y="117096"/>
                </a:moveTo>
                <a:cubicBezTo>
                  <a:pt x="1318981" y="106194"/>
                  <a:pt x="1316154" y="97905"/>
                  <a:pt x="1310770" y="92230"/>
                </a:cubicBezTo>
                <a:cubicBezTo>
                  <a:pt x="1305387" y="86555"/>
                  <a:pt x="1298837" y="83717"/>
                  <a:pt x="1291120" y="83717"/>
                </a:cubicBezTo>
                <a:cubicBezTo>
                  <a:pt x="1282865" y="83717"/>
                  <a:pt x="1276045" y="86710"/>
                  <a:pt x="1270662" y="92697"/>
                </a:cubicBezTo>
                <a:cubicBezTo>
                  <a:pt x="1265278" y="98686"/>
                  <a:pt x="1262631" y="106819"/>
                  <a:pt x="1262721" y="117096"/>
                </a:cubicBezTo>
                <a:lnTo>
                  <a:pt x="1319250" y="117096"/>
                </a:lnTo>
                <a:close/>
                <a:moveTo>
                  <a:pt x="1423786" y="200813"/>
                </a:moveTo>
                <a:lnTo>
                  <a:pt x="1385966" y="200813"/>
                </a:lnTo>
                <a:lnTo>
                  <a:pt x="1385966" y="57875"/>
                </a:lnTo>
                <a:lnTo>
                  <a:pt x="1421094" y="57875"/>
                </a:lnTo>
                <a:lnTo>
                  <a:pt x="1421094" y="78199"/>
                </a:lnTo>
                <a:cubicBezTo>
                  <a:pt x="1427106" y="68598"/>
                  <a:pt x="1432512" y="62272"/>
                  <a:pt x="1437313" y="59221"/>
                </a:cubicBezTo>
                <a:cubicBezTo>
                  <a:pt x="1442113" y="56170"/>
                  <a:pt x="1447564" y="54645"/>
                  <a:pt x="1453666" y="54645"/>
                </a:cubicBezTo>
                <a:cubicBezTo>
                  <a:pt x="1462280" y="54645"/>
                  <a:pt x="1470580" y="57023"/>
                  <a:pt x="1478566" y="61778"/>
                </a:cubicBezTo>
                <a:lnTo>
                  <a:pt x="1466856" y="94753"/>
                </a:lnTo>
                <a:cubicBezTo>
                  <a:pt x="1460485" y="90626"/>
                  <a:pt x="1454563" y="88562"/>
                  <a:pt x="1449090" y="88562"/>
                </a:cubicBezTo>
                <a:cubicBezTo>
                  <a:pt x="1443796" y="88562"/>
                  <a:pt x="1439309" y="90020"/>
                  <a:pt x="1435631" y="92936"/>
                </a:cubicBezTo>
                <a:cubicBezTo>
                  <a:pt x="1431952" y="95853"/>
                  <a:pt x="1429058" y="101124"/>
                  <a:pt x="1426949" y="108751"/>
                </a:cubicBezTo>
                <a:cubicBezTo>
                  <a:pt x="1424841" y="116378"/>
                  <a:pt x="1423786" y="132350"/>
                  <a:pt x="1423786" y="156666"/>
                </a:cubicBezTo>
                <a:lnTo>
                  <a:pt x="1423786" y="200813"/>
                </a:lnTo>
                <a:close/>
                <a:moveTo>
                  <a:pt x="1523072" y="102021"/>
                </a:moveTo>
                <a:lnTo>
                  <a:pt x="1488751" y="95830"/>
                </a:lnTo>
                <a:cubicBezTo>
                  <a:pt x="1492609" y="81830"/>
                  <a:pt x="1499249" y="71466"/>
                  <a:pt x="1508670" y="64739"/>
                </a:cubicBezTo>
                <a:cubicBezTo>
                  <a:pt x="1518092" y="58010"/>
                  <a:pt x="1532090" y="54645"/>
                  <a:pt x="1550663" y="54645"/>
                </a:cubicBezTo>
                <a:cubicBezTo>
                  <a:pt x="1567532" y="54645"/>
                  <a:pt x="1580094" y="56641"/>
                  <a:pt x="1588349" y="60634"/>
                </a:cubicBezTo>
                <a:cubicBezTo>
                  <a:pt x="1596605" y="64627"/>
                  <a:pt x="1602414" y="69697"/>
                  <a:pt x="1605779" y="75843"/>
                </a:cubicBezTo>
                <a:cubicBezTo>
                  <a:pt x="1609144" y="81990"/>
                  <a:pt x="1610827" y="93273"/>
                  <a:pt x="1610827" y="109693"/>
                </a:cubicBezTo>
                <a:lnTo>
                  <a:pt x="1610423" y="153840"/>
                </a:lnTo>
                <a:cubicBezTo>
                  <a:pt x="1610423" y="166402"/>
                  <a:pt x="1611028" y="175666"/>
                  <a:pt x="1612240" y="181633"/>
                </a:cubicBezTo>
                <a:cubicBezTo>
                  <a:pt x="1613451" y="187600"/>
                  <a:pt x="1615717" y="193993"/>
                  <a:pt x="1619037" y="200813"/>
                </a:cubicBezTo>
                <a:lnTo>
                  <a:pt x="1581620" y="200813"/>
                </a:lnTo>
                <a:cubicBezTo>
                  <a:pt x="1580633" y="198300"/>
                  <a:pt x="1579421" y="194577"/>
                  <a:pt x="1577986" y="189642"/>
                </a:cubicBezTo>
                <a:cubicBezTo>
                  <a:pt x="1577358" y="187398"/>
                  <a:pt x="1576909" y="185918"/>
                  <a:pt x="1576640" y="185200"/>
                </a:cubicBezTo>
                <a:cubicBezTo>
                  <a:pt x="1570179" y="191481"/>
                  <a:pt x="1563270" y="196192"/>
                  <a:pt x="1555913" y="199332"/>
                </a:cubicBezTo>
                <a:cubicBezTo>
                  <a:pt x="1548555" y="202473"/>
                  <a:pt x="1540704" y="204043"/>
                  <a:pt x="1532359" y="204043"/>
                </a:cubicBezTo>
                <a:cubicBezTo>
                  <a:pt x="1517643" y="204043"/>
                  <a:pt x="1506046" y="200067"/>
                  <a:pt x="1497567" y="192115"/>
                </a:cubicBezTo>
                <a:cubicBezTo>
                  <a:pt x="1489087" y="184162"/>
                  <a:pt x="1484847" y="174110"/>
                  <a:pt x="1484847" y="161957"/>
                </a:cubicBezTo>
                <a:cubicBezTo>
                  <a:pt x="1484847" y="153916"/>
                  <a:pt x="1486777" y="146746"/>
                  <a:pt x="1490635" y="140448"/>
                </a:cubicBezTo>
                <a:cubicBezTo>
                  <a:pt x="1494493" y="134147"/>
                  <a:pt x="1499899" y="129321"/>
                  <a:pt x="1506853" y="125971"/>
                </a:cubicBezTo>
                <a:cubicBezTo>
                  <a:pt x="1513807" y="122620"/>
                  <a:pt x="1523835" y="119694"/>
                  <a:pt x="1536935" y="117193"/>
                </a:cubicBezTo>
                <a:cubicBezTo>
                  <a:pt x="1554612" y="113887"/>
                  <a:pt x="1566859" y="110804"/>
                  <a:pt x="1573679" y="107944"/>
                </a:cubicBezTo>
                <a:lnTo>
                  <a:pt x="1573679" y="104133"/>
                </a:lnTo>
                <a:cubicBezTo>
                  <a:pt x="1573679" y="96784"/>
                  <a:pt x="1571884" y="91544"/>
                  <a:pt x="1568295" y="88415"/>
                </a:cubicBezTo>
                <a:cubicBezTo>
                  <a:pt x="1564706" y="85283"/>
                  <a:pt x="1557931" y="83717"/>
                  <a:pt x="1547972" y="83717"/>
                </a:cubicBezTo>
                <a:cubicBezTo>
                  <a:pt x="1541242" y="83717"/>
                  <a:pt x="1535993" y="85071"/>
                  <a:pt x="1532224" y="87780"/>
                </a:cubicBezTo>
                <a:cubicBezTo>
                  <a:pt x="1528456" y="90486"/>
                  <a:pt x="1525405" y="95233"/>
                  <a:pt x="1523072" y="102021"/>
                </a:cubicBezTo>
                <a:moveTo>
                  <a:pt x="1573679" y="132709"/>
                </a:moveTo>
                <a:cubicBezTo>
                  <a:pt x="1568834" y="134304"/>
                  <a:pt x="1561162" y="136211"/>
                  <a:pt x="1550663" y="138429"/>
                </a:cubicBezTo>
                <a:cubicBezTo>
                  <a:pt x="1540165" y="140644"/>
                  <a:pt x="1533301" y="142816"/>
                  <a:pt x="1530071" y="144944"/>
                </a:cubicBezTo>
                <a:cubicBezTo>
                  <a:pt x="1525136" y="148401"/>
                  <a:pt x="1522668" y="152790"/>
                  <a:pt x="1522668" y="158109"/>
                </a:cubicBezTo>
                <a:cubicBezTo>
                  <a:pt x="1522668" y="163341"/>
                  <a:pt x="1524642" y="167864"/>
                  <a:pt x="1528590" y="171678"/>
                </a:cubicBezTo>
                <a:cubicBezTo>
                  <a:pt x="1532538" y="175488"/>
                  <a:pt x="1537563" y="177394"/>
                  <a:pt x="1543665" y="177394"/>
                </a:cubicBezTo>
                <a:cubicBezTo>
                  <a:pt x="1550484" y="177394"/>
                  <a:pt x="1556989" y="175177"/>
                  <a:pt x="1563181" y="170744"/>
                </a:cubicBezTo>
                <a:cubicBezTo>
                  <a:pt x="1567757" y="167376"/>
                  <a:pt x="1570763" y="163253"/>
                  <a:pt x="1572198" y="158374"/>
                </a:cubicBezTo>
                <a:cubicBezTo>
                  <a:pt x="1573185" y="155183"/>
                  <a:pt x="1573679" y="149111"/>
                  <a:pt x="1573679" y="140158"/>
                </a:cubicBezTo>
                <a:lnTo>
                  <a:pt x="1573679" y="132709"/>
                </a:lnTo>
                <a:close/>
                <a:moveTo>
                  <a:pt x="1713614" y="57875"/>
                </a:moveTo>
                <a:lnTo>
                  <a:pt x="1713614" y="88024"/>
                </a:lnTo>
                <a:lnTo>
                  <a:pt x="1687772" y="88024"/>
                </a:lnTo>
                <a:lnTo>
                  <a:pt x="1687772" y="145537"/>
                </a:lnTo>
                <a:cubicBezTo>
                  <a:pt x="1687772" y="157185"/>
                  <a:pt x="1688019" y="163972"/>
                  <a:pt x="1688512" y="165898"/>
                </a:cubicBezTo>
                <a:cubicBezTo>
                  <a:pt x="1689006" y="167822"/>
                  <a:pt x="1690127" y="169412"/>
                  <a:pt x="1691877" y="170668"/>
                </a:cubicBezTo>
                <a:cubicBezTo>
                  <a:pt x="1693627" y="171922"/>
                  <a:pt x="1695758" y="172548"/>
                  <a:pt x="1698270" y="172548"/>
                </a:cubicBezTo>
                <a:cubicBezTo>
                  <a:pt x="1701770" y="172548"/>
                  <a:pt x="1706839" y="171337"/>
                  <a:pt x="1713479" y="168914"/>
                </a:cubicBezTo>
                <a:lnTo>
                  <a:pt x="1716709" y="198365"/>
                </a:lnTo>
                <a:cubicBezTo>
                  <a:pt x="1707916" y="202150"/>
                  <a:pt x="1697956" y="204043"/>
                  <a:pt x="1686830" y="204043"/>
                </a:cubicBezTo>
                <a:cubicBezTo>
                  <a:pt x="1680010" y="204043"/>
                  <a:pt x="1673864" y="202899"/>
                  <a:pt x="1668391" y="200611"/>
                </a:cubicBezTo>
                <a:cubicBezTo>
                  <a:pt x="1662917" y="198323"/>
                  <a:pt x="1658902" y="195362"/>
                  <a:pt x="1656345" y="191728"/>
                </a:cubicBezTo>
                <a:cubicBezTo>
                  <a:pt x="1653787" y="188094"/>
                  <a:pt x="1652015" y="183181"/>
                  <a:pt x="1651028" y="176990"/>
                </a:cubicBezTo>
                <a:cubicBezTo>
                  <a:pt x="1650221" y="172593"/>
                  <a:pt x="1649817" y="163710"/>
                  <a:pt x="1649817" y="150340"/>
                </a:cubicBezTo>
                <a:lnTo>
                  <a:pt x="1649817" y="88024"/>
                </a:lnTo>
                <a:lnTo>
                  <a:pt x="1632454" y="88024"/>
                </a:lnTo>
                <a:lnTo>
                  <a:pt x="1632454" y="57875"/>
                </a:lnTo>
                <a:lnTo>
                  <a:pt x="1649817" y="57875"/>
                </a:lnTo>
                <a:lnTo>
                  <a:pt x="1649817" y="29341"/>
                </a:lnTo>
                <a:lnTo>
                  <a:pt x="1687772" y="6999"/>
                </a:lnTo>
                <a:lnTo>
                  <a:pt x="1687772" y="57875"/>
                </a:lnTo>
                <a:lnTo>
                  <a:pt x="1713614" y="57875"/>
                </a:lnTo>
                <a:close/>
                <a:moveTo>
                  <a:pt x="1731109" y="127325"/>
                </a:moveTo>
                <a:cubicBezTo>
                  <a:pt x="1731109" y="114763"/>
                  <a:pt x="1734204" y="102605"/>
                  <a:pt x="1740395" y="90850"/>
                </a:cubicBezTo>
                <a:cubicBezTo>
                  <a:pt x="1746587" y="79096"/>
                  <a:pt x="1755358" y="70123"/>
                  <a:pt x="1766708" y="63932"/>
                </a:cubicBezTo>
                <a:cubicBezTo>
                  <a:pt x="1778059" y="57740"/>
                  <a:pt x="1790733" y="54645"/>
                  <a:pt x="1804731" y="54645"/>
                </a:cubicBezTo>
                <a:cubicBezTo>
                  <a:pt x="1826356" y="54645"/>
                  <a:pt x="1844077" y="61666"/>
                  <a:pt x="1857895" y="75709"/>
                </a:cubicBezTo>
                <a:cubicBezTo>
                  <a:pt x="1871713" y="89751"/>
                  <a:pt x="1878622" y="107495"/>
                  <a:pt x="1878622" y="128940"/>
                </a:cubicBezTo>
                <a:cubicBezTo>
                  <a:pt x="1878622" y="150565"/>
                  <a:pt x="1871646" y="168488"/>
                  <a:pt x="1857693" y="182710"/>
                </a:cubicBezTo>
                <a:cubicBezTo>
                  <a:pt x="1843740" y="196932"/>
                  <a:pt x="1826176" y="204043"/>
                  <a:pt x="1805000" y="204043"/>
                </a:cubicBezTo>
                <a:cubicBezTo>
                  <a:pt x="1791900" y="204043"/>
                  <a:pt x="1779405" y="201082"/>
                  <a:pt x="1767516" y="195160"/>
                </a:cubicBezTo>
                <a:cubicBezTo>
                  <a:pt x="1755627" y="189238"/>
                  <a:pt x="1746587" y="180557"/>
                  <a:pt x="1740395" y="169116"/>
                </a:cubicBezTo>
                <a:cubicBezTo>
                  <a:pt x="1734204" y="157676"/>
                  <a:pt x="1731109" y="143745"/>
                  <a:pt x="1731109" y="127325"/>
                </a:cubicBezTo>
                <a:moveTo>
                  <a:pt x="1769871" y="129344"/>
                </a:moveTo>
                <a:cubicBezTo>
                  <a:pt x="1769871" y="143476"/>
                  <a:pt x="1773236" y="154300"/>
                  <a:pt x="1779966" y="161814"/>
                </a:cubicBezTo>
                <a:cubicBezTo>
                  <a:pt x="1786695" y="169329"/>
                  <a:pt x="1794995" y="173087"/>
                  <a:pt x="1804866" y="173087"/>
                </a:cubicBezTo>
                <a:cubicBezTo>
                  <a:pt x="1814736" y="173087"/>
                  <a:pt x="1823013" y="169329"/>
                  <a:pt x="1829698" y="161814"/>
                </a:cubicBezTo>
                <a:cubicBezTo>
                  <a:pt x="1836383" y="154300"/>
                  <a:pt x="1839725" y="143386"/>
                  <a:pt x="1839725" y="129075"/>
                </a:cubicBezTo>
                <a:cubicBezTo>
                  <a:pt x="1839725" y="115122"/>
                  <a:pt x="1836383" y="104388"/>
                  <a:pt x="1829698" y="96873"/>
                </a:cubicBezTo>
                <a:cubicBezTo>
                  <a:pt x="1823013" y="89359"/>
                  <a:pt x="1814736" y="85601"/>
                  <a:pt x="1804866" y="85601"/>
                </a:cubicBezTo>
                <a:cubicBezTo>
                  <a:pt x="1794995" y="85601"/>
                  <a:pt x="1786695" y="89359"/>
                  <a:pt x="1779966" y="96873"/>
                </a:cubicBezTo>
                <a:cubicBezTo>
                  <a:pt x="1773236" y="104388"/>
                  <a:pt x="1769871" y="115212"/>
                  <a:pt x="1769871" y="129344"/>
                </a:cubicBezTo>
                <a:close/>
                <a:moveTo>
                  <a:pt x="1944483" y="200813"/>
                </a:moveTo>
                <a:lnTo>
                  <a:pt x="1906662" y="200813"/>
                </a:lnTo>
                <a:lnTo>
                  <a:pt x="1906662" y="57875"/>
                </a:lnTo>
                <a:lnTo>
                  <a:pt x="1941791" y="57875"/>
                </a:lnTo>
                <a:lnTo>
                  <a:pt x="1941791" y="78199"/>
                </a:lnTo>
                <a:cubicBezTo>
                  <a:pt x="1947803" y="68598"/>
                  <a:pt x="1953209" y="62272"/>
                  <a:pt x="1958009" y="59221"/>
                </a:cubicBezTo>
                <a:cubicBezTo>
                  <a:pt x="1962810" y="56170"/>
                  <a:pt x="1968261" y="54645"/>
                  <a:pt x="1974362" y="54645"/>
                </a:cubicBezTo>
                <a:cubicBezTo>
                  <a:pt x="1982976" y="54645"/>
                  <a:pt x="1991276" y="57023"/>
                  <a:pt x="1999262" y="61778"/>
                </a:cubicBezTo>
                <a:lnTo>
                  <a:pt x="1987552" y="94753"/>
                </a:lnTo>
                <a:cubicBezTo>
                  <a:pt x="1981182" y="90626"/>
                  <a:pt x="1975259" y="88562"/>
                  <a:pt x="1969786" y="88562"/>
                </a:cubicBezTo>
                <a:cubicBezTo>
                  <a:pt x="1964492" y="88562"/>
                  <a:pt x="1960006" y="90020"/>
                  <a:pt x="1956327" y="92936"/>
                </a:cubicBezTo>
                <a:cubicBezTo>
                  <a:pt x="1952648" y="95853"/>
                  <a:pt x="1949754" y="101124"/>
                  <a:pt x="1947645" y="108751"/>
                </a:cubicBezTo>
                <a:cubicBezTo>
                  <a:pt x="1945537" y="116378"/>
                  <a:pt x="1944483" y="132350"/>
                  <a:pt x="1944483" y="156666"/>
                </a:cubicBezTo>
                <a:lnTo>
                  <a:pt x="1944483" y="200813"/>
                </a:lnTo>
                <a:close/>
                <a:moveTo>
                  <a:pt x="2075578" y="57875"/>
                </a:moveTo>
                <a:lnTo>
                  <a:pt x="2096575" y="57875"/>
                </a:lnTo>
                <a:lnTo>
                  <a:pt x="2096575" y="47082"/>
                </a:lnTo>
                <a:cubicBezTo>
                  <a:pt x="2096575" y="35031"/>
                  <a:pt x="2097854" y="26037"/>
                  <a:pt x="2100411" y="20101"/>
                </a:cubicBezTo>
                <a:cubicBezTo>
                  <a:pt x="2102968" y="14165"/>
                  <a:pt x="2107679" y="9330"/>
                  <a:pt x="2114543" y="5598"/>
                </a:cubicBezTo>
                <a:cubicBezTo>
                  <a:pt x="2121407" y="1866"/>
                  <a:pt x="2130089" y="0"/>
                  <a:pt x="2140587" y="0"/>
                </a:cubicBezTo>
                <a:cubicBezTo>
                  <a:pt x="2151354" y="0"/>
                  <a:pt x="2161897" y="1615"/>
                  <a:pt x="2172216" y="4845"/>
                </a:cubicBezTo>
                <a:lnTo>
                  <a:pt x="2167102" y="31226"/>
                </a:lnTo>
                <a:cubicBezTo>
                  <a:pt x="2161090" y="29790"/>
                  <a:pt x="2155302" y="29072"/>
                  <a:pt x="2149739" y="29072"/>
                </a:cubicBezTo>
                <a:cubicBezTo>
                  <a:pt x="2144266" y="29072"/>
                  <a:pt x="2140340" y="30358"/>
                  <a:pt x="2137962" y="32929"/>
                </a:cubicBezTo>
                <a:cubicBezTo>
                  <a:pt x="2135585" y="35498"/>
                  <a:pt x="2134396" y="40433"/>
                  <a:pt x="2134396" y="47734"/>
                </a:cubicBezTo>
                <a:lnTo>
                  <a:pt x="2134396" y="57875"/>
                </a:lnTo>
                <a:lnTo>
                  <a:pt x="2162660" y="57875"/>
                </a:lnTo>
                <a:lnTo>
                  <a:pt x="2162660" y="87755"/>
                </a:lnTo>
                <a:lnTo>
                  <a:pt x="2134396" y="87755"/>
                </a:lnTo>
                <a:lnTo>
                  <a:pt x="2134396" y="200813"/>
                </a:lnTo>
                <a:lnTo>
                  <a:pt x="2096575" y="200813"/>
                </a:lnTo>
                <a:lnTo>
                  <a:pt x="2096575" y="87755"/>
                </a:lnTo>
                <a:lnTo>
                  <a:pt x="2075578" y="87755"/>
                </a:lnTo>
                <a:lnTo>
                  <a:pt x="2075578" y="57875"/>
                </a:lnTo>
                <a:close/>
                <a:moveTo>
                  <a:pt x="2175175" y="127325"/>
                </a:moveTo>
                <a:cubicBezTo>
                  <a:pt x="2175175" y="114763"/>
                  <a:pt x="2178271" y="102605"/>
                  <a:pt x="2184462" y="90850"/>
                </a:cubicBezTo>
                <a:cubicBezTo>
                  <a:pt x="2190653" y="79096"/>
                  <a:pt x="2199424" y="70123"/>
                  <a:pt x="2210775" y="63932"/>
                </a:cubicBezTo>
                <a:cubicBezTo>
                  <a:pt x="2222126" y="57740"/>
                  <a:pt x="2234800" y="54645"/>
                  <a:pt x="2248798" y="54645"/>
                </a:cubicBezTo>
                <a:cubicBezTo>
                  <a:pt x="2270422" y="54645"/>
                  <a:pt x="2288144" y="61666"/>
                  <a:pt x="2301962" y="75709"/>
                </a:cubicBezTo>
                <a:cubicBezTo>
                  <a:pt x="2315780" y="89751"/>
                  <a:pt x="2322689" y="107495"/>
                  <a:pt x="2322689" y="128940"/>
                </a:cubicBezTo>
                <a:cubicBezTo>
                  <a:pt x="2322689" y="150565"/>
                  <a:pt x="2315713" y="168488"/>
                  <a:pt x="2301760" y="182710"/>
                </a:cubicBezTo>
                <a:cubicBezTo>
                  <a:pt x="2287807" y="196932"/>
                  <a:pt x="2270243" y="204043"/>
                  <a:pt x="2249067" y="204043"/>
                </a:cubicBezTo>
                <a:cubicBezTo>
                  <a:pt x="2235966" y="204043"/>
                  <a:pt x="2223472" y="201082"/>
                  <a:pt x="2211583" y="195160"/>
                </a:cubicBezTo>
                <a:cubicBezTo>
                  <a:pt x="2199694" y="189238"/>
                  <a:pt x="2190653" y="180557"/>
                  <a:pt x="2184462" y="169116"/>
                </a:cubicBezTo>
                <a:cubicBezTo>
                  <a:pt x="2178271" y="157676"/>
                  <a:pt x="2175175" y="143745"/>
                  <a:pt x="2175175" y="127325"/>
                </a:cubicBezTo>
                <a:moveTo>
                  <a:pt x="2213938" y="129344"/>
                </a:moveTo>
                <a:cubicBezTo>
                  <a:pt x="2213938" y="143476"/>
                  <a:pt x="2217303" y="154300"/>
                  <a:pt x="2224032" y="161814"/>
                </a:cubicBezTo>
                <a:cubicBezTo>
                  <a:pt x="2230762" y="169329"/>
                  <a:pt x="2239062" y="173087"/>
                  <a:pt x="2248932" y="173087"/>
                </a:cubicBezTo>
                <a:cubicBezTo>
                  <a:pt x="2258802" y="173087"/>
                  <a:pt x="2267080" y="169329"/>
                  <a:pt x="2273765" y="161814"/>
                </a:cubicBezTo>
                <a:cubicBezTo>
                  <a:pt x="2280449" y="154300"/>
                  <a:pt x="2283792" y="143386"/>
                  <a:pt x="2283792" y="129075"/>
                </a:cubicBezTo>
                <a:cubicBezTo>
                  <a:pt x="2283792" y="115122"/>
                  <a:pt x="2280449" y="104388"/>
                  <a:pt x="2273765" y="96873"/>
                </a:cubicBezTo>
                <a:cubicBezTo>
                  <a:pt x="2267080" y="89359"/>
                  <a:pt x="2258802" y="85601"/>
                  <a:pt x="2248932" y="85601"/>
                </a:cubicBezTo>
                <a:cubicBezTo>
                  <a:pt x="2239062" y="85601"/>
                  <a:pt x="2230762" y="89359"/>
                  <a:pt x="2224032" y="96873"/>
                </a:cubicBezTo>
                <a:cubicBezTo>
                  <a:pt x="2217303" y="104388"/>
                  <a:pt x="2213938" y="115212"/>
                  <a:pt x="2213938" y="129344"/>
                </a:cubicBezTo>
                <a:close/>
                <a:moveTo>
                  <a:pt x="2388549" y="200813"/>
                </a:moveTo>
                <a:lnTo>
                  <a:pt x="2350728" y="200813"/>
                </a:lnTo>
                <a:lnTo>
                  <a:pt x="2350728" y="57875"/>
                </a:lnTo>
                <a:lnTo>
                  <a:pt x="2385857" y="57875"/>
                </a:lnTo>
                <a:lnTo>
                  <a:pt x="2385857" y="78199"/>
                </a:lnTo>
                <a:cubicBezTo>
                  <a:pt x="2391869" y="68598"/>
                  <a:pt x="2397275" y="62272"/>
                  <a:pt x="2402076" y="59221"/>
                </a:cubicBezTo>
                <a:cubicBezTo>
                  <a:pt x="2406876" y="56170"/>
                  <a:pt x="2412327" y="54645"/>
                  <a:pt x="2418429" y="54645"/>
                </a:cubicBezTo>
                <a:cubicBezTo>
                  <a:pt x="2427043" y="54645"/>
                  <a:pt x="2435343" y="57023"/>
                  <a:pt x="2443328" y="61778"/>
                </a:cubicBezTo>
                <a:lnTo>
                  <a:pt x="2431619" y="94753"/>
                </a:lnTo>
                <a:cubicBezTo>
                  <a:pt x="2425248" y="90626"/>
                  <a:pt x="2419326" y="88562"/>
                  <a:pt x="2413853" y="88562"/>
                </a:cubicBezTo>
                <a:cubicBezTo>
                  <a:pt x="2408559" y="88562"/>
                  <a:pt x="2404072" y="90020"/>
                  <a:pt x="2400393" y="92936"/>
                </a:cubicBezTo>
                <a:cubicBezTo>
                  <a:pt x="2396714" y="95853"/>
                  <a:pt x="2393821" y="101124"/>
                  <a:pt x="2391712" y="108751"/>
                </a:cubicBezTo>
                <a:cubicBezTo>
                  <a:pt x="2389603" y="116378"/>
                  <a:pt x="2388549" y="132350"/>
                  <a:pt x="2388549" y="156666"/>
                </a:cubicBezTo>
                <a:lnTo>
                  <a:pt x="2388549" y="200813"/>
                </a:lnTo>
                <a:close/>
                <a:moveTo>
                  <a:pt x="2526375" y="136746"/>
                </a:moveTo>
                <a:lnTo>
                  <a:pt x="2565137" y="132978"/>
                </a:lnTo>
                <a:cubicBezTo>
                  <a:pt x="2567470" y="146036"/>
                  <a:pt x="2572203" y="155627"/>
                  <a:pt x="2579337" y="161751"/>
                </a:cubicBezTo>
                <a:cubicBezTo>
                  <a:pt x="2586470" y="167873"/>
                  <a:pt x="2596094" y="170933"/>
                  <a:pt x="2608207" y="170933"/>
                </a:cubicBezTo>
                <a:cubicBezTo>
                  <a:pt x="2621038" y="170933"/>
                  <a:pt x="2630707" y="168210"/>
                  <a:pt x="2637212" y="162765"/>
                </a:cubicBezTo>
                <a:cubicBezTo>
                  <a:pt x="2643717" y="157320"/>
                  <a:pt x="2646970" y="150950"/>
                  <a:pt x="2646970" y="143657"/>
                </a:cubicBezTo>
                <a:cubicBezTo>
                  <a:pt x="2646970" y="138977"/>
                  <a:pt x="2645601" y="134995"/>
                  <a:pt x="2642865" y="131712"/>
                </a:cubicBezTo>
                <a:cubicBezTo>
                  <a:pt x="2640128" y="128426"/>
                  <a:pt x="2635350" y="125567"/>
                  <a:pt x="2628531" y="123136"/>
                </a:cubicBezTo>
                <a:cubicBezTo>
                  <a:pt x="2623865" y="121518"/>
                  <a:pt x="2613232" y="118641"/>
                  <a:pt x="2596632" y="114505"/>
                </a:cubicBezTo>
                <a:cubicBezTo>
                  <a:pt x="2575277" y="109200"/>
                  <a:pt x="2560292" y="102680"/>
                  <a:pt x="2551678" y="94947"/>
                </a:cubicBezTo>
                <a:cubicBezTo>
                  <a:pt x="2539565" y="84067"/>
                  <a:pt x="2533508" y="70806"/>
                  <a:pt x="2533508" y="55162"/>
                </a:cubicBezTo>
                <a:cubicBezTo>
                  <a:pt x="2533508" y="45093"/>
                  <a:pt x="2536357" y="35676"/>
                  <a:pt x="2542055" y="26910"/>
                </a:cubicBezTo>
                <a:cubicBezTo>
                  <a:pt x="2547752" y="18142"/>
                  <a:pt x="2555963" y="11466"/>
                  <a:pt x="2566685" y="6881"/>
                </a:cubicBezTo>
                <a:cubicBezTo>
                  <a:pt x="2577408" y="2294"/>
                  <a:pt x="2590351" y="0"/>
                  <a:pt x="2605515" y="0"/>
                </a:cubicBezTo>
                <a:cubicBezTo>
                  <a:pt x="2630280" y="0"/>
                  <a:pt x="2648921" y="5454"/>
                  <a:pt x="2661439" y="16361"/>
                </a:cubicBezTo>
                <a:cubicBezTo>
                  <a:pt x="2673956" y="27266"/>
                  <a:pt x="2680528" y="41822"/>
                  <a:pt x="2681156" y="60028"/>
                </a:cubicBezTo>
                <a:lnTo>
                  <a:pt x="2641317" y="61644"/>
                </a:lnTo>
                <a:cubicBezTo>
                  <a:pt x="2639612" y="51504"/>
                  <a:pt x="2635956" y="44214"/>
                  <a:pt x="2630348" y="39772"/>
                </a:cubicBezTo>
                <a:cubicBezTo>
                  <a:pt x="2624740" y="35331"/>
                  <a:pt x="2616327" y="33110"/>
                  <a:pt x="2605111" y="33110"/>
                </a:cubicBezTo>
                <a:cubicBezTo>
                  <a:pt x="2593536" y="33110"/>
                  <a:pt x="2584474" y="35489"/>
                  <a:pt x="2577924" y="40248"/>
                </a:cubicBezTo>
                <a:cubicBezTo>
                  <a:pt x="2573706" y="43298"/>
                  <a:pt x="2571598" y="47382"/>
                  <a:pt x="2571598" y="52500"/>
                </a:cubicBezTo>
                <a:cubicBezTo>
                  <a:pt x="2571598" y="57168"/>
                  <a:pt x="2573572" y="61163"/>
                  <a:pt x="2577520" y="64483"/>
                </a:cubicBezTo>
                <a:cubicBezTo>
                  <a:pt x="2582545" y="68703"/>
                  <a:pt x="2594748" y="73105"/>
                  <a:pt x="2614129" y="77690"/>
                </a:cubicBezTo>
                <a:cubicBezTo>
                  <a:pt x="2633511" y="82274"/>
                  <a:pt x="2647845" y="87017"/>
                  <a:pt x="2657132" y="91919"/>
                </a:cubicBezTo>
                <a:cubicBezTo>
                  <a:pt x="2666419" y="96817"/>
                  <a:pt x="2673687" y="103515"/>
                  <a:pt x="2678936" y="112011"/>
                </a:cubicBezTo>
                <a:cubicBezTo>
                  <a:pt x="2684185" y="120504"/>
                  <a:pt x="2686809" y="131000"/>
                  <a:pt x="2686809" y="143497"/>
                </a:cubicBezTo>
                <a:cubicBezTo>
                  <a:pt x="2686809" y="154823"/>
                  <a:pt x="2683669" y="165430"/>
                  <a:pt x="2677388" y="175320"/>
                </a:cubicBezTo>
                <a:cubicBezTo>
                  <a:pt x="2671107" y="185210"/>
                  <a:pt x="2662224" y="192559"/>
                  <a:pt x="2650738" y="197368"/>
                </a:cubicBezTo>
                <a:cubicBezTo>
                  <a:pt x="2639253" y="202177"/>
                  <a:pt x="2624941" y="204581"/>
                  <a:pt x="2607803" y="204581"/>
                </a:cubicBezTo>
                <a:cubicBezTo>
                  <a:pt x="2582859" y="204581"/>
                  <a:pt x="2563702" y="198805"/>
                  <a:pt x="2550332" y="187253"/>
                </a:cubicBezTo>
                <a:cubicBezTo>
                  <a:pt x="2536962" y="175700"/>
                  <a:pt x="2528977" y="158865"/>
                  <a:pt x="2526375" y="136746"/>
                </a:cubicBezTo>
                <a:close/>
                <a:moveTo>
                  <a:pt x="2844689" y="100137"/>
                </a:moveTo>
                <a:lnTo>
                  <a:pt x="2807407" y="106867"/>
                </a:lnTo>
                <a:cubicBezTo>
                  <a:pt x="2806151" y="99464"/>
                  <a:pt x="2803302" y="93890"/>
                  <a:pt x="2798860" y="90144"/>
                </a:cubicBezTo>
                <a:cubicBezTo>
                  <a:pt x="2794419" y="86397"/>
                  <a:pt x="2788654" y="84524"/>
                  <a:pt x="2781565" y="84524"/>
                </a:cubicBezTo>
                <a:cubicBezTo>
                  <a:pt x="2772144" y="84524"/>
                  <a:pt x="2764629" y="87767"/>
                  <a:pt x="2759021" y="94253"/>
                </a:cubicBezTo>
                <a:cubicBezTo>
                  <a:pt x="2753413" y="100739"/>
                  <a:pt x="2750609" y="111585"/>
                  <a:pt x="2750609" y="126791"/>
                </a:cubicBezTo>
                <a:cubicBezTo>
                  <a:pt x="2750609" y="143699"/>
                  <a:pt x="2753458" y="155643"/>
                  <a:pt x="2759155" y="162622"/>
                </a:cubicBezTo>
                <a:cubicBezTo>
                  <a:pt x="2764853" y="169598"/>
                  <a:pt x="2772503" y="173087"/>
                  <a:pt x="2782104" y="173087"/>
                </a:cubicBezTo>
                <a:cubicBezTo>
                  <a:pt x="2789282" y="173087"/>
                  <a:pt x="2795159" y="171045"/>
                  <a:pt x="2799735" y="166963"/>
                </a:cubicBezTo>
                <a:cubicBezTo>
                  <a:pt x="2804311" y="162880"/>
                  <a:pt x="2807542" y="155859"/>
                  <a:pt x="2809426" y="145899"/>
                </a:cubicBezTo>
                <a:lnTo>
                  <a:pt x="2846574" y="152359"/>
                </a:lnTo>
                <a:cubicBezTo>
                  <a:pt x="2842715" y="169408"/>
                  <a:pt x="2835313" y="182284"/>
                  <a:pt x="2824366" y="190987"/>
                </a:cubicBezTo>
                <a:cubicBezTo>
                  <a:pt x="2813419" y="199691"/>
                  <a:pt x="2798748" y="204043"/>
                  <a:pt x="2780354" y="204043"/>
                </a:cubicBezTo>
                <a:cubicBezTo>
                  <a:pt x="2759447" y="204043"/>
                  <a:pt x="2742780" y="197448"/>
                  <a:pt x="2730353" y="184258"/>
                </a:cubicBezTo>
                <a:cubicBezTo>
                  <a:pt x="2717925" y="171068"/>
                  <a:pt x="2711711" y="152808"/>
                  <a:pt x="2711711" y="129478"/>
                </a:cubicBezTo>
                <a:cubicBezTo>
                  <a:pt x="2711711" y="105880"/>
                  <a:pt x="2717948" y="87508"/>
                  <a:pt x="2730420" y="74363"/>
                </a:cubicBezTo>
                <a:cubicBezTo>
                  <a:pt x="2742892" y="61217"/>
                  <a:pt x="2759761" y="54645"/>
                  <a:pt x="2781027" y="54645"/>
                </a:cubicBezTo>
                <a:cubicBezTo>
                  <a:pt x="2798434" y="54645"/>
                  <a:pt x="2812275" y="58391"/>
                  <a:pt x="2822549" y="65883"/>
                </a:cubicBezTo>
                <a:cubicBezTo>
                  <a:pt x="2832823" y="73376"/>
                  <a:pt x="2840203" y="84794"/>
                  <a:pt x="2844689" y="100137"/>
                </a:cubicBezTo>
                <a:close/>
                <a:moveTo>
                  <a:pt x="2956090" y="155320"/>
                </a:moveTo>
                <a:lnTo>
                  <a:pt x="2993776" y="161781"/>
                </a:lnTo>
                <a:cubicBezTo>
                  <a:pt x="2988931" y="175554"/>
                  <a:pt x="2981282" y="186041"/>
                  <a:pt x="2970828" y="193242"/>
                </a:cubicBezTo>
                <a:cubicBezTo>
                  <a:pt x="2960375" y="200443"/>
                  <a:pt x="2947297" y="204043"/>
                  <a:pt x="2931594" y="204043"/>
                </a:cubicBezTo>
                <a:cubicBezTo>
                  <a:pt x="2906740" y="204043"/>
                  <a:pt x="2888345" y="195923"/>
                  <a:pt x="2876411" y="179682"/>
                </a:cubicBezTo>
                <a:cubicBezTo>
                  <a:pt x="2866990" y="166671"/>
                  <a:pt x="2862279" y="150251"/>
                  <a:pt x="2862279" y="130421"/>
                </a:cubicBezTo>
                <a:cubicBezTo>
                  <a:pt x="2862279" y="106732"/>
                  <a:pt x="2868470" y="88181"/>
                  <a:pt x="2880853" y="74766"/>
                </a:cubicBezTo>
                <a:cubicBezTo>
                  <a:pt x="2893235" y="61352"/>
                  <a:pt x="2908893" y="54645"/>
                  <a:pt x="2927826" y="54645"/>
                </a:cubicBezTo>
                <a:cubicBezTo>
                  <a:pt x="2949092" y="54645"/>
                  <a:pt x="2965871" y="61666"/>
                  <a:pt x="2978164" y="75709"/>
                </a:cubicBezTo>
                <a:cubicBezTo>
                  <a:pt x="2990456" y="89751"/>
                  <a:pt x="2996334" y="111264"/>
                  <a:pt x="2995795" y="140246"/>
                </a:cubicBezTo>
                <a:lnTo>
                  <a:pt x="2901042" y="140246"/>
                </a:lnTo>
                <a:cubicBezTo>
                  <a:pt x="2901311" y="151462"/>
                  <a:pt x="2904362" y="160188"/>
                  <a:pt x="2910194" y="166424"/>
                </a:cubicBezTo>
                <a:cubicBezTo>
                  <a:pt x="2916026" y="172660"/>
                  <a:pt x="2923295" y="175778"/>
                  <a:pt x="2931998" y="175778"/>
                </a:cubicBezTo>
                <a:cubicBezTo>
                  <a:pt x="2937920" y="175778"/>
                  <a:pt x="2942900" y="174163"/>
                  <a:pt x="2946938" y="170933"/>
                </a:cubicBezTo>
                <a:cubicBezTo>
                  <a:pt x="2950976" y="167703"/>
                  <a:pt x="2954027" y="162499"/>
                  <a:pt x="2956090" y="155320"/>
                </a:cubicBezTo>
                <a:moveTo>
                  <a:pt x="2958244" y="117096"/>
                </a:moveTo>
                <a:cubicBezTo>
                  <a:pt x="2957975" y="106194"/>
                  <a:pt x="2955148" y="97905"/>
                  <a:pt x="2949764" y="92230"/>
                </a:cubicBezTo>
                <a:cubicBezTo>
                  <a:pt x="2944381" y="86555"/>
                  <a:pt x="2937831" y="83717"/>
                  <a:pt x="2930114" y="83717"/>
                </a:cubicBezTo>
                <a:cubicBezTo>
                  <a:pt x="2921859" y="83717"/>
                  <a:pt x="2915039" y="86710"/>
                  <a:pt x="2909656" y="92697"/>
                </a:cubicBezTo>
                <a:cubicBezTo>
                  <a:pt x="2904272" y="98686"/>
                  <a:pt x="2901625" y="106819"/>
                  <a:pt x="2901715" y="117096"/>
                </a:cubicBezTo>
                <a:lnTo>
                  <a:pt x="2958244" y="117096"/>
                </a:lnTo>
                <a:close/>
                <a:moveTo>
                  <a:pt x="3156592" y="200813"/>
                </a:moveTo>
                <a:lnTo>
                  <a:pt x="3118771" y="200813"/>
                </a:lnTo>
                <a:lnTo>
                  <a:pt x="3118771" y="127947"/>
                </a:lnTo>
                <a:cubicBezTo>
                  <a:pt x="3118771" y="112531"/>
                  <a:pt x="3117963" y="102560"/>
                  <a:pt x="3116348" y="98034"/>
                </a:cubicBezTo>
                <a:cubicBezTo>
                  <a:pt x="3114733" y="93508"/>
                  <a:pt x="3112109" y="89991"/>
                  <a:pt x="3108475" y="87481"/>
                </a:cubicBezTo>
                <a:cubicBezTo>
                  <a:pt x="3104841" y="84972"/>
                  <a:pt x="3100466" y="83717"/>
                  <a:pt x="3095352" y="83717"/>
                </a:cubicBezTo>
                <a:cubicBezTo>
                  <a:pt x="3088802" y="83717"/>
                  <a:pt x="3082924" y="85510"/>
                  <a:pt x="3077720" y="89096"/>
                </a:cubicBezTo>
                <a:cubicBezTo>
                  <a:pt x="3072516" y="92680"/>
                  <a:pt x="3068949" y="97430"/>
                  <a:pt x="3067020" y="103346"/>
                </a:cubicBezTo>
                <a:cubicBezTo>
                  <a:pt x="3065091" y="109260"/>
                  <a:pt x="3064126" y="120194"/>
                  <a:pt x="3064126" y="136149"/>
                </a:cubicBezTo>
                <a:lnTo>
                  <a:pt x="3064126" y="200813"/>
                </a:lnTo>
                <a:lnTo>
                  <a:pt x="3026306" y="200813"/>
                </a:lnTo>
                <a:lnTo>
                  <a:pt x="3026306" y="57875"/>
                </a:lnTo>
                <a:lnTo>
                  <a:pt x="3061434" y="57875"/>
                </a:lnTo>
                <a:lnTo>
                  <a:pt x="3061434" y="78871"/>
                </a:lnTo>
                <a:cubicBezTo>
                  <a:pt x="3073907" y="62720"/>
                  <a:pt x="3089609" y="54645"/>
                  <a:pt x="3108542" y="54645"/>
                </a:cubicBezTo>
                <a:cubicBezTo>
                  <a:pt x="3116887" y="54645"/>
                  <a:pt x="3124514" y="56148"/>
                  <a:pt x="3131423" y="59154"/>
                </a:cubicBezTo>
                <a:cubicBezTo>
                  <a:pt x="3138332" y="62160"/>
                  <a:pt x="3143559" y="65995"/>
                  <a:pt x="3147103" y="70661"/>
                </a:cubicBezTo>
                <a:cubicBezTo>
                  <a:pt x="3150647" y="75327"/>
                  <a:pt x="3153115" y="80621"/>
                  <a:pt x="3154505" y="86543"/>
                </a:cubicBezTo>
                <a:cubicBezTo>
                  <a:pt x="3155896" y="92465"/>
                  <a:pt x="3156592" y="100945"/>
                  <a:pt x="3156592" y="111981"/>
                </a:cubicBezTo>
                <a:lnTo>
                  <a:pt x="3156592" y="200813"/>
                </a:lnTo>
                <a:close/>
                <a:moveTo>
                  <a:pt x="3223260" y="102021"/>
                </a:moveTo>
                <a:lnTo>
                  <a:pt x="3188938" y="95830"/>
                </a:lnTo>
                <a:cubicBezTo>
                  <a:pt x="3192797" y="81830"/>
                  <a:pt x="3199437" y="71466"/>
                  <a:pt x="3208858" y="64739"/>
                </a:cubicBezTo>
                <a:cubicBezTo>
                  <a:pt x="3218280" y="58010"/>
                  <a:pt x="3232277" y="54645"/>
                  <a:pt x="3250851" y="54645"/>
                </a:cubicBezTo>
                <a:cubicBezTo>
                  <a:pt x="3267720" y="54645"/>
                  <a:pt x="3280282" y="56641"/>
                  <a:pt x="3288537" y="60634"/>
                </a:cubicBezTo>
                <a:cubicBezTo>
                  <a:pt x="3296792" y="64627"/>
                  <a:pt x="3302602" y="69697"/>
                  <a:pt x="3305967" y="75843"/>
                </a:cubicBezTo>
                <a:cubicBezTo>
                  <a:pt x="3309332" y="81990"/>
                  <a:pt x="3311014" y="93273"/>
                  <a:pt x="3311014" y="109693"/>
                </a:cubicBezTo>
                <a:lnTo>
                  <a:pt x="3310610" y="153840"/>
                </a:lnTo>
                <a:cubicBezTo>
                  <a:pt x="3310610" y="166402"/>
                  <a:pt x="3311216" y="175666"/>
                  <a:pt x="3312427" y="181633"/>
                </a:cubicBezTo>
                <a:cubicBezTo>
                  <a:pt x="3313639" y="187600"/>
                  <a:pt x="3315904" y="193993"/>
                  <a:pt x="3319224" y="200813"/>
                </a:cubicBezTo>
                <a:lnTo>
                  <a:pt x="3281807" y="200813"/>
                </a:lnTo>
                <a:cubicBezTo>
                  <a:pt x="3280820" y="198300"/>
                  <a:pt x="3279609" y="194577"/>
                  <a:pt x="3278173" y="189642"/>
                </a:cubicBezTo>
                <a:cubicBezTo>
                  <a:pt x="3277545" y="187398"/>
                  <a:pt x="3277097" y="185918"/>
                  <a:pt x="3276828" y="185200"/>
                </a:cubicBezTo>
                <a:cubicBezTo>
                  <a:pt x="3270367" y="191481"/>
                  <a:pt x="3263458" y="196192"/>
                  <a:pt x="3256100" y="199332"/>
                </a:cubicBezTo>
                <a:cubicBezTo>
                  <a:pt x="3248742" y="202473"/>
                  <a:pt x="3240891" y="204043"/>
                  <a:pt x="3232546" y="204043"/>
                </a:cubicBezTo>
                <a:cubicBezTo>
                  <a:pt x="3217831" y="204043"/>
                  <a:pt x="3206234" y="200067"/>
                  <a:pt x="3197754" y="192115"/>
                </a:cubicBezTo>
                <a:cubicBezTo>
                  <a:pt x="3189275" y="184162"/>
                  <a:pt x="3185035" y="174110"/>
                  <a:pt x="3185035" y="161957"/>
                </a:cubicBezTo>
                <a:cubicBezTo>
                  <a:pt x="3185035" y="153916"/>
                  <a:pt x="3186964" y="146746"/>
                  <a:pt x="3190823" y="140448"/>
                </a:cubicBezTo>
                <a:cubicBezTo>
                  <a:pt x="3194681" y="134147"/>
                  <a:pt x="3200087" y="129321"/>
                  <a:pt x="3207041" y="125971"/>
                </a:cubicBezTo>
                <a:cubicBezTo>
                  <a:pt x="3213995" y="122620"/>
                  <a:pt x="3224022" y="119694"/>
                  <a:pt x="3237123" y="117193"/>
                </a:cubicBezTo>
                <a:cubicBezTo>
                  <a:pt x="3254799" y="113887"/>
                  <a:pt x="3267047" y="110804"/>
                  <a:pt x="3273866" y="107944"/>
                </a:cubicBezTo>
                <a:lnTo>
                  <a:pt x="3273866" y="104133"/>
                </a:lnTo>
                <a:cubicBezTo>
                  <a:pt x="3273866" y="96784"/>
                  <a:pt x="3272072" y="91544"/>
                  <a:pt x="3268483" y="88415"/>
                </a:cubicBezTo>
                <a:cubicBezTo>
                  <a:pt x="3264894" y="85283"/>
                  <a:pt x="3258119" y="83717"/>
                  <a:pt x="3248159" y="83717"/>
                </a:cubicBezTo>
                <a:cubicBezTo>
                  <a:pt x="3241430" y="83717"/>
                  <a:pt x="3236180" y="85071"/>
                  <a:pt x="3232412" y="87780"/>
                </a:cubicBezTo>
                <a:cubicBezTo>
                  <a:pt x="3228643" y="90486"/>
                  <a:pt x="3225592" y="95233"/>
                  <a:pt x="3223260" y="102021"/>
                </a:cubicBezTo>
                <a:moveTo>
                  <a:pt x="3273866" y="132709"/>
                </a:moveTo>
                <a:cubicBezTo>
                  <a:pt x="3269021" y="134304"/>
                  <a:pt x="3261349" y="136211"/>
                  <a:pt x="3250851" y="138429"/>
                </a:cubicBezTo>
                <a:cubicBezTo>
                  <a:pt x="3240353" y="140644"/>
                  <a:pt x="3233489" y="142816"/>
                  <a:pt x="3230258" y="144944"/>
                </a:cubicBezTo>
                <a:cubicBezTo>
                  <a:pt x="3225323" y="148401"/>
                  <a:pt x="3222856" y="152790"/>
                  <a:pt x="3222856" y="158109"/>
                </a:cubicBezTo>
                <a:cubicBezTo>
                  <a:pt x="3222856" y="163341"/>
                  <a:pt x="3224830" y="167864"/>
                  <a:pt x="3228778" y="171678"/>
                </a:cubicBezTo>
                <a:cubicBezTo>
                  <a:pt x="3232726" y="175488"/>
                  <a:pt x="3237751" y="177394"/>
                  <a:pt x="3243852" y="177394"/>
                </a:cubicBezTo>
                <a:cubicBezTo>
                  <a:pt x="3250672" y="177394"/>
                  <a:pt x="3257177" y="175177"/>
                  <a:pt x="3263368" y="170744"/>
                </a:cubicBezTo>
                <a:cubicBezTo>
                  <a:pt x="3267944" y="167376"/>
                  <a:pt x="3270950" y="163253"/>
                  <a:pt x="3272386" y="158374"/>
                </a:cubicBezTo>
                <a:cubicBezTo>
                  <a:pt x="3273373" y="155183"/>
                  <a:pt x="3273866" y="149111"/>
                  <a:pt x="3273866" y="140158"/>
                </a:cubicBezTo>
                <a:lnTo>
                  <a:pt x="3273866" y="132709"/>
                </a:lnTo>
                <a:close/>
                <a:moveTo>
                  <a:pt x="3384460" y="200813"/>
                </a:moveTo>
                <a:lnTo>
                  <a:pt x="3346639" y="200813"/>
                </a:lnTo>
                <a:lnTo>
                  <a:pt x="3346639" y="57875"/>
                </a:lnTo>
                <a:lnTo>
                  <a:pt x="3381768" y="57875"/>
                </a:lnTo>
                <a:lnTo>
                  <a:pt x="3381768" y="78199"/>
                </a:lnTo>
                <a:cubicBezTo>
                  <a:pt x="3387780" y="68598"/>
                  <a:pt x="3393186" y="62272"/>
                  <a:pt x="3397986" y="59221"/>
                </a:cubicBezTo>
                <a:cubicBezTo>
                  <a:pt x="3402787" y="56170"/>
                  <a:pt x="3408238" y="54645"/>
                  <a:pt x="3414339" y="54645"/>
                </a:cubicBezTo>
                <a:cubicBezTo>
                  <a:pt x="3422953" y="54645"/>
                  <a:pt x="3431253" y="57023"/>
                  <a:pt x="3439239" y="61778"/>
                </a:cubicBezTo>
                <a:lnTo>
                  <a:pt x="3427529" y="94753"/>
                </a:lnTo>
                <a:cubicBezTo>
                  <a:pt x="3421159" y="90626"/>
                  <a:pt x="3415237" y="88562"/>
                  <a:pt x="3409763" y="88562"/>
                </a:cubicBezTo>
                <a:cubicBezTo>
                  <a:pt x="3404469" y="88562"/>
                  <a:pt x="3399983" y="90020"/>
                  <a:pt x="3396304" y="92936"/>
                </a:cubicBezTo>
                <a:cubicBezTo>
                  <a:pt x="3392625" y="95853"/>
                  <a:pt x="3389731" y="101124"/>
                  <a:pt x="3387623" y="108751"/>
                </a:cubicBezTo>
                <a:cubicBezTo>
                  <a:pt x="3385514" y="116378"/>
                  <a:pt x="3384460" y="132350"/>
                  <a:pt x="3384460" y="156666"/>
                </a:cubicBezTo>
                <a:lnTo>
                  <a:pt x="3384460" y="200813"/>
                </a:lnTo>
                <a:close/>
                <a:moveTo>
                  <a:pt x="3455481" y="38494"/>
                </a:moveTo>
                <a:lnTo>
                  <a:pt x="3455481" y="3499"/>
                </a:lnTo>
                <a:lnTo>
                  <a:pt x="3493302" y="3499"/>
                </a:lnTo>
                <a:lnTo>
                  <a:pt x="3493302" y="38494"/>
                </a:lnTo>
                <a:lnTo>
                  <a:pt x="3455481" y="38494"/>
                </a:lnTo>
                <a:moveTo>
                  <a:pt x="3455481" y="200813"/>
                </a:moveTo>
                <a:lnTo>
                  <a:pt x="3455481" y="57875"/>
                </a:lnTo>
                <a:lnTo>
                  <a:pt x="3493302" y="57875"/>
                </a:lnTo>
                <a:lnTo>
                  <a:pt x="3493302" y="200813"/>
                </a:lnTo>
                <a:lnTo>
                  <a:pt x="3455481" y="200813"/>
                </a:lnTo>
                <a:close/>
                <a:moveTo>
                  <a:pt x="3523362" y="127325"/>
                </a:moveTo>
                <a:cubicBezTo>
                  <a:pt x="3523362" y="114763"/>
                  <a:pt x="3526458" y="102605"/>
                  <a:pt x="3532649" y="90850"/>
                </a:cubicBezTo>
                <a:cubicBezTo>
                  <a:pt x="3538840" y="79096"/>
                  <a:pt x="3547611" y="70123"/>
                  <a:pt x="3558962" y="63932"/>
                </a:cubicBezTo>
                <a:cubicBezTo>
                  <a:pt x="3570313" y="57740"/>
                  <a:pt x="3582987" y="54645"/>
                  <a:pt x="3596985" y="54645"/>
                </a:cubicBezTo>
                <a:cubicBezTo>
                  <a:pt x="3618609" y="54645"/>
                  <a:pt x="3636331" y="61666"/>
                  <a:pt x="3650149" y="75709"/>
                </a:cubicBezTo>
                <a:cubicBezTo>
                  <a:pt x="3663967" y="89751"/>
                  <a:pt x="3670876" y="107495"/>
                  <a:pt x="3670876" y="128940"/>
                </a:cubicBezTo>
                <a:cubicBezTo>
                  <a:pt x="3670876" y="150565"/>
                  <a:pt x="3663900" y="168488"/>
                  <a:pt x="3649947" y="182710"/>
                </a:cubicBezTo>
                <a:cubicBezTo>
                  <a:pt x="3635994" y="196932"/>
                  <a:pt x="3618430" y="204043"/>
                  <a:pt x="3597254" y="204043"/>
                </a:cubicBezTo>
                <a:cubicBezTo>
                  <a:pt x="3584153" y="204043"/>
                  <a:pt x="3571659" y="201082"/>
                  <a:pt x="3559770" y="195160"/>
                </a:cubicBezTo>
                <a:cubicBezTo>
                  <a:pt x="3547881" y="189238"/>
                  <a:pt x="3538840" y="180557"/>
                  <a:pt x="3532649" y="169116"/>
                </a:cubicBezTo>
                <a:cubicBezTo>
                  <a:pt x="3526458" y="157676"/>
                  <a:pt x="3523362" y="143745"/>
                  <a:pt x="3523362" y="127325"/>
                </a:cubicBezTo>
                <a:moveTo>
                  <a:pt x="3562125" y="129344"/>
                </a:moveTo>
                <a:cubicBezTo>
                  <a:pt x="3562125" y="143476"/>
                  <a:pt x="3565490" y="154300"/>
                  <a:pt x="3572220" y="161814"/>
                </a:cubicBezTo>
                <a:cubicBezTo>
                  <a:pt x="3578949" y="169329"/>
                  <a:pt x="3587249" y="173087"/>
                  <a:pt x="3597119" y="173087"/>
                </a:cubicBezTo>
                <a:cubicBezTo>
                  <a:pt x="3606989" y="173087"/>
                  <a:pt x="3615267" y="169329"/>
                  <a:pt x="3621952" y="161814"/>
                </a:cubicBezTo>
                <a:cubicBezTo>
                  <a:pt x="3628636" y="154300"/>
                  <a:pt x="3631979" y="143386"/>
                  <a:pt x="3631979" y="129075"/>
                </a:cubicBezTo>
                <a:cubicBezTo>
                  <a:pt x="3631979" y="115122"/>
                  <a:pt x="3628636" y="104388"/>
                  <a:pt x="3621952" y="96873"/>
                </a:cubicBezTo>
                <a:cubicBezTo>
                  <a:pt x="3615267" y="89359"/>
                  <a:pt x="3606989" y="85601"/>
                  <a:pt x="3597119" y="85601"/>
                </a:cubicBezTo>
                <a:cubicBezTo>
                  <a:pt x="3587249" y="85601"/>
                  <a:pt x="3578949" y="89359"/>
                  <a:pt x="3572220" y="96873"/>
                </a:cubicBezTo>
                <a:cubicBezTo>
                  <a:pt x="3565490" y="104388"/>
                  <a:pt x="3562125" y="115212"/>
                  <a:pt x="3562125" y="129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⇒">
            <a:extLst xmlns:a="http://schemas.openxmlformats.org/drawingml/2006/main">
              <a:ext uri="{FF2B5EF4-FFF2-40B4-BE49-F238E27FC236}">
                <a16:creationId xmlns:a16="http://schemas.microsoft.com/office/drawing/2014/main" id="{5B527D46-21ED-460E-A354-C575D3BD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87" y="329192"/>
            <a:ext cx="136605" cy="88576"/>
          </a:xfrm>
          <a:custGeom xmlns:a="http://schemas.openxmlformats.org/drawingml/2006/main">
            <a:pathLst>
              <a:path w="136605" h="88576">
                <a:moveTo>
                  <a:pt x="6035" y="56189"/>
                </a:moveTo>
                <a:lnTo>
                  <a:pt x="111953" y="56189"/>
                </a:lnTo>
                <a:lnTo>
                  <a:pt x="121559" y="44288"/>
                </a:lnTo>
                <a:lnTo>
                  <a:pt x="111783" y="32217"/>
                </a:lnTo>
                <a:lnTo>
                  <a:pt x="6035" y="32217"/>
                </a:lnTo>
                <a:lnTo>
                  <a:pt x="6035" y="20912"/>
                </a:lnTo>
                <a:lnTo>
                  <a:pt x="103112" y="20912"/>
                </a:lnTo>
                <a:lnTo>
                  <a:pt x="89511" y="4675"/>
                </a:lnTo>
                <a:lnTo>
                  <a:pt x="95037" y="0"/>
                </a:lnTo>
                <a:lnTo>
                  <a:pt x="136605" y="41568"/>
                </a:lnTo>
                <a:lnTo>
                  <a:pt x="136605" y="47008"/>
                </a:lnTo>
                <a:lnTo>
                  <a:pt x="95037" y="88576"/>
                </a:lnTo>
                <a:lnTo>
                  <a:pt x="89511" y="83901"/>
                </a:lnTo>
                <a:lnTo>
                  <a:pt x="103197" y="67495"/>
                </a:lnTo>
                <a:lnTo>
                  <a:pt x="6035" y="67495"/>
                </a:lnTo>
                <a:lnTo>
                  <a:pt x="6035" y="56189"/>
                </a:lnTo>
                <a:moveTo>
                  <a:pt x="0" y="44203"/>
                </a:moveTo>
                <a:lnTo>
                  <a:pt x="0" y="442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9C13DB-3932-42F9-846D-C8C9130C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2918" y="2737103"/>
            <a:ext cx="10" cy="110984"/>
          </a:xfrm>
          <a:custGeom xmlns:a="http://schemas.openxmlformats.org/drawingml/2006/main">
            <a:pathLst>
              <a:path w="1" h="110984" fill="none">
                <a:moveTo>
                  <a:pt x="0" y="0"/>
                </a:moveTo>
                <a:lnTo>
                  <a:pt x="0" y="110984"/>
                </a:lnTo>
              </a:path>
            </a:pathLst>
          </a:custGeom>
          <a:noFill xmlns:a="http://schemas.openxmlformats.org/drawingml/2006/main"/>
          <a:ln xmlns:a="http://schemas.openxmlformats.org/drawingml/2006/main" w="43523" cap="flat">
            <a:solidFill>
              <a:srgbClr val="000000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3DEBC-2972-4B7D-AF28-A924A8C1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34" y="2848087"/>
            <a:ext cx="130569" cy="130569"/>
          </a:xfrm>
          <a:custGeom xmlns:a="http://schemas.openxmlformats.org/drawingml/2006/main">
            <a:pathLst>
              <a:path w="130569" h="130569">
                <a:moveTo>
                  <a:pt x="65285" y="130569"/>
                </a:moveTo>
                <a:lnTo>
                  <a:pt x="0" y="0"/>
                </a:lnTo>
                <a:lnTo>
                  <a:pt x="130569" y="0"/>
                </a:lnTo>
                <a:lnTo>
                  <a:pt x="65285" y="130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D9BEB-38DA-4261-AF6C-71895F1C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7634" y="2848087"/>
            <a:ext cx="130569" cy="130569"/>
          </a:xfrm>
          <a:custGeom xmlns:a="http://schemas.openxmlformats.org/drawingml/2006/main">
            <a:pathLst>
              <a:path w="130569" h="130569" fill="none">
                <a:moveTo>
                  <a:pt x="65285" y="130569"/>
                </a:moveTo>
                <a:lnTo>
                  <a:pt x="0" y="0"/>
                </a:lnTo>
                <a:lnTo>
                  <a:pt x="130569" y="0"/>
                </a:lnTo>
                <a:lnTo>
                  <a:pt x="65285" y="130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3523" cap="flat">
            <a:solidFill>
              <a:srgbClr val="000000"/>
            </a:solidFill>
            <a:miter/>
          </a:ln>
        </p:spPr>
      </p:sp>
      <p:pic>
        <p:nvPicPr>
          <p:cNvPr id="5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e1de9037b4652"/>
          <a:stretch xmlns:a="http://schemas.openxmlformats.org/drawingml/2006/main"/>
        </p:blipFill>
        <p:spPr>
          <a:xfrm xmlns:a="http://schemas.openxmlformats.org/drawingml/2006/main">
            <a:off x="8464408" y="4485283"/>
            <a:ext cx="319170" cy="319170"/>
          </a:xfrm>
          <a:prstGeom xmlns:a="http://schemas.openxmlformats.org/drawingml/2006/main" prst="rect">
            <a:avLst/>
          </a:prstGeom>
        </p:spPr>
      </p:pic>
      <p:pic>
        <p:nvPicPr>
          <p:cNvPr id="5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61d5159b94d1d"/>
          <a:stretch xmlns:a="http://schemas.openxmlformats.org/drawingml/2006/main"/>
        </p:blipFill>
        <p:spPr>
          <a:xfrm xmlns:a="http://schemas.openxmlformats.org/drawingml/2006/main">
            <a:off x="1094491" y="1532963"/>
            <a:ext cx="377200" cy="377200"/>
          </a:xfrm>
          <a:prstGeom xmlns:a="http://schemas.openxmlformats.org/drawingml/2006/main" prst="rect">
            <a:avLst/>
          </a:prstGeom>
        </p:spPr>
      </p:pic>
      <p:pic>
        <p:nvPicPr>
          <p:cNvPr id="5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3a7afb84c4b93"/>
          <a:stretch xmlns:a="http://schemas.openxmlformats.org/drawingml/2006/main"/>
        </p:blipFill>
        <p:spPr>
          <a:xfrm xmlns:a="http://schemas.openxmlformats.org/drawingml/2006/main">
            <a:off x="1602260" y="1583741"/>
            <a:ext cx="435231" cy="435231"/>
          </a:xfrm>
          <a:prstGeom xmlns:a="http://schemas.openxmlformats.org/drawingml/2006/main" prst="rect">
            <a:avLst/>
          </a:prstGeom>
        </p:spPr>
      </p:pic>
      <p:pic>
        <p:nvPicPr>
          <p:cNvPr id="5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d71b27de5458d"/>
          <a:stretch xmlns:a="http://schemas.openxmlformats.org/drawingml/2006/main"/>
        </p:blipFill>
        <p:spPr>
          <a:xfrm xmlns:a="http://schemas.openxmlformats.org/drawingml/2006/main">
            <a:off x="1800871" y="1567057"/>
            <a:ext cx="309159" cy="309159"/>
          </a:xfrm>
          <a:prstGeom xmlns:a="http://schemas.openxmlformats.org/drawingml/2006/main" prst="rect">
            <a:avLst/>
          </a:prstGeom>
        </p:spPr>
      </p:pic>
      <p:sp>
        <p:nvSpPr>
          <p:cNvPr id="268" name="Text Ilikethelast{last-color}{apparel}IboughtonAmazon,rebuythesameinthatsize.">
            <a:extLst xmlns:a="http://schemas.openxmlformats.org/drawingml/2006/main">
              <a:ext uri="{FF2B5EF4-FFF2-40B4-BE49-F238E27FC236}">
                <a16:creationId xmlns:a16="http://schemas.microsoft.com/office/drawing/2014/main" id="{94CFD67D-D5FC-4DD6-99B7-26605710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961" y="159095"/>
            <a:ext cx="7617856" cy="190810"/>
          </a:xfrm>
          <a:custGeom xmlns:a="http://schemas.openxmlformats.org/drawingml/2006/main">
            <a:pathLst>
              <a:path w="7617856" h="190810">
                <a:moveTo>
                  <a:pt x="0" y="147967"/>
                </a:moveTo>
                <a:lnTo>
                  <a:pt x="0" y="2579"/>
                </a:lnTo>
                <a:lnTo>
                  <a:pt x="19240" y="2579"/>
                </a:lnTo>
                <a:lnTo>
                  <a:pt x="19240" y="147967"/>
                </a:lnTo>
                <a:lnTo>
                  <a:pt x="0" y="147967"/>
                </a:lnTo>
                <a:close/>
                <a:moveTo>
                  <a:pt x="106977" y="147967"/>
                </a:moveTo>
                <a:lnTo>
                  <a:pt x="106977" y="2579"/>
                </a:lnTo>
                <a:lnTo>
                  <a:pt x="124829" y="2579"/>
                </a:lnTo>
                <a:lnTo>
                  <a:pt x="124829" y="147967"/>
                </a:lnTo>
                <a:lnTo>
                  <a:pt x="106977" y="147967"/>
                </a:lnTo>
                <a:close/>
                <a:moveTo>
                  <a:pt x="152563" y="23207"/>
                </a:moveTo>
                <a:lnTo>
                  <a:pt x="152563" y="2579"/>
                </a:lnTo>
                <a:lnTo>
                  <a:pt x="170414" y="2579"/>
                </a:lnTo>
                <a:lnTo>
                  <a:pt x="170414" y="23207"/>
                </a:lnTo>
                <a:lnTo>
                  <a:pt x="152563" y="23207"/>
                </a:lnTo>
                <a:moveTo>
                  <a:pt x="152563" y="147967"/>
                </a:moveTo>
                <a:lnTo>
                  <a:pt x="152563" y="42645"/>
                </a:lnTo>
                <a:lnTo>
                  <a:pt x="170414" y="42645"/>
                </a:lnTo>
                <a:lnTo>
                  <a:pt x="170414" y="147967"/>
                </a:lnTo>
                <a:lnTo>
                  <a:pt x="152563" y="147967"/>
                </a:lnTo>
                <a:close/>
                <a:moveTo>
                  <a:pt x="197653" y="147967"/>
                </a:moveTo>
                <a:lnTo>
                  <a:pt x="197653" y="2579"/>
                </a:lnTo>
                <a:lnTo>
                  <a:pt x="215505" y="2579"/>
                </a:lnTo>
                <a:lnTo>
                  <a:pt x="215505" y="85488"/>
                </a:lnTo>
                <a:lnTo>
                  <a:pt x="257753" y="42645"/>
                </a:lnTo>
                <a:lnTo>
                  <a:pt x="280860" y="42645"/>
                </a:lnTo>
                <a:lnTo>
                  <a:pt x="240596" y="81719"/>
                </a:lnTo>
                <a:lnTo>
                  <a:pt x="284926" y="147967"/>
                </a:lnTo>
                <a:lnTo>
                  <a:pt x="262910" y="147967"/>
                </a:lnTo>
                <a:lnTo>
                  <a:pt x="228100" y="94116"/>
                </a:lnTo>
                <a:lnTo>
                  <a:pt x="215505" y="106215"/>
                </a:lnTo>
                <a:lnTo>
                  <a:pt x="215505" y="147967"/>
                </a:lnTo>
                <a:lnTo>
                  <a:pt x="197653" y="147967"/>
                </a:lnTo>
                <a:close/>
                <a:moveTo>
                  <a:pt x="371207" y="114050"/>
                </a:moveTo>
                <a:lnTo>
                  <a:pt x="389654" y="116331"/>
                </a:lnTo>
                <a:cubicBezTo>
                  <a:pt x="386745" y="127108"/>
                  <a:pt x="381356" y="135471"/>
                  <a:pt x="373488" y="141422"/>
                </a:cubicBezTo>
                <a:cubicBezTo>
                  <a:pt x="365621" y="147372"/>
                  <a:pt x="355571" y="150347"/>
                  <a:pt x="343340" y="150347"/>
                </a:cubicBezTo>
                <a:cubicBezTo>
                  <a:pt x="327935" y="150347"/>
                  <a:pt x="315720" y="145604"/>
                  <a:pt x="306695" y="136116"/>
                </a:cubicBezTo>
                <a:cubicBezTo>
                  <a:pt x="297670" y="126628"/>
                  <a:pt x="293158" y="113323"/>
                  <a:pt x="293158" y="96199"/>
                </a:cubicBezTo>
                <a:cubicBezTo>
                  <a:pt x="293158" y="78480"/>
                  <a:pt x="297720" y="64727"/>
                  <a:pt x="306844" y="54942"/>
                </a:cubicBezTo>
                <a:cubicBezTo>
                  <a:pt x="315968" y="45157"/>
                  <a:pt x="327802" y="40265"/>
                  <a:pt x="342348" y="40265"/>
                </a:cubicBezTo>
                <a:cubicBezTo>
                  <a:pt x="356431" y="40265"/>
                  <a:pt x="367935" y="45051"/>
                  <a:pt x="376860" y="54623"/>
                </a:cubicBezTo>
                <a:cubicBezTo>
                  <a:pt x="385786" y="64193"/>
                  <a:pt x="390249" y="77658"/>
                  <a:pt x="390249" y="95018"/>
                </a:cubicBezTo>
                <a:cubicBezTo>
                  <a:pt x="390249" y="96074"/>
                  <a:pt x="390216" y="97657"/>
                  <a:pt x="390150" y="99769"/>
                </a:cubicBezTo>
                <a:lnTo>
                  <a:pt x="311604" y="99769"/>
                </a:lnTo>
                <a:cubicBezTo>
                  <a:pt x="312265" y="111306"/>
                  <a:pt x="315538" y="120141"/>
                  <a:pt x="321422" y="126273"/>
                </a:cubicBezTo>
                <a:cubicBezTo>
                  <a:pt x="327306" y="132405"/>
                  <a:pt x="334645" y="135471"/>
                  <a:pt x="343439" y="135471"/>
                </a:cubicBezTo>
                <a:cubicBezTo>
                  <a:pt x="349984" y="135471"/>
                  <a:pt x="355571" y="133769"/>
                  <a:pt x="360199" y="130364"/>
                </a:cubicBezTo>
                <a:cubicBezTo>
                  <a:pt x="364827" y="126957"/>
                  <a:pt x="368497" y="121519"/>
                  <a:pt x="371207" y="114050"/>
                </a:cubicBezTo>
                <a:moveTo>
                  <a:pt x="312596" y="84893"/>
                </a:moveTo>
                <a:lnTo>
                  <a:pt x="371406" y="84893"/>
                </a:lnTo>
                <a:cubicBezTo>
                  <a:pt x="370612" y="76178"/>
                  <a:pt x="368364" y="69642"/>
                  <a:pt x="364662" y="65284"/>
                </a:cubicBezTo>
                <a:cubicBezTo>
                  <a:pt x="358976" y="58522"/>
                  <a:pt x="351604" y="55141"/>
                  <a:pt x="342546" y="55141"/>
                </a:cubicBezTo>
                <a:cubicBezTo>
                  <a:pt x="334348" y="55141"/>
                  <a:pt x="327455" y="57840"/>
                  <a:pt x="321868" y="63239"/>
                </a:cubicBezTo>
                <a:cubicBezTo>
                  <a:pt x="316282" y="68635"/>
                  <a:pt x="313191" y="75853"/>
                  <a:pt x="312596" y="84893"/>
                </a:cubicBezTo>
                <a:close/>
                <a:moveTo>
                  <a:pt x="507475" y="132199"/>
                </a:moveTo>
                <a:lnTo>
                  <a:pt x="510054" y="147967"/>
                </a:lnTo>
                <a:cubicBezTo>
                  <a:pt x="505029" y="148893"/>
                  <a:pt x="500533" y="149356"/>
                  <a:pt x="496566" y="149356"/>
                </a:cubicBezTo>
                <a:cubicBezTo>
                  <a:pt x="490087" y="149356"/>
                  <a:pt x="485062" y="148331"/>
                  <a:pt x="481492" y="146281"/>
                </a:cubicBezTo>
                <a:cubicBezTo>
                  <a:pt x="477922" y="144232"/>
                  <a:pt x="475409" y="141538"/>
                  <a:pt x="473955" y="138199"/>
                </a:cubicBezTo>
                <a:cubicBezTo>
                  <a:pt x="472500" y="134860"/>
                  <a:pt x="471773" y="127835"/>
                  <a:pt x="471773" y="117124"/>
                </a:cubicBezTo>
                <a:lnTo>
                  <a:pt x="471773" y="56529"/>
                </a:lnTo>
                <a:lnTo>
                  <a:pt x="458682" y="56529"/>
                </a:lnTo>
                <a:lnTo>
                  <a:pt x="458682" y="42645"/>
                </a:lnTo>
                <a:lnTo>
                  <a:pt x="471773" y="42645"/>
                </a:lnTo>
                <a:lnTo>
                  <a:pt x="471773" y="16491"/>
                </a:lnTo>
                <a:lnTo>
                  <a:pt x="489525" y="5752"/>
                </a:lnTo>
                <a:lnTo>
                  <a:pt x="489525" y="42645"/>
                </a:lnTo>
                <a:lnTo>
                  <a:pt x="507475" y="42645"/>
                </a:lnTo>
                <a:lnTo>
                  <a:pt x="507475" y="56529"/>
                </a:lnTo>
                <a:lnTo>
                  <a:pt x="489525" y="56529"/>
                </a:lnTo>
                <a:lnTo>
                  <a:pt x="489525" y="118116"/>
                </a:lnTo>
                <a:cubicBezTo>
                  <a:pt x="489525" y="123207"/>
                  <a:pt x="489839" y="126480"/>
                  <a:pt x="490467" y="127934"/>
                </a:cubicBezTo>
                <a:cubicBezTo>
                  <a:pt x="491095" y="129389"/>
                  <a:pt x="492120" y="130546"/>
                  <a:pt x="493541" y="131405"/>
                </a:cubicBezTo>
                <a:cubicBezTo>
                  <a:pt x="494963" y="132265"/>
                  <a:pt x="496996" y="132695"/>
                  <a:pt x="499641" y="132695"/>
                </a:cubicBezTo>
                <a:cubicBezTo>
                  <a:pt x="501624" y="132695"/>
                  <a:pt x="504236" y="132529"/>
                  <a:pt x="507475" y="132199"/>
                </a:cubicBezTo>
                <a:close/>
                <a:moveTo>
                  <a:pt x="524964" y="147967"/>
                </a:moveTo>
                <a:lnTo>
                  <a:pt x="524964" y="2579"/>
                </a:lnTo>
                <a:lnTo>
                  <a:pt x="542816" y="2579"/>
                </a:lnTo>
                <a:lnTo>
                  <a:pt x="542816" y="54744"/>
                </a:lnTo>
                <a:cubicBezTo>
                  <a:pt x="551146" y="45091"/>
                  <a:pt x="561659" y="40265"/>
                  <a:pt x="574353" y="40265"/>
                </a:cubicBezTo>
                <a:cubicBezTo>
                  <a:pt x="582155" y="40265"/>
                  <a:pt x="588931" y="41802"/>
                  <a:pt x="594683" y="44876"/>
                </a:cubicBezTo>
                <a:cubicBezTo>
                  <a:pt x="600436" y="47951"/>
                  <a:pt x="604551" y="52198"/>
                  <a:pt x="607031" y="57620"/>
                </a:cubicBezTo>
                <a:cubicBezTo>
                  <a:pt x="609510" y="63041"/>
                  <a:pt x="610750" y="70909"/>
                  <a:pt x="610750" y="81223"/>
                </a:cubicBezTo>
                <a:lnTo>
                  <a:pt x="610750" y="147967"/>
                </a:lnTo>
                <a:lnTo>
                  <a:pt x="592898" y="147967"/>
                </a:lnTo>
                <a:lnTo>
                  <a:pt x="592898" y="81223"/>
                </a:lnTo>
                <a:cubicBezTo>
                  <a:pt x="592898" y="72298"/>
                  <a:pt x="590964" y="65802"/>
                  <a:pt x="587097" y="61736"/>
                </a:cubicBezTo>
                <a:cubicBezTo>
                  <a:pt x="583229" y="57670"/>
                  <a:pt x="577758" y="55636"/>
                  <a:pt x="570683" y="55636"/>
                </a:cubicBezTo>
                <a:cubicBezTo>
                  <a:pt x="565394" y="55636"/>
                  <a:pt x="560419" y="57008"/>
                  <a:pt x="555758" y="59752"/>
                </a:cubicBezTo>
                <a:cubicBezTo>
                  <a:pt x="551097" y="62496"/>
                  <a:pt x="547774" y="66215"/>
                  <a:pt x="545791" y="70909"/>
                </a:cubicBezTo>
                <a:cubicBezTo>
                  <a:pt x="543807" y="75603"/>
                  <a:pt x="542816" y="82083"/>
                  <a:pt x="542816" y="90347"/>
                </a:cubicBezTo>
                <a:lnTo>
                  <a:pt x="542816" y="147967"/>
                </a:lnTo>
                <a:lnTo>
                  <a:pt x="524964" y="147967"/>
                </a:lnTo>
                <a:close/>
                <a:moveTo>
                  <a:pt x="709991" y="114050"/>
                </a:moveTo>
                <a:lnTo>
                  <a:pt x="728438" y="116331"/>
                </a:lnTo>
                <a:cubicBezTo>
                  <a:pt x="725529" y="127108"/>
                  <a:pt x="720140" y="135471"/>
                  <a:pt x="712272" y="141422"/>
                </a:cubicBezTo>
                <a:cubicBezTo>
                  <a:pt x="704405" y="147372"/>
                  <a:pt x="694355" y="150347"/>
                  <a:pt x="682124" y="150347"/>
                </a:cubicBezTo>
                <a:cubicBezTo>
                  <a:pt x="666719" y="150347"/>
                  <a:pt x="654504" y="145604"/>
                  <a:pt x="645479" y="136116"/>
                </a:cubicBezTo>
                <a:cubicBezTo>
                  <a:pt x="636454" y="126628"/>
                  <a:pt x="631942" y="113323"/>
                  <a:pt x="631942" y="96199"/>
                </a:cubicBezTo>
                <a:cubicBezTo>
                  <a:pt x="631942" y="78480"/>
                  <a:pt x="636504" y="64727"/>
                  <a:pt x="645628" y="54942"/>
                </a:cubicBezTo>
                <a:cubicBezTo>
                  <a:pt x="654752" y="45157"/>
                  <a:pt x="666586" y="40265"/>
                  <a:pt x="681132" y="40265"/>
                </a:cubicBezTo>
                <a:cubicBezTo>
                  <a:pt x="695215" y="40265"/>
                  <a:pt x="706719" y="45051"/>
                  <a:pt x="715644" y="54623"/>
                </a:cubicBezTo>
                <a:cubicBezTo>
                  <a:pt x="724570" y="64193"/>
                  <a:pt x="729033" y="77658"/>
                  <a:pt x="729033" y="95018"/>
                </a:cubicBezTo>
                <a:cubicBezTo>
                  <a:pt x="729033" y="96074"/>
                  <a:pt x="729000" y="97657"/>
                  <a:pt x="728934" y="99769"/>
                </a:cubicBezTo>
                <a:lnTo>
                  <a:pt x="650388" y="99769"/>
                </a:lnTo>
                <a:cubicBezTo>
                  <a:pt x="651049" y="111306"/>
                  <a:pt x="654322" y="120141"/>
                  <a:pt x="660206" y="126273"/>
                </a:cubicBezTo>
                <a:cubicBezTo>
                  <a:pt x="666091" y="132405"/>
                  <a:pt x="673429" y="135471"/>
                  <a:pt x="682223" y="135471"/>
                </a:cubicBezTo>
                <a:cubicBezTo>
                  <a:pt x="688768" y="135471"/>
                  <a:pt x="694355" y="133769"/>
                  <a:pt x="698983" y="130364"/>
                </a:cubicBezTo>
                <a:cubicBezTo>
                  <a:pt x="703611" y="126957"/>
                  <a:pt x="707281" y="121519"/>
                  <a:pt x="709991" y="114050"/>
                </a:cubicBezTo>
                <a:moveTo>
                  <a:pt x="651380" y="84893"/>
                </a:moveTo>
                <a:lnTo>
                  <a:pt x="710190" y="84893"/>
                </a:lnTo>
                <a:cubicBezTo>
                  <a:pt x="709396" y="76178"/>
                  <a:pt x="707148" y="69642"/>
                  <a:pt x="703446" y="65284"/>
                </a:cubicBezTo>
                <a:cubicBezTo>
                  <a:pt x="697760" y="58522"/>
                  <a:pt x="690388" y="55141"/>
                  <a:pt x="681330" y="55141"/>
                </a:cubicBezTo>
                <a:cubicBezTo>
                  <a:pt x="673132" y="55141"/>
                  <a:pt x="666239" y="57840"/>
                  <a:pt x="660653" y="63239"/>
                </a:cubicBezTo>
                <a:cubicBezTo>
                  <a:pt x="655066" y="68635"/>
                  <a:pt x="651975" y="75853"/>
                  <a:pt x="651380" y="84893"/>
                </a:cubicBezTo>
                <a:close/>
                <a:moveTo>
                  <a:pt x="806887" y="147967"/>
                </a:moveTo>
                <a:lnTo>
                  <a:pt x="806887" y="2579"/>
                </a:lnTo>
                <a:lnTo>
                  <a:pt x="824739" y="2579"/>
                </a:lnTo>
                <a:lnTo>
                  <a:pt x="824739" y="147967"/>
                </a:lnTo>
                <a:lnTo>
                  <a:pt x="806887" y="147967"/>
                </a:lnTo>
                <a:close/>
                <a:moveTo>
                  <a:pt x="921102" y="134963"/>
                </a:moveTo>
                <a:cubicBezTo>
                  <a:pt x="914490" y="140587"/>
                  <a:pt x="908126" y="144557"/>
                  <a:pt x="902011" y="146873"/>
                </a:cubicBezTo>
                <a:cubicBezTo>
                  <a:pt x="895895" y="149189"/>
                  <a:pt x="889333" y="150347"/>
                  <a:pt x="882325" y="150347"/>
                </a:cubicBezTo>
                <a:cubicBezTo>
                  <a:pt x="870754" y="150347"/>
                  <a:pt x="861862" y="147519"/>
                  <a:pt x="855647" y="141862"/>
                </a:cubicBezTo>
                <a:cubicBezTo>
                  <a:pt x="849432" y="136205"/>
                  <a:pt x="846324" y="128977"/>
                  <a:pt x="846324" y="120177"/>
                </a:cubicBezTo>
                <a:cubicBezTo>
                  <a:pt x="846324" y="115018"/>
                  <a:pt x="847498" y="110305"/>
                  <a:pt x="849845" y="106038"/>
                </a:cubicBezTo>
                <a:cubicBezTo>
                  <a:pt x="852192" y="101770"/>
                  <a:pt x="855267" y="98345"/>
                  <a:pt x="859068" y="95765"/>
                </a:cubicBezTo>
                <a:cubicBezTo>
                  <a:pt x="862870" y="93184"/>
                  <a:pt x="867151" y="91233"/>
                  <a:pt x="871911" y="89910"/>
                </a:cubicBezTo>
                <a:cubicBezTo>
                  <a:pt x="875415" y="88983"/>
                  <a:pt x="880705" y="88089"/>
                  <a:pt x="887779" y="87230"/>
                </a:cubicBezTo>
                <a:cubicBezTo>
                  <a:pt x="902192" y="85523"/>
                  <a:pt x="912804" y="83488"/>
                  <a:pt x="919614" y="81124"/>
                </a:cubicBezTo>
                <a:cubicBezTo>
                  <a:pt x="919680" y="78688"/>
                  <a:pt x="919713" y="77141"/>
                  <a:pt x="919713" y="76482"/>
                </a:cubicBezTo>
                <a:cubicBezTo>
                  <a:pt x="919713" y="69236"/>
                  <a:pt x="918027" y="64131"/>
                  <a:pt x="914655" y="61169"/>
                </a:cubicBezTo>
                <a:cubicBezTo>
                  <a:pt x="910093" y="57150"/>
                  <a:pt x="903316" y="55141"/>
                  <a:pt x="894325" y="55141"/>
                </a:cubicBezTo>
                <a:cubicBezTo>
                  <a:pt x="885928" y="55141"/>
                  <a:pt x="879730" y="56612"/>
                  <a:pt x="875729" y="59554"/>
                </a:cubicBezTo>
                <a:cubicBezTo>
                  <a:pt x="871729" y="62496"/>
                  <a:pt x="868771" y="67703"/>
                  <a:pt x="866853" y="75174"/>
                </a:cubicBezTo>
                <a:lnTo>
                  <a:pt x="849399" y="72794"/>
                </a:lnTo>
                <a:cubicBezTo>
                  <a:pt x="850986" y="65300"/>
                  <a:pt x="853597" y="59248"/>
                  <a:pt x="857234" y="54639"/>
                </a:cubicBezTo>
                <a:cubicBezTo>
                  <a:pt x="860870" y="50029"/>
                  <a:pt x="866126" y="46482"/>
                  <a:pt x="873002" y="43996"/>
                </a:cubicBezTo>
                <a:cubicBezTo>
                  <a:pt x="879878" y="41508"/>
                  <a:pt x="887845" y="40265"/>
                  <a:pt x="896903" y="40265"/>
                </a:cubicBezTo>
                <a:cubicBezTo>
                  <a:pt x="905895" y="40265"/>
                  <a:pt x="913201" y="41322"/>
                  <a:pt x="918821" y="43438"/>
                </a:cubicBezTo>
                <a:cubicBezTo>
                  <a:pt x="924440" y="45554"/>
                  <a:pt x="928573" y="48215"/>
                  <a:pt x="931217" y="51422"/>
                </a:cubicBezTo>
                <a:cubicBezTo>
                  <a:pt x="933862" y="54628"/>
                  <a:pt x="935713" y="58678"/>
                  <a:pt x="936771" y="63570"/>
                </a:cubicBezTo>
                <a:cubicBezTo>
                  <a:pt x="937366" y="66612"/>
                  <a:pt x="937664" y="72099"/>
                  <a:pt x="937664" y="80033"/>
                </a:cubicBezTo>
                <a:lnTo>
                  <a:pt x="937664" y="103835"/>
                </a:lnTo>
                <a:cubicBezTo>
                  <a:pt x="937664" y="120430"/>
                  <a:pt x="938044" y="130926"/>
                  <a:pt x="938804" y="135323"/>
                </a:cubicBezTo>
                <a:cubicBezTo>
                  <a:pt x="939564" y="139719"/>
                  <a:pt x="941069" y="143934"/>
                  <a:pt x="943316" y="147967"/>
                </a:cubicBezTo>
                <a:lnTo>
                  <a:pt x="924672" y="147967"/>
                </a:lnTo>
                <a:cubicBezTo>
                  <a:pt x="922821" y="144261"/>
                  <a:pt x="921630" y="139926"/>
                  <a:pt x="921102" y="134963"/>
                </a:cubicBezTo>
                <a:moveTo>
                  <a:pt x="919614" y="95008"/>
                </a:moveTo>
                <a:cubicBezTo>
                  <a:pt x="913135" y="97676"/>
                  <a:pt x="903416" y="99942"/>
                  <a:pt x="890457" y="101808"/>
                </a:cubicBezTo>
                <a:cubicBezTo>
                  <a:pt x="883118" y="102870"/>
                  <a:pt x="877928" y="104065"/>
                  <a:pt x="874887" y="105394"/>
                </a:cubicBezTo>
                <a:cubicBezTo>
                  <a:pt x="871845" y="106720"/>
                  <a:pt x="869498" y="108662"/>
                  <a:pt x="867845" y="111220"/>
                </a:cubicBezTo>
                <a:cubicBezTo>
                  <a:pt x="866192" y="113776"/>
                  <a:pt x="865366" y="116614"/>
                  <a:pt x="865366" y="119734"/>
                </a:cubicBezTo>
                <a:cubicBezTo>
                  <a:pt x="865366" y="124513"/>
                  <a:pt x="867167" y="128496"/>
                  <a:pt x="870771" y="131684"/>
                </a:cubicBezTo>
                <a:cubicBezTo>
                  <a:pt x="874374" y="134870"/>
                  <a:pt x="879647" y="136463"/>
                  <a:pt x="886589" y="136463"/>
                </a:cubicBezTo>
                <a:cubicBezTo>
                  <a:pt x="893465" y="136463"/>
                  <a:pt x="899581" y="134952"/>
                  <a:pt x="904936" y="131929"/>
                </a:cubicBezTo>
                <a:cubicBezTo>
                  <a:pt x="910292" y="128906"/>
                  <a:pt x="914225" y="124771"/>
                  <a:pt x="916738" y="119523"/>
                </a:cubicBezTo>
                <a:cubicBezTo>
                  <a:pt x="918655" y="115469"/>
                  <a:pt x="919614" y="109490"/>
                  <a:pt x="919614" y="101585"/>
                </a:cubicBezTo>
                <a:lnTo>
                  <a:pt x="919614" y="95008"/>
                </a:lnTo>
                <a:close/>
                <a:moveTo>
                  <a:pt x="958162" y="116430"/>
                </a:moveTo>
                <a:lnTo>
                  <a:pt x="975815" y="113653"/>
                </a:lnTo>
                <a:cubicBezTo>
                  <a:pt x="976807" y="120697"/>
                  <a:pt x="979567" y="126094"/>
                  <a:pt x="984096" y="129846"/>
                </a:cubicBezTo>
                <a:cubicBezTo>
                  <a:pt x="988625" y="133596"/>
                  <a:pt x="994955" y="135471"/>
                  <a:pt x="1003088" y="135471"/>
                </a:cubicBezTo>
                <a:cubicBezTo>
                  <a:pt x="1011286" y="135471"/>
                  <a:pt x="1017369" y="133815"/>
                  <a:pt x="1021336" y="130503"/>
                </a:cubicBezTo>
                <a:cubicBezTo>
                  <a:pt x="1025303" y="127189"/>
                  <a:pt x="1027286" y="123303"/>
                  <a:pt x="1027286" y="118844"/>
                </a:cubicBezTo>
                <a:cubicBezTo>
                  <a:pt x="1027286" y="114842"/>
                  <a:pt x="1025534" y="111693"/>
                  <a:pt x="1022030" y="109398"/>
                </a:cubicBezTo>
                <a:cubicBezTo>
                  <a:pt x="1019584" y="107824"/>
                  <a:pt x="1013501" y="105823"/>
                  <a:pt x="1003782" y="103395"/>
                </a:cubicBezTo>
                <a:cubicBezTo>
                  <a:pt x="990691" y="100087"/>
                  <a:pt x="981617" y="97225"/>
                  <a:pt x="976559" y="94810"/>
                </a:cubicBezTo>
                <a:cubicBezTo>
                  <a:pt x="971501" y="92395"/>
                  <a:pt x="967666" y="89053"/>
                  <a:pt x="965055" y="84784"/>
                </a:cubicBezTo>
                <a:cubicBezTo>
                  <a:pt x="962443" y="80516"/>
                  <a:pt x="961137" y="75801"/>
                  <a:pt x="961137" y="70640"/>
                </a:cubicBezTo>
                <a:cubicBezTo>
                  <a:pt x="961137" y="65941"/>
                  <a:pt x="962212" y="61590"/>
                  <a:pt x="964360" y="57586"/>
                </a:cubicBezTo>
                <a:cubicBezTo>
                  <a:pt x="966509" y="53582"/>
                  <a:pt x="969435" y="50256"/>
                  <a:pt x="973137" y="47610"/>
                </a:cubicBezTo>
                <a:cubicBezTo>
                  <a:pt x="975914" y="45558"/>
                  <a:pt x="979699" y="43821"/>
                  <a:pt x="984493" y="42400"/>
                </a:cubicBezTo>
                <a:cubicBezTo>
                  <a:pt x="989286" y="40976"/>
                  <a:pt x="994427" y="40265"/>
                  <a:pt x="999914" y="40265"/>
                </a:cubicBezTo>
                <a:cubicBezTo>
                  <a:pt x="1008179" y="40265"/>
                  <a:pt x="1015435" y="41463"/>
                  <a:pt x="1021683" y="43860"/>
                </a:cubicBezTo>
                <a:cubicBezTo>
                  <a:pt x="1027931" y="46254"/>
                  <a:pt x="1032542" y="49499"/>
                  <a:pt x="1035518" y="53594"/>
                </a:cubicBezTo>
                <a:cubicBezTo>
                  <a:pt x="1038493" y="57687"/>
                  <a:pt x="1040542" y="63161"/>
                  <a:pt x="1041666" y="70017"/>
                </a:cubicBezTo>
                <a:lnTo>
                  <a:pt x="1024212" y="72397"/>
                </a:lnTo>
                <a:cubicBezTo>
                  <a:pt x="1023418" y="66975"/>
                  <a:pt x="1021121" y="62744"/>
                  <a:pt x="1017319" y="59703"/>
                </a:cubicBezTo>
                <a:cubicBezTo>
                  <a:pt x="1013517" y="56661"/>
                  <a:pt x="1008146" y="55141"/>
                  <a:pt x="1001203" y="55141"/>
                </a:cubicBezTo>
                <a:cubicBezTo>
                  <a:pt x="993005" y="55141"/>
                  <a:pt x="987154" y="56490"/>
                  <a:pt x="983650" y="59188"/>
                </a:cubicBezTo>
                <a:cubicBezTo>
                  <a:pt x="980145" y="61884"/>
                  <a:pt x="978393" y="65043"/>
                  <a:pt x="978393" y="68662"/>
                </a:cubicBezTo>
                <a:cubicBezTo>
                  <a:pt x="978393" y="70964"/>
                  <a:pt x="979121" y="73036"/>
                  <a:pt x="980575" y="74879"/>
                </a:cubicBezTo>
                <a:cubicBezTo>
                  <a:pt x="982030" y="76786"/>
                  <a:pt x="984311" y="78365"/>
                  <a:pt x="987418" y="79615"/>
                </a:cubicBezTo>
                <a:cubicBezTo>
                  <a:pt x="989203" y="80274"/>
                  <a:pt x="994460" y="81787"/>
                  <a:pt x="1003187" y="84155"/>
                </a:cubicBezTo>
                <a:cubicBezTo>
                  <a:pt x="1015815" y="87525"/>
                  <a:pt x="1024625" y="90283"/>
                  <a:pt x="1029617" y="92430"/>
                </a:cubicBezTo>
                <a:cubicBezTo>
                  <a:pt x="1034608" y="94577"/>
                  <a:pt x="1038526" y="97699"/>
                  <a:pt x="1041369" y="101796"/>
                </a:cubicBezTo>
                <a:cubicBezTo>
                  <a:pt x="1044212" y="105891"/>
                  <a:pt x="1045633" y="110977"/>
                  <a:pt x="1045633" y="117053"/>
                </a:cubicBezTo>
                <a:cubicBezTo>
                  <a:pt x="1045633" y="122999"/>
                  <a:pt x="1043898" y="128598"/>
                  <a:pt x="1040427" y="133851"/>
                </a:cubicBezTo>
                <a:cubicBezTo>
                  <a:pt x="1036956" y="139101"/>
                  <a:pt x="1031947" y="143163"/>
                  <a:pt x="1025402" y="146037"/>
                </a:cubicBezTo>
                <a:cubicBezTo>
                  <a:pt x="1018856" y="148910"/>
                  <a:pt x="1011451" y="150347"/>
                  <a:pt x="1003187" y="150347"/>
                </a:cubicBezTo>
                <a:cubicBezTo>
                  <a:pt x="989501" y="150347"/>
                  <a:pt x="979071" y="147496"/>
                  <a:pt x="971898" y="141794"/>
                </a:cubicBezTo>
                <a:cubicBezTo>
                  <a:pt x="964724" y="136091"/>
                  <a:pt x="960145" y="127637"/>
                  <a:pt x="958162" y="116430"/>
                </a:cubicBezTo>
                <a:close/>
                <a:moveTo>
                  <a:pt x="1105832" y="132199"/>
                </a:moveTo>
                <a:lnTo>
                  <a:pt x="1108410" y="147967"/>
                </a:lnTo>
                <a:cubicBezTo>
                  <a:pt x="1103385" y="148893"/>
                  <a:pt x="1098889" y="149356"/>
                  <a:pt x="1094922" y="149356"/>
                </a:cubicBezTo>
                <a:cubicBezTo>
                  <a:pt x="1088443" y="149356"/>
                  <a:pt x="1083418" y="148331"/>
                  <a:pt x="1079848" y="146281"/>
                </a:cubicBezTo>
                <a:cubicBezTo>
                  <a:pt x="1076278" y="144232"/>
                  <a:pt x="1073765" y="141538"/>
                  <a:pt x="1072311" y="138199"/>
                </a:cubicBezTo>
                <a:cubicBezTo>
                  <a:pt x="1070856" y="134860"/>
                  <a:pt x="1070129" y="127835"/>
                  <a:pt x="1070129" y="117124"/>
                </a:cubicBezTo>
                <a:lnTo>
                  <a:pt x="1070129" y="56529"/>
                </a:lnTo>
                <a:lnTo>
                  <a:pt x="1057038" y="56529"/>
                </a:lnTo>
                <a:lnTo>
                  <a:pt x="1057038" y="42645"/>
                </a:lnTo>
                <a:lnTo>
                  <a:pt x="1070129" y="42645"/>
                </a:lnTo>
                <a:lnTo>
                  <a:pt x="1070129" y="16491"/>
                </a:lnTo>
                <a:lnTo>
                  <a:pt x="1087881" y="5752"/>
                </a:lnTo>
                <a:lnTo>
                  <a:pt x="1087881" y="42645"/>
                </a:lnTo>
                <a:lnTo>
                  <a:pt x="1105832" y="42645"/>
                </a:lnTo>
                <a:lnTo>
                  <a:pt x="1105832" y="56529"/>
                </a:lnTo>
                <a:lnTo>
                  <a:pt x="1087881" y="56529"/>
                </a:lnTo>
                <a:lnTo>
                  <a:pt x="1087881" y="118116"/>
                </a:lnTo>
                <a:cubicBezTo>
                  <a:pt x="1087881" y="123207"/>
                  <a:pt x="1088195" y="126480"/>
                  <a:pt x="1088823" y="127934"/>
                </a:cubicBezTo>
                <a:cubicBezTo>
                  <a:pt x="1089451" y="129389"/>
                  <a:pt x="1090476" y="130546"/>
                  <a:pt x="1091898" y="131405"/>
                </a:cubicBezTo>
                <a:cubicBezTo>
                  <a:pt x="1093319" y="132265"/>
                  <a:pt x="1095352" y="132695"/>
                  <a:pt x="1097997" y="132695"/>
                </a:cubicBezTo>
                <a:cubicBezTo>
                  <a:pt x="1099980" y="132695"/>
                  <a:pt x="1102592" y="132529"/>
                  <a:pt x="1105832" y="132199"/>
                </a:cubicBezTo>
                <a:close/>
                <a:moveTo>
                  <a:pt x="1172334" y="107306"/>
                </a:moveTo>
                <a:lnTo>
                  <a:pt x="1172334" y="83504"/>
                </a:lnTo>
                <a:cubicBezTo>
                  <a:pt x="1177160" y="83240"/>
                  <a:pt x="1180796" y="82512"/>
                  <a:pt x="1183243" y="81319"/>
                </a:cubicBezTo>
                <a:cubicBezTo>
                  <a:pt x="1185689" y="80127"/>
                  <a:pt x="1187805" y="78125"/>
                  <a:pt x="1189590" y="75313"/>
                </a:cubicBezTo>
                <a:cubicBezTo>
                  <a:pt x="1191375" y="72499"/>
                  <a:pt x="1192598" y="68974"/>
                  <a:pt x="1193259" y="64739"/>
                </a:cubicBezTo>
                <a:cubicBezTo>
                  <a:pt x="1193788" y="61561"/>
                  <a:pt x="1194053" y="56033"/>
                  <a:pt x="1194053" y="48155"/>
                </a:cubicBezTo>
                <a:cubicBezTo>
                  <a:pt x="1194053" y="35314"/>
                  <a:pt x="1194648" y="26362"/>
                  <a:pt x="1195838" y="21298"/>
                </a:cubicBezTo>
                <a:cubicBezTo>
                  <a:pt x="1197028" y="16234"/>
                  <a:pt x="1199177" y="12163"/>
                  <a:pt x="1202284" y="9087"/>
                </a:cubicBezTo>
                <a:cubicBezTo>
                  <a:pt x="1205391" y="6008"/>
                  <a:pt x="1209920" y="3575"/>
                  <a:pt x="1215871" y="1788"/>
                </a:cubicBezTo>
                <a:cubicBezTo>
                  <a:pt x="1219904" y="596"/>
                  <a:pt x="1226251" y="0"/>
                  <a:pt x="1234912" y="0"/>
                </a:cubicBezTo>
                <a:lnTo>
                  <a:pt x="1240168" y="0"/>
                </a:lnTo>
                <a:lnTo>
                  <a:pt x="1240168" y="23802"/>
                </a:lnTo>
                <a:cubicBezTo>
                  <a:pt x="1232830" y="23802"/>
                  <a:pt x="1228119" y="24215"/>
                  <a:pt x="1226036" y="25041"/>
                </a:cubicBezTo>
                <a:cubicBezTo>
                  <a:pt x="1223953" y="25868"/>
                  <a:pt x="1222416" y="27124"/>
                  <a:pt x="1221425" y="28810"/>
                </a:cubicBezTo>
                <a:cubicBezTo>
                  <a:pt x="1220433" y="30496"/>
                  <a:pt x="1219937" y="33389"/>
                  <a:pt x="1219937" y="37488"/>
                </a:cubicBezTo>
                <a:cubicBezTo>
                  <a:pt x="1219937" y="41653"/>
                  <a:pt x="1219639" y="49554"/>
                  <a:pt x="1219044" y="61190"/>
                </a:cubicBezTo>
                <a:cubicBezTo>
                  <a:pt x="1218714" y="67736"/>
                  <a:pt x="1217854" y="73042"/>
                  <a:pt x="1216466" y="77108"/>
                </a:cubicBezTo>
                <a:cubicBezTo>
                  <a:pt x="1215077" y="81174"/>
                  <a:pt x="1213309" y="84529"/>
                  <a:pt x="1211160" y="87174"/>
                </a:cubicBezTo>
                <a:cubicBezTo>
                  <a:pt x="1209011" y="89818"/>
                  <a:pt x="1205722" y="92562"/>
                  <a:pt x="1201292" y="95405"/>
                </a:cubicBezTo>
                <a:cubicBezTo>
                  <a:pt x="1205193" y="97657"/>
                  <a:pt x="1208383" y="100290"/>
                  <a:pt x="1210863" y="103302"/>
                </a:cubicBezTo>
                <a:cubicBezTo>
                  <a:pt x="1213342" y="106314"/>
                  <a:pt x="1215243" y="109972"/>
                  <a:pt x="1216565" y="114276"/>
                </a:cubicBezTo>
                <a:cubicBezTo>
                  <a:pt x="1217887" y="118578"/>
                  <a:pt x="1218747" y="124337"/>
                  <a:pt x="1219144" y="131554"/>
                </a:cubicBezTo>
                <a:cubicBezTo>
                  <a:pt x="1219606" y="142546"/>
                  <a:pt x="1219838" y="149564"/>
                  <a:pt x="1219838" y="152610"/>
                </a:cubicBezTo>
                <a:cubicBezTo>
                  <a:pt x="1219838" y="156978"/>
                  <a:pt x="1220367" y="160022"/>
                  <a:pt x="1221425" y="161743"/>
                </a:cubicBezTo>
                <a:cubicBezTo>
                  <a:pt x="1222482" y="163466"/>
                  <a:pt x="1224086" y="164774"/>
                  <a:pt x="1226234" y="165667"/>
                </a:cubicBezTo>
                <a:cubicBezTo>
                  <a:pt x="1228383" y="166561"/>
                  <a:pt x="1233028" y="167009"/>
                  <a:pt x="1240168" y="167009"/>
                </a:cubicBezTo>
                <a:lnTo>
                  <a:pt x="1240168" y="190810"/>
                </a:lnTo>
                <a:lnTo>
                  <a:pt x="1234912" y="190810"/>
                </a:lnTo>
                <a:cubicBezTo>
                  <a:pt x="1225987" y="190810"/>
                  <a:pt x="1219144" y="190099"/>
                  <a:pt x="1214383" y="188675"/>
                </a:cubicBezTo>
                <a:cubicBezTo>
                  <a:pt x="1209623" y="187252"/>
                  <a:pt x="1205606" y="184885"/>
                  <a:pt x="1202334" y="181575"/>
                </a:cubicBezTo>
                <a:cubicBezTo>
                  <a:pt x="1199061" y="178267"/>
                  <a:pt x="1196863" y="174180"/>
                  <a:pt x="1195739" y="169314"/>
                </a:cubicBezTo>
                <a:cubicBezTo>
                  <a:pt x="1194615" y="164449"/>
                  <a:pt x="1194053" y="156787"/>
                  <a:pt x="1194053" y="146328"/>
                </a:cubicBezTo>
                <a:cubicBezTo>
                  <a:pt x="1194053" y="134148"/>
                  <a:pt x="1193524" y="126238"/>
                  <a:pt x="1192466" y="122597"/>
                </a:cubicBezTo>
                <a:cubicBezTo>
                  <a:pt x="1191011" y="117302"/>
                  <a:pt x="1188813" y="113513"/>
                  <a:pt x="1185871" y="111230"/>
                </a:cubicBezTo>
                <a:cubicBezTo>
                  <a:pt x="1182929" y="108944"/>
                  <a:pt x="1178416" y="107637"/>
                  <a:pt x="1172334" y="107306"/>
                </a:cubicBezTo>
                <a:close/>
                <a:moveTo>
                  <a:pt x="1259971" y="147967"/>
                </a:moveTo>
                <a:lnTo>
                  <a:pt x="1259971" y="2579"/>
                </a:lnTo>
                <a:lnTo>
                  <a:pt x="1287839" y="2579"/>
                </a:lnTo>
                <a:lnTo>
                  <a:pt x="1287839" y="147967"/>
                </a:lnTo>
                <a:lnTo>
                  <a:pt x="1259971" y="147967"/>
                </a:lnTo>
                <a:close/>
                <a:moveTo>
                  <a:pt x="1337261" y="75174"/>
                </a:moveTo>
                <a:lnTo>
                  <a:pt x="1311972" y="70612"/>
                </a:lnTo>
                <a:cubicBezTo>
                  <a:pt x="1314815" y="60296"/>
                  <a:pt x="1319707" y="52659"/>
                  <a:pt x="1326649" y="47703"/>
                </a:cubicBezTo>
                <a:cubicBezTo>
                  <a:pt x="1333592" y="42744"/>
                  <a:pt x="1343906" y="40265"/>
                  <a:pt x="1357592" y="40265"/>
                </a:cubicBezTo>
                <a:cubicBezTo>
                  <a:pt x="1370021" y="40265"/>
                  <a:pt x="1379278" y="41736"/>
                  <a:pt x="1385360" y="44678"/>
                </a:cubicBezTo>
                <a:cubicBezTo>
                  <a:pt x="1391443" y="47620"/>
                  <a:pt x="1395724" y="51355"/>
                  <a:pt x="1398203" y="55884"/>
                </a:cubicBezTo>
                <a:cubicBezTo>
                  <a:pt x="1400683" y="60413"/>
                  <a:pt x="1401922" y="68727"/>
                  <a:pt x="1401922" y="80827"/>
                </a:cubicBezTo>
                <a:lnTo>
                  <a:pt x="1401625" y="113356"/>
                </a:lnTo>
                <a:cubicBezTo>
                  <a:pt x="1401625" y="122612"/>
                  <a:pt x="1402071" y="129438"/>
                  <a:pt x="1402964" y="133835"/>
                </a:cubicBezTo>
                <a:cubicBezTo>
                  <a:pt x="1403856" y="138232"/>
                  <a:pt x="1405526" y="142943"/>
                  <a:pt x="1407972" y="147967"/>
                </a:cubicBezTo>
                <a:lnTo>
                  <a:pt x="1380402" y="147967"/>
                </a:lnTo>
                <a:cubicBezTo>
                  <a:pt x="1379674" y="146116"/>
                  <a:pt x="1378782" y="143372"/>
                  <a:pt x="1377724" y="139736"/>
                </a:cubicBezTo>
                <a:cubicBezTo>
                  <a:pt x="1377261" y="138083"/>
                  <a:pt x="1376931" y="136992"/>
                  <a:pt x="1376732" y="136463"/>
                </a:cubicBezTo>
                <a:cubicBezTo>
                  <a:pt x="1371972" y="141091"/>
                  <a:pt x="1366881" y="144562"/>
                  <a:pt x="1361459" y="146876"/>
                </a:cubicBezTo>
                <a:cubicBezTo>
                  <a:pt x="1356038" y="149190"/>
                  <a:pt x="1350253" y="150347"/>
                  <a:pt x="1344104" y="150347"/>
                </a:cubicBezTo>
                <a:cubicBezTo>
                  <a:pt x="1333261" y="150347"/>
                  <a:pt x="1324716" y="147418"/>
                  <a:pt x="1318468" y="141558"/>
                </a:cubicBezTo>
                <a:cubicBezTo>
                  <a:pt x="1312220" y="135699"/>
                  <a:pt x="1309096" y="128292"/>
                  <a:pt x="1309096" y="119337"/>
                </a:cubicBezTo>
                <a:cubicBezTo>
                  <a:pt x="1309096" y="113411"/>
                  <a:pt x="1310517" y="108128"/>
                  <a:pt x="1313360" y="103488"/>
                </a:cubicBezTo>
                <a:cubicBezTo>
                  <a:pt x="1316203" y="98845"/>
                  <a:pt x="1320187" y="95289"/>
                  <a:pt x="1325311" y="92820"/>
                </a:cubicBezTo>
                <a:cubicBezTo>
                  <a:pt x="1330435" y="90351"/>
                  <a:pt x="1337823" y="88195"/>
                  <a:pt x="1347476" y="86352"/>
                </a:cubicBezTo>
                <a:cubicBezTo>
                  <a:pt x="1360501" y="83917"/>
                  <a:pt x="1369526" y="81645"/>
                  <a:pt x="1374550" y="79537"/>
                </a:cubicBezTo>
                <a:lnTo>
                  <a:pt x="1374550" y="76730"/>
                </a:lnTo>
                <a:cubicBezTo>
                  <a:pt x="1374550" y="71314"/>
                  <a:pt x="1373228" y="67454"/>
                  <a:pt x="1370583" y="65148"/>
                </a:cubicBezTo>
                <a:cubicBezTo>
                  <a:pt x="1367939" y="62840"/>
                  <a:pt x="1362947" y="61686"/>
                  <a:pt x="1355608" y="61686"/>
                </a:cubicBezTo>
                <a:cubicBezTo>
                  <a:pt x="1350650" y="61686"/>
                  <a:pt x="1346782" y="62684"/>
                  <a:pt x="1344005" y="64680"/>
                </a:cubicBezTo>
                <a:cubicBezTo>
                  <a:pt x="1341228" y="66674"/>
                  <a:pt x="1338980" y="70172"/>
                  <a:pt x="1337261" y="75174"/>
                </a:cubicBezTo>
                <a:moveTo>
                  <a:pt x="1374550" y="97785"/>
                </a:moveTo>
                <a:cubicBezTo>
                  <a:pt x="1370980" y="98961"/>
                  <a:pt x="1365327" y="100366"/>
                  <a:pt x="1357592" y="102000"/>
                </a:cubicBezTo>
                <a:cubicBezTo>
                  <a:pt x="1349856" y="103632"/>
                  <a:pt x="1344798" y="105233"/>
                  <a:pt x="1342418" y="106801"/>
                </a:cubicBezTo>
                <a:cubicBezTo>
                  <a:pt x="1338782" y="109348"/>
                  <a:pt x="1336964" y="112582"/>
                  <a:pt x="1336964" y="116501"/>
                </a:cubicBezTo>
                <a:cubicBezTo>
                  <a:pt x="1336964" y="120357"/>
                  <a:pt x="1338418" y="123689"/>
                  <a:pt x="1341327" y="126499"/>
                </a:cubicBezTo>
                <a:cubicBezTo>
                  <a:pt x="1344236" y="129307"/>
                  <a:pt x="1347939" y="130711"/>
                  <a:pt x="1352435" y="130711"/>
                </a:cubicBezTo>
                <a:cubicBezTo>
                  <a:pt x="1357459" y="130711"/>
                  <a:pt x="1362253" y="129078"/>
                  <a:pt x="1366815" y="125811"/>
                </a:cubicBezTo>
                <a:cubicBezTo>
                  <a:pt x="1370187" y="123330"/>
                  <a:pt x="1372402" y="120292"/>
                  <a:pt x="1373460" y="116697"/>
                </a:cubicBezTo>
                <a:cubicBezTo>
                  <a:pt x="1374187" y="114345"/>
                  <a:pt x="1374550" y="109871"/>
                  <a:pt x="1374550" y="103274"/>
                </a:cubicBezTo>
                <a:lnTo>
                  <a:pt x="1374550" y="97785"/>
                </a:lnTo>
                <a:close/>
                <a:moveTo>
                  <a:pt x="1419544" y="118017"/>
                </a:moveTo>
                <a:lnTo>
                  <a:pt x="1447511" y="113653"/>
                </a:lnTo>
                <a:cubicBezTo>
                  <a:pt x="1448701" y="119042"/>
                  <a:pt x="1451115" y="123133"/>
                  <a:pt x="1454751" y="125926"/>
                </a:cubicBezTo>
                <a:cubicBezTo>
                  <a:pt x="1458387" y="128719"/>
                  <a:pt x="1463478" y="130116"/>
                  <a:pt x="1470024" y="130116"/>
                </a:cubicBezTo>
                <a:cubicBezTo>
                  <a:pt x="1477230" y="130116"/>
                  <a:pt x="1482652" y="128796"/>
                  <a:pt x="1486288" y="126155"/>
                </a:cubicBezTo>
                <a:cubicBezTo>
                  <a:pt x="1488734" y="124306"/>
                  <a:pt x="1489958" y="121830"/>
                  <a:pt x="1489958" y="118727"/>
                </a:cubicBezTo>
                <a:cubicBezTo>
                  <a:pt x="1489958" y="116613"/>
                  <a:pt x="1489296" y="114863"/>
                  <a:pt x="1487974" y="113477"/>
                </a:cubicBezTo>
                <a:cubicBezTo>
                  <a:pt x="1486586" y="112156"/>
                  <a:pt x="1483478" y="110935"/>
                  <a:pt x="1478652" y="109813"/>
                </a:cubicBezTo>
                <a:cubicBezTo>
                  <a:pt x="1456172" y="104863"/>
                  <a:pt x="1441924" y="100340"/>
                  <a:pt x="1435908" y="96245"/>
                </a:cubicBezTo>
                <a:cubicBezTo>
                  <a:pt x="1427577" y="90563"/>
                  <a:pt x="1423412" y="82670"/>
                  <a:pt x="1423412" y="72564"/>
                </a:cubicBezTo>
                <a:cubicBezTo>
                  <a:pt x="1423412" y="63448"/>
                  <a:pt x="1427015" y="55786"/>
                  <a:pt x="1434222" y="49578"/>
                </a:cubicBezTo>
                <a:cubicBezTo>
                  <a:pt x="1441429" y="43369"/>
                  <a:pt x="1452602" y="40265"/>
                  <a:pt x="1467743" y="40265"/>
                </a:cubicBezTo>
                <a:cubicBezTo>
                  <a:pt x="1482156" y="40265"/>
                  <a:pt x="1492867" y="42603"/>
                  <a:pt x="1499875" y="47281"/>
                </a:cubicBezTo>
                <a:cubicBezTo>
                  <a:pt x="1506883" y="51959"/>
                  <a:pt x="1511710" y="58876"/>
                  <a:pt x="1514354" y="68033"/>
                </a:cubicBezTo>
                <a:lnTo>
                  <a:pt x="1488073" y="72992"/>
                </a:lnTo>
                <a:cubicBezTo>
                  <a:pt x="1486949" y="68893"/>
                  <a:pt x="1484817" y="65752"/>
                  <a:pt x="1481677" y="63570"/>
                </a:cubicBezTo>
                <a:cubicBezTo>
                  <a:pt x="1478536" y="61389"/>
                  <a:pt x="1474057" y="60298"/>
                  <a:pt x="1468239" y="60298"/>
                </a:cubicBezTo>
                <a:cubicBezTo>
                  <a:pt x="1460900" y="60298"/>
                  <a:pt x="1455643" y="61321"/>
                  <a:pt x="1452470" y="63369"/>
                </a:cubicBezTo>
                <a:cubicBezTo>
                  <a:pt x="1450354" y="64819"/>
                  <a:pt x="1449296" y="66701"/>
                  <a:pt x="1449296" y="69013"/>
                </a:cubicBezTo>
                <a:cubicBezTo>
                  <a:pt x="1449296" y="70992"/>
                  <a:pt x="1450222" y="72675"/>
                  <a:pt x="1452073" y="74061"/>
                </a:cubicBezTo>
                <a:cubicBezTo>
                  <a:pt x="1454586" y="75910"/>
                  <a:pt x="1463263" y="78519"/>
                  <a:pt x="1478106" y="81887"/>
                </a:cubicBezTo>
                <a:cubicBezTo>
                  <a:pt x="1492949" y="85254"/>
                  <a:pt x="1503313" y="89386"/>
                  <a:pt x="1509197" y="94280"/>
                </a:cubicBezTo>
                <a:cubicBezTo>
                  <a:pt x="1515016" y="99243"/>
                  <a:pt x="1517925" y="106156"/>
                  <a:pt x="1517925" y="115020"/>
                </a:cubicBezTo>
                <a:cubicBezTo>
                  <a:pt x="1517925" y="124679"/>
                  <a:pt x="1513892" y="132982"/>
                  <a:pt x="1505825" y="139928"/>
                </a:cubicBezTo>
                <a:cubicBezTo>
                  <a:pt x="1497759" y="146874"/>
                  <a:pt x="1485825" y="150347"/>
                  <a:pt x="1470024" y="150347"/>
                </a:cubicBezTo>
                <a:cubicBezTo>
                  <a:pt x="1455677" y="150347"/>
                  <a:pt x="1444321" y="147448"/>
                  <a:pt x="1435957" y="141648"/>
                </a:cubicBezTo>
                <a:cubicBezTo>
                  <a:pt x="1427594" y="135846"/>
                  <a:pt x="1422123" y="127969"/>
                  <a:pt x="1419544" y="118017"/>
                </a:cubicBezTo>
                <a:close/>
                <a:moveTo>
                  <a:pt x="1590588" y="42645"/>
                </a:moveTo>
                <a:lnTo>
                  <a:pt x="1590588" y="64860"/>
                </a:lnTo>
                <a:lnTo>
                  <a:pt x="1571547" y="64860"/>
                </a:lnTo>
                <a:lnTo>
                  <a:pt x="1571547" y="107238"/>
                </a:lnTo>
                <a:cubicBezTo>
                  <a:pt x="1571547" y="115821"/>
                  <a:pt x="1571729" y="120822"/>
                  <a:pt x="1572092" y="122241"/>
                </a:cubicBezTo>
                <a:cubicBezTo>
                  <a:pt x="1572456" y="123658"/>
                  <a:pt x="1573282" y="124830"/>
                  <a:pt x="1574572" y="125755"/>
                </a:cubicBezTo>
                <a:cubicBezTo>
                  <a:pt x="1575861" y="126679"/>
                  <a:pt x="1577431" y="127141"/>
                  <a:pt x="1579282" y="127141"/>
                </a:cubicBezTo>
                <a:cubicBezTo>
                  <a:pt x="1581861" y="127141"/>
                  <a:pt x="1585596" y="126248"/>
                  <a:pt x="1590489" y="124463"/>
                </a:cubicBezTo>
                <a:lnTo>
                  <a:pt x="1592869" y="146164"/>
                </a:lnTo>
                <a:cubicBezTo>
                  <a:pt x="1586390" y="148953"/>
                  <a:pt x="1579051" y="150347"/>
                  <a:pt x="1570853" y="150347"/>
                </a:cubicBezTo>
                <a:cubicBezTo>
                  <a:pt x="1565828" y="150347"/>
                  <a:pt x="1561299" y="149505"/>
                  <a:pt x="1557266" y="147819"/>
                </a:cubicBezTo>
                <a:cubicBezTo>
                  <a:pt x="1553233" y="146133"/>
                  <a:pt x="1550274" y="143951"/>
                  <a:pt x="1548390" y="141273"/>
                </a:cubicBezTo>
                <a:cubicBezTo>
                  <a:pt x="1546505" y="138595"/>
                  <a:pt x="1545200" y="134976"/>
                  <a:pt x="1544472" y="130414"/>
                </a:cubicBezTo>
                <a:cubicBezTo>
                  <a:pt x="1543877" y="127174"/>
                  <a:pt x="1543580" y="120628"/>
                  <a:pt x="1543580" y="110777"/>
                </a:cubicBezTo>
                <a:lnTo>
                  <a:pt x="1543580" y="64860"/>
                </a:lnTo>
                <a:lnTo>
                  <a:pt x="1530786" y="64860"/>
                </a:lnTo>
                <a:lnTo>
                  <a:pt x="1530786" y="42645"/>
                </a:lnTo>
                <a:lnTo>
                  <a:pt x="1543580" y="42645"/>
                </a:lnTo>
                <a:lnTo>
                  <a:pt x="1543580" y="21620"/>
                </a:lnTo>
                <a:lnTo>
                  <a:pt x="1571547" y="5157"/>
                </a:lnTo>
                <a:lnTo>
                  <a:pt x="1571547" y="42645"/>
                </a:lnTo>
                <a:lnTo>
                  <a:pt x="1590588" y="42645"/>
                </a:lnTo>
                <a:close/>
                <a:moveTo>
                  <a:pt x="1606752" y="109091"/>
                </a:moveTo>
                <a:lnTo>
                  <a:pt x="1606752" y="81124"/>
                </a:lnTo>
                <a:lnTo>
                  <a:pt x="1661496" y="81124"/>
                </a:lnTo>
                <a:lnTo>
                  <a:pt x="1661496" y="109091"/>
                </a:lnTo>
                <a:lnTo>
                  <a:pt x="1606752" y="109091"/>
                </a:lnTo>
                <a:close/>
                <a:moveTo>
                  <a:pt x="1769395" y="73785"/>
                </a:moveTo>
                <a:lnTo>
                  <a:pt x="1741924" y="78744"/>
                </a:lnTo>
                <a:cubicBezTo>
                  <a:pt x="1740998" y="73289"/>
                  <a:pt x="1738899" y="69182"/>
                  <a:pt x="1735627" y="66422"/>
                </a:cubicBezTo>
                <a:cubicBezTo>
                  <a:pt x="1732354" y="63661"/>
                  <a:pt x="1728106" y="62281"/>
                  <a:pt x="1722883" y="62281"/>
                </a:cubicBezTo>
                <a:cubicBezTo>
                  <a:pt x="1715941" y="62281"/>
                  <a:pt x="1710403" y="64671"/>
                  <a:pt x="1706271" y="69450"/>
                </a:cubicBezTo>
                <a:cubicBezTo>
                  <a:pt x="1702139" y="74228"/>
                  <a:pt x="1700073" y="82220"/>
                  <a:pt x="1700073" y="93425"/>
                </a:cubicBezTo>
                <a:cubicBezTo>
                  <a:pt x="1700073" y="105884"/>
                  <a:pt x="1702172" y="114684"/>
                  <a:pt x="1706370" y="119827"/>
                </a:cubicBezTo>
                <a:cubicBezTo>
                  <a:pt x="1710569" y="124967"/>
                  <a:pt x="1716205" y="127538"/>
                  <a:pt x="1723279" y="127538"/>
                </a:cubicBezTo>
                <a:cubicBezTo>
                  <a:pt x="1728569" y="127538"/>
                  <a:pt x="1732899" y="126033"/>
                  <a:pt x="1736271" y="123025"/>
                </a:cubicBezTo>
                <a:cubicBezTo>
                  <a:pt x="1739643" y="120017"/>
                  <a:pt x="1742023" y="114843"/>
                  <a:pt x="1743412" y="107504"/>
                </a:cubicBezTo>
                <a:lnTo>
                  <a:pt x="1770784" y="112265"/>
                </a:lnTo>
                <a:cubicBezTo>
                  <a:pt x="1767941" y="124827"/>
                  <a:pt x="1762486" y="134314"/>
                  <a:pt x="1754420" y="140728"/>
                </a:cubicBezTo>
                <a:cubicBezTo>
                  <a:pt x="1746354" y="147141"/>
                  <a:pt x="1735544" y="150347"/>
                  <a:pt x="1721990" y="150347"/>
                </a:cubicBezTo>
                <a:cubicBezTo>
                  <a:pt x="1706585" y="150347"/>
                  <a:pt x="1694304" y="145488"/>
                  <a:pt x="1685147" y="135769"/>
                </a:cubicBezTo>
                <a:cubicBezTo>
                  <a:pt x="1675990" y="126050"/>
                  <a:pt x="1671412" y="112595"/>
                  <a:pt x="1671412" y="95405"/>
                </a:cubicBezTo>
                <a:cubicBezTo>
                  <a:pt x="1671412" y="78017"/>
                  <a:pt x="1676007" y="64479"/>
                  <a:pt x="1685197" y="54794"/>
                </a:cubicBezTo>
                <a:cubicBezTo>
                  <a:pt x="1694387" y="45108"/>
                  <a:pt x="1706817" y="40265"/>
                  <a:pt x="1722486" y="40265"/>
                </a:cubicBezTo>
                <a:cubicBezTo>
                  <a:pt x="1735312" y="40265"/>
                  <a:pt x="1745511" y="43025"/>
                  <a:pt x="1753081" y="48546"/>
                </a:cubicBezTo>
                <a:cubicBezTo>
                  <a:pt x="1760651" y="54066"/>
                  <a:pt x="1766089" y="62479"/>
                  <a:pt x="1769395" y="73785"/>
                </a:cubicBezTo>
                <a:close/>
                <a:moveTo>
                  <a:pt x="1784042" y="93818"/>
                </a:moveTo>
                <a:cubicBezTo>
                  <a:pt x="1784042" y="84562"/>
                  <a:pt x="1786323" y="75603"/>
                  <a:pt x="1790885" y="66942"/>
                </a:cubicBezTo>
                <a:cubicBezTo>
                  <a:pt x="1795447" y="58281"/>
                  <a:pt x="1801910" y="51670"/>
                  <a:pt x="1810274" y="47108"/>
                </a:cubicBezTo>
                <a:cubicBezTo>
                  <a:pt x="1818638" y="42546"/>
                  <a:pt x="1827976" y="40265"/>
                  <a:pt x="1838290" y="40265"/>
                </a:cubicBezTo>
                <a:cubicBezTo>
                  <a:pt x="1854224" y="40265"/>
                  <a:pt x="1867282" y="45438"/>
                  <a:pt x="1877464" y="55785"/>
                </a:cubicBezTo>
                <a:cubicBezTo>
                  <a:pt x="1887646" y="66132"/>
                  <a:pt x="1892737" y="79207"/>
                  <a:pt x="1892737" y="95008"/>
                </a:cubicBezTo>
                <a:cubicBezTo>
                  <a:pt x="1892737" y="110942"/>
                  <a:pt x="1887596" y="124149"/>
                  <a:pt x="1877315" y="134628"/>
                </a:cubicBezTo>
                <a:cubicBezTo>
                  <a:pt x="1867034" y="145108"/>
                  <a:pt x="1854092" y="150347"/>
                  <a:pt x="1838489" y="150347"/>
                </a:cubicBezTo>
                <a:cubicBezTo>
                  <a:pt x="1828836" y="150347"/>
                  <a:pt x="1819629" y="148166"/>
                  <a:pt x="1810869" y="143802"/>
                </a:cubicBezTo>
                <a:cubicBezTo>
                  <a:pt x="1802109" y="139438"/>
                  <a:pt x="1795447" y="133042"/>
                  <a:pt x="1790885" y="124612"/>
                </a:cubicBezTo>
                <a:cubicBezTo>
                  <a:pt x="1786323" y="116182"/>
                  <a:pt x="1784042" y="105918"/>
                  <a:pt x="1784042" y="93818"/>
                </a:cubicBezTo>
                <a:moveTo>
                  <a:pt x="1812604" y="95306"/>
                </a:moveTo>
                <a:cubicBezTo>
                  <a:pt x="1812604" y="105719"/>
                  <a:pt x="1815084" y="113694"/>
                  <a:pt x="1820042" y="119232"/>
                </a:cubicBezTo>
                <a:cubicBezTo>
                  <a:pt x="1825001" y="124769"/>
                  <a:pt x="1831117" y="127538"/>
                  <a:pt x="1838390" y="127538"/>
                </a:cubicBezTo>
                <a:cubicBezTo>
                  <a:pt x="1845662" y="127538"/>
                  <a:pt x="1851762" y="124769"/>
                  <a:pt x="1856687" y="119232"/>
                </a:cubicBezTo>
                <a:cubicBezTo>
                  <a:pt x="1861613" y="113694"/>
                  <a:pt x="1864076" y="105653"/>
                  <a:pt x="1864076" y="95108"/>
                </a:cubicBezTo>
                <a:cubicBezTo>
                  <a:pt x="1864076" y="84827"/>
                  <a:pt x="1861613" y="76918"/>
                  <a:pt x="1856687" y="71380"/>
                </a:cubicBezTo>
                <a:cubicBezTo>
                  <a:pt x="1851762" y="65843"/>
                  <a:pt x="1845662" y="63075"/>
                  <a:pt x="1838390" y="63075"/>
                </a:cubicBezTo>
                <a:cubicBezTo>
                  <a:pt x="1831117" y="63075"/>
                  <a:pt x="1825001" y="65843"/>
                  <a:pt x="1820042" y="71380"/>
                </a:cubicBezTo>
                <a:cubicBezTo>
                  <a:pt x="1815084" y="76918"/>
                  <a:pt x="1812604" y="84893"/>
                  <a:pt x="1812604" y="95306"/>
                </a:cubicBezTo>
                <a:close/>
                <a:moveTo>
                  <a:pt x="1914588" y="147967"/>
                </a:moveTo>
                <a:lnTo>
                  <a:pt x="1914588" y="2579"/>
                </a:lnTo>
                <a:lnTo>
                  <a:pt x="1942455" y="2579"/>
                </a:lnTo>
                <a:lnTo>
                  <a:pt x="1942455" y="147967"/>
                </a:lnTo>
                <a:lnTo>
                  <a:pt x="1914588" y="147967"/>
                </a:lnTo>
                <a:close/>
                <a:moveTo>
                  <a:pt x="1964605" y="93818"/>
                </a:moveTo>
                <a:cubicBezTo>
                  <a:pt x="1964605" y="84562"/>
                  <a:pt x="1966886" y="75603"/>
                  <a:pt x="1971448" y="66942"/>
                </a:cubicBezTo>
                <a:cubicBezTo>
                  <a:pt x="1976010" y="58281"/>
                  <a:pt x="1982473" y="51670"/>
                  <a:pt x="1990837" y="47108"/>
                </a:cubicBezTo>
                <a:cubicBezTo>
                  <a:pt x="1999200" y="42546"/>
                  <a:pt x="2008539" y="40265"/>
                  <a:pt x="2018853" y="40265"/>
                </a:cubicBezTo>
                <a:cubicBezTo>
                  <a:pt x="2034787" y="40265"/>
                  <a:pt x="2047845" y="45438"/>
                  <a:pt x="2058027" y="55785"/>
                </a:cubicBezTo>
                <a:cubicBezTo>
                  <a:pt x="2068209" y="66132"/>
                  <a:pt x="2073300" y="79207"/>
                  <a:pt x="2073300" y="95008"/>
                </a:cubicBezTo>
                <a:cubicBezTo>
                  <a:pt x="2073300" y="110942"/>
                  <a:pt x="2068159" y="124149"/>
                  <a:pt x="2057878" y="134628"/>
                </a:cubicBezTo>
                <a:cubicBezTo>
                  <a:pt x="2047597" y="145108"/>
                  <a:pt x="2034655" y="150347"/>
                  <a:pt x="2019052" y="150347"/>
                </a:cubicBezTo>
                <a:cubicBezTo>
                  <a:pt x="2009399" y="150347"/>
                  <a:pt x="2000192" y="148166"/>
                  <a:pt x="1991432" y="143802"/>
                </a:cubicBezTo>
                <a:cubicBezTo>
                  <a:pt x="1982671" y="139438"/>
                  <a:pt x="1976010" y="133042"/>
                  <a:pt x="1971448" y="124612"/>
                </a:cubicBezTo>
                <a:cubicBezTo>
                  <a:pt x="1966886" y="116182"/>
                  <a:pt x="1964605" y="105918"/>
                  <a:pt x="1964605" y="93818"/>
                </a:cubicBezTo>
                <a:moveTo>
                  <a:pt x="1993167" y="95306"/>
                </a:moveTo>
                <a:cubicBezTo>
                  <a:pt x="1993167" y="105719"/>
                  <a:pt x="1995647" y="113694"/>
                  <a:pt x="2000605" y="119232"/>
                </a:cubicBezTo>
                <a:cubicBezTo>
                  <a:pt x="2005564" y="124769"/>
                  <a:pt x="2011680" y="127538"/>
                  <a:pt x="2018952" y="127538"/>
                </a:cubicBezTo>
                <a:cubicBezTo>
                  <a:pt x="2026225" y="127538"/>
                  <a:pt x="2032324" y="124769"/>
                  <a:pt x="2037250" y="119232"/>
                </a:cubicBezTo>
                <a:cubicBezTo>
                  <a:pt x="2042176" y="113694"/>
                  <a:pt x="2044638" y="105653"/>
                  <a:pt x="2044638" y="95108"/>
                </a:cubicBezTo>
                <a:cubicBezTo>
                  <a:pt x="2044638" y="84827"/>
                  <a:pt x="2042176" y="76918"/>
                  <a:pt x="2037250" y="71380"/>
                </a:cubicBezTo>
                <a:cubicBezTo>
                  <a:pt x="2032324" y="65843"/>
                  <a:pt x="2026225" y="63075"/>
                  <a:pt x="2018952" y="63075"/>
                </a:cubicBezTo>
                <a:cubicBezTo>
                  <a:pt x="2011680" y="63075"/>
                  <a:pt x="2005564" y="65843"/>
                  <a:pt x="2000605" y="71380"/>
                </a:cubicBezTo>
                <a:cubicBezTo>
                  <a:pt x="1995647" y="76918"/>
                  <a:pt x="1993167" y="84893"/>
                  <a:pt x="1993167" y="95306"/>
                </a:cubicBezTo>
                <a:close/>
                <a:moveTo>
                  <a:pt x="2121828" y="147967"/>
                </a:moveTo>
                <a:lnTo>
                  <a:pt x="2093960" y="147967"/>
                </a:lnTo>
                <a:lnTo>
                  <a:pt x="2093960" y="42645"/>
                </a:lnTo>
                <a:lnTo>
                  <a:pt x="2119845" y="42645"/>
                </a:lnTo>
                <a:lnTo>
                  <a:pt x="2119845" y="57620"/>
                </a:lnTo>
                <a:cubicBezTo>
                  <a:pt x="2124275" y="50546"/>
                  <a:pt x="2128258" y="45884"/>
                  <a:pt x="2131795" y="43636"/>
                </a:cubicBezTo>
                <a:cubicBezTo>
                  <a:pt x="2135332" y="41389"/>
                  <a:pt x="2139349" y="40265"/>
                  <a:pt x="2143845" y="40265"/>
                </a:cubicBezTo>
                <a:cubicBezTo>
                  <a:pt x="2150192" y="40265"/>
                  <a:pt x="2156308" y="42017"/>
                  <a:pt x="2162192" y="45521"/>
                </a:cubicBezTo>
                <a:lnTo>
                  <a:pt x="2153564" y="69818"/>
                </a:lnTo>
                <a:cubicBezTo>
                  <a:pt x="2148870" y="66777"/>
                  <a:pt x="2144506" y="65256"/>
                  <a:pt x="2140473" y="65256"/>
                </a:cubicBezTo>
                <a:cubicBezTo>
                  <a:pt x="2136572" y="65256"/>
                  <a:pt x="2133266" y="66331"/>
                  <a:pt x="2130556" y="68480"/>
                </a:cubicBezTo>
                <a:cubicBezTo>
                  <a:pt x="2127845" y="70628"/>
                  <a:pt x="2125713" y="74513"/>
                  <a:pt x="2124159" y="80132"/>
                </a:cubicBezTo>
                <a:cubicBezTo>
                  <a:pt x="2122605" y="85752"/>
                  <a:pt x="2121828" y="97521"/>
                  <a:pt x="2121828" y="115438"/>
                </a:cubicBezTo>
                <a:lnTo>
                  <a:pt x="2121828" y="147967"/>
                </a:lnTo>
                <a:close/>
                <a:moveTo>
                  <a:pt x="2231879" y="107306"/>
                </a:moveTo>
                <a:cubicBezTo>
                  <a:pt x="2227052" y="107571"/>
                  <a:pt x="2223416" y="108299"/>
                  <a:pt x="2220970" y="109491"/>
                </a:cubicBezTo>
                <a:cubicBezTo>
                  <a:pt x="2218523" y="110683"/>
                  <a:pt x="2216424" y="112686"/>
                  <a:pt x="2214672" y="115500"/>
                </a:cubicBezTo>
                <a:cubicBezTo>
                  <a:pt x="2212920" y="118312"/>
                  <a:pt x="2211680" y="121836"/>
                  <a:pt x="2210953" y="126072"/>
                </a:cubicBezTo>
                <a:cubicBezTo>
                  <a:pt x="2210424" y="129249"/>
                  <a:pt x="2210160" y="134744"/>
                  <a:pt x="2210160" y="142556"/>
                </a:cubicBezTo>
                <a:cubicBezTo>
                  <a:pt x="2210160" y="155397"/>
                  <a:pt x="2209581" y="164366"/>
                  <a:pt x="2208424" y="169463"/>
                </a:cubicBezTo>
                <a:cubicBezTo>
                  <a:pt x="2207267" y="174560"/>
                  <a:pt x="2205135" y="178647"/>
                  <a:pt x="2202027" y="181724"/>
                </a:cubicBezTo>
                <a:cubicBezTo>
                  <a:pt x="2198920" y="184802"/>
                  <a:pt x="2194358" y="187235"/>
                  <a:pt x="2188341" y="189022"/>
                </a:cubicBezTo>
                <a:cubicBezTo>
                  <a:pt x="2184308" y="190214"/>
                  <a:pt x="2177961" y="190810"/>
                  <a:pt x="2169300" y="190810"/>
                </a:cubicBezTo>
                <a:lnTo>
                  <a:pt x="2164044" y="190810"/>
                </a:lnTo>
                <a:lnTo>
                  <a:pt x="2164044" y="167009"/>
                </a:lnTo>
                <a:cubicBezTo>
                  <a:pt x="2171118" y="167009"/>
                  <a:pt x="2175746" y="166561"/>
                  <a:pt x="2177928" y="165667"/>
                </a:cubicBezTo>
                <a:cubicBezTo>
                  <a:pt x="2180110" y="164774"/>
                  <a:pt x="2181713" y="163484"/>
                  <a:pt x="2182738" y="161796"/>
                </a:cubicBezTo>
                <a:cubicBezTo>
                  <a:pt x="2183763" y="160108"/>
                  <a:pt x="2184292" y="157244"/>
                  <a:pt x="2184325" y="153205"/>
                </a:cubicBezTo>
                <a:cubicBezTo>
                  <a:pt x="2184358" y="149166"/>
                  <a:pt x="2184639" y="141452"/>
                  <a:pt x="2185168" y="130063"/>
                </a:cubicBezTo>
                <a:cubicBezTo>
                  <a:pt x="2185498" y="123179"/>
                  <a:pt x="2186391" y="117668"/>
                  <a:pt x="2187845" y="113529"/>
                </a:cubicBezTo>
                <a:cubicBezTo>
                  <a:pt x="2189300" y="109391"/>
                  <a:pt x="2191234" y="105881"/>
                  <a:pt x="2193647" y="103001"/>
                </a:cubicBezTo>
                <a:cubicBezTo>
                  <a:pt x="2196060" y="100121"/>
                  <a:pt x="2199151" y="97589"/>
                  <a:pt x="2202920" y="95405"/>
                </a:cubicBezTo>
                <a:cubicBezTo>
                  <a:pt x="2198027" y="92232"/>
                  <a:pt x="2194457" y="89124"/>
                  <a:pt x="2192209" y="86083"/>
                </a:cubicBezTo>
                <a:cubicBezTo>
                  <a:pt x="2189102" y="81719"/>
                  <a:pt x="2186986" y="76165"/>
                  <a:pt x="2185862" y="69422"/>
                </a:cubicBezTo>
                <a:cubicBezTo>
                  <a:pt x="2185135" y="64794"/>
                  <a:pt x="2184606" y="54612"/>
                  <a:pt x="2184275" y="38876"/>
                </a:cubicBezTo>
                <a:cubicBezTo>
                  <a:pt x="2184209" y="33917"/>
                  <a:pt x="2183763" y="30612"/>
                  <a:pt x="2182936" y="28959"/>
                </a:cubicBezTo>
                <a:cubicBezTo>
                  <a:pt x="2182110" y="27306"/>
                  <a:pt x="2180622" y="26033"/>
                  <a:pt x="2178474" y="25141"/>
                </a:cubicBezTo>
                <a:cubicBezTo>
                  <a:pt x="2176325" y="24248"/>
                  <a:pt x="2171515" y="23802"/>
                  <a:pt x="2164044" y="23802"/>
                </a:cubicBezTo>
                <a:lnTo>
                  <a:pt x="2164044" y="0"/>
                </a:lnTo>
                <a:lnTo>
                  <a:pt x="2169300" y="0"/>
                </a:lnTo>
                <a:cubicBezTo>
                  <a:pt x="2178226" y="0"/>
                  <a:pt x="2185069" y="695"/>
                  <a:pt x="2189829" y="2086"/>
                </a:cubicBezTo>
                <a:cubicBezTo>
                  <a:pt x="2194589" y="3476"/>
                  <a:pt x="2198589" y="5843"/>
                  <a:pt x="2201829" y="9186"/>
                </a:cubicBezTo>
                <a:cubicBezTo>
                  <a:pt x="2205069" y="12527"/>
                  <a:pt x="2207267" y="16630"/>
                  <a:pt x="2208424" y="21496"/>
                </a:cubicBezTo>
                <a:cubicBezTo>
                  <a:pt x="2209581" y="26362"/>
                  <a:pt x="2210160" y="34024"/>
                  <a:pt x="2210160" y="44483"/>
                </a:cubicBezTo>
                <a:cubicBezTo>
                  <a:pt x="2210160" y="56596"/>
                  <a:pt x="2210655" y="64506"/>
                  <a:pt x="2211647" y="68213"/>
                </a:cubicBezTo>
                <a:cubicBezTo>
                  <a:pt x="2213102" y="73508"/>
                  <a:pt x="2215317" y="77299"/>
                  <a:pt x="2218292" y="79584"/>
                </a:cubicBezTo>
                <a:cubicBezTo>
                  <a:pt x="2221267" y="81867"/>
                  <a:pt x="2225796" y="83174"/>
                  <a:pt x="2231879" y="83504"/>
                </a:cubicBezTo>
                <a:lnTo>
                  <a:pt x="2231879" y="107306"/>
                </a:lnTo>
                <a:close/>
                <a:moveTo>
                  <a:pt x="2301215" y="107306"/>
                </a:moveTo>
                <a:lnTo>
                  <a:pt x="2301215" y="83504"/>
                </a:lnTo>
                <a:cubicBezTo>
                  <a:pt x="2306041" y="83240"/>
                  <a:pt x="2309677" y="82512"/>
                  <a:pt x="2312124" y="81319"/>
                </a:cubicBezTo>
                <a:cubicBezTo>
                  <a:pt x="2314570" y="80127"/>
                  <a:pt x="2316686" y="78125"/>
                  <a:pt x="2318471" y="75313"/>
                </a:cubicBezTo>
                <a:cubicBezTo>
                  <a:pt x="2320256" y="72499"/>
                  <a:pt x="2321479" y="68974"/>
                  <a:pt x="2322140" y="64739"/>
                </a:cubicBezTo>
                <a:cubicBezTo>
                  <a:pt x="2322669" y="61561"/>
                  <a:pt x="2322934" y="56033"/>
                  <a:pt x="2322934" y="48155"/>
                </a:cubicBezTo>
                <a:cubicBezTo>
                  <a:pt x="2322934" y="35314"/>
                  <a:pt x="2323529" y="26362"/>
                  <a:pt x="2324719" y="21298"/>
                </a:cubicBezTo>
                <a:cubicBezTo>
                  <a:pt x="2325909" y="16234"/>
                  <a:pt x="2328058" y="12163"/>
                  <a:pt x="2331165" y="9087"/>
                </a:cubicBezTo>
                <a:cubicBezTo>
                  <a:pt x="2334273" y="6008"/>
                  <a:pt x="2338801" y="3575"/>
                  <a:pt x="2344752" y="1788"/>
                </a:cubicBezTo>
                <a:cubicBezTo>
                  <a:pt x="2348785" y="596"/>
                  <a:pt x="2355132" y="0"/>
                  <a:pt x="2363793" y="0"/>
                </a:cubicBezTo>
                <a:lnTo>
                  <a:pt x="2369049" y="0"/>
                </a:lnTo>
                <a:lnTo>
                  <a:pt x="2369049" y="23802"/>
                </a:lnTo>
                <a:cubicBezTo>
                  <a:pt x="2361711" y="23802"/>
                  <a:pt x="2357000" y="24215"/>
                  <a:pt x="2354917" y="25041"/>
                </a:cubicBezTo>
                <a:cubicBezTo>
                  <a:pt x="2352835" y="25868"/>
                  <a:pt x="2351297" y="27124"/>
                  <a:pt x="2350306" y="28810"/>
                </a:cubicBezTo>
                <a:cubicBezTo>
                  <a:pt x="2349314" y="30496"/>
                  <a:pt x="2348818" y="33389"/>
                  <a:pt x="2348818" y="37488"/>
                </a:cubicBezTo>
                <a:cubicBezTo>
                  <a:pt x="2348818" y="41653"/>
                  <a:pt x="2348521" y="49554"/>
                  <a:pt x="2347925" y="61190"/>
                </a:cubicBezTo>
                <a:cubicBezTo>
                  <a:pt x="2347595" y="67736"/>
                  <a:pt x="2346735" y="73042"/>
                  <a:pt x="2345347" y="77108"/>
                </a:cubicBezTo>
                <a:cubicBezTo>
                  <a:pt x="2343959" y="81174"/>
                  <a:pt x="2342190" y="84529"/>
                  <a:pt x="2340041" y="87174"/>
                </a:cubicBezTo>
                <a:cubicBezTo>
                  <a:pt x="2337892" y="89818"/>
                  <a:pt x="2334603" y="92562"/>
                  <a:pt x="2330173" y="95405"/>
                </a:cubicBezTo>
                <a:cubicBezTo>
                  <a:pt x="2334074" y="97657"/>
                  <a:pt x="2337264" y="100290"/>
                  <a:pt x="2339744" y="103302"/>
                </a:cubicBezTo>
                <a:cubicBezTo>
                  <a:pt x="2342223" y="106314"/>
                  <a:pt x="2344124" y="109972"/>
                  <a:pt x="2345446" y="114276"/>
                </a:cubicBezTo>
                <a:cubicBezTo>
                  <a:pt x="2346768" y="118578"/>
                  <a:pt x="2347628" y="124337"/>
                  <a:pt x="2348025" y="131554"/>
                </a:cubicBezTo>
                <a:cubicBezTo>
                  <a:pt x="2348487" y="142546"/>
                  <a:pt x="2348719" y="149564"/>
                  <a:pt x="2348719" y="152610"/>
                </a:cubicBezTo>
                <a:cubicBezTo>
                  <a:pt x="2348719" y="156978"/>
                  <a:pt x="2349248" y="160022"/>
                  <a:pt x="2350306" y="161743"/>
                </a:cubicBezTo>
                <a:cubicBezTo>
                  <a:pt x="2351364" y="163466"/>
                  <a:pt x="2352967" y="164774"/>
                  <a:pt x="2355116" y="165667"/>
                </a:cubicBezTo>
                <a:cubicBezTo>
                  <a:pt x="2357264" y="166561"/>
                  <a:pt x="2361909" y="167009"/>
                  <a:pt x="2369049" y="167009"/>
                </a:cubicBezTo>
                <a:lnTo>
                  <a:pt x="2369049" y="190810"/>
                </a:lnTo>
                <a:lnTo>
                  <a:pt x="2363793" y="190810"/>
                </a:lnTo>
                <a:cubicBezTo>
                  <a:pt x="2354868" y="190810"/>
                  <a:pt x="2348025" y="190099"/>
                  <a:pt x="2343264" y="188675"/>
                </a:cubicBezTo>
                <a:cubicBezTo>
                  <a:pt x="2338504" y="187252"/>
                  <a:pt x="2334487" y="184885"/>
                  <a:pt x="2331215" y="181575"/>
                </a:cubicBezTo>
                <a:cubicBezTo>
                  <a:pt x="2327942" y="178267"/>
                  <a:pt x="2325744" y="174180"/>
                  <a:pt x="2324620" y="169314"/>
                </a:cubicBezTo>
                <a:cubicBezTo>
                  <a:pt x="2323496" y="164449"/>
                  <a:pt x="2322934" y="156787"/>
                  <a:pt x="2322934" y="146328"/>
                </a:cubicBezTo>
                <a:cubicBezTo>
                  <a:pt x="2322934" y="134148"/>
                  <a:pt x="2322405" y="126238"/>
                  <a:pt x="2321347" y="122597"/>
                </a:cubicBezTo>
                <a:cubicBezTo>
                  <a:pt x="2319892" y="117302"/>
                  <a:pt x="2317694" y="113513"/>
                  <a:pt x="2314752" y="111230"/>
                </a:cubicBezTo>
                <a:cubicBezTo>
                  <a:pt x="2311810" y="108944"/>
                  <a:pt x="2307297" y="107637"/>
                  <a:pt x="2301215" y="107306"/>
                </a:cubicBezTo>
                <a:close/>
                <a:moveTo>
                  <a:pt x="2409678" y="75174"/>
                </a:moveTo>
                <a:lnTo>
                  <a:pt x="2384389" y="70612"/>
                </a:lnTo>
                <a:cubicBezTo>
                  <a:pt x="2387232" y="60296"/>
                  <a:pt x="2392124" y="52659"/>
                  <a:pt x="2399067" y="47703"/>
                </a:cubicBezTo>
                <a:cubicBezTo>
                  <a:pt x="2406009" y="42744"/>
                  <a:pt x="2416323" y="40265"/>
                  <a:pt x="2430009" y="40265"/>
                </a:cubicBezTo>
                <a:cubicBezTo>
                  <a:pt x="2442439" y="40265"/>
                  <a:pt x="2451695" y="41736"/>
                  <a:pt x="2457778" y="44678"/>
                </a:cubicBezTo>
                <a:cubicBezTo>
                  <a:pt x="2463860" y="47620"/>
                  <a:pt x="2468141" y="51355"/>
                  <a:pt x="2470621" y="55884"/>
                </a:cubicBezTo>
                <a:cubicBezTo>
                  <a:pt x="2473100" y="60413"/>
                  <a:pt x="2474340" y="68727"/>
                  <a:pt x="2474340" y="80827"/>
                </a:cubicBezTo>
                <a:lnTo>
                  <a:pt x="2474042" y="113356"/>
                </a:lnTo>
                <a:cubicBezTo>
                  <a:pt x="2474042" y="122612"/>
                  <a:pt x="2474488" y="129438"/>
                  <a:pt x="2475381" y="133835"/>
                </a:cubicBezTo>
                <a:cubicBezTo>
                  <a:pt x="2476273" y="138232"/>
                  <a:pt x="2477943" y="142943"/>
                  <a:pt x="2480389" y="147967"/>
                </a:cubicBezTo>
                <a:lnTo>
                  <a:pt x="2452819" y="147967"/>
                </a:lnTo>
                <a:cubicBezTo>
                  <a:pt x="2452092" y="146116"/>
                  <a:pt x="2451199" y="143372"/>
                  <a:pt x="2450141" y="139736"/>
                </a:cubicBezTo>
                <a:cubicBezTo>
                  <a:pt x="2449678" y="138083"/>
                  <a:pt x="2449348" y="136992"/>
                  <a:pt x="2449149" y="136463"/>
                </a:cubicBezTo>
                <a:cubicBezTo>
                  <a:pt x="2444389" y="141091"/>
                  <a:pt x="2439298" y="144562"/>
                  <a:pt x="2433877" y="146876"/>
                </a:cubicBezTo>
                <a:cubicBezTo>
                  <a:pt x="2428455" y="149190"/>
                  <a:pt x="2422670" y="150347"/>
                  <a:pt x="2416521" y="150347"/>
                </a:cubicBezTo>
                <a:cubicBezTo>
                  <a:pt x="2405678" y="150347"/>
                  <a:pt x="2397133" y="147418"/>
                  <a:pt x="2390885" y="141558"/>
                </a:cubicBezTo>
                <a:cubicBezTo>
                  <a:pt x="2384637" y="135699"/>
                  <a:pt x="2381513" y="128292"/>
                  <a:pt x="2381513" y="119337"/>
                </a:cubicBezTo>
                <a:cubicBezTo>
                  <a:pt x="2381513" y="113411"/>
                  <a:pt x="2382934" y="108128"/>
                  <a:pt x="2385777" y="103488"/>
                </a:cubicBezTo>
                <a:cubicBezTo>
                  <a:pt x="2388620" y="98845"/>
                  <a:pt x="2392604" y="95289"/>
                  <a:pt x="2397728" y="92820"/>
                </a:cubicBezTo>
                <a:cubicBezTo>
                  <a:pt x="2402852" y="90351"/>
                  <a:pt x="2410240" y="88195"/>
                  <a:pt x="2419893" y="86352"/>
                </a:cubicBezTo>
                <a:cubicBezTo>
                  <a:pt x="2432918" y="83917"/>
                  <a:pt x="2441943" y="81645"/>
                  <a:pt x="2446968" y="79537"/>
                </a:cubicBezTo>
                <a:lnTo>
                  <a:pt x="2446968" y="76730"/>
                </a:lnTo>
                <a:cubicBezTo>
                  <a:pt x="2446968" y="71314"/>
                  <a:pt x="2445645" y="67454"/>
                  <a:pt x="2443001" y="65148"/>
                </a:cubicBezTo>
                <a:cubicBezTo>
                  <a:pt x="2440356" y="62840"/>
                  <a:pt x="2435364" y="61686"/>
                  <a:pt x="2428025" y="61686"/>
                </a:cubicBezTo>
                <a:cubicBezTo>
                  <a:pt x="2423067" y="61686"/>
                  <a:pt x="2419199" y="62684"/>
                  <a:pt x="2416422" y="64680"/>
                </a:cubicBezTo>
                <a:cubicBezTo>
                  <a:pt x="2413645" y="66674"/>
                  <a:pt x="2411397" y="70172"/>
                  <a:pt x="2409678" y="75174"/>
                </a:cubicBezTo>
                <a:moveTo>
                  <a:pt x="2446968" y="97785"/>
                </a:moveTo>
                <a:cubicBezTo>
                  <a:pt x="2443397" y="98961"/>
                  <a:pt x="2437744" y="100366"/>
                  <a:pt x="2430009" y="102000"/>
                </a:cubicBezTo>
                <a:cubicBezTo>
                  <a:pt x="2422273" y="103632"/>
                  <a:pt x="2417215" y="105233"/>
                  <a:pt x="2414835" y="106801"/>
                </a:cubicBezTo>
                <a:cubicBezTo>
                  <a:pt x="2411199" y="109348"/>
                  <a:pt x="2409381" y="112582"/>
                  <a:pt x="2409381" y="116501"/>
                </a:cubicBezTo>
                <a:cubicBezTo>
                  <a:pt x="2409381" y="120357"/>
                  <a:pt x="2410835" y="123689"/>
                  <a:pt x="2413744" y="126499"/>
                </a:cubicBezTo>
                <a:cubicBezTo>
                  <a:pt x="2416653" y="129307"/>
                  <a:pt x="2420356" y="130711"/>
                  <a:pt x="2424852" y="130711"/>
                </a:cubicBezTo>
                <a:cubicBezTo>
                  <a:pt x="2429877" y="130711"/>
                  <a:pt x="2434670" y="129078"/>
                  <a:pt x="2439232" y="125811"/>
                </a:cubicBezTo>
                <a:cubicBezTo>
                  <a:pt x="2442604" y="123330"/>
                  <a:pt x="2444819" y="120292"/>
                  <a:pt x="2445877" y="116697"/>
                </a:cubicBezTo>
                <a:cubicBezTo>
                  <a:pt x="2446604" y="114345"/>
                  <a:pt x="2446968" y="109871"/>
                  <a:pt x="2446968" y="103274"/>
                </a:cubicBezTo>
                <a:lnTo>
                  <a:pt x="2446968" y="97785"/>
                </a:lnTo>
                <a:close/>
                <a:moveTo>
                  <a:pt x="2500987" y="42645"/>
                </a:moveTo>
                <a:lnTo>
                  <a:pt x="2526970" y="42645"/>
                </a:lnTo>
                <a:lnTo>
                  <a:pt x="2526970" y="58116"/>
                </a:lnTo>
                <a:cubicBezTo>
                  <a:pt x="2530342" y="52827"/>
                  <a:pt x="2534904" y="48529"/>
                  <a:pt x="2540656" y="45223"/>
                </a:cubicBezTo>
                <a:cubicBezTo>
                  <a:pt x="2546408" y="41917"/>
                  <a:pt x="2552789" y="40265"/>
                  <a:pt x="2559797" y="40265"/>
                </a:cubicBezTo>
                <a:cubicBezTo>
                  <a:pt x="2572028" y="40265"/>
                  <a:pt x="2582408" y="45058"/>
                  <a:pt x="2590937" y="54645"/>
                </a:cubicBezTo>
                <a:cubicBezTo>
                  <a:pt x="2599466" y="64232"/>
                  <a:pt x="2603731" y="77587"/>
                  <a:pt x="2603731" y="94711"/>
                </a:cubicBezTo>
                <a:cubicBezTo>
                  <a:pt x="2603731" y="112298"/>
                  <a:pt x="2599433" y="125967"/>
                  <a:pt x="2590838" y="135719"/>
                </a:cubicBezTo>
                <a:cubicBezTo>
                  <a:pt x="2582243" y="145471"/>
                  <a:pt x="2571830" y="150347"/>
                  <a:pt x="2559598" y="150347"/>
                </a:cubicBezTo>
                <a:cubicBezTo>
                  <a:pt x="2553780" y="150347"/>
                  <a:pt x="2548508" y="149190"/>
                  <a:pt x="2543780" y="146876"/>
                </a:cubicBezTo>
                <a:cubicBezTo>
                  <a:pt x="2539053" y="144562"/>
                  <a:pt x="2534078" y="140595"/>
                  <a:pt x="2528855" y="134976"/>
                </a:cubicBezTo>
                <a:lnTo>
                  <a:pt x="2528855" y="188034"/>
                </a:lnTo>
                <a:lnTo>
                  <a:pt x="2500987" y="188034"/>
                </a:lnTo>
                <a:lnTo>
                  <a:pt x="2500987" y="42645"/>
                </a:lnTo>
                <a:moveTo>
                  <a:pt x="2528557" y="93474"/>
                </a:moveTo>
                <a:cubicBezTo>
                  <a:pt x="2528557" y="105291"/>
                  <a:pt x="2530904" y="114021"/>
                  <a:pt x="2535598" y="119666"/>
                </a:cubicBezTo>
                <a:cubicBezTo>
                  <a:pt x="2540293" y="125310"/>
                  <a:pt x="2546012" y="128133"/>
                  <a:pt x="2552755" y="128133"/>
                </a:cubicBezTo>
                <a:cubicBezTo>
                  <a:pt x="2559235" y="128133"/>
                  <a:pt x="2564623" y="125542"/>
                  <a:pt x="2568921" y="120360"/>
                </a:cubicBezTo>
                <a:cubicBezTo>
                  <a:pt x="2573218" y="115178"/>
                  <a:pt x="2575367" y="106678"/>
                  <a:pt x="2575367" y="94860"/>
                </a:cubicBezTo>
                <a:cubicBezTo>
                  <a:pt x="2575367" y="83835"/>
                  <a:pt x="2573152" y="75649"/>
                  <a:pt x="2568722" y="70302"/>
                </a:cubicBezTo>
                <a:cubicBezTo>
                  <a:pt x="2564293" y="64955"/>
                  <a:pt x="2558805" y="62281"/>
                  <a:pt x="2552260" y="62281"/>
                </a:cubicBezTo>
                <a:cubicBezTo>
                  <a:pt x="2545450" y="62281"/>
                  <a:pt x="2539797" y="64905"/>
                  <a:pt x="2535301" y="70153"/>
                </a:cubicBezTo>
                <a:cubicBezTo>
                  <a:pt x="2530805" y="75401"/>
                  <a:pt x="2528557" y="83175"/>
                  <a:pt x="2528557" y="93474"/>
                </a:cubicBezTo>
                <a:close/>
                <a:moveTo>
                  <a:pt x="2625086" y="42645"/>
                </a:moveTo>
                <a:lnTo>
                  <a:pt x="2651070" y="42645"/>
                </a:lnTo>
                <a:lnTo>
                  <a:pt x="2651070" y="58116"/>
                </a:lnTo>
                <a:cubicBezTo>
                  <a:pt x="2654441" y="52827"/>
                  <a:pt x="2659003" y="48529"/>
                  <a:pt x="2664756" y="45223"/>
                </a:cubicBezTo>
                <a:cubicBezTo>
                  <a:pt x="2670508" y="41917"/>
                  <a:pt x="2676888" y="40265"/>
                  <a:pt x="2683896" y="40265"/>
                </a:cubicBezTo>
                <a:cubicBezTo>
                  <a:pt x="2696127" y="40265"/>
                  <a:pt x="2706508" y="45058"/>
                  <a:pt x="2715037" y="54645"/>
                </a:cubicBezTo>
                <a:cubicBezTo>
                  <a:pt x="2723566" y="64232"/>
                  <a:pt x="2727830" y="77587"/>
                  <a:pt x="2727830" y="94711"/>
                </a:cubicBezTo>
                <a:cubicBezTo>
                  <a:pt x="2727830" y="112298"/>
                  <a:pt x="2723533" y="125967"/>
                  <a:pt x="2714937" y="135719"/>
                </a:cubicBezTo>
                <a:cubicBezTo>
                  <a:pt x="2706342" y="145471"/>
                  <a:pt x="2695929" y="150347"/>
                  <a:pt x="2683698" y="150347"/>
                </a:cubicBezTo>
                <a:cubicBezTo>
                  <a:pt x="2677880" y="150347"/>
                  <a:pt x="2672607" y="149190"/>
                  <a:pt x="2667879" y="146876"/>
                </a:cubicBezTo>
                <a:cubicBezTo>
                  <a:pt x="2663152" y="144562"/>
                  <a:pt x="2658177" y="140595"/>
                  <a:pt x="2652954" y="134976"/>
                </a:cubicBezTo>
                <a:lnTo>
                  <a:pt x="2652954" y="188034"/>
                </a:lnTo>
                <a:lnTo>
                  <a:pt x="2625086" y="188034"/>
                </a:lnTo>
                <a:lnTo>
                  <a:pt x="2625086" y="42645"/>
                </a:lnTo>
                <a:moveTo>
                  <a:pt x="2652656" y="93474"/>
                </a:moveTo>
                <a:cubicBezTo>
                  <a:pt x="2652656" y="105291"/>
                  <a:pt x="2655003" y="114021"/>
                  <a:pt x="2659698" y="119666"/>
                </a:cubicBezTo>
                <a:cubicBezTo>
                  <a:pt x="2664392" y="125310"/>
                  <a:pt x="2670111" y="128133"/>
                  <a:pt x="2676855" y="128133"/>
                </a:cubicBezTo>
                <a:cubicBezTo>
                  <a:pt x="2683334" y="128133"/>
                  <a:pt x="2688723" y="125542"/>
                  <a:pt x="2693020" y="120360"/>
                </a:cubicBezTo>
                <a:cubicBezTo>
                  <a:pt x="2697318" y="115178"/>
                  <a:pt x="2699466" y="106678"/>
                  <a:pt x="2699466" y="94860"/>
                </a:cubicBezTo>
                <a:cubicBezTo>
                  <a:pt x="2699466" y="83835"/>
                  <a:pt x="2697251" y="75649"/>
                  <a:pt x="2692822" y="70302"/>
                </a:cubicBezTo>
                <a:cubicBezTo>
                  <a:pt x="2688392" y="64955"/>
                  <a:pt x="2682904" y="62281"/>
                  <a:pt x="2676359" y="62281"/>
                </a:cubicBezTo>
                <a:cubicBezTo>
                  <a:pt x="2669549" y="62281"/>
                  <a:pt x="2663896" y="64905"/>
                  <a:pt x="2659400" y="70153"/>
                </a:cubicBezTo>
                <a:cubicBezTo>
                  <a:pt x="2654904" y="75401"/>
                  <a:pt x="2652656" y="83175"/>
                  <a:pt x="2652656" y="93474"/>
                </a:cubicBezTo>
                <a:close/>
                <a:moveTo>
                  <a:pt x="2770804" y="75174"/>
                </a:moveTo>
                <a:lnTo>
                  <a:pt x="2745515" y="70612"/>
                </a:lnTo>
                <a:cubicBezTo>
                  <a:pt x="2748358" y="60296"/>
                  <a:pt x="2753250" y="52659"/>
                  <a:pt x="2760193" y="47703"/>
                </a:cubicBezTo>
                <a:cubicBezTo>
                  <a:pt x="2767135" y="42744"/>
                  <a:pt x="2777449" y="40265"/>
                  <a:pt x="2791135" y="40265"/>
                </a:cubicBezTo>
                <a:cubicBezTo>
                  <a:pt x="2803565" y="40265"/>
                  <a:pt x="2812821" y="41736"/>
                  <a:pt x="2818904" y="44678"/>
                </a:cubicBezTo>
                <a:cubicBezTo>
                  <a:pt x="2824986" y="47620"/>
                  <a:pt x="2829267" y="51355"/>
                  <a:pt x="2831747" y="55884"/>
                </a:cubicBezTo>
                <a:cubicBezTo>
                  <a:pt x="2834226" y="60413"/>
                  <a:pt x="2835466" y="68727"/>
                  <a:pt x="2835466" y="80827"/>
                </a:cubicBezTo>
                <a:lnTo>
                  <a:pt x="2835168" y="113356"/>
                </a:lnTo>
                <a:cubicBezTo>
                  <a:pt x="2835168" y="122612"/>
                  <a:pt x="2835614" y="129438"/>
                  <a:pt x="2836507" y="133835"/>
                </a:cubicBezTo>
                <a:cubicBezTo>
                  <a:pt x="2837399" y="138232"/>
                  <a:pt x="2839069" y="142943"/>
                  <a:pt x="2841515" y="147967"/>
                </a:cubicBezTo>
                <a:lnTo>
                  <a:pt x="2813945" y="147967"/>
                </a:lnTo>
                <a:cubicBezTo>
                  <a:pt x="2813218" y="146116"/>
                  <a:pt x="2812325" y="143372"/>
                  <a:pt x="2811267" y="139736"/>
                </a:cubicBezTo>
                <a:cubicBezTo>
                  <a:pt x="2810804" y="138083"/>
                  <a:pt x="2810474" y="136992"/>
                  <a:pt x="2810275" y="136463"/>
                </a:cubicBezTo>
                <a:cubicBezTo>
                  <a:pt x="2805515" y="141091"/>
                  <a:pt x="2800424" y="144562"/>
                  <a:pt x="2795003" y="146876"/>
                </a:cubicBezTo>
                <a:cubicBezTo>
                  <a:pt x="2789581" y="149190"/>
                  <a:pt x="2783796" y="150347"/>
                  <a:pt x="2777647" y="150347"/>
                </a:cubicBezTo>
                <a:cubicBezTo>
                  <a:pt x="2766804" y="150347"/>
                  <a:pt x="2758259" y="147418"/>
                  <a:pt x="2752011" y="141558"/>
                </a:cubicBezTo>
                <a:cubicBezTo>
                  <a:pt x="2745763" y="135699"/>
                  <a:pt x="2742639" y="128292"/>
                  <a:pt x="2742639" y="119337"/>
                </a:cubicBezTo>
                <a:cubicBezTo>
                  <a:pt x="2742639" y="113411"/>
                  <a:pt x="2744060" y="108128"/>
                  <a:pt x="2746903" y="103488"/>
                </a:cubicBezTo>
                <a:cubicBezTo>
                  <a:pt x="2749746" y="98845"/>
                  <a:pt x="2753730" y="95289"/>
                  <a:pt x="2758854" y="92820"/>
                </a:cubicBezTo>
                <a:cubicBezTo>
                  <a:pt x="2763978" y="90351"/>
                  <a:pt x="2771366" y="88195"/>
                  <a:pt x="2781019" y="86352"/>
                </a:cubicBezTo>
                <a:cubicBezTo>
                  <a:pt x="2794044" y="83917"/>
                  <a:pt x="2803069" y="81645"/>
                  <a:pt x="2808094" y="79537"/>
                </a:cubicBezTo>
                <a:lnTo>
                  <a:pt x="2808094" y="76730"/>
                </a:lnTo>
                <a:cubicBezTo>
                  <a:pt x="2808094" y="71314"/>
                  <a:pt x="2806771" y="67454"/>
                  <a:pt x="2804127" y="65148"/>
                </a:cubicBezTo>
                <a:cubicBezTo>
                  <a:pt x="2801482" y="62840"/>
                  <a:pt x="2796490" y="61686"/>
                  <a:pt x="2789151" y="61686"/>
                </a:cubicBezTo>
                <a:cubicBezTo>
                  <a:pt x="2784193" y="61686"/>
                  <a:pt x="2780325" y="62684"/>
                  <a:pt x="2777548" y="64680"/>
                </a:cubicBezTo>
                <a:cubicBezTo>
                  <a:pt x="2774771" y="66674"/>
                  <a:pt x="2772523" y="70172"/>
                  <a:pt x="2770804" y="75174"/>
                </a:cubicBezTo>
                <a:moveTo>
                  <a:pt x="2808094" y="97785"/>
                </a:moveTo>
                <a:cubicBezTo>
                  <a:pt x="2804523" y="98961"/>
                  <a:pt x="2798870" y="100366"/>
                  <a:pt x="2791135" y="102000"/>
                </a:cubicBezTo>
                <a:cubicBezTo>
                  <a:pt x="2783399" y="103632"/>
                  <a:pt x="2778341" y="105233"/>
                  <a:pt x="2775961" y="106801"/>
                </a:cubicBezTo>
                <a:cubicBezTo>
                  <a:pt x="2772325" y="109348"/>
                  <a:pt x="2770507" y="112582"/>
                  <a:pt x="2770507" y="116501"/>
                </a:cubicBezTo>
                <a:cubicBezTo>
                  <a:pt x="2770507" y="120357"/>
                  <a:pt x="2771961" y="123689"/>
                  <a:pt x="2774870" y="126499"/>
                </a:cubicBezTo>
                <a:cubicBezTo>
                  <a:pt x="2777779" y="129307"/>
                  <a:pt x="2781482" y="130711"/>
                  <a:pt x="2785978" y="130711"/>
                </a:cubicBezTo>
                <a:cubicBezTo>
                  <a:pt x="2791003" y="130711"/>
                  <a:pt x="2795796" y="129078"/>
                  <a:pt x="2800358" y="125811"/>
                </a:cubicBezTo>
                <a:cubicBezTo>
                  <a:pt x="2803730" y="123330"/>
                  <a:pt x="2805945" y="120292"/>
                  <a:pt x="2807003" y="116697"/>
                </a:cubicBezTo>
                <a:cubicBezTo>
                  <a:pt x="2807730" y="114345"/>
                  <a:pt x="2808094" y="109871"/>
                  <a:pt x="2808094" y="103274"/>
                </a:cubicBezTo>
                <a:lnTo>
                  <a:pt x="2808094" y="97785"/>
                </a:lnTo>
                <a:close/>
                <a:moveTo>
                  <a:pt x="2889584" y="147967"/>
                </a:moveTo>
                <a:lnTo>
                  <a:pt x="2861716" y="147967"/>
                </a:lnTo>
                <a:lnTo>
                  <a:pt x="2861716" y="42645"/>
                </a:lnTo>
                <a:lnTo>
                  <a:pt x="2887600" y="42645"/>
                </a:lnTo>
                <a:lnTo>
                  <a:pt x="2887600" y="57620"/>
                </a:lnTo>
                <a:cubicBezTo>
                  <a:pt x="2892030" y="50546"/>
                  <a:pt x="2896013" y="45884"/>
                  <a:pt x="2899551" y="43636"/>
                </a:cubicBezTo>
                <a:cubicBezTo>
                  <a:pt x="2903088" y="41389"/>
                  <a:pt x="2907104" y="40265"/>
                  <a:pt x="2911600" y="40265"/>
                </a:cubicBezTo>
                <a:cubicBezTo>
                  <a:pt x="2917947" y="40265"/>
                  <a:pt x="2924063" y="42017"/>
                  <a:pt x="2929947" y="45521"/>
                </a:cubicBezTo>
                <a:lnTo>
                  <a:pt x="2921319" y="69818"/>
                </a:lnTo>
                <a:cubicBezTo>
                  <a:pt x="2916625" y="66777"/>
                  <a:pt x="2912261" y="65256"/>
                  <a:pt x="2908228" y="65256"/>
                </a:cubicBezTo>
                <a:cubicBezTo>
                  <a:pt x="2904327" y="65256"/>
                  <a:pt x="2901022" y="66331"/>
                  <a:pt x="2898311" y="68480"/>
                </a:cubicBezTo>
                <a:cubicBezTo>
                  <a:pt x="2895600" y="70628"/>
                  <a:pt x="2893468" y="74513"/>
                  <a:pt x="2891914" y="80132"/>
                </a:cubicBezTo>
                <a:cubicBezTo>
                  <a:pt x="2890360" y="85752"/>
                  <a:pt x="2889584" y="97521"/>
                  <a:pt x="2889584" y="115438"/>
                </a:cubicBezTo>
                <a:lnTo>
                  <a:pt x="2889584" y="147967"/>
                </a:lnTo>
                <a:close/>
                <a:moveTo>
                  <a:pt x="3002907" y="114447"/>
                </a:moveTo>
                <a:lnTo>
                  <a:pt x="3030676" y="119207"/>
                </a:lnTo>
                <a:cubicBezTo>
                  <a:pt x="3027106" y="129356"/>
                  <a:pt x="3021469" y="137083"/>
                  <a:pt x="3013767" y="142389"/>
                </a:cubicBezTo>
                <a:cubicBezTo>
                  <a:pt x="3006064" y="147695"/>
                  <a:pt x="2996428" y="150347"/>
                  <a:pt x="2984858" y="150347"/>
                </a:cubicBezTo>
                <a:cubicBezTo>
                  <a:pt x="2966544" y="150347"/>
                  <a:pt x="2952990" y="144364"/>
                  <a:pt x="2944196" y="132397"/>
                </a:cubicBezTo>
                <a:cubicBezTo>
                  <a:pt x="2937254" y="122810"/>
                  <a:pt x="2933783" y="110711"/>
                  <a:pt x="2933783" y="96099"/>
                </a:cubicBezTo>
                <a:cubicBezTo>
                  <a:pt x="2933783" y="78645"/>
                  <a:pt x="2938345" y="64975"/>
                  <a:pt x="2947469" y="55091"/>
                </a:cubicBezTo>
                <a:cubicBezTo>
                  <a:pt x="2956593" y="45207"/>
                  <a:pt x="2968130" y="40265"/>
                  <a:pt x="2982081" y="40265"/>
                </a:cubicBezTo>
                <a:cubicBezTo>
                  <a:pt x="2997750" y="40265"/>
                  <a:pt x="3010114" y="45438"/>
                  <a:pt x="3019172" y="55785"/>
                </a:cubicBezTo>
                <a:cubicBezTo>
                  <a:pt x="3028230" y="66132"/>
                  <a:pt x="3032560" y="81984"/>
                  <a:pt x="3032164" y="103339"/>
                </a:cubicBezTo>
                <a:lnTo>
                  <a:pt x="2962345" y="103339"/>
                </a:lnTo>
                <a:cubicBezTo>
                  <a:pt x="2962544" y="111604"/>
                  <a:pt x="2964792" y="118033"/>
                  <a:pt x="2969089" y="122628"/>
                </a:cubicBezTo>
                <a:cubicBezTo>
                  <a:pt x="2973387" y="127223"/>
                  <a:pt x="2978742" y="129521"/>
                  <a:pt x="2985155" y="129521"/>
                </a:cubicBezTo>
                <a:cubicBezTo>
                  <a:pt x="2989519" y="129521"/>
                  <a:pt x="2993188" y="128331"/>
                  <a:pt x="2996164" y="125951"/>
                </a:cubicBezTo>
                <a:cubicBezTo>
                  <a:pt x="2999139" y="123571"/>
                  <a:pt x="3001387" y="119736"/>
                  <a:pt x="3002907" y="114447"/>
                </a:cubicBezTo>
                <a:moveTo>
                  <a:pt x="3004494" y="86281"/>
                </a:moveTo>
                <a:cubicBezTo>
                  <a:pt x="3004296" y="78248"/>
                  <a:pt x="3002213" y="72141"/>
                  <a:pt x="2998246" y="67959"/>
                </a:cubicBezTo>
                <a:cubicBezTo>
                  <a:pt x="2994279" y="63777"/>
                  <a:pt x="2989453" y="61686"/>
                  <a:pt x="2983767" y="61686"/>
                </a:cubicBezTo>
                <a:cubicBezTo>
                  <a:pt x="2977684" y="61686"/>
                  <a:pt x="2972659" y="63892"/>
                  <a:pt x="2968692" y="68303"/>
                </a:cubicBezTo>
                <a:cubicBezTo>
                  <a:pt x="2964725" y="72716"/>
                  <a:pt x="2962775" y="78709"/>
                  <a:pt x="2962841" y="86281"/>
                </a:cubicBezTo>
                <a:lnTo>
                  <a:pt x="3004494" y="86281"/>
                </a:lnTo>
                <a:close/>
                <a:moveTo>
                  <a:pt x="3054842" y="147967"/>
                </a:moveTo>
                <a:lnTo>
                  <a:pt x="3054842" y="2579"/>
                </a:lnTo>
                <a:lnTo>
                  <a:pt x="3082710" y="2579"/>
                </a:lnTo>
                <a:lnTo>
                  <a:pt x="3082710" y="147967"/>
                </a:lnTo>
                <a:lnTo>
                  <a:pt x="3054842" y="147967"/>
                </a:lnTo>
                <a:close/>
                <a:moveTo>
                  <a:pt x="3169026" y="107306"/>
                </a:moveTo>
                <a:cubicBezTo>
                  <a:pt x="3164199" y="107571"/>
                  <a:pt x="3160563" y="108299"/>
                  <a:pt x="3158117" y="109491"/>
                </a:cubicBezTo>
                <a:cubicBezTo>
                  <a:pt x="3155670" y="110683"/>
                  <a:pt x="3153571" y="112686"/>
                  <a:pt x="3151819" y="115500"/>
                </a:cubicBezTo>
                <a:cubicBezTo>
                  <a:pt x="3150067" y="118312"/>
                  <a:pt x="3148827" y="121836"/>
                  <a:pt x="3148100" y="126072"/>
                </a:cubicBezTo>
                <a:cubicBezTo>
                  <a:pt x="3147571" y="129249"/>
                  <a:pt x="3147307" y="134744"/>
                  <a:pt x="3147307" y="142556"/>
                </a:cubicBezTo>
                <a:cubicBezTo>
                  <a:pt x="3147307" y="155397"/>
                  <a:pt x="3146728" y="164366"/>
                  <a:pt x="3145571" y="169463"/>
                </a:cubicBezTo>
                <a:cubicBezTo>
                  <a:pt x="3144414" y="174560"/>
                  <a:pt x="3142282" y="178647"/>
                  <a:pt x="3139174" y="181724"/>
                </a:cubicBezTo>
                <a:cubicBezTo>
                  <a:pt x="3136067" y="184802"/>
                  <a:pt x="3131505" y="187235"/>
                  <a:pt x="3125488" y="189022"/>
                </a:cubicBezTo>
                <a:cubicBezTo>
                  <a:pt x="3121455" y="190214"/>
                  <a:pt x="3115108" y="190810"/>
                  <a:pt x="3106447" y="190810"/>
                </a:cubicBezTo>
                <a:lnTo>
                  <a:pt x="3101191" y="190810"/>
                </a:lnTo>
                <a:lnTo>
                  <a:pt x="3101191" y="167009"/>
                </a:lnTo>
                <a:cubicBezTo>
                  <a:pt x="3108265" y="167009"/>
                  <a:pt x="3112893" y="166561"/>
                  <a:pt x="3115075" y="165667"/>
                </a:cubicBezTo>
                <a:cubicBezTo>
                  <a:pt x="3117257" y="164774"/>
                  <a:pt x="3118860" y="163484"/>
                  <a:pt x="3119885" y="161796"/>
                </a:cubicBezTo>
                <a:cubicBezTo>
                  <a:pt x="3120910" y="160108"/>
                  <a:pt x="3121439" y="157244"/>
                  <a:pt x="3121472" y="153205"/>
                </a:cubicBezTo>
                <a:cubicBezTo>
                  <a:pt x="3121505" y="149166"/>
                  <a:pt x="3121786" y="141452"/>
                  <a:pt x="3122315" y="130063"/>
                </a:cubicBezTo>
                <a:cubicBezTo>
                  <a:pt x="3122645" y="123179"/>
                  <a:pt x="3123538" y="117668"/>
                  <a:pt x="3124993" y="113529"/>
                </a:cubicBezTo>
                <a:cubicBezTo>
                  <a:pt x="3126447" y="109391"/>
                  <a:pt x="3128381" y="105881"/>
                  <a:pt x="3130794" y="103001"/>
                </a:cubicBezTo>
                <a:cubicBezTo>
                  <a:pt x="3133208" y="100121"/>
                  <a:pt x="3136298" y="97589"/>
                  <a:pt x="3140067" y="95405"/>
                </a:cubicBezTo>
                <a:cubicBezTo>
                  <a:pt x="3135174" y="92232"/>
                  <a:pt x="3131604" y="89124"/>
                  <a:pt x="3129356" y="86083"/>
                </a:cubicBezTo>
                <a:cubicBezTo>
                  <a:pt x="3126249" y="81719"/>
                  <a:pt x="3124133" y="76165"/>
                  <a:pt x="3123009" y="69422"/>
                </a:cubicBezTo>
                <a:cubicBezTo>
                  <a:pt x="3122282" y="64794"/>
                  <a:pt x="3121753" y="54612"/>
                  <a:pt x="3121422" y="38876"/>
                </a:cubicBezTo>
                <a:cubicBezTo>
                  <a:pt x="3121356" y="33917"/>
                  <a:pt x="3120910" y="30612"/>
                  <a:pt x="3120084" y="28959"/>
                </a:cubicBezTo>
                <a:cubicBezTo>
                  <a:pt x="3119257" y="27306"/>
                  <a:pt x="3117769" y="26033"/>
                  <a:pt x="3115621" y="25141"/>
                </a:cubicBezTo>
                <a:cubicBezTo>
                  <a:pt x="3113472" y="24248"/>
                  <a:pt x="3108662" y="23802"/>
                  <a:pt x="3101191" y="23802"/>
                </a:cubicBezTo>
                <a:lnTo>
                  <a:pt x="3101191" y="0"/>
                </a:lnTo>
                <a:lnTo>
                  <a:pt x="3106447" y="0"/>
                </a:lnTo>
                <a:cubicBezTo>
                  <a:pt x="3115373" y="0"/>
                  <a:pt x="3122216" y="695"/>
                  <a:pt x="3126976" y="2086"/>
                </a:cubicBezTo>
                <a:cubicBezTo>
                  <a:pt x="3131736" y="3476"/>
                  <a:pt x="3135736" y="5843"/>
                  <a:pt x="3138976" y="9186"/>
                </a:cubicBezTo>
                <a:cubicBezTo>
                  <a:pt x="3142216" y="12527"/>
                  <a:pt x="3144414" y="16630"/>
                  <a:pt x="3145571" y="21496"/>
                </a:cubicBezTo>
                <a:cubicBezTo>
                  <a:pt x="3146728" y="26362"/>
                  <a:pt x="3147307" y="34024"/>
                  <a:pt x="3147307" y="44483"/>
                </a:cubicBezTo>
                <a:cubicBezTo>
                  <a:pt x="3147307" y="56596"/>
                  <a:pt x="3147803" y="64506"/>
                  <a:pt x="3148794" y="68213"/>
                </a:cubicBezTo>
                <a:cubicBezTo>
                  <a:pt x="3150249" y="73508"/>
                  <a:pt x="3152464" y="77299"/>
                  <a:pt x="3155439" y="79584"/>
                </a:cubicBezTo>
                <a:cubicBezTo>
                  <a:pt x="3158414" y="81867"/>
                  <a:pt x="3162943" y="83174"/>
                  <a:pt x="3169026" y="83504"/>
                </a:cubicBezTo>
                <a:lnTo>
                  <a:pt x="3169026" y="107306"/>
                </a:lnTo>
                <a:close/>
                <a:moveTo>
                  <a:pt x="3251334" y="147967"/>
                </a:moveTo>
                <a:lnTo>
                  <a:pt x="3251334" y="2579"/>
                </a:lnTo>
                <a:lnTo>
                  <a:pt x="3270574" y="2579"/>
                </a:lnTo>
                <a:lnTo>
                  <a:pt x="3270574" y="147967"/>
                </a:lnTo>
                <a:lnTo>
                  <a:pt x="3251334" y="147967"/>
                </a:lnTo>
                <a:close/>
                <a:moveTo>
                  <a:pt x="3375170" y="147967"/>
                </a:moveTo>
                <a:lnTo>
                  <a:pt x="3358608" y="147967"/>
                </a:lnTo>
                <a:lnTo>
                  <a:pt x="3358608" y="2579"/>
                </a:lnTo>
                <a:lnTo>
                  <a:pt x="3376460" y="2579"/>
                </a:lnTo>
                <a:lnTo>
                  <a:pt x="3376460" y="54639"/>
                </a:lnTo>
                <a:cubicBezTo>
                  <a:pt x="3383997" y="45056"/>
                  <a:pt x="3393617" y="40265"/>
                  <a:pt x="3405319" y="40265"/>
                </a:cubicBezTo>
                <a:cubicBezTo>
                  <a:pt x="3411799" y="40265"/>
                  <a:pt x="3417931" y="41570"/>
                  <a:pt x="3423716" y="44182"/>
                </a:cubicBezTo>
                <a:cubicBezTo>
                  <a:pt x="3429501" y="46793"/>
                  <a:pt x="3434262" y="50463"/>
                  <a:pt x="3437997" y="55190"/>
                </a:cubicBezTo>
                <a:cubicBezTo>
                  <a:pt x="3441733" y="59918"/>
                  <a:pt x="3444658" y="65620"/>
                  <a:pt x="3446774" y="72298"/>
                </a:cubicBezTo>
                <a:cubicBezTo>
                  <a:pt x="3448890" y="78975"/>
                  <a:pt x="3449948" y="86116"/>
                  <a:pt x="3449948" y="93719"/>
                </a:cubicBezTo>
                <a:cubicBezTo>
                  <a:pt x="3449948" y="111769"/>
                  <a:pt x="3445485" y="125719"/>
                  <a:pt x="3436559" y="135571"/>
                </a:cubicBezTo>
                <a:cubicBezTo>
                  <a:pt x="3427633" y="145422"/>
                  <a:pt x="3416923" y="150347"/>
                  <a:pt x="3404427" y="150347"/>
                </a:cubicBezTo>
                <a:cubicBezTo>
                  <a:pt x="3391997" y="150347"/>
                  <a:pt x="3382245" y="145091"/>
                  <a:pt x="3375170" y="134579"/>
                </a:cubicBezTo>
                <a:lnTo>
                  <a:pt x="3375170" y="147967"/>
                </a:lnTo>
                <a:moveTo>
                  <a:pt x="3374972" y="94516"/>
                </a:moveTo>
                <a:cubicBezTo>
                  <a:pt x="3374972" y="107082"/>
                  <a:pt x="3376691" y="116161"/>
                  <a:pt x="3380129" y="121754"/>
                </a:cubicBezTo>
                <a:cubicBezTo>
                  <a:pt x="3385749" y="130899"/>
                  <a:pt x="3393352" y="135471"/>
                  <a:pt x="3402939" y="135471"/>
                </a:cubicBezTo>
                <a:cubicBezTo>
                  <a:pt x="3410741" y="135471"/>
                  <a:pt x="3417485" y="132100"/>
                  <a:pt x="3423171" y="125356"/>
                </a:cubicBezTo>
                <a:cubicBezTo>
                  <a:pt x="3428857" y="118612"/>
                  <a:pt x="3431700" y="108562"/>
                  <a:pt x="3431700" y="95207"/>
                </a:cubicBezTo>
                <a:cubicBezTo>
                  <a:pt x="3431700" y="81523"/>
                  <a:pt x="3428972" y="71425"/>
                  <a:pt x="3423518" y="64912"/>
                </a:cubicBezTo>
                <a:cubicBezTo>
                  <a:pt x="3418063" y="58398"/>
                  <a:pt x="3411468" y="55141"/>
                  <a:pt x="3403733" y="55141"/>
                </a:cubicBezTo>
                <a:cubicBezTo>
                  <a:pt x="3395931" y="55141"/>
                  <a:pt x="3389187" y="58513"/>
                  <a:pt x="3383501" y="65256"/>
                </a:cubicBezTo>
                <a:cubicBezTo>
                  <a:pt x="3377815" y="72000"/>
                  <a:pt x="3374972" y="81753"/>
                  <a:pt x="3374972" y="94516"/>
                </a:cubicBezTo>
                <a:close/>
                <a:moveTo>
                  <a:pt x="3464991" y="95306"/>
                </a:moveTo>
                <a:cubicBezTo>
                  <a:pt x="3464991" y="75802"/>
                  <a:pt x="3470413" y="61356"/>
                  <a:pt x="3481256" y="51967"/>
                </a:cubicBezTo>
                <a:cubicBezTo>
                  <a:pt x="3490314" y="44165"/>
                  <a:pt x="3501355" y="40265"/>
                  <a:pt x="3514380" y="40265"/>
                </a:cubicBezTo>
                <a:cubicBezTo>
                  <a:pt x="3528859" y="40265"/>
                  <a:pt x="3540694" y="45008"/>
                  <a:pt x="3549884" y="54496"/>
                </a:cubicBezTo>
                <a:cubicBezTo>
                  <a:pt x="3559074" y="63984"/>
                  <a:pt x="3563669" y="77091"/>
                  <a:pt x="3563669" y="93818"/>
                </a:cubicBezTo>
                <a:cubicBezTo>
                  <a:pt x="3563669" y="107372"/>
                  <a:pt x="3561636" y="118033"/>
                  <a:pt x="3557570" y="125802"/>
                </a:cubicBezTo>
                <a:cubicBezTo>
                  <a:pt x="3553504" y="133571"/>
                  <a:pt x="3547587" y="139604"/>
                  <a:pt x="3539818" y="143901"/>
                </a:cubicBezTo>
                <a:cubicBezTo>
                  <a:pt x="3532049" y="148199"/>
                  <a:pt x="3523570" y="150347"/>
                  <a:pt x="3514380" y="150347"/>
                </a:cubicBezTo>
                <a:cubicBezTo>
                  <a:pt x="3499636" y="150347"/>
                  <a:pt x="3487719" y="145620"/>
                  <a:pt x="3478628" y="136166"/>
                </a:cubicBezTo>
                <a:cubicBezTo>
                  <a:pt x="3469537" y="126711"/>
                  <a:pt x="3464991" y="113091"/>
                  <a:pt x="3464991" y="95306"/>
                </a:cubicBezTo>
                <a:moveTo>
                  <a:pt x="3483339" y="95256"/>
                </a:moveTo>
                <a:cubicBezTo>
                  <a:pt x="3483339" y="108694"/>
                  <a:pt x="3486281" y="118756"/>
                  <a:pt x="3492165" y="125442"/>
                </a:cubicBezTo>
                <a:cubicBezTo>
                  <a:pt x="3498049" y="132128"/>
                  <a:pt x="3505454" y="135471"/>
                  <a:pt x="3514380" y="135471"/>
                </a:cubicBezTo>
                <a:cubicBezTo>
                  <a:pt x="3523239" y="135471"/>
                  <a:pt x="3530611" y="132112"/>
                  <a:pt x="3536496" y="125393"/>
                </a:cubicBezTo>
                <a:cubicBezTo>
                  <a:pt x="3542380" y="118674"/>
                  <a:pt x="3545322" y="108431"/>
                  <a:pt x="3545322" y="94664"/>
                </a:cubicBezTo>
                <a:cubicBezTo>
                  <a:pt x="3545322" y="81687"/>
                  <a:pt x="3542363" y="71856"/>
                  <a:pt x="3536446" y="65170"/>
                </a:cubicBezTo>
                <a:cubicBezTo>
                  <a:pt x="3530529" y="58484"/>
                  <a:pt x="3523173" y="55141"/>
                  <a:pt x="3514380" y="55141"/>
                </a:cubicBezTo>
                <a:cubicBezTo>
                  <a:pt x="3505454" y="55141"/>
                  <a:pt x="3498049" y="58467"/>
                  <a:pt x="3492165" y="65120"/>
                </a:cubicBezTo>
                <a:cubicBezTo>
                  <a:pt x="3486281" y="71773"/>
                  <a:pt x="3483339" y="81818"/>
                  <a:pt x="3483339" y="95256"/>
                </a:cubicBezTo>
                <a:close/>
                <a:moveTo>
                  <a:pt x="3653589" y="147967"/>
                </a:moveTo>
                <a:lnTo>
                  <a:pt x="3653589" y="132496"/>
                </a:lnTo>
                <a:cubicBezTo>
                  <a:pt x="3645391" y="144397"/>
                  <a:pt x="3634250" y="150347"/>
                  <a:pt x="3620168" y="150347"/>
                </a:cubicBezTo>
                <a:cubicBezTo>
                  <a:pt x="3613953" y="150347"/>
                  <a:pt x="3608151" y="149157"/>
                  <a:pt x="3602763" y="146777"/>
                </a:cubicBezTo>
                <a:cubicBezTo>
                  <a:pt x="3597374" y="144397"/>
                  <a:pt x="3593374" y="141405"/>
                  <a:pt x="3590763" y="137802"/>
                </a:cubicBezTo>
                <a:cubicBezTo>
                  <a:pt x="3588151" y="134199"/>
                  <a:pt x="3586316" y="129785"/>
                  <a:pt x="3585259" y="124562"/>
                </a:cubicBezTo>
                <a:cubicBezTo>
                  <a:pt x="3584531" y="121058"/>
                  <a:pt x="3584168" y="115504"/>
                  <a:pt x="3584168" y="107901"/>
                </a:cubicBezTo>
                <a:lnTo>
                  <a:pt x="3584168" y="42645"/>
                </a:lnTo>
                <a:lnTo>
                  <a:pt x="3602019" y="42645"/>
                </a:lnTo>
                <a:lnTo>
                  <a:pt x="3602019" y="101058"/>
                </a:lnTo>
                <a:cubicBezTo>
                  <a:pt x="3602019" y="110380"/>
                  <a:pt x="3602383" y="116661"/>
                  <a:pt x="3603110" y="119901"/>
                </a:cubicBezTo>
                <a:cubicBezTo>
                  <a:pt x="3604234" y="124595"/>
                  <a:pt x="3606614" y="128281"/>
                  <a:pt x="3610250" y="130959"/>
                </a:cubicBezTo>
                <a:cubicBezTo>
                  <a:pt x="3613887" y="133637"/>
                  <a:pt x="3618383" y="134976"/>
                  <a:pt x="3623738" y="134976"/>
                </a:cubicBezTo>
                <a:cubicBezTo>
                  <a:pt x="3629093" y="134976"/>
                  <a:pt x="3634118" y="133604"/>
                  <a:pt x="3638812" y="130860"/>
                </a:cubicBezTo>
                <a:cubicBezTo>
                  <a:pt x="3643507" y="128116"/>
                  <a:pt x="3646829" y="124380"/>
                  <a:pt x="3648779" y="119653"/>
                </a:cubicBezTo>
                <a:cubicBezTo>
                  <a:pt x="3650730" y="114926"/>
                  <a:pt x="3651705" y="108066"/>
                  <a:pt x="3651705" y="99075"/>
                </a:cubicBezTo>
                <a:lnTo>
                  <a:pt x="3651705" y="42645"/>
                </a:lnTo>
                <a:lnTo>
                  <a:pt x="3669556" y="42645"/>
                </a:lnTo>
                <a:lnTo>
                  <a:pt x="3669556" y="147967"/>
                </a:lnTo>
                <a:lnTo>
                  <a:pt x="3653589" y="147967"/>
                </a:lnTo>
                <a:close/>
                <a:moveTo>
                  <a:pt x="3694219" y="156695"/>
                </a:moveTo>
                <a:lnTo>
                  <a:pt x="3711575" y="159273"/>
                </a:lnTo>
                <a:cubicBezTo>
                  <a:pt x="3712302" y="164629"/>
                  <a:pt x="3714318" y="168529"/>
                  <a:pt x="3717624" y="170976"/>
                </a:cubicBezTo>
                <a:cubicBezTo>
                  <a:pt x="3722054" y="174281"/>
                  <a:pt x="3728104" y="175934"/>
                  <a:pt x="3735773" y="175934"/>
                </a:cubicBezTo>
                <a:cubicBezTo>
                  <a:pt x="3744038" y="175934"/>
                  <a:pt x="3750418" y="174277"/>
                  <a:pt x="3754914" y="170963"/>
                </a:cubicBezTo>
                <a:cubicBezTo>
                  <a:pt x="3759409" y="167651"/>
                  <a:pt x="3762451" y="163013"/>
                  <a:pt x="3764038" y="157048"/>
                </a:cubicBezTo>
                <a:cubicBezTo>
                  <a:pt x="3764963" y="153405"/>
                  <a:pt x="3765393" y="145752"/>
                  <a:pt x="3765327" y="134089"/>
                </a:cubicBezTo>
                <a:cubicBezTo>
                  <a:pt x="3757525" y="143341"/>
                  <a:pt x="3747806" y="147967"/>
                  <a:pt x="3736170" y="147967"/>
                </a:cubicBezTo>
                <a:cubicBezTo>
                  <a:pt x="3721690" y="147967"/>
                  <a:pt x="3710484" y="142744"/>
                  <a:pt x="3702550" y="132298"/>
                </a:cubicBezTo>
                <a:cubicBezTo>
                  <a:pt x="3694616" y="121852"/>
                  <a:pt x="3690649" y="109323"/>
                  <a:pt x="3690649" y="94711"/>
                </a:cubicBezTo>
                <a:cubicBezTo>
                  <a:pt x="3690649" y="84661"/>
                  <a:pt x="3692467" y="75389"/>
                  <a:pt x="3696104" y="66893"/>
                </a:cubicBezTo>
                <a:cubicBezTo>
                  <a:pt x="3699740" y="58397"/>
                  <a:pt x="3705013" y="51835"/>
                  <a:pt x="3711922" y="47207"/>
                </a:cubicBezTo>
                <a:cubicBezTo>
                  <a:pt x="3718831" y="42579"/>
                  <a:pt x="3726947" y="40265"/>
                  <a:pt x="3736269" y="40265"/>
                </a:cubicBezTo>
                <a:cubicBezTo>
                  <a:pt x="3748699" y="40265"/>
                  <a:pt x="3758947" y="45322"/>
                  <a:pt x="3767013" y="55438"/>
                </a:cubicBezTo>
                <a:lnTo>
                  <a:pt x="3767013" y="42645"/>
                </a:lnTo>
                <a:lnTo>
                  <a:pt x="3783476" y="42645"/>
                </a:lnTo>
                <a:lnTo>
                  <a:pt x="3783476" y="133748"/>
                </a:lnTo>
                <a:cubicBezTo>
                  <a:pt x="3783476" y="150155"/>
                  <a:pt x="3781806" y="161782"/>
                  <a:pt x="3778467" y="168630"/>
                </a:cubicBezTo>
                <a:cubicBezTo>
                  <a:pt x="3775129" y="175477"/>
                  <a:pt x="3769839" y="180885"/>
                  <a:pt x="3762600" y="184854"/>
                </a:cubicBezTo>
                <a:cubicBezTo>
                  <a:pt x="3755360" y="188825"/>
                  <a:pt x="3746451" y="190810"/>
                  <a:pt x="3735872" y="190810"/>
                </a:cubicBezTo>
                <a:cubicBezTo>
                  <a:pt x="3723310" y="190810"/>
                  <a:pt x="3713161" y="187976"/>
                  <a:pt x="3705426" y="182306"/>
                </a:cubicBezTo>
                <a:cubicBezTo>
                  <a:pt x="3697690" y="176637"/>
                  <a:pt x="3693955" y="168100"/>
                  <a:pt x="3694219" y="156695"/>
                </a:cubicBezTo>
                <a:moveTo>
                  <a:pt x="3708996" y="93425"/>
                </a:moveTo>
                <a:cubicBezTo>
                  <a:pt x="3708996" y="107208"/>
                  <a:pt x="3711740" y="117265"/>
                  <a:pt x="3717228" y="123595"/>
                </a:cubicBezTo>
                <a:cubicBezTo>
                  <a:pt x="3722715" y="129926"/>
                  <a:pt x="3729591" y="133091"/>
                  <a:pt x="3737856" y="133091"/>
                </a:cubicBezTo>
                <a:cubicBezTo>
                  <a:pt x="3746054" y="133091"/>
                  <a:pt x="3752930" y="129942"/>
                  <a:pt x="3758484" y="123645"/>
                </a:cubicBezTo>
                <a:cubicBezTo>
                  <a:pt x="3764038" y="117347"/>
                  <a:pt x="3766814" y="107471"/>
                  <a:pt x="3766814" y="94017"/>
                </a:cubicBezTo>
                <a:cubicBezTo>
                  <a:pt x="3766814" y="81157"/>
                  <a:pt x="3763955" y="71463"/>
                  <a:pt x="3758236" y="64934"/>
                </a:cubicBezTo>
                <a:cubicBezTo>
                  <a:pt x="3752517" y="58405"/>
                  <a:pt x="3745624" y="55141"/>
                  <a:pt x="3737558" y="55141"/>
                </a:cubicBezTo>
                <a:cubicBezTo>
                  <a:pt x="3729624" y="55141"/>
                  <a:pt x="3722880" y="58356"/>
                  <a:pt x="3717327" y="64785"/>
                </a:cubicBezTo>
                <a:cubicBezTo>
                  <a:pt x="3711773" y="71215"/>
                  <a:pt x="3708996" y="80762"/>
                  <a:pt x="3708996" y="93425"/>
                </a:cubicBezTo>
                <a:close/>
                <a:moveTo>
                  <a:pt x="3810420" y="147967"/>
                </a:moveTo>
                <a:lnTo>
                  <a:pt x="3810420" y="2579"/>
                </a:lnTo>
                <a:lnTo>
                  <a:pt x="3828271" y="2579"/>
                </a:lnTo>
                <a:lnTo>
                  <a:pt x="3828271" y="54744"/>
                </a:lnTo>
                <a:cubicBezTo>
                  <a:pt x="3836602" y="45091"/>
                  <a:pt x="3847114" y="40265"/>
                  <a:pt x="3859809" y="40265"/>
                </a:cubicBezTo>
                <a:cubicBezTo>
                  <a:pt x="3867610" y="40265"/>
                  <a:pt x="3874387" y="41802"/>
                  <a:pt x="3880139" y="44876"/>
                </a:cubicBezTo>
                <a:cubicBezTo>
                  <a:pt x="3885891" y="47951"/>
                  <a:pt x="3890007" y="52198"/>
                  <a:pt x="3892486" y="57620"/>
                </a:cubicBezTo>
                <a:cubicBezTo>
                  <a:pt x="3894966" y="63041"/>
                  <a:pt x="3896205" y="70909"/>
                  <a:pt x="3896205" y="81223"/>
                </a:cubicBezTo>
                <a:lnTo>
                  <a:pt x="3896205" y="147967"/>
                </a:lnTo>
                <a:lnTo>
                  <a:pt x="3878354" y="147967"/>
                </a:lnTo>
                <a:lnTo>
                  <a:pt x="3878354" y="81223"/>
                </a:lnTo>
                <a:cubicBezTo>
                  <a:pt x="3878354" y="72298"/>
                  <a:pt x="3876420" y="65802"/>
                  <a:pt x="3872552" y="61736"/>
                </a:cubicBezTo>
                <a:cubicBezTo>
                  <a:pt x="3868685" y="57670"/>
                  <a:pt x="3863214" y="55636"/>
                  <a:pt x="3856139" y="55636"/>
                </a:cubicBezTo>
                <a:cubicBezTo>
                  <a:pt x="3850850" y="55636"/>
                  <a:pt x="3845875" y="57008"/>
                  <a:pt x="3841214" y="59752"/>
                </a:cubicBezTo>
                <a:cubicBezTo>
                  <a:pt x="3836552" y="62496"/>
                  <a:pt x="3833230" y="66215"/>
                  <a:pt x="3831247" y="70909"/>
                </a:cubicBezTo>
                <a:cubicBezTo>
                  <a:pt x="3829263" y="75603"/>
                  <a:pt x="3828271" y="82083"/>
                  <a:pt x="3828271" y="90347"/>
                </a:cubicBezTo>
                <a:lnTo>
                  <a:pt x="3828271" y="147967"/>
                </a:lnTo>
                <a:lnTo>
                  <a:pt x="3810420" y="147967"/>
                </a:lnTo>
                <a:close/>
                <a:moveTo>
                  <a:pt x="3962324" y="132199"/>
                </a:moveTo>
                <a:lnTo>
                  <a:pt x="3964902" y="147967"/>
                </a:lnTo>
                <a:cubicBezTo>
                  <a:pt x="3959877" y="148893"/>
                  <a:pt x="3955382" y="149356"/>
                  <a:pt x="3951415" y="149356"/>
                </a:cubicBezTo>
                <a:cubicBezTo>
                  <a:pt x="3944935" y="149356"/>
                  <a:pt x="3939910" y="148331"/>
                  <a:pt x="3936340" y="146281"/>
                </a:cubicBezTo>
                <a:cubicBezTo>
                  <a:pt x="3932770" y="144232"/>
                  <a:pt x="3930258" y="141538"/>
                  <a:pt x="3928803" y="138199"/>
                </a:cubicBezTo>
                <a:cubicBezTo>
                  <a:pt x="3927348" y="134860"/>
                  <a:pt x="3926621" y="127835"/>
                  <a:pt x="3926621" y="117124"/>
                </a:cubicBezTo>
                <a:lnTo>
                  <a:pt x="3926621" y="56529"/>
                </a:lnTo>
                <a:lnTo>
                  <a:pt x="3913530" y="56529"/>
                </a:lnTo>
                <a:lnTo>
                  <a:pt x="3913530" y="42645"/>
                </a:lnTo>
                <a:lnTo>
                  <a:pt x="3926621" y="42645"/>
                </a:lnTo>
                <a:lnTo>
                  <a:pt x="3926621" y="16491"/>
                </a:lnTo>
                <a:lnTo>
                  <a:pt x="3944373" y="5752"/>
                </a:lnTo>
                <a:lnTo>
                  <a:pt x="3944373" y="42645"/>
                </a:lnTo>
                <a:lnTo>
                  <a:pt x="3962324" y="42645"/>
                </a:lnTo>
                <a:lnTo>
                  <a:pt x="3962324" y="56529"/>
                </a:lnTo>
                <a:lnTo>
                  <a:pt x="3944373" y="56529"/>
                </a:lnTo>
                <a:lnTo>
                  <a:pt x="3944373" y="118116"/>
                </a:lnTo>
                <a:cubicBezTo>
                  <a:pt x="3944373" y="123207"/>
                  <a:pt x="3944687" y="126480"/>
                  <a:pt x="3945315" y="127934"/>
                </a:cubicBezTo>
                <a:cubicBezTo>
                  <a:pt x="3945944" y="129389"/>
                  <a:pt x="3946968" y="130546"/>
                  <a:pt x="3948390" y="131405"/>
                </a:cubicBezTo>
                <a:cubicBezTo>
                  <a:pt x="3949811" y="132265"/>
                  <a:pt x="3951844" y="132695"/>
                  <a:pt x="3954489" y="132695"/>
                </a:cubicBezTo>
                <a:cubicBezTo>
                  <a:pt x="3956473" y="132695"/>
                  <a:pt x="3959084" y="132529"/>
                  <a:pt x="3962324" y="132199"/>
                </a:cubicBezTo>
                <a:close/>
                <a:moveTo>
                  <a:pt x="4029631" y="95306"/>
                </a:moveTo>
                <a:cubicBezTo>
                  <a:pt x="4029631" y="75802"/>
                  <a:pt x="4035052" y="61356"/>
                  <a:pt x="4045895" y="51967"/>
                </a:cubicBezTo>
                <a:cubicBezTo>
                  <a:pt x="4054953" y="44165"/>
                  <a:pt x="4065994" y="40265"/>
                  <a:pt x="4079019" y="40265"/>
                </a:cubicBezTo>
                <a:cubicBezTo>
                  <a:pt x="4093498" y="40265"/>
                  <a:pt x="4105333" y="45008"/>
                  <a:pt x="4114523" y="54496"/>
                </a:cubicBezTo>
                <a:cubicBezTo>
                  <a:pt x="4123713" y="63984"/>
                  <a:pt x="4128308" y="77091"/>
                  <a:pt x="4128308" y="93818"/>
                </a:cubicBezTo>
                <a:cubicBezTo>
                  <a:pt x="4128308" y="107372"/>
                  <a:pt x="4126275" y="118033"/>
                  <a:pt x="4122209" y="125802"/>
                </a:cubicBezTo>
                <a:cubicBezTo>
                  <a:pt x="4118143" y="133571"/>
                  <a:pt x="4112226" y="139604"/>
                  <a:pt x="4104457" y="143901"/>
                </a:cubicBezTo>
                <a:cubicBezTo>
                  <a:pt x="4096689" y="148199"/>
                  <a:pt x="4088209" y="150347"/>
                  <a:pt x="4079019" y="150347"/>
                </a:cubicBezTo>
                <a:cubicBezTo>
                  <a:pt x="4064275" y="150347"/>
                  <a:pt x="4052358" y="145620"/>
                  <a:pt x="4043267" y="136166"/>
                </a:cubicBezTo>
                <a:cubicBezTo>
                  <a:pt x="4034176" y="126711"/>
                  <a:pt x="4029631" y="113091"/>
                  <a:pt x="4029631" y="95306"/>
                </a:cubicBezTo>
                <a:moveTo>
                  <a:pt x="4047978" y="95256"/>
                </a:moveTo>
                <a:cubicBezTo>
                  <a:pt x="4047978" y="108694"/>
                  <a:pt x="4050920" y="118756"/>
                  <a:pt x="4056804" y="125442"/>
                </a:cubicBezTo>
                <a:cubicBezTo>
                  <a:pt x="4062688" y="132128"/>
                  <a:pt x="4070093" y="135471"/>
                  <a:pt x="4079019" y="135471"/>
                </a:cubicBezTo>
                <a:cubicBezTo>
                  <a:pt x="4087879" y="135471"/>
                  <a:pt x="4095251" y="132112"/>
                  <a:pt x="4101135" y="125393"/>
                </a:cubicBezTo>
                <a:cubicBezTo>
                  <a:pt x="4107019" y="118674"/>
                  <a:pt x="4109961" y="108431"/>
                  <a:pt x="4109961" y="94664"/>
                </a:cubicBezTo>
                <a:cubicBezTo>
                  <a:pt x="4109961" y="81687"/>
                  <a:pt x="4107003" y="71856"/>
                  <a:pt x="4101085" y="65170"/>
                </a:cubicBezTo>
                <a:cubicBezTo>
                  <a:pt x="4095168" y="58484"/>
                  <a:pt x="4087812" y="55141"/>
                  <a:pt x="4079019" y="55141"/>
                </a:cubicBezTo>
                <a:cubicBezTo>
                  <a:pt x="4070093" y="55141"/>
                  <a:pt x="4062688" y="58467"/>
                  <a:pt x="4056804" y="65120"/>
                </a:cubicBezTo>
                <a:cubicBezTo>
                  <a:pt x="4050920" y="71773"/>
                  <a:pt x="4047978" y="81818"/>
                  <a:pt x="4047978" y="95256"/>
                </a:cubicBezTo>
                <a:close/>
                <a:moveTo>
                  <a:pt x="4149204" y="147967"/>
                </a:moveTo>
                <a:lnTo>
                  <a:pt x="4149204" y="42645"/>
                </a:lnTo>
                <a:lnTo>
                  <a:pt x="4165270" y="42645"/>
                </a:lnTo>
                <a:lnTo>
                  <a:pt x="4165270" y="57521"/>
                </a:lnTo>
                <a:cubicBezTo>
                  <a:pt x="4173005" y="46017"/>
                  <a:pt x="4184179" y="40265"/>
                  <a:pt x="4198790" y="40265"/>
                </a:cubicBezTo>
                <a:cubicBezTo>
                  <a:pt x="4205138" y="40265"/>
                  <a:pt x="4210972" y="41405"/>
                  <a:pt x="4216295" y="43686"/>
                </a:cubicBezTo>
                <a:cubicBezTo>
                  <a:pt x="4221617" y="45967"/>
                  <a:pt x="4225600" y="48959"/>
                  <a:pt x="4228245" y="52661"/>
                </a:cubicBezTo>
                <a:cubicBezTo>
                  <a:pt x="4230890" y="56364"/>
                  <a:pt x="4232741" y="60760"/>
                  <a:pt x="4233799" y="65851"/>
                </a:cubicBezTo>
                <a:cubicBezTo>
                  <a:pt x="4234460" y="69157"/>
                  <a:pt x="4234791" y="74942"/>
                  <a:pt x="4234791" y="83207"/>
                </a:cubicBezTo>
                <a:lnTo>
                  <a:pt x="4234791" y="147967"/>
                </a:lnTo>
                <a:lnTo>
                  <a:pt x="4216939" y="147967"/>
                </a:lnTo>
                <a:lnTo>
                  <a:pt x="4216939" y="83833"/>
                </a:lnTo>
                <a:cubicBezTo>
                  <a:pt x="4216939" y="76552"/>
                  <a:pt x="4216245" y="71108"/>
                  <a:pt x="4214857" y="67500"/>
                </a:cubicBezTo>
                <a:cubicBezTo>
                  <a:pt x="4213468" y="63893"/>
                  <a:pt x="4211005" y="61014"/>
                  <a:pt x="4207468" y="58863"/>
                </a:cubicBezTo>
                <a:cubicBezTo>
                  <a:pt x="4203931" y="56712"/>
                  <a:pt x="4199782" y="55636"/>
                  <a:pt x="4195022" y="55636"/>
                </a:cubicBezTo>
                <a:cubicBezTo>
                  <a:pt x="4187419" y="55636"/>
                  <a:pt x="4180857" y="58053"/>
                  <a:pt x="4175336" y="62885"/>
                </a:cubicBezTo>
                <a:cubicBezTo>
                  <a:pt x="4169815" y="67716"/>
                  <a:pt x="4167055" y="76882"/>
                  <a:pt x="4167055" y="90385"/>
                </a:cubicBezTo>
                <a:lnTo>
                  <a:pt x="4167055" y="147967"/>
                </a:lnTo>
                <a:lnTo>
                  <a:pt x="4149204" y="147967"/>
                </a:lnTo>
                <a:close/>
                <a:moveTo>
                  <a:pt x="4293716" y="147967"/>
                </a:moveTo>
                <a:lnTo>
                  <a:pt x="4349550" y="2579"/>
                </a:lnTo>
                <a:lnTo>
                  <a:pt x="4370278" y="2579"/>
                </a:lnTo>
                <a:lnTo>
                  <a:pt x="4429782" y="147967"/>
                </a:lnTo>
                <a:lnTo>
                  <a:pt x="4407865" y="147967"/>
                </a:lnTo>
                <a:lnTo>
                  <a:pt x="4390906" y="104132"/>
                </a:lnTo>
                <a:lnTo>
                  <a:pt x="4330112" y="104132"/>
                </a:lnTo>
                <a:lnTo>
                  <a:pt x="4314145" y="147967"/>
                </a:lnTo>
                <a:lnTo>
                  <a:pt x="4293716" y="147967"/>
                </a:lnTo>
                <a:moveTo>
                  <a:pt x="4335666" y="88265"/>
                </a:moveTo>
                <a:lnTo>
                  <a:pt x="4384956" y="88265"/>
                </a:lnTo>
                <a:lnTo>
                  <a:pt x="4369782" y="48000"/>
                </a:lnTo>
                <a:cubicBezTo>
                  <a:pt x="4365154" y="35769"/>
                  <a:pt x="4361716" y="25719"/>
                  <a:pt x="4359468" y="17851"/>
                </a:cubicBezTo>
                <a:cubicBezTo>
                  <a:pt x="4357617" y="27174"/>
                  <a:pt x="4355005" y="36430"/>
                  <a:pt x="4351633" y="45620"/>
                </a:cubicBezTo>
                <a:lnTo>
                  <a:pt x="4335666" y="88265"/>
                </a:lnTo>
                <a:close/>
                <a:moveTo>
                  <a:pt x="4442875" y="147967"/>
                </a:moveTo>
                <a:lnTo>
                  <a:pt x="4442875" y="42645"/>
                </a:lnTo>
                <a:lnTo>
                  <a:pt x="4458842" y="42645"/>
                </a:lnTo>
                <a:lnTo>
                  <a:pt x="4458842" y="57322"/>
                </a:lnTo>
                <a:cubicBezTo>
                  <a:pt x="4462147" y="52194"/>
                  <a:pt x="4466544" y="48069"/>
                  <a:pt x="4472032" y="44947"/>
                </a:cubicBezTo>
                <a:cubicBezTo>
                  <a:pt x="4477519" y="41826"/>
                  <a:pt x="4483767" y="40265"/>
                  <a:pt x="4490775" y="40265"/>
                </a:cubicBezTo>
                <a:cubicBezTo>
                  <a:pt x="4498577" y="40265"/>
                  <a:pt x="4504974" y="41876"/>
                  <a:pt x="4509966" y="45099"/>
                </a:cubicBezTo>
                <a:cubicBezTo>
                  <a:pt x="4514957" y="48320"/>
                  <a:pt x="4518478" y="52825"/>
                  <a:pt x="4520528" y="58612"/>
                </a:cubicBezTo>
                <a:cubicBezTo>
                  <a:pt x="4528858" y="46380"/>
                  <a:pt x="4539701" y="40265"/>
                  <a:pt x="4553057" y="40265"/>
                </a:cubicBezTo>
                <a:cubicBezTo>
                  <a:pt x="4563503" y="40265"/>
                  <a:pt x="4571536" y="43157"/>
                  <a:pt x="4577156" y="48942"/>
                </a:cubicBezTo>
                <a:cubicBezTo>
                  <a:pt x="4582776" y="54727"/>
                  <a:pt x="4585586" y="63637"/>
                  <a:pt x="4585586" y="75670"/>
                </a:cubicBezTo>
                <a:lnTo>
                  <a:pt x="4585586" y="147967"/>
                </a:lnTo>
                <a:lnTo>
                  <a:pt x="4567834" y="147967"/>
                </a:lnTo>
                <a:lnTo>
                  <a:pt x="4567834" y="81549"/>
                </a:lnTo>
                <a:cubicBezTo>
                  <a:pt x="4567834" y="74400"/>
                  <a:pt x="4567255" y="69254"/>
                  <a:pt x="4566098" y="66112"/>
                </a:cubicBezTo>
                <a:cubicBezTo>
                  <a:pt x="4564941" y="62967"/>
                  <a:pt x="4562842" y="60435"/>
                  <a:pt x="4559800" y="58516"/>
                </a:cubicBezTo>
                <a:cubicBezTo>
                  <a:pt x="4556759" y="56596"/>
                  <a:pt x="4553189" y="55636"/>
                  <a:pt x="4549090" y="55636"/>
                </a:cubicBezTo>
                <a:cubicBezTo>
                  <a:pt x="4541685" y="55636"/>
                  <a:pt x="4535536" y="58102"/>
                  <a:pt x="4530643" y="63034"/>
                </a:cubicBezTo>
                <a:cubicBezTo>
                  <a:pt x="4525751" y="67964"/>
                  <a:pt x="4523304" y="75857"/>
                  <a:pt x="4523304" y="86712"/>
                </a:cubicBezTo>
                <a:lnTo>
                  <a:pt x="4523304" y="147967"/>
                </a:lnTo>
                <a:lnTo>
                  <a:pt x="4505453" y="147967"/>
                </a:lnTo>
                <a:lnTo>
                  <a:pt x="4505453" y="79463"/>
                </a:lnTo>
                <a:cubicBezTo>
                  <a:pt x="4505453" y="71521"/>
                  <a:pt x="4503999" y="65564"/>
                  <a:pt x="4501090" y="61593"/>
                </a:cubicBezTo>
                <a:cubicBezTo>
                  <a:pt x="4498180" y="57622"/>
                  <a:pt x="4493420" y="55636"/>
                  <a:pt x="4486809" y="55636"/>
                </a:cubicBezTo>
                <a:cubicBezTo>
                  <a:pt x="4481784" y="55636"/>
                  <a:pt x="4477139" y="56961"/>
                  <a:pt x="4472875" y="59610"/>
                </a:cubicBezTo>
                <a:cubicBezTo>
                  <a:pt x="4468610" y="62256"/>
                  <a:pt x="4465519" y="66128"/>
                  <a:pt x="4463602" y="71225"/>
                </a:cubicBezTo>
                <a:cubicBezTo>
                  <a:pt x="4461685" y="76320"/>
                  <a:pt x="4460726" y="83667"/>
                  <a:pt x="4460726" y="93264"/>
                </a:cubicBezTo>
                <a:lnTo>
                  <a:pt x="4460726" y="147967"/>
                </a:lnTo>
                <a:lnTo>
                  <a:pt x="4442875" y="147967"/>
                </a:lnTo>
                <a:close/>
                <a:moveTo>
                  <a:pt x="4680791" y="134963"/>
                </a:moveTo>
                <a:cubicBezTo>
                  <a:pt x="4674180" y="140587"/>
                  <a:pt x="4667816" y="144557"/>
                  <a:pt x="4661700" y="146873"/>
                </a:cubicBezTo>
                <a:cubicBezTo>
                  <a:pt x="4655584" y="149189"/>
                  <a:pt x="4649022" y="150347"/>
                  <a:pt x="4642014" y="150347"/>
                </a:cubicBezTo>
                <a:cubicBezTo>
                  <a:pt x="4630444" y="150347"/>
                  <a:pt x="4621551" y="147519"/>
                  <a:pt x="4615336" y="141862"/>
                </a:cubicBezTo>
                <a:cubicBezTo>
                  <a:pt x="4609122" y="136205"/>
                  <a:pt x="4606014" y="128977"/>
                  <a:pt x="4606014" y="120177"/>
                </a:cubicBezTo>
                <a:cubicBezTo>
                  <a:pt x="4606014" y="115018"/>
                  <a:pt x="4607188" y="110305"/>
                  <a:pt x="4609535" y="106038"/>
                </a:cubicBezTo>
                <a:cubicBezTo>
                  <a:pt x="4611882" y="101770"/>
                  <a:pt x="4614956" y="98345"/>
                  <a:pt x="4618758" y="95765"/>
                </a:cubicBezTo>
                <a:cubicBezTo>
                  <a:pt x="4622560" y="93184"/>
                  <a:pt x="4626841" y="91233"/>
                  <a:pt x="4631601" y="89910"/>
                </a:cubicBezTo>
                <a:cubicBezTo>
                  <a:pt x="4635105" y="88983"/>
                  <a:pt x="4640394" y="88089"/>
                  <a:pt x="4647469" y="87230"/>
                </a:cubicBezTo>
                <a:cubicBezTo>
                  <a:pt x="4661882" y="85523"/>
                  <a:pt x="4672494" y="83488"/>
                  <a:pt x="4679304" y="81124"/>
                </a:cubicBezTo>
                <a:cubicBezTo>
                  <a:pt x="4679370" y="78688"/>
                  <a:pt x="4679403" y="77141"/>
                  <a:pt x="4679403" y="76482"/>
                </a:cubicBezTo>
                <a:cubicBezTo>
                  <a:pt x="4679403" y="69236"/>
                  <a:pt x="4677717" y="64131"/>
                  <a:pt x="4674345" y="61169"/>
                </a:cubicBezTo>
                <a:cubicBezTo>
                  <a:pt x="4669783" y="57150"/>
                  <a:pt x="4663006" y="55141"/>
                  <a:pt x="4654014" y="55141"/>
                </a:cubicBezTo>
                <a:cubicBezTo>
                  <a:pt x="4645617" y="55141"/>
                  <a:pt x="4639419" y="56612"/>
                  <a:pt x="4635419" y="59554"/>
                </a:cubicBezTo>
                <a:cubicBezTo>
                  <a:pt x="4631419" y="62496"/>
                  <a:pt x="4628460" y="67703"/>
                  <a:pt x="4626543" y="75174"/>
                </a:cubicBezTo>
                <a:lnTo>
                  <a:pt x="4609088" y="72794"/>
                </a:lnTo>
                <a:cubicBezTo>
                  <a:pt x="4610675" y="65300"/>
                  <a:pt x="4613287" y="59248"/>
                  <a:pt x="4616923" y="54639"/>
                </a:cubicBezTo>
                <a:cubicBezTo>
                  <a:pt x="4620560" y="50029"/>
                  <a:pt x="4625816" y="46482"/>
                  <a:pt x="4632692" y="43996"/>
                </a:cubicBezTo>
                <a:cubicBezTo>
                  <a:pt x="4639568" y="41508"/>
                  <a:pt x="4647535" y="40265"/>
                  <a:pt x="4656593" y="40265"/>
                </a:cubicBezTo>
                <a:cubicBezTo>
                  <a:pt x="4665584" y="40265"/>
                  <a:pt x="4672890" y="41322"/>
                  <a:pt x="4678510" y="43438"/>
                </a:cubicBezTo>
                <a:cubicBezTo>
                  <a:pt x="4684130" y="45554"/>
                  <a:pt x="4688262" y="48215"/>
                  <a:pt x="4690907" y="51422"/>
                </a:cubicBezTo>
                <a:cubicBezTo>
                  <a:pt x="4693551" y="54628"/>
                  <a:pt x="4695403" y="58678"/>
                  <a:pt x="4696461" y="63570"/>
                </a:cubicBezTo>
                <a:cubicBezTo>
                  <a:pt x="4697056" y="66612"/>
                  <a:pt x="4697353" y="72099"/>
                  <a:pt x="4697353" y="80033"/>
                </a:cubicBezTo>
                <a:lnTo>
                  <a:pt x="4697353" y="103835"/>
                </a:lnTo>
                <a:cubicBezTo>
                  <a:pt x="4697353" y="120430"/>
                  <a:pt x="4697733" y="130926"/>
                  <a:pt x="4698494" y="135323"/>
                </a:cubicBezTo>
                <a:cubicBezTo>
                  <a:pt x="4699254" y="139719"/>
                  <a:pt x="4700758" y="143934"/>
                  <a:pt x="4703006" y="147967"/>
                </a:cubicBezTo>
                <a:lnTo>
                  <a:pt x="4684361" y="147967"/>
                </a:lnTo>
                <a:cubicBezTo>
                  <a:pt x="4682510" y="144261"/>
                  <a:pt x="4681320" y="139926"/>
                  <a:pt x="4680791" y="134963"/>
                </a:cubicBezTo>
                <a:moveTo>
                  <a:pt x="4679304" y="95008"/>
                </a:moveTo>
                <a:cubicBezTo>
                  <a:pt x="4672824" y="97676"/>
                  <a:pt x="4663105" y="99942"/>
                  <a:pt x="4650146" y="101808"/>
                </a:cubicBezTo>
                <a:cubicBezTo>
                  <a:pt x="4642808" y="102870"/>
                  <a:pt x="4637617" y="104065"/>
                  <a:pt x="4634576" y="105394"/>
                </a:cubicBezTo>
                <a:cubicBezTo>
                  <a:pt x="4631535" y="106720"/>
                  <a:pt x="4629188" y="108662"/>
                  <a:pt x="4627535" y="111220"/>
                </a:cubicBezTo>
                <a:cubicBezTo>
                  <a:pt x="4625882" y="113776"/>
                  <a:pt x="4625055" y="116614"/>
                  <a:pt x="4625055" y="119734"/>
                </a:cubicBezTo>
                <a:cubicBezTo>
                  <a:pt x="4625055" y="124513"/>
                  <a:pt x="4626857" y="128496"/>
                  <a:pt x="4630460" y="131684"/>
                </a:cubicBezTo>
                <a:cubicBezTo>
                  <a:pt x="4634064" y="134870"/>
                  <a:pt x="4639336" y="136463"/>
                  <a:pt x="4646279" y="136463"/>
                </a:cubicBezTo>
                <a:cubicBezTo>
                  <a:pt x="4653155" y="136463"/>
                  <a:pt x="4659270" y="134952"/>
                  <a:pt x="4664626" y="131929"/>
                </a:cubicBezTo>
                <a:cubicBezTo>
                  <a:pt x="4669981" y="128906"/>
                  <a:pt x="4673915" y="124771"/>
                  <a:pt x="4676427" y="119523"/>
                </a:cubicBezTo>
                <a:cubicBezTo>
                  <a:pt x="4678345" y="115469"/>
                  <a:pt x="4679304" y="109490"/>
                  <a:pt x="4679304" y="101585"/>
                </a:cubicBezTo>
                <a:lnTo>
                  <a:pt x="4679304" y="95008"/>
                </a:lnTo>
                <a:close/>
                <a:moveTo>
                  <a:pt x="4715570" y="147967"/>
                </a:moveTo>
                <a:lnTo>
                  <a:pt x="4715570" y="133488"/>
                </a:lnTo>
                <a:lnTo>
                  <a:pt x="4782612" y="56529"/>
                </a:lnTo>
                <a:cubicBezTo>
                  <a:pt x="4775008" y="56926"/>
                  <a:pt x="4768298" y="57124"/>
                  <a:pt x="4762479" y="57124"/>
                </a:cubicBezTo>
                <a:lnTo>
                  <a:pt x="4719537" y="57124"/>
                </a:lnTo>
                <a:lnTo>
                  <a:pt x="4719537" y="42645"/>
                </a:lnTo>
                <a:lnTo>
                  <a:pt x="4805620" y="42645"/>
                </a:lnTo>
                <a:lnTo>
                  <a:pt x="4805620" y="54446"/>
                </a:lnTo>
                <a:lnTo>
                  <a:pt x="4748595" y="121290"/>
                </a:lnTo>
                <a:lnTo>
                  <a:pt x="4737587" y="133488"/>
                </a:lnTo>
                <a:cubicBezTo>
                  <a:pt x="4745587" y="132893"/>
                  <a:pt x="4753091" y="132595"/>
                  <a:pt x="4760099" y="132595"/>
                </a:cubicBezTo>
                <a:lnTo>
                  <a:pt x="4808794" y="132595"/>
                </a:lnTo>
                <a:lnTo>
                  <a:pt x="4808794" y="147967"/>
                </a:lnTo>
                <a:lnTo>
                  <a:pt x="4715570" y="147967"/>
                </a:lnTo>
                <a:close/>
                <a:moveTo>
                  <a:pt x="4819901" y="95306"/>
                </a:moveTo>
                <a:cubicBezTo>
                  <a:pt x="4819901" y="75802"/>
                  <a:pt x="4825322" y="61356"/>
                  <a:pt x="4836165" y="51967"/>
                </a:cubicBezTo>
                <a:cubicBezTo>
                  <a:pt x="4845223" y="44165"/>
                  <a:pt x="4856264" y="40265"/>
                  <a:pt x="4869289" y="40265"/>
                </a:cubicBezTo>
                <a:cubicBezTo>
                  <a:pt x="4883769" y="40265"/>
                  <a:pt x="4895603" y="45008"/>
                  <a:pt x="4904793" y="54496"/>
                </a:cubicBezTo>
                <a:cubicBezTo>
                  <a:pt x="4913984" y="63984"/>
                  <a:pt x="4918579" y="77091"/>
                  <a:pt x="4918579" y="93818"/>
                </a:cubicBezTo>
                <a:cubicBezTo>
                  <a:pt x="4918579" y="107372"/>
                  <a:pt x="4916546" y="118033"/>
                  <a:pt x="4912479" y="125802"/>
                </a:cubicBezTo>
                <a:cubicBezTo>
                  <a:pt x="4908413" y="133571"/>
                  <a:pt x="4902496" y="139604"/>
                  <a:pt x="4894727" y="143901"/>
                </a:cubicBezTo>
                <a:cubicBezTo>
                  <a:pt x="4886959" y="148199"/>
                  <a:pt x="4878479" y="150347"/>
                  <a:pt x="4869289" y="150347"/>
                </a:cubicBezTo>
                <a:cubicBezTo>
                  <a:pt x="4854545" y="150347"/>
                  <a:pt x="4842628" y="145620"/>
                  <a:pt x="4833537" y="136166"/>
                </a:cubicBezTo>
                <a:cubicBezTo>
                  <a:pt x="4824446" y="126711"/>
                  <a:pt x="4819901" y="113091"/>
                  <a:pt x="4819901" y="95306"/>
                </a:cubicBezTo>
                <a:moveTo>
                  <a:pt x="4838248" y="95256"/>
                </a:moveTo>
                <a:cubicBezTo>
                  <a:pt x="4838248" y="108694"/>
                  <a:pt x="4841190" y="118756"/>
                  <a:pt x="4847074" y="125442"/>
                </a:cubicBezTo>
                <a:cubicBezTo>
                  <a:pt x="4852959" y="132128"/>
                  <a:pt x="4860364" y="135471"/>
                  <a:pt x="4869289" y="135471"/>
                </a:cubicBezTo>
                <a:cubicBezTo>
                  <a:pt x="4878149" y="135471"/>
                  <a:pt x="4885521" y="132112"/>
                  <a:pt x="4891405" y="125393"/>
                </a:cubicBezTo>
                <a:cubicBezTo>
                  <a:pt x="4897289" y="118674"/>
                  <a:pt x="4900231" y="108431"/>
                  <a:pt x="4900231" y="94664"/>
                </a:cubicBezTo>
                <a:cubicBezTo>
                  <a:pt x="4900231" y="81687"/>
                  <a:pt x="4897273" y="71856"/>
                  <a:pt x="4891355" y="65170"/>
                </a:cubicBezTo>
                <a:cubicBezTo>
                  <a:pt x="4885438" y="58484"/>
                  <a:pt x="4878083" y="55141"/>
                  <a:pt x="4869289" y="55141"/>
                </a:cubicBezTo>
                <a:cubicBezTo>
                  <a:pt x="4860364" y="55141"/>
                  <a:pt x="4852959" y="58467"/>
                  <a:pt x="4847074" y="65120"/>
                </a:cubicBezTo>
                <a:cubicBezTo>
                  <a:pt x="4841190" y="71773"/>
                  <a:pt x="4838248" y="81818"/>
                  <a:pt x="4838248" y="95256"/>
                </a:cubicBezTo>
                <a:close/>
                <a:moveTo>
                  <a:pt x="4939473" y="147967"/>
                </a:moveTo>
                <a:lnTo>
                  <a:pt x="4939473" y="42645"/>
                </a:lnTo>
                <a:lnTo>
                  <a:pt x="4955540" y="42645"/>
                </a:lnTo>
                <a:lnTo>
                  <a:pt x="4955540" y="57521"/>
                </a:lnTo>
                <a:cubicBezTo>
                  <a:pt x="4963275" y="46017"/>
                  <a:pt x="4974449" y="40265"/>
                  <a:pt x="4989060" y="40265"/>
                </a:cubicBezTo>
                <a:cubicBezTo>
                  <a:pt x="4995407" y="40265"/>
                  <a:pt x="5001242" y="41405"/>
                  <a:pt x="5006565" y="43686"/>
                </a:cubicBezTo>
                <a:cubicBezTo>
                  <a:pt x="5011887" y="45967"/>
                  <a:pt x="5015870" y="48959"/>
                  <a:pt x="5018515" y="52661"/>
                </a:cubicBezTo>
                <a:cubicBezTo>
                  <a:pt x="5021160" y="56364"/>
                  <a:pt x="5023011" y="60760"/>
                  <a:pt x="5024069" y="65851"/>
                </a:cubicBezTo>
                <a:cubicBezTo>
                  <a:pt x="5024730" y="69157"/>
                  <a:pt x="5025060" y="74942"/>
                  <a:pt x="5025060" y="83207"/>
                </a:cubicBezTo>
                <a:lnTo>
                  <a:pt x="5025060" y="147967"/>
                </a:lnTo>
                <a:lnTo>
                  <a:pt x="5007209" y="147967"/>
                </a:lnTo>
                <a:lnTo>
                  <a:pt x="5007209" y="83833"/>
                </a:lnTo>
                <a:cubicBezTo>
                  <a:pt x="5007209" y="76552"/>
                  <a:pt x="5006515" y="71108"/>
                  <a:pt x="5005127" y="67500"/>
                </a:cubicBezTo>
                <a:cubicBezTo>
                  <a:pt x="5003738" y="63893"/>
                  <a:pt x="5001275" y="61014"/>
                  <a:pt x="4997738" y="58863"/>
                </a:cubicBezTo>
                <a:cubicBezTo>
                  <a:pt x="4994201" y="56712"/>
                  <a:pt x="4990052" y="55636"/>
                  <a:pt x="4985292" y="55636"/>
                </a:cubicBezTo>
                <a:cubicBezTo>
                  <a:pt x="4977688" y="55636"/>
                  <a:pt x="4971126" y="58053"/>
                  <a:pt x="4965606" y="62885"/>
                </a:cubicBezTo>
                <a:cubicBezTo>
                  <a:pt x="4960085" y="67716"/>
                  <a:pt x="4957325" y="76882"/>
                  <a:pt x="4957325" y="90385"/>
                </a:cubicBezTo>
                <a:lnTo>
                  <a:pt x="4957325" y="147967"/>
                </a:lnTo>
                <a:lnTo>
                  <a:pt x="4939473" y="147967"/>
                </a:lnTo>
                <a:close/>
                <a:moveTo>
                  <a:pt x="5057062" y="147967"/>
                </a:moveTo>
                <a:lnTo>
                  <a:pt x="5057062" y="127538"/>
                </a:lnTo>
                <a:lnTo>
                  <a:pt x="5077393" y="127538"/>
                </a:lnTo>
                <a:lnTo>
                  <a:pt x="5077393" y="147908"/>
                </a:lnTo>
                <a:cubicBezTo>
                  <a:pt x="5077393" y="155396"/>
                  <a:pt x="5076070" y="161442"/>
                  <a:pt x="5073426" y="166045"/>
                </a:cubicBezTo>
                <a:cubicBezTo>
                  <a:pt x="5070781" y="170650"/>
                  <a:pt x="5066583" y="174211"/>
                  <a:pt x="5060831" y="176728"/>
                </a:cubicBezTo>
                <a:lnTo>
                  <a:pt x="5055872" y="168992"/>
                </a:lnTo>
                <a:cubicBezTo>
                  <a:pt x="5059641" y="167348"/>
                  <a:pt x="5062418" y="164929"/>
                  <a:pt x="5064203" y="161737"/>
                </a:cubicBezTo>
                <a:cubicBezTo>
                  <a:pt x="5065988" y="158545"/>
                  <a:pt x="5066980" y="153955"/>
                  <a:pt x="5067178" y="147967"/>
                </a:cubicBezTo>
                <a:lnTo>
                  <a:pt x="5057062" y="147967"/>
                </a:lnTo>
                <a:close/>
                <a:moveTo>
                  <a:pt x="5165131" y="147967"/>
                </a:moveTo>
                <a:lnTo>
                  <a:pt x="5165131" y="42645"/>
                </a:lnTo>
                <a:lnTo>
                  <a:pt x="5181197" y="42645"/>
                </a:lnTo>
                <a:lnTo>
                  <a:pt x="5181197" y="58513"/>
                </a:lnTo>
                <a:cubicBezTo>
                  <a:pt x="5185296" y="51083"/>
                  <a:pt x="5189082" y="46184"/>
                  <a:pt x="5192553" y="43816"/>
                </a:cubicBezTo>
                <a:cubicBezTo>
                  <a:pt x="5196024" y="41448"/>
                  <a:pt x="5199842" y="40265"/>
                  <a:pt x="5204007" y="40265"/>
                </a:cubicBezTo>
                <a:cubicBezTo>
                  <a:pt x="5210024" y="40265"/>
                  <a:pt x="5216139" y="42174"/>
                  <a:pt x="5222354" y="45992"/>
                </a:cubicBezTo>
                <a:lnTo>
                  <a:pt x="5216206" y="62479"/>
                </a:lnTo>
                <a:cubicBezTo>
                  <a:pt x="5211842" y="59901"/>
                  <a:pt x="5207478" y="58612"/>
                  <a:pt x="5203115" y="58612"/>
                </a:cubicBezTo>
                <a:cubicBezTo>
                  <a:pt x="5199214" y="58612"/>
                  <a:pt x="5195710" y="59787"/>
                  <a:pt x="5192602" y="62139"/>
                </a:cubicBezTo>
                <a:cubicBezTo>
                  <a:pt x="5189495" y="64488"/>
                  <a:pt x="5187280" y="67747"/>
                  <a:pt x="5185958" y="71916"/>
                </a:cubicBezTo>
                <a:cubicBezTo>
                  <a:pt x="5183974" y="78270"/>
                  <a:pt x="5182982" y="85219"/>
                  <a:pt x="5182982" y="92765"/>
                </a:cubicBezTo>
                <a:lnTo>
                  <a:pt x="5182982" y="147967"/>
                </a:lnTo>
                <a:lnTo>
                  <a:pt x="5165131" y="147967"/>
                </a:lnTo>
                <a:close/>
                <a:moveTo>
                  <a:pt x="5305063" y="114050"/>
                </a:moveTo>
                <a:lnTo>
                  <a:pt x="5323510" y="116331"/>
                </a:lnTo>
                <a:cubicBezTo>
                  <a:pt x="5320600" y="127108"/>
                  <a:pt x="5315212" y="135471"/>
                  <a:pt x="5307344" y="141422"/>
                </a:cubicBezTo>
                <a:cubicBezTo>
                  <a:pt x="5299476" y="147372"/>
                  <a:pt x="5289427" y="150347"/>
                  <a:pt x="5277195" y="150347"/>
                </a:cubicBezTo>
                <a:cubicBezTo>
                  <a:pt x="5261790" y="150347"/>
                  <a:pt x="5249575" y="145604"/>
                  <a:pt x="5240551" y="136116"/>
                </a:cubicBezTo>
                <a:cubicBezTo>
                  <a:pt x="5231526" y="126628"/>
                  <a:pt x="5227013" y="113323"/>
                  <a:pt x="5227013" y="96199"/>
                </a:cubicBezTo>
                <a:cubicBezTo>
                  <a:pt x="5227013" y="78480"/>
                  <a:pt x="5231575" y="64727"/>
                  <a:pt x="5240699" y="54942"/>
                </a:cubicBezTo>
                <a:cubicBezTo>
                  <a:pt x="5249823" y="45157"/>
                  <a:pt x="5261658" y="40265"/>
                  <a:pt x="5276204" y="40265"/>
                </a:cubicBezTo>
                <a:cubicBezTo>
                  <a:pt x="5290286" y="40265"/>
                  <a:pt x="5301790" y="45051"/>
                  <a:pt x="5310716" y="54623"/>
                </a:cubicBezTo>
                <a:cubicBezTo>
                  <a:pt x="5319642" y="64193"/>
                  <a:pt x="5324105" y="77658"/>
                  <a:pt x="5324105" y="95018"/>
                </a:cubicBezTo>
                <a:cubicBezTo>
                  <a:pt x="5324105" y="96074"/>
                  <a:pt x="5324072" y="97657"/>
                  <a:pt x="5324005" y="99769"/>
                </a:cubicBezTo>
                <a:lnTo>
                  <a:pt x="5245460" y="99769"/>
                </a:lnTo>
                <a:cubicBezTo>
                  <a:pt x="5246121" y="111306"/>
                  <a:pt x="5249394" y="120141"/>
                  <a:pt x="5255278" y="126273"/>
                </a:cubicBezTo>
                <a:cubicBezTo>
                  <a:pt x="5261162" y="132405"/>
                  <a:pt x="5268501" y="135471"/>
                  <a:pt x="5277295" y="135471"/>
                </a:cubicBezTo>
                <a:cubicBezTo>
                  <a:pt x="5283840" y="135471"/>
                  <a:pt x="5289427" y="133769"/>
                  <a:pt x="5294055" y="130364"/>
                </a:cubicBezTo>
                <a:cubicBezTo>
                  <a:pt x="5298683" y="126957"/>
                  <a:pt x="5302352" y="121519"/>
                  <a:pt x="5305063" y="114050"/>
                </a:cubicBezTo>
                <a:moveTo>
                  <a:pt x="5246451" y="84893"/>
                </a:moveTo>
                <a:lnTo>
                  <a:pt x="5305262" y="84893"/>
                </a:lnTo>
                <a:cubicBezTo>
                  <a:pt x="5304468" y="76178"/>
                  <a:pt x="5302220" y="69642"/>
                  <a:pt x="5298518" y="65284"/>
                </a:cubicBezTo>
                <a:cubicBezTo>
                  <a:pt x="5292832" y="58522"/>
                  <a:pt x="5285460" y="55141"/>
                  <a:pt x="5276402" y="55141"/>
                </a:cubicBezTo>
                <a:cubicBezTo>
                  <a:pt x="5268204" y="55141"/>
                  <a:pt x="5261311" y="57840"/>
                  <a:pt x="5255724" y="63239"/>
                </a:cubicBezTo>
                <a:cubicBezTo>
                  <a:pt x="5250137" y="68635"/>
                  <a:pt x="5247047" y="75853"/>
                  <a:pt x="5246451" y="84893"/>
                </a:cubicBezTo>
                <a:close/>
                <a:moveTo>
                  <a:pt x="5362355" y="147967"/>
                </a:moveTo>
                <a:lnTo>
                  <a:pt x="5345793" y="147967"/>
                </a:lnTo>
                <a:lnTo>
                  <a:pt x="5345793" y="2579"/>
                </a:lnTo>
                <a:lnTo>
                  <a:pt x="5363644" y="2579"/>
                </a:lnTo>
                <a:lnTo>
                  <a:pt x="5363644" y="54639"/>
                </a:lnTo>
                <a:cubicBezTo>
                  <a:pt x="5371181" y="45056"/>
                  <a:pt x="5380801" y="40265"/>
                  <a:pt x="5392504" y="40265"/>
                </a:cubicBezTo>
                <a:cubicBezTo>
                  <a:pt x="5398983" y="40265"/>
                  <a:pt x="5405115" y="41570"/>
                  <a:pt x="5410900" y="44182"/>
                </a:cubicBezTo>
                <a:cubicBezTo>
                  <a:pt x="5416686" y="46793"/>
                  <a:pt x="5421446" y="50463"/>
                  <a:pt x="5425181" y="55190"/>
                </a:cubicBezTo>
                <a:cubicBezTo>
                  <a:pt x="5428917" y="59918"/>
                  <a:pt x="5431843" y="65620"/>
                  <a:pt x="5433958" y="72298"/>
                </a:cubicBezTo>
                <a:cubicBezTo>
                  <a:pt x="5436074" y="78975"/>
                  <a:pt x="5437132" y="86116"/>
                  <a:pt x="5437132" y="93719"/>
                </a:cubicBezTo>
                <a:cubicBezTo>
                  <a:pt x="5437132" y="111769"/>
                  <a:pt x="5432669" y="125719"/>
                  <a:pt x="5423743" y="135571"/>
                </a:cubicBezTo>
                <a:cubicBezTo>
                  <a:pt x="5414818" y="145422"/>
                  <a:pt x="5404107" y="150347"/>
                  <a:pt x="5391611" y="150347"/>
                </a:cubicBezTo>
                <a:cubicBezTo>
                  <a:pt x="5379181" y="150347"/>
                  <a:pt x="5369429" y="145091"/>
                  <a:pt x="5362355" y="134579"/>
                </a:cubicBezTo>
                <a:lnTo>
                  <a:pt x="5362355" y="147967"/>
                </a:lnTo>
                <a:moveTo>
                  <a:pt x="5362156" y="94516"/>
                </a:moveTo>
                <a:cubicBezTo>
                  <a:pt x="5362156" y="107082"/>
                  <a:pt x="5363875" y="116161"/>
                  <a:pt x="5367314" y="121754"/>
                </a:cubicBezTo>
                <a:cubicBezTo>
                  <a:pt x="5372933" y="130899"/>
                  <a:pt x="5380537" y="135471"/>
                  <a:pt x="5390123" y="135471"/>
                </a:cubicBezTo>
                <a:cubicBezTo>
                  <a:pt x="5397925" y="135471"/>
                  <a:pt x="5404669" y="132100"/>
                  <a:pt x="5410355" y="125356"/>
                </a:cubicBezTo>
                <a:cubicBezTo>
                  <a:pt x="5416041" y="118612"/>
                  <a:pt x="5418884" y="108562"/>
                  <a:pt x="5418884" y="95207"/>
                </a:cubicBezTo>
                <a:cubicBezTo>
                  <a:pt x="5418884" y="81523"/>
                  <a:pt x="5416157" y="71425"/>
                  <a:pt x="5410702" y="64912"/>
                </a:cubicBezTo>
                <a:cubicBezTo>
                  <a:pt x="5405247" y="58398"/>
                  <a:pt x="5398652" y="55141"/>
                  <a:pt x="5390917" y="55141"/>
                </a:cubicBezTo>
                <a:cubicBezTo>
                  <a:pt x="5383115" y="55141"/>
                  <a:pt x="5376371" y="58513"/>
                  <a:pt x="5370685" y="65256"/>
                </a:cubicBezTo>
                <a:cubicBezTo>
                  <a:pt x="5364999" y="72000"/>
                  <a:pt x="5362156" y="81753"/>
                  <a:pt x="5362156" y="94516"/>
                </a:cubicBezTo>
                <a:close/>
                <a:moveTo>
                  <a:pt x="5527845" y="147967"/>
                </a:moveTo>
                <a:lnTo>
                  <a:pt x="5527845" y="132496"/>
                </a:lnTo>
                <a:cubicBezTo>
                  <a:pt x="5519647" y="144397"/>
                  <a:pt x="5508506" y="150347"/>
                  <a:pt x="5494424" y="150347"/>
                </a:cubicBezTo>
                <a:cubicBezTo>
                  <a:pt x="5488209" y="150347"/>
                  <a:pt x="5482407" y="149157"/>
                  <a:pt x="5477019" y="146777"/>
                </a:cubicBezTo>
                <a:cubicBezTo>
                  <a:pt x="5471630" y="144397"/>
                  <a:pt x="5467630" y="141405"/>
                  <a:pt x="5465019" y="137802"/>
                </a:cubicBezTo>
                <a:cubicBezTo>
                  <a:pt x="5462407" y="134199"/>
                  <a:pt x="5460572" y="129785"/>
                  <a:pt x="5459515" y="124562"/>
                </a:cubicBezTo>
                <a:cubicBezTo>
                  <a:pt x="5458787" y="121058"/>
                  <a:pt x="5458424" y="115504"/>
                  <a:pt x="5458424" y="107901"/>
                </a:cubicBezTo>
                <a:lnTo>
                  <a:pt x="5458424" y="42645"/>
                </a:lnTo>
                <a:lnTo>
                  <a:pt x="5476275" y="42645"/>
                </a:lnTo>
                <a:lnTo>
                  <a:pt x="5476275" y="101058"/>
                </a:lnTo>
                <a:cubicBezTo>
                  <a:pt x="5476275" y="110380"/>
                  <a:pt x="5476639" y="116661"/>
                  <a:pt x="5477366" y="119901"/>
                </a:cubicBezTo>
                <a:cubicBezTo>
                  <a:pt x="5478490" y="124595"/>
                  <a:pt x="5480870" y="128281"/>
                  <a:pt x="5484506" y="130959"/>
                </a:cubicBezTo>
                <a:cubicBezTo>
                  <a:pt x="5488143" y="133637"/>
                  <a:pt x="5492639" y="134976"/>
                  <a:pt x="5497994" y="134976"/>
                </a:cubicBezTo>
                <a:cubicBezTo>
                  <a:pt x="5503349" y="134976"/>
                  <a:pt x="5508374" y="133604"/>
                  <a:pt x="5513068" y="130860"/>
                </a:cubicBezTo>
                <a:cubicBezTo>
                  <a:pt x="5517763" y="128116"/>
                  <a:pt x="5521085" y="124380"/>
                  <a:pt x="5523035" y="119653"/>
                </a:cubicBezTo>
                <a:cubicBezTo>
                  <a:pt x="5524986" y="114926"/>
                  <a:pt x="5525961" y="108066"/>
                  <a:pt x="5525961" y="99075"/>
                </a:cubicBezTo>
                <a:lnTo>
                  <a:pt x="5525961" y="42645"/>
                </a:lnTo>
                <a:lnTo>
                  <a:pt x="5543812" y="42645"/>
                </a:lnTo>
                <a:lnTo>
                  <a:pt x="5543812" y="147967"/>
                </a:lnTo>
                <a:lnTo>
                  <a:pt x="5527845" y="147967"/>
                </a:lnTo>
                <a:close/>
                <a:moveTo>
                  <a:pt x="5570954" y="188629"/>
                </a:moveTo>
                <a:lnTo>
                  <a:pt x="5568970" y="171868"/>
                </a:lnTo>
                <a:cubicBezTo>
                  <a:pt x="5572871" y="172926"/>
                  <a:pt x="5576276" y="173455"/>
                  <a:pt x="5579185" y="173455"/>
                </a:cubicBezTo>
                <a:cubicBezTo>
                  <a:pt x="5583152" y="173455"/>
                  <a:pt x="5586326" y="172786"/>
                  <a:pt x="5588706" y="171447"/>
                </a:cubicBezTo>
                <a:cubicBezTo>
                  <a:pt x="5591086" y="170110"/>
                  <a:pt x="5593036" y="168237"/>
                  <a:pt x="5594557" y="165828"/>
                </a:cubicBezTo>
                <a:cubicBezTo>
                  <a:pt x="5595681" y="164022"/>
                  <a:pt x="5597499" y="159541"/>
                  <a:pt x="5600012" y="152384"/>
                </a:cubicBezTo>
                <a:cubicBezTo>
                  <a:pt x="5600342" y="151380"/>
                  <a:pt x="5600871" y="149907"/>
                  <a:pt x="5601598" y="147967"/>
                </a:cubicBezTo>
                <a:lnTo>
                  <a:pt x="5561631" y="42645"/>
                </a:lnTo>
                <a:lnTo>
                  <a:pt x="5580871" y="42645"/>
                </a:lnTo>
                <a:lnTo>
                  <a:pt x="5602788" y="103494"/>
                </a:lnTo>
                <a:cubicBezTo>
                  <a:pt x="5605631" y="111213"/>
                  <a:pt x="5608177" y="119327"/>
                  <a:pt x="5610425" y="127835"/>
                </a:cubicBezTo>
                <a:cubicBezTo>
                  <a:pt x="5612474" y="119655"/>
                  <a:pt x="5614921" y="111674"/>
                  <a:pt x="5617764" y="103891"/>
                </a:cubicBezTo>
                <a:lnTo>
                  <a:pt x="5640276" y="42645"/>
                </a:lnTo>
                <a:lnTo>
                  <a:pt x="5658127" y="42645"/>
                </a:lnTo>
                <a:lnTo>
                  <a:pt x="5618061" y="149824"/>
                </a:lnTo>
                <a:cubicBezTo>
                  <a:pt x="5613764" y="161402"/>
                  <a:pt x="5610425" y="169374"/>
                  <a:pt x="5608045" y="173740"/>
                </a:cubicBezTo>
                <a:cubicBezTo>
                  <a:pt x="5604871" y="179629"/>
                  <a:pt x="5601235" y="183946"/>
                  <a:pt x="5597136" y="186692"/>
                </a:cubicBezTo>
                <a:cubicBezTo>
                  <a:pt x="5593036" y="189437"/>
                  <a:pt x="5588144" y="190810"/>
                  <a:pt x="5582458" y="190810"/>
                </a:cubicBezTo>
                <a:cubicBezTo>
                  <a:pt x="5579020" y="190810"/>
                  <a:pt x="5575185" y="190083"/>
                  <a:pt x="5570954" y="188629"/>
                </a:cubicBezTo>
                <a:close/>
                <a:moveTo>
                  <a:pt x="5768742" y="132199"/>
                </a:moveTo>
                <a:lnTo>
                  <a:pt x="5771320" y="147967"/>
                </a:lnTo>
                <a:cubicBezTo>
                  <a:pt x="5766296" y="148893"/>
                  <a:pt x="5761800" y="149356"/>
                  <a:pt x="5757833" y="149356"/>
                </a:cubicBezTo>
                <a:cubicBezTo>
                  <a:pt x="5751353" y="149356"/>
                  <a:pt x="5746329" y="148331"/>
                  <a:pt x="5742758" y="146281"/>
                </a:cubicBezTo>
                <a:cubicBezTo>
                  <a:pt x="5739188" y="144232"/>
                  <a:pt x="5736676" y="141538"/>
                  <a:pt x="5735221" y="138199"/>
                </a:cubicBezTo>
                <a:cubicBezTo>
                  <a:pt x="5733767" y="134860"/>
                  <a:pt x="5733039" y="127835"/>
                  <a:pt x="5733039" y="117124"/>
                </a:cubicBezTo>
                <a:lnTo>
                  <a:pt x="5733039" y="56529"/>
                </a:lnTo>
                <a:lnTo>
                  <a:pt x="5719948" y="56529"/>
                </a:lnTo>
                <a:lnTo>
                  <a:pt x="5719948" y="42645"/>
                </a:lnTo>
                <a:lnTo>
                  <a:pt x="5733039" y="42645"/>
                </a:lnTo>
                <a:lnTo>
                  <a:pt x="5733039" y="16491"/>
                </a:lnTo>
                <a:lnTo>
                  <a:pt x="5750791" y="5752"/>
                </a:lnTo>
                <a:lnTo>
                  <a:pt x="5750791" y="42645"/>
                </a:lnTo>
                <a:lnTo>
                  <a:pt x="5768742" y="42645"/>
                </a:lnTo>
                <a:lnTo>
                  <a:pt x="5768742" y="56529"/>
                </a:lnTo>
                <a:lnTo>
                  <a:pt x="5750791" y="56529"/>
                </a:lnTo>
                <a:lnTo>
                  <a:pt x="5750791" y="118116"/>
                </a:lnTo>
                <a:cubicBezTo>
                  <a:pt x="5750791" y="123207"/>
                  <a:pt x="5751105" y="126480"/>
                  <a:pt x="5751734" y="127934"/>
                </a:cubicBezTo>
                <a:cubicBezTo>
                  <a:pt x="5752362" y="129389"/>
                  <a:pt x="5753386" y="130546"/>
                  <a:pt x="5754808" y="131405"/>
                </a:cubicBezTo>
                <a:cubicBezTo>
                  <a:pt x="5756229" y="132265"/>
                  <a:pt x="5758262" y="132695"/>
                  <a:pt x="5760907" y="132695"/>
                </a:cubicBezTo>
                <a:cubicBezTo>
                  <a:pt x="5762891" y="132695"/>
                  <a:pt x="5765502" y="132529"/>
                  <a:pt x="5768742" y="132199"/>
                </a:cubicBezTo>
                <a:close/>
                <a:moveTo>
                  <a:pt x="5786230" y="147967"/>
                </a:moveTo>
                <a:lnTo>
                  <a:pt x="5786230" y="2579"/>
                </a:lnTo>
                <a:lnTo>
                  <a:pt x="5804081" y="2579"/>
                </a:lnTo>
                <a:lnTo>
                  <a:pt x="5804081" y="54744"/>
                </a:lnTo>
                <a:cubicBezTo>
                  <a:pt x="5812411" y="45091"/>
                  <a:pt x="5822924" y="40265"/>
                  <a:pt x="5835618" y="40265"/>
                </a:cubicBezTo>
                <a:cubicBezTo>
                  <a:pt x="5843420" y="40265"/>
                  <a:pt x="5850197" y="41802"/>
                  <a:pt x="5855949" y="44876"/>
                </a:cubicBezTo>
                <a:cubicBezTo>
                  <a:pt x="5861701" y="47951"/>
                  <a:pt x="5865817" y="52198"/>
                  <a:pt x="5868296" y="57620"/>
                </a:cubicBezTo>
                <a:cubicBezTo>
                  <a:pt x="5870775" y="63041"/>
                  <a:pt x="5872015" y="70909"/>
                  <a:pt x="5872015" y="81223"/>
                </a:cubicBezTo>
                <a:lnTo>
                  <a:pt x="5872015" y="147967"/>
                </a:lnTo>
                <a:lnTo>
                  <a:pt x="5854164" y="147967"/>
                </a:lnTo>
                <a:lnTo>
                  <a:pt x="5854164" y="81223"/>
                </a:lnTo>
                <a:cubicBezTo>
                  <a:pt x="5854164" y="72298"/>
                  <a:pt x="5852230" y="65802"/>
                  <a:pt x="5848362" y="61736"/>
                </a:cubicBezTo>
                <a:cubicBezTo>
                  <a:pt x="5844494" y="57670"/>
                  <a:pt x="5839023" y="55636"/>
                  <a:pt x="5831949" y="55636"/>
                </a:cubicBezTo>
                <a:cubicBezTo>
                  <a:pt x="5826659" y="55636"/>
                  <a:pt x="5821684" y="57008"/>
                  <a:pt x="5817023" y="59752"/>
                </a:cubicBezTo>
                <a:cubicBezTo>
                  <a:pt x="5812362" y="62496"/>
                  <a:pt x="5809040" y="66215"/>
                  <a:pt x="5807056" y="70909"/>
                </a:cubicBezTo>
                <a:cubicBezTo>
                  <a:pt x="5805073" y="75603"/>
                  <a:pt x="5804081" y="82083"/>
                  <a:pt x="5804081" y="90347"/>
                </a:cubicBezTo>
                <a:lnTo>
                  <a:pt x="5804081" y="147967"/>
                </a:lnTo>
                <a:lnTo>
                  <a:pt x="5786230" y="147967"/>
                </a:lnTo>
                <a:close/>
                <a:moveTo>
                  <a:pt x="5971258" y="114050"/>
                </a:moveTo>
                <a:lnTo>
                  <a:pt x="5989704" y="116331"/>
                </a:lnTo>
                <a:cubicBezTo>
                  <a:pt x="5986795" y="127108"/>
                  <a:pt x="5981407" y="135471"/>
                  <a:pt x="5973539" y="141422"/>
                </a:cubicBezTo>
                <a:cubicBezTo>
                  <a:pt x="5965671" y="147372"/>
                  <a:pt x="5955622" y="150347"/>
                  <a:pt x="5943390" y="150347"/>
                </a:cubicBezTo>
                <a:cubicBezTo>
                  <a:pt x="5927985" y="150347"/>
                  <a:pt x="5915770" y="145604"/>
                  <a:pt x="5906745" y="136116"/>
                </a:cubicBezTo>
                <a:cubicBezTo>
                  <a:pt x="5897721" y="126628"/>
                  <a:pt x="5893208" y="113323"/>
                  <a:pt x="5893208" y="96199"/>
                </a:cubicBezTo>
                <a:cubicBezTo>
                  <a:pt x="5893208" y="78480"/>
                  <a:pt x="5897770" y="64727"/>
                  <a:pt x="5906894" y="54942"/>
                </a:cubicBezTo>
                <a:cubicBezTo>
                  <a:pt x="5916018" y="45157"/>
                  <a:pt x="5927853" y="40265"/>
                  <a:pt x="5942398" y="40265"/>
                </a:cubicBezTo>
                <a:cubicBezTo>
                  <a:pt x="5956481" y="40265"/>
                  <a:pt x="5967985" y="45051"/>
                  <a:pt x="5976911" y="54623"/>
                </a:cubicBezTo>
                <a:cubicBezTo>
                  <a:pt x="5985836" y="64193"/>
                  <a:pt x="5990299" y="77658"/>
                  <a:pt x="5990299" y="95018"/>
                </a:cubicBezTo>
                <a:cubicBezTo>
                  <a:pt x="5990299" y="96074"/>
                  <a:pt x="5990266" y="97657"/>
                  <a:pt x="5990200" y="99769"/>
                </a:cubicBezTo>
                <a:lnTo>
                  <a:pt x="5911654" y="99769"/>
                </a:lnTo>
                <a:cubicBezTo>
                  <a:pt x="5912316" y="111306"/>
                  <a:pt x="5915588" y="120141"/>
                  <a:pt x="5921473" y="126273"/>
                </a:cubicBezTo>
                <a:cubicBezTo>
                  <a:pt x="5927357" y="132405"/>
                  <a:pt x="5934696" y="135471"/>
                  <a:pt x="5943489" y="135471"/>
                </a:cubicBezTo>
                <a:cubicBezTo>
                  <a:pt x="5950035" y="135471"/>
                  <a:pt x="5955622" y="133769"/>
                  <a:pt x="5960250" y="130364"/>
                </a:cubicBezTo>
                <a:cubicBezTo>
                  <a:pt x="5964878" y="126957"/>
                  <a:pt x="5968547" y="121519"/>
                  <a:pt x="5971258" y="114050"/>
                </a:cubicBezTo>
                <a:moveTo>
                  <a:pt x="5912646" y="84893"/>
                </a:moveTo>
                <a:lnTo>
                  <a:pt x="5971456" y="84893"/>
                </a:lnTo>
                <a:cubicBezTo>
                  <a:pt x="5970663" y="76178"/>
                  <a:pt x="5968415" y="69642"/>
                  <a:pt x="5964712" y="65284"/>
                </a:cubicBezTo>
                <a:cubicBezTo>
                  <a:pt x="5959026" y="58522"/>
                  <a:pt x="5951655" y="55141"/>
                  <a:pt x="5942597" y="55141"/>
                </a:cubicBezTo>
                <a:cubicBezTo>
                  <a:pt x="5934398" y="55141"/>
                  <a:pt x="5927506" y="57840"/>
                  <a:pt x="5921919" y="63239"/>
                </a:cubicBezTo>
                <a:cubicBezTo>
                  <a:pt x="5916332" y="68635"/>
                  <a:pt x="5913241" y="75853"/>
                  <a:pt x="5912646" y="84893"/>
                </a:cubicBezTo>
                <a:close/>
                <a:moveTo>
                  <a:pt x="6061410" y="116430"/>
                </a:moveTo>
                <a:lnTo>
                  <a:pt x="6079063" y="113653"/>
                </a:lnTo>
                <a:cubicBezTo>
                  <a:pt x="6080055" y="120697"/>
                  <a:pt x="6082815" y="126094"/>
                  <a:pt x="6087344" y="129846"/>
                </a:cubicBezTo>
                <a:cubicBezTo>
                  <a:pt x="6091873" y="133596"/>
                  <a:pt x="6098204" y="135471"/>
                  <a:pt x="6106336" y="135471"/>
                </a:cubicBezTo>
                <a:cubicBezTo>
                  <a:pt x="6114534" y="135471"/>
                  <a:pt x="6120617" y="133815"/>
                  <a:pt x="6124584" y="130503"/>
                </a:cubicBezTo>
                <a:cubicBezTo>
                  <a:pt x="6128551" y="127189"/>
                  <a:pt x="6130534" y="123303"/>
                  <a:pt x="6130534" y="118844"/>
                </a:cubicBezTo>
                <a:cubicBezTo>
                  <a:pt x="6130534" y="114842"/>
                  <a:pt x="6128782" y="111693"/>
                  <a:pt x="6125278" y="109398"/>
                </a:cubicBezTo>
                <a:cubicBezTo>
                  <a:pt x="6122832" y="107824"/>
                  <a:pt x="6116749" y="105823"/>
                  <a:pt x="6107030" y="103395"/>
                </a:cubicBezTo>
                <a:cubicBezTo>
                  <a:pt x="6093939" y="100087"/>
                  <a:pt x="6084865" y="97225"/>
                  <a:pt x="6079807" y="94810"/>
                </a:cubicBezTo>
                <a:cubicBezTo>
                  <a:pt x="6074749" y="92395"/>
                  <a:pt x="6070914" y="89053"/>
                  <a:pt x="6068303" y="84784"/>
                </a:cubicBezTo>
                <a:cubicBezTo>
                  <a:pt x="6065691" y="80516"/>
                  <a:pt x="6064385" y="75801"/>
                  <a:pt x="6064385" y="70640"/>
                </a:cubicBezTo>
                <a:cubicBezTo>
                  <a:pt x="6064385" y="65941"/>
                  <a:pt x="6065460" y="61590"/>
                  <a:pt x="6067608" y="57586"/>
                </a:cubicBezTo>
                <a:cubicBezTo>
                  <a:pt x="6069757" y="53582"/>
                  <a:pt x="6072683" y="50256"/>
                  <a:pt x="6076385" y="47610"/>
                </a:cubicBezTo>
                <a:cubicBezTo>
                  <a:pt x="6079162" y="45558"/>
                  <a:pt x="6082947" y="43821"/>
                  <a:pt x="6087741" y="42400"/>
                </a:cubicBezTo>
                <a:cubicBezTo>
                  <a:pt x="6092534" y="40976"/>
                  <a:pt x="6097675" y="40265"/>
                  <a:pt x="6103162" y="40265"/>
                </a:cubicBezTo>
                <a:cubicBezTo>
                  <a:pt x="6111427" y="40265"/>
                  <a:pt x="6118683" y="41463"/>
                  <a:pt x="6124931" y="43860"/>
                </a:cubicBezTo>
                <a:cubicBezTo>
                  <a:pt x="6131179" y="46254"/>
                  <a:pt x="6135790" y="49499"/>
                  <a:pt x="6138766" y="53594"/>
                </a:cubicBezTo>
                <a:cubicBezTo>
                  <a:pt x="6141741" y="57687"/>
                  <a:pt x="6143790" y="63161"/>
                  <a:pt x="6144914" y="70017"/>
                </a:cubicBezTo>
                <a:lnTo>
                  <a:pt x="6127460" y="72397"/>
                </a:lnTo>
                <a:cubicBezTo>
                  <a:pt x="6126666" y="66975"/>
                  <a:pt x="6124369" y="62744"/>
                  <a:pt x="6120567" y="59703"/>
                </a:cubicBezTo>
                <a:cubicBezTo>
                  <a:pt x="6116766" y="56661"/>
                  <a:pt x="6111394" y="55141"/>
                  <a:pt x="6104451" y="55141"/>
                </a:cubicBezTo>
                <a:cubicBezTo>
                  <a:pt x="6096253" y="55141"/>
                  <a:pt x="6090402" y="56490"/>
                  <a:pt x="6086898" y="59188"/>
                </a:cubicBezTo>
                <a:cubicBezTo>
                  <a:pt x="6083394" y="61884"/>
                  <a:pt x="6081642" y="65043"/>
                  <a:pt x="6081642" y="68662"/>
                </a:cubicBezTo>
                <a:cubicBezTo>
                  <a:pt x="6081642" y="70964"/>
                  <a:pt x="6082369" y="73036"/>
                  <a:pt x="6083823" y="74879"/>
                </a:cubicBezTo>
                <a:cubicBezTo>
                  <a:pt x="6085278" y="76786"/>
                  <a:pt x="6087559" y="78365"/>
                  <a:pt x="6090666" y="79615"/>
                </a:cubicBezTo>
                <a:cubicBezTo>
                  <a:pt x="6092451" y="80274"/>
                  <a:pt x="6097708" y="81787"/>
                  <a:pt x="6106435" y="84155"/>
                </a:cubicBezTo>
                <a:cubicBezTo>
                  <a:pt x="6119063" y="87525"/>
                  <a:pt x="6127873" y="90283"/>
                  <a:pt x="6132865" y="92430"/>
                </a:cubicBezTo>
                <a:cubicBezTo>
                  <a:pt x="6137857" y="94577"/>
                  <a:pt x="6141774" y="97699"/>
                  <a:pt x="6144617" y="101796"/>
                </a:cubicBezTo>
                <a:cubicBezTo>
                  <a:pt x="6147460" y="105891"/>
                  <a:pt x="6148881" y="110977"/>
                  <a:pt x="6148881" y="117053"/>
                </a:cubicBezTo>
                <a:cubicBezTo>
                  <a:pt x="6148881" y="122999"/>
                  <a:pt x="6147146" y="128598"/>
                  <a:pt x="6143675" y="133851"/>
                </a:cubicBezTo>
                <a:cubicBezTo>
                  <a:pt x="6140204" y="139101"/>
                  <a:pt x="6135195" y="143163"/>
                  <a:pt x="6128650" y="146037"/>
                </a:cubicBezTo>
                <a:cubicBezTo>
                  <a:pt x="6122104" y="148910"/>
                  <a:pt x="6114699" y="150347"/>
                  <a:pt x="6106435" y="150347"/>
                </a:cubicBezTo>
                <a:cubicBezTo>
                  <a:pt x="6092749" y="150347"/>
                  <a:pt x="6082319" y="147496"/>
                  <a:pt x="6075146" y="141794"/>
                </a:cubicBezTo>
                <a:cubicBezTo>
                  <a:pt x="6067972" y="136091"/>
                  <a:pt x="6063394" y="127637"/>
                  <a:pt x="6061410" y="116430"/>
                </a:cubicBezTo>
                <a:close/>
                <a:moveTo>
                  <a:pt x="6238832" y="134963"/>
                </a:moveTo>
                <a:cubicBezTo>
                  <a:pt x="6232220" y="140587"/>
                  <a:pt x="6225856" y="144557"/>
                  <a:pt x="6219741" y="146873"/>
                </a:cubicBezTo>
                <a:cubicBezTo>
                  <a:pt x="6213625" y="149189"/>
                  <a:pt x="6207063" y="150347"/>
                  <a:pt x="6200055" y="150347"/>
                </a:cubicBezTo>
                <a:cubicBezTo>
                  <a:pt x="6188484" y="150347"/>
                  <a:pt x="6179592" y="147519"/>
                  <a:pt x="6173377" y="141862"/>
                </a:cubicBezTo>
                <a:cubicBezTo>
                  <a:pt x="6167162" y="136205"/>
                  <a:pt x="6164055" y="128977"/>
                  <a:pt x="6164055" y="120177"/>
                </a:cubicBezTo>
                <a:cubicBezTo>
                  <a:pt x="6164055" y="115018"/>
                  <a:pt x="6165228" y="110305"/>
                  <a:pt x="6167575" y="106038"/>
                </a:cubicBezTo>
                <a:cubicBezTo>
                  <a:pt x="6169922" y="101770"/>
                  <a:pt x="6172997" y="98345"/>
                  <a:pt x="6176798" y="95765"/>
                </a:cubicBezTo>
                <a:cubicBezTo>
                  <a:pt x="6180600" y="93184"/>
                  <a:pt x="6184881" y="91233"/>
                  <a:pt x="6189641" y="89910"/>
                </a:cubicBezTo>
                <a:cubicBezTo>
                  <a:pt x="6193146" y="88983"/>
                  <a:pt x="6198435" y="88089"/>
                  <a:pt x="6205509" y="87230"/>
                </a:cubicBezTo>
                <a:cubicBezTo>
                  <a:pt x="6219922" y="85523"/>
                  <a:pt x="6230534" y="83488"/>
                  <a:pt x="6237344" y="81124"/>
                </a:cubicBezTo>
                <a:cubicBezTo>
                  <a:pt x="6237410" y="78688"/>
                  <a:pt x="6237443" y="77141"/>
                  <a:pt x="6237443" y="76482"/>
                </a:cubicBezTo>
                <a:cubicBezTo>
                  <a:pt x="6237443" y="69236"/>
                  <a:pt x="6235757" y="64131"/>
                  <a:pt x="6232385" y="61169"/>
                </a:cubicBezTo>
                <a:cubicBezTo>
                  <a:pt x="6227823" y="57150"/>
                  <a:pt x="6221046" y="55141"/>
                  <a:pt x="6212055" y="55141"/>
                </a:cubicBezTo>
                <a:cubicBezTo>
                  <a:pt x="6203658" y="55141"/>
                  <a:pt x="6197460" y="56612"/>
                  <a:pt x="6193460" y="59554"/>
                </a:cubicBezTo>
                <a:cubicBezTo>
                  <a:pt x="6189460" y="62496"/>
                  <a:pt x="6186501" y="67703"/>
                  <a:pt x="6184584" y="75174"/>
                </a:cubicBezTo>
                <a:lnTo>
                  <a:pt x="6167129" y="72794"/>
                </a:lnTo>
                <a:cubicBezTo>
                  <a:pt x="6168716" y="65300"/>
                  <a:pt x="6171327" y="59248"/>
                  <a:pt x="6174964" y="54639"/>
                </a:cubicBezTo>
                <a:cubicBezTo>
                  <a:pt x="6178600" y="50029"/>
                  <a:pt x="6183856" y="46482"/>
                  <a:pt x="6190732" y="43996"/>
                </a:cubicBezTo>
                <a:cubicBezTo>
                  <a:pt x="6197608" y="41508"/>
                  <a:pt x="6205575" y="40265"/>
                  <a:pt x="6214633" y="40265"/>
                </a:cubicBezTo>
                <a:cubicBezTo>
                  <a:pt x="6223625" y="40265"/>
                  <a:pt x="6230931" y="41322"/>
                  <a:pt x="6236551" y="43438"/>
                </a:cubicBezTo>
                <a:cubicBezTo>
                  <a:pt x="6242170" y="45554"/>
                  <a:pt x="6246303" y="48215"/>
                  <a:pt x="6248947" y="51422"/>
                </a:cubicBezTo>
                <a:cubicBezTo>
                  <a:pt x="6251592" y="54628"/>
                  <a:pt x="6253443" y="58678"/>
                  <a:pt x="6254501" y="63570"/>
                </a:cubicBezTo>
                <a:cubicBezTo>
                  <a:pt x="6255096" y="66612"/>
                  <a:pt x="6255394" y="72099"/>
                  <a:pt x="6255394" y="80033"/>
                </a:cubicBezTo>
                <a:lnTo>
                  <a:pt x="6255394" y="103835"/>
                </a:lnTo>
                <a:cubicBezTo>
                  <a:pt x="6255394" y="120430"/>
                  <a:pt x="6255774" y="130926"/>
                  <a:pt x="6256534" y="135323"/>
                </a:cubicBezTo>
                <a:cubicBezTo>
                  <a:pt x="6257294" y="139719"/>
                  <a:pt x="6258799" y="143934"/>
                  <a:pt x="6261047" y="147967"/>
                </a:cubicBezTo>
                <a:lnTo>
                  <a:pt x="6242402" y="147967"/>
                </a:lnTo>
                <a:cubicBezTo>
                  <a:pt x="6240551" y="144261"/>
                  <a:pt x="6239361" y="139926"/>
                  <a:pt x="6238832" y="134963"/>
                </a:cubicBezTo>
                <a:moveTo>
                  <a:pt x="6237344" y="95008"/>
                </a:moveTo>
                <a:cubicBezTo>
                  <a:pt x="6230865" y="97676"/>
                  <a:pt x="6221146" y="99942"/>
                  <a:pt x="6208187" y="101808"/>
                </a:cubicBezTo>
                <a:cubicBezTo>
                  <a:pt x="6200848" y="102870"/>
                  <a:pt x="6195658" y="104065"/>
                  <a:pt x="6192617" y="105394"/>
                </a:cubicBezTo>
                <a:cubicBezTo>
                  <a:pt x="6189575" y="106720"/>
                  <a:pt x="6187228" y="108662"/>
                  <a:pt x="6185575" y="111220"/>
                </a:cubicBezTo>
                <a:cubicBezTo>
                  <a:pt x="6183922" y="113776"/>
                  <a:pt x="6183096" y="116614"/>
                  <a:pt x="6183096" y="119734"/>
                </a:cubicBezTo>
                <a:cubicBezTo>
                  <a:pt x="6183096" y="124513"/>
                  <a:pt x="6184898" y="128496"/>
                  <a:pt x="6188501" y="131684"/>
                </a:cubicBezTo>
                <a:cubicBezTo>
                  <a:pt x="6192104" y="134870"/>
                  <a:pt x="6197377" y="136463"/>
                  <a:pt x="6204319" y="136463"/>
                </a:cubicBezTo>
                <a:cubicBezTo>
                  <a:pt x="6211195" y="136463"/>
                  <a:pt x="6217311" y="134952"/>
                  <a:pt x="6222666" y="131929"/>
                </a:cubicBezTo>
                <a:cubicBezTo>
                  <a:pt x="6228022" y="128906"/>
                  <a:pt x="6231956" y="124771"/>
                  <a:pt x="6234468" y="119523"/>
                </a:cubicBezTo>
                <a:cubicBezTo>
                  <a:pt x="6236385" y="115469"/>
                  <a:pt x="6237344" y="109490"/>
                  <a:pt x="6237344" y="101585"/>
                </a:cubicBezTo>
                <a:lnTo>
                  <a:pt x="6237344" y="95008"/>
                </a:lnTo>
                <a:close/>
                <a:moveTo>
                  <a:pt x="6283032" y="147967"/>
                </a:moveTo>
                <a:lnTo>
                  <a:pt x="6283032" y="42645"/>
                </a:lnTo>
                <a:lnTo>
                  <a:pt x="6298999" y="42645"/>
                </a:lnTo>
                <a:lnTo>
                  <a:pt x="6298999" y="57322"/>
                </a:lnTo>
                <a:cubicBezTo>
                  <a:pt x="6302305" y="52194"/>
                  <a:pt x="6306702" y="48069"/>
                  <a:pt x="6312189" y="44947"/>
                </a:cubicBezTo>
                <a:cubicBezTo>
                  <a:pt x="6317677" y="41826"/>
                  <a:pt x="6323925" y="40265"/>
                  <a:pt x="6330933" y="40265"/>
                </a:cubicBezTo>
                <a:cubicBezTo>
                  <a:pt x="6338735" y="40265"/>
                  <a:pt x="6345132" y="41876"/>
                  <a:pt x="6350123" y="45099"/>
                </a:cubicBezTo>
                <a:cubicBezTo>
                  <a:pt x="6355115" y="48320"/>
                  <a:pt x="6358636" y="52825"/>
                  <a:pt x="6360685" y="58612"/>
                </a:cubicBezTo>
                <a:cubicBezTo>
                  <a:pt x="6369016" y="46380"/>
                  <a:pt x="6379859" y="40265"/>
                  <a:pt x="6393214" y="40265"/>
                </a:cubicBezTo>
                <a:cubicBezTo>
                  <a:pt x="6403661" y="40265"/>
                  <a:pt x="6411694" y="43157"/>
                  <a:pt x="6417314" y="48942"/>
                </a:cubicBezTo>
                <a:cubicBezTo>
                  <a:pt x="6422933" y="54727"/>
                  <a:pt x="6425743" y="63637"/>
                  <a:pt x="6425743" y="75670"/>
                </a:cubicBezTo>
                <a:lnTo>
                  <a:pt x="6425743" y="147967"/>
                </a:lnTo>
                <a:lnTo>
                  <a:pt x="6407991" y="147967"/>
                </a:lnTo>
                <a:lnTo>
                  <a:pt x="6407991" y="81549"/>
                </a:lnTo>
                <a:cubicBezTo>
                  <a:pt x="6407991" y="74400"/>
                  <a:pt x="6407413" y="69254"/>
                  <a:pt x="6406256" y="66112"/>
                </a:cubicBezTo>
                <a:cubicBezTo>
                  <a:pt x="6405099" y="62967"/>
                  <a:pt x="6402999" y="60435"/>
                  <a:pt x="6399958" y="58516"/>
                </a:cubicBezTo>
                <a:cubicBezTo>
                  <a:pt x="6396917" y="56596"/>
                  <a:pt x="6393347" y="55636"/>
                  <a:pt x="6389247" y="55636"/>
                </a:cubicBezTo>
                <a:cubicBezTo>
                  <a:pt x="6381842" y="55636"/>
                  <a:pt x="6375694" y="58102"/>
                  <a:pt x="6370801" y="63034"/>
                </a:cubicBezTo>
                <a:cubicBezTo>
                  <a:pt x="6365908" y="67964"/>
                  <a:pt x="6363462" y="75857"/>
                  <a:pt x="6363462" y="86712"/>
                </a:cubicBezTo>
                <a:lnTo>
                  <a:pt x="6363462" y="147967"/>
                </a:lnTo>
                <a:lnTo>
                  <a:pt x="6345611" y="147967"/>
                </a:lnTo>
                <a:lnTo>
                  <a:pt x="6345611" y="79463"/>
                </a:lnTo>
                <a:cubicBezTo>
                  <a:pt x="6345611" y="71521"/>
                  <a:pt x="6344156" y="65564"/>
                  <a:pt x="6341247" y="61593"/>
                </a:cubicBezTo>
                <a:cubicBezTo>
                  <a:pt x="6338338" y="57622"/>
                  <a:pt x="6333578" y="55636"/>
                  <a:pt x="6326966" y="55636"/>
                </a:cubicBezTo>
                <a:cubicBezTo>
                  <a:pt x="6321941" y="55636"/>
                  <a:pt x="6317297" y="56961"/>
                  <a:pt x="6313032" y="59610"/>
                </a:cubicBezTo>
                <a:cubicBezTo>
                  <a:pt x="6308768" y="62256"/>
                  <a:pt x="6305677" y="66128"/>
                  <a:pt x="6303760" y="71225"/>
                </a:cubicBezTo>
                <a:cubicBezTo>
                  <a:pt x="6301842" y="76320"/>
                  <a:pt x="6300884" y="83667"/>
                  <a:pt x="6300884" y="93264"/>
                </a:cubicBezTo>
                <a:lnTo>
                  <a:pt x="6300884" y="147967"/>
                </a:lnTo>
                <a:lnTo>
                  <a:pt x="6283032" y="147967"/>
                </a:lnTo>
                <a:close/>
                <a:moveTo>
                  <a:pt x="6524319" y="114050"/>
                </a:moveTo>
                <a:lnTo>
                  <a:pt x="6542766" y="116331"/>
                </a:lnTo>
                <a:cubicBezTo>
                  <a:pt x="6539857" y="127108"/>
                  <a:pt x="6534468" y="135471"/>
                  <a:pt x="6526600" y="141422"/>
                </a:cubicBezTo>
                <a:cubicBezTo>
                  <a:pt x="6518733" y="147372"/>
                  <a:pt x="6508683" y="150347"/>
                  <a:pt x="6496451" y="150347"/>
                </a:cubicBezTo>
                <a:cubicBezTo>
                  <a:pt x="6481046" y="150347"/>
                  <a:pt x="6468832" y="145604"/>
                  <a:pt x="6459807" y="136116"/>
                </a:cubicBezTo>
                <a:cubicBezTo>
                  <a:pt x="6450782" y="126628"/>
                  <a:pt x="6446270" y="113323"/>
                  <a:pt x="6446270" y="96199"/>
                </a:cubicBezTo>
                <a:cubicBezTo>
                  <a:pt x="6446270" y="78480"/>
                  <a:pt x="6450832" y="64727"/>
                  <a:pt x="6459956" y="54942"/>
                </a:cubicBezTo>
                <a:cubicBezTo>
                  <a:pt x="6469080" y="45157"/>
                  <a:pt x="6480914" y="40265"/>
                  <a:pt x="6495460" y="40265"/>
                </a:cubicBezTo>
                <a:cubicBezTo>
                  <a:pt x="6509542" y="40265"/>
                  <a:pt x="6521047" y="45051"/>
                  <a:pt x="6529972" y="54623"/>
                </a:cubicBezTo>
                <a:cubicBezTo>
                  <a:pt x="6538898" y="64193"/>
                  <a:pt x="6543361" y="77658"/>
                  <a:pt x="6543361" y="95018"/>
                </a:cubicBezTo>
                <a:cubicBezTo>
                  <a:pt x="6543361" y="96074"/>
                  <a:pt x="6543328" y="97657"/>
                  <a:pt x="6543262" y="99769"/>
                </a:cubicBezTo>
                <a:lnTo>
                  <a:pt x="6464716" y="99769"/>
                </a:lnTo>
                <a:cubicBezTo>
                  <a:pt x="6465377" y="111306"/>
                  <a:pt x="6468650" y="120141"/>
                  <a:pt x="6474534" y="126273"/>
                </a:cubicBezTo>
                <a:cubicBezTo>
                  <a:pt x="6480418" y="132405"/>
                  <a:pt x="6487757" y="135471"/>
                  <a:pt x="6496551" y="135471"/>
                </a:cubicBezTo>
                <a:cubicBezTo>
                  <a:pt x="6503096" y="135471"/>
                  <a:pt x="6508683" y="133769"/>
                  <a:pt x="6513311" y="130364"/>
                </a:cubicBezTo>
                <a:cubicBezTo>
                  <a:pt x="6517939" y="126957"/>
                  <a:pt x="6521609" y="121519"/>
                  <a:pt x="6524319" y="114050"/>
                </a:cubicBezTo>
                <a:moveTo>
                  <a:pt x="6465708" y="84893"/>
                </a:moveTo>
                <a:lnTo>
                  <a:pt x="6524518" y="84893"/>
                </a:lnTo>
                <a:cubicBezTo>
                  <a:pt x="6523724" y="76178"/>
                  <a:pt x="6521476" y="69642"/>
                  <a:pt x="6517774" y="65284"/>
                </a:cubicBezTo>
                <a:cubicBezTo>
                  <a:pt x="6512088" y="58522"/>
                  <a:pt x="6504716" y="55141"/>
                  <a:pt x="6495658" y="55141"/>
                </a:cubicBezTo>
                <a:cubicBezTo>
                  <a:pt x="6487460" y="55141"/>
                  <a:pt x="6480567" y="57840"/>
                  <a:pt x="6474980" y="63239"/>
                </a:cubicBezTo>
                <a:cubicBezTo>
                  <a:pt x="6469394" y="68635"/>
                  <a:pt x="6466303" y="75853"/>
                  <a:pt x="6465708" y="84893"/>
                </a:cubicBezTo>
                <a:close/>
                <a:moveTo>
                  <a:pt x="6621711" y="23207"/>
                </a:moveTo>
                <a:lnTo>
                  <a:pt x="6621711" y="2579"/>
                </a:lnTo>
                <a:lnTo>
                  <a:pt x="6639563" y="2579"/>
                </a:lnTo>
                <a:lnTo>
                  <a:pt x="6639563" y="23207"/>
                </a:lnTo>
                <a:lnTo>
                  <a:pt x="6621711" y="23207"/>
                </a:lnTo>
                <a:moveTo>
                  <a:pt x="6621711" y="147967"/>
                </a:moveTo>
                <a:lnTo>
                  <a:pt x="6621711" y="42645"/>
                </a:lnTo>
                <a:lnTo>
                  <a:pt x="6639563" y="42645"/>
                </a:lnTo>
                <a:lnTo>
                  <a:pt x="6639563" y="147967"/>
                </a:lnTo>
                <a:lnTo>
                  <a:pt x="6621711" y="147967"/>
                </a:lnTo>
                <a:close/>
                <a:moveTo>
                  <a:pt x="6666703" y="147967"/>
                </a:moveTo>
                <a:lnTo>
                  <a:pt x="6666703" y="42645"/>
                </a:lnTo>
                <a:lnTo>
                  <a:pt x="6682769" y="42645"/>
                </a:lnTo>
                <a:lnTo>
                  <a:pt x="6682769" y="57521"/>
                </a:lnTo>
                <a:cubicBezTo>
                  <a:pt x="6690504" y="46017"/>
                  <a:pt x="6701678" y="40265"/>
                  <a:pt x="6716290" y="40265"/>
                </a:cubicBezTo>
                <a:cubicBezTo>
                  <a:pt x="6722637" y="40265"/>
                  <a:pt x="6728472" y="41405"/>
                  <a:pt x="6733794" y="43686"/>
                </a:cubicBezTo>
                <a:cubicBezTo>
                  <a:pt x="6739116" y="45967"/>
                  <a:pt x="6743100" y="48959"/>
                  <a:pt x="6745744" y="52661"/>
                </a:cubicBezTo>
                <a:cubicBezTo>
                  <a:pt x="6748389" y="56364"/>
                  <a:pt x="6750240" y="60760"/>
                  <a:pt x="6751298" y="65851"/>
                </a:cubicBezTo>
                <a:cubicBezTo>
                  <a:pt x="6751959" y="69157"/>
                  <a:pt x="6752290" y="74942"/>
                  <a:pt x="6752290" y="83207"/>
                </a:cubicBezTo>
                <a:lnTo>
                  <a:pt x="6752290" y="147967"/>
                </a:lnTo>
                <a:lnTo>
                  <a:pt x="6734438" y="147967"/>
                </a:lnTo>
                <a:lnTo>
                  <a:pt x="6734438" y="83833"/>
                </a:lnTo>
                <a:cubicBezTo>
                  <a:pt x="6734438" y="76552"/>
                  <a:pt x="6733744" y="71108"/>
                  <a:pt x="6732356" y="67500"/>
                </a:cubicBezTo>
                <a:cubicBezTo>
                  <a:pt x="6730967" y="63893"/>
                  <a:pt x="6728505" y="61014"/>
                  <a:pt x="6724967" y="58863"/>
                </a:cubicBezTo>
                <a:cubicBezTo>
                  <a:pt x="6721430" y="56712"/>
                  <a:pt x="6717281" y="55636"/>
                  <a:pt x="6712521" y="55636"/>
                </a:cubicBezTo>
                <a:cubicBezTo>
                  <a:pt x="6704918" y="55636"/>
                  <a:pt x="6698356" y="58053"/>
                  <a:pt x="6692835" y="62885"/>
                </a:cubicBezTo>
                <a:cubicBezTo>
                  <a:pt x="6687314" y="67716"/>
                  <a:pt x="6684554" y="76882"/>
                  <a:pt x="6684554" y="90385"/>
                </a:cubicBezTo>
                <a:lnTo>
                  <a:pt x="6684554" y="147967"/>
                </a:lnTo>
                <a:lnTo>
                  <a:pt x="6666703" y="147967"/>
                </a:lnTo>
                <a:close/>
                <a:moveTo>
                  <a:pt x="6875070" y="132199"/>
                </a:moveTo>
                <a:lnTo>
                  <a:pt x="6877649" y="147967"/>
                </a:lnTo>
                <a:cubicBezTo>
                  <a:pt x="6872624" y="148893"/>
                  <a:pt x="6868128" y="149356"/>
                  <a:pt x="6864161" y="149356"/>
                </a:cubicBezTo>
                <a:cubicBezTo>
                  <a:pt x="6857682" y="149356"/>
                  <a:pt x="6852657" y="148331"/>
                  <a:pt x="6849087" y="146281"/>
                </a:cubicBezTo>
                <a:cubicBezTo>
                  <a:pt x="6845516" y="144232"/>
                  <a:pt x="6843004" y="141538"/>
                  <a:pt x="6841549" y="138199"/>
                </a:cubicBezTo>
                <a:cubicBezTo>
                  <a:pt x="6840095" y="134860"/>
                  <a:pt x="6839368" y="127835"/>
                  <a:pt x="6839368" y="117124"/>
                </a:cubicBezTo>
                <a:lnTo>
                  <a:pt x="6839368" y="56529"/>
                </a:lnTo>
                <a:lnTo>
                  <a:pt x="6826277" y="56529"/>
                </a:lnTo>
                <a:lnTo>
                  <a:pt x="6826277" y="42645"/>
                </a:lnTo>
                <a:lnTo>
                  <a:pt x="6839368" y="42645"/>
                </a:lnTo>
                <a:lnTo>
                  <a:pt x="6839368" y="16491"/>
                </a:lnTo>
                <a:lnTo>
                  <a:pt x="6857120" y="5752"/>
                </a:lnTo>
                <a:lnTo>
                  <a:pt x="6857120" y="42645"/>
                </a:lnTo>
                <a:lnTo>
                  <a:pt x="6875070" y="42645"/>
                </a:lnTo>
                <a:lnTo>
                  <a:pt x="6875070" y="56529"/>
                </a:lnTo>
                <a:lnTo>
                  <a:pt x="6857120" y="56529"/>
                </a:lnTo>
                <a:lnTo>
                  <a:pt x="6857120" y="118116"/>
                </a:lnTo>
                <a:cubicBezTo>
                  <a:pt x="6857120" y="123207"/>
                  <a:pt x="6857434" y="126480"/>
                  <a:pt x="6858062" y="127934"/>
                </a:cubicBezTo>
                <a:cubicBezTo>
                  <a:pt x="6858690" y="129389"/>
                  <a:pt x="6859715" y="130546"/>
                  <a:pt x="6861136" y="131405"/>
                </a:cubicBezTo>
                <a:cubicBezTo>
                  <a:pt x="6862558" y="132265"/>
                  <a:pt x="6864591" y="132695"/>
                  <a:pt x="6867235" y="132695"/>
                </a:cubicBezTo>
                <a:cubicBezTo>
                  <a:pt x="6869219" y="132695"/>
                  <a:pt x="6871830" y="132529"/>
                  <a:pt x="6875070" y="132199"/>
                </a:cubicBezTo>
                <a:close/>
                <a:moveTo>
                  <a:pt x="6892558" y="147967"/>
                </a:moveTo>
                <a:lnTo>
                  <a:pt x="6892558" y="2579"/>
                </a:lnTo>
                <a:lnTo>
                  <a:pt x="6910409" y="2579"/>
                </a:lnTo>
                <a:lnTo>
                  <a:pt x="6910409" y="54744"/>
                </a:lnTo>
                <a:cubicBezTo>
                  <a:pt x="6918740" y="45091"/>
                  <a:pt x="6929252" y="40265"/>
                  <a:pt x="6941946" y="40265"/>
                </a:cubicBezTo>
                <a:cubicBezTo>
                  <a:pt x="6949748" y="40265"/>
                  <a:pt x="6956525" y="41802"/>
                  <a:pt x="6962277" y="44876"/>
                </a:cubicBezTo>
                <a:cubicBezTo>
                  <a:pt x="6968029" y="47951"/>
                  <a:pt x="6972145" y="52198"/>
                  <a:pt x="6974624" y="57620"/>
                </a:cubicBezTo>
                <a:cubicBezTo>
                  <a:pt x="6977104" y="63041"/>
                  <a:pt x="6978343" y="70909"/>
                  <a:pt x="6978343" y="81223"/>
                </a:cubicBezTo>
                <a:lnTo>
                  <a:pt x="6978343" y="147967"/>
                </a:lnTo>
                <a:lnTo>
                  <a:pt x="6960492" y="147967"/>
                </a:lnTo>
                <a:lnTo>
                  <a:pt x="6960492" y="81223"/>
                </a:lnTo>
                <a:cubicBezTo>
                  <a:pt x="6960492" y="72298"/>
                  <a:pt x="6958558" y="65802"/>
                  <a:pt x="6954690" y="61736"/>
                </a:cubicBezTo>
                <a:cubicBezTo>
                  <a:pt x="6950822" y="57670"/>
                  <a:pt x="6945351" y="55636"/>
                  <a:pt x="6938277" y="55636"/>
                </a:cubicBezTo>
                <a:cubicBezTo>
                  <a:pt x="6932988" y="55636"/>
                  <a:pt x="6928012" y="57008"/>
                  <a:pt x="6923351" y="59752"/>
                </a:cubicBezTo>
                <a:cubicBezTo>
                  <a:pt x="6918690" y="62496"/>
                  <a:pt x="6915368" y="66215"/>
                  <a:pt x="6913384" y="70909"/>
                </a:cubicBezTo>
                <a:cubicBezTo>
                  <a:pt x="6911401" y="75603"/>
                  <a:pt x="6910409" y="82083"/>
                  <a:pt x="6910409" y="90347"/>
                </a:cubicBezTo>
                <a:lnTo>
                  <a:pt x="6910409" y="147967"/>
                </a:lnTo>
                <a:lnTo>
                  <a:pt x="6892558" y="147967"/>
                </a:lnTo>
                <a:close/>
                <a:moveTo>
                  <a:pt x="7074214" y="134963"/>
                </a:moveTo>
                <a:cubicBezTo>
                  <a:pt x="7067602" y="140587"/>
                  <a:pt x="7061238" y="144557"/>
                  <a:pt x="7055123" y="146873"/>
                </a:cubicBezTo>
                <a:cubicBezTo>
                  <a:pt x="7049007" y="149189"/>
                  <a:pt x="7042445" y="150347"/>
                  <a:pt x="7035437" y="150347"/>
                </a:cubicBezTo>
                <a:cubicBezTo>
                  <a:pt x="7023866" y="150347"/>
                  <a:pt x="7014974" y="147519"/>
                  <a:pt x="7008759" y="141862"/>
                </a:cubicBezTo>
                <a:cubicBezTo>
                  <a:pt x="7002544" y="136205"/>
                  <a:pt x="6999437" y="128977"/>
                  <a:pt x="6999437" y="120177"/>
                </a:cubicBezTo>
                <a:cubicBezTo>
                  <a:pt x="6999437" y="115018"/>
                  <a:pt x="7000610" y="110305"/>
                  <a:pt x="7002957" y="106038"/>
                </a:cubicBezTo>
                <a:cubicBezTo>
                  <a:pt x="7005304" y="101770"/>
                  <a:pt x="7008379" y="98345"/>
                  <a:pt x="7012180" y="95765"/>
                </a:cubicBezTo>
                <a:cubicBezTo>
                  <a:pt x="7015982" y="93184"/>
                  <a:pt x="7020263" y="91233"/>
                  <a:pt x="7025023" y="89910"/>
                </a:cubicBezTo>
                <a:cubicBezTo>
                  <a:pt x="7028528" y="88983"/>
                  <a:pt x="7033817" y="88089"/>
                  <a:pt x="7040891" y="87230"/>
                </a:cubicBezTo>
                <a:cubicBezTo>
                  <a:pt x="7055305" y="85523"/>
                  <a:pt x="7065916" y="83488"/>
                  <a:pt x="7072726" y="81124"/>
                </a:cubicBezTo>
                <a:cubicBezTo>
                  <a:pt x="7072792" y="78688"/>
                  <a:pt x="7072825" y="77141"/>
                  <a:pt x="7072825" y="76482"/>
                </a:cubicBezTo>
                <a:cubicBezTo>
                  <a:pt x="7072825" y="69236"/>
                  <a:pt x="7071139" y="64131"/>
                  <a:pt x="7067767" y="61169"/>
                </a:cubicBezTo>
                <a:cubicBezTo>
                  <a:pt x="7063205" y="57150"/>
                  <a:pt x="7056429" y="55141"/>
                  <a:pt x="7047437" y="55141"/>
                </a:cubicBezTo>
                <a:cubicBezTo>
                  <a:pt x="7039040" y="55141"/>
                  <a:pt x="7032842" y="56612"/>
                  <a:pt x="7028842" y="59554"/>
                </a:cubicBezTo>
                <a:cubicBezTo>
                  <a:pt x="7024842" y="62496"/>
                  <a:pt x="7021883" y="67703"/>
                  <a:pt x="7019966" y="75174"/>
                </a:cubicBezTo>
                <a:lnTo>
                  <a:pt x="7002511" y="72794"/>
                </a:lnTo>
                <a:cubicBezTo>
                  <a:pt x="7004098" y="65300"/>
                  <a:pt x="7006709" y="59248"/>
                  <a:pt x="7010346" y="54639"/>
                </a:cubicBezTo>
                <a:cubicBezTo>
                  <a:pt x="7013982" y="50029"/>
                  <a:pt x="7019238" y="46482"/>
                  <a:pt x="7026114" y="43996"/>
                </a:cubicBezTo>
                <a:cubicBezTo>
                  <a:pt x="7032990" y="41508"/>
                  <a:pt x="7040957" y="40265"/>
                  <a:pt x="7050015" y="40265"/>
                </a:cubicBezTo>
                <a:cubicBezTo>
                  <a:pt x="7059007" y="40265"/>
                  <a:pt x="7066313" y="41322"/>
                  <a:pt x="7071933" y="43438"/>
                </a:cubicBezTo>
                <a:cubicBezTo>
                  <a:pt x="7077553" y="45554"/>
                  <a:pt x="7081685" y="48215"/>
                  <a:pt x="7084329" y="51422"/>
                </a:cubicBezTo>
                <a:cubicBezTo>
                  <a:pt x="7086974" y="54628"/>
                  <a:pt x="7088825" y="58678"/>
                  <a:pt x="7089883" y="63570"/>
                </a:cubicBezTo>
                <a:cubicBezTo>
                  <a:pt x="7090478" y="66612"/>
                  <a:pt x="7090776" y="72099"/>
                  <a:pt x="7090776" y="80033"/>
                </a:cubicBezTo>
                <a:lnTo>
                  <a:pt x="7090776" y="103835"/>
                </a:lnTo>
                <a:cubicBezTo>
                  <a:pt x="7090776" y="120430"/>
                  <a:pt x="7091156" y="130926"/>
                  <a:pt x="7091916" y="135323"/>
                </a:cubicBezTo>
                <a:cubicBezTo>
                  <a:pt x="7092677" y="139719"/>
                  <a:pt x="7094181" y="143934"/>
                  <a:pt x="7096429" y="147967"/>
                </a:cubicBezTo>
                <a:lnTo>
                  <a:pt x="7077784" y="147967"/>
                </a:lnTo>
                <a:cubicBezTo>
                  <a:pt x="7075933" y="144261"/>
                  <a:pt x="7074743" y="139926"/>
                  <a:pt x="7074214" y="134963"/>
                </a:cubicBezTo>
                <a:moveTo>
                  <a:pt x="7072726" y="95008"/>
                </a:moveTo>
                <a:cubicBezTo>
                  <a:pt x="7066247" y="97676"/>
                  <a:pt x="7056528" y="99942"/>
                  <a:pt x="7043569" y="101808"/>
                </a:cubicBezTo>
                <a:cubicBezTo>
                  <a:pt x="7036230" y="102870"/>
                  <a:pt x="7031040" y="104065"/>
                  <a:pt x="7027999" y="105394"/>
                </a:cubicBezTo>
                <a:cubicBezTo>
                  <a:pt x="7024957" y="106720"/>
                  <a:pt x="7022610" y="108662"/>
                  <a:pt x="7020957" y="111220"/>
                </a:cubicBezTo>
                <a:cubicBezTo>
                  <a:pt x="7019304" y="113776"/>
                  <a:pt x="7018478" y="116614"/>
                  <a:pt x="7018478" y="119734"/>
                </a:cubicBezTo>
                <a:cubicBezTo>
                  <a:pt x="7018478" y="124513"/>
                  <a:pt x="7020280" y="128496"/>
                  <a:pt x="7023883" y="131684"/>
                </a:cubicBezTo>
                <a:cubicBezTo>
                  <a:pt x="7027486" y="134870"/>
                  <a:pt x="7032759" y="136463"/>
                  <a:pt x="7039701" y="136463"/>
                </a:cubicBezTo>
                <a:cubicBezTo>
                  <a:pt x="7046577" y="136463"/>
                  <a:pt x="7052693" y="134952"/>
                  <a:pt x="7058048" y="131929"/>
                </a:cubicBezTo>
                <a:cubicBezTo>
                  <a:pt x="7063404" y="128906"/>
                  <a:pt x="7067338" y="124771"/>
                  <a:pt x="7069850" y="119523"/>
                </a:cubicBezTo>
                <a:cubicBezTo>
                  <a:pt x="7071767" y="115469"/>
                  <a:pt x="7072726" y="109490"/>
                  <a:pt x="7072726" y="101585"/>
                </a:cubicBezTo>
                <a:lnTo>
                  <a:pt x="7072726" y="95008"/>
                </a:lnTo>
                <a:close/>
                <a:moveTo>
                  <a:pt x="7157390" y="132199"/>
                </a:moveTo>
                <a:lnTo>
                  <a:pt x="7159968" y="147967"/>
                </a:lnTo>
                <a:cubicBezTo>
                  <a:pt x="7154944" y="148893"/>
                  <a:pt x="7150448" y="149356"/>
                  <a:pt x="7146481" y="149356"/>
                </a:cubicBezTo>
                <a:cubicBezTo>
                  <a:pt x="7140001" y="149356"/>
                  <a:pt x="7134977" y="148331"/>
                  <a:pt x="7131406" y="146281"/>
                </a:cubicBezTo>
                <a:cubicBezTo>
                  <a:pt x="7127836" y="144232"/>
                  <a:pt x="7125324" y="141538"/>
                  <a:pt x="7123869" y="138199"/>
                </a:cubicBezTo>
                <a:cubicBezTo>
                  <a:pt x="7122415" y="134860"/>
                  <a:pt x="7121687" y="127835"/>
                  <a:pt x="7121687" y="117124"/>
                </a:cubicBezTo>
                <a:lnTo>
                  <a:pt x="7121687" y="56529"/>
                </a:lnTo>
                <a:lnTo>
                  <a:pt x="7108596" y="56529"/>
                </a:lnTo>
                <a:lnTo>
                  <a:pt x="7108596" y="42645"/>
                </a:lnTo>
                <a:lnTo>
                  <a:pt x="7121687" y="42645"/>
                </a:lnTo>
                <a:lnTo>
                  <a:pt x="7121687" y="16491"/>
                </a:lnTo>
                <a:lnTo>
                  <a:pt x="7139439" y="5752"/>
                </a:lnTo>
                <a:lnTo>
                  <a:pt x="7139439" y="42645"/>
                </a:lnTo>
                <a:lnTo>
                  <a:pt x="7157390" y="42645"/>
                </a:lnTo>
                <a:lnTo>
                  <a:pt x="7157390" y="56529"/>
                </a:lnTo>
                <a:lnTo>
                  <a:pt x="7139439" y="56529"/>
                </a:lnTo>
                <a:lnTo>
                  <a:pt x="7139439" y="118116"/>
                </a:lnTo>
                <a:cubicBezTo>
                  <a:pt x="7139439" y="123207"/>
                  <a:pt x="7139754" y="126480"/>
                  <a:pt x="7140382" y="127934"/>
                </a:cubicBezTo>
                <a:cubicBezTo>
                  <a:pt x="7141010" y="129389"/>
                  <a:pt x="7142035" y="130546"/>
                  <a:pt x="7143456" y="131405"/>
                </a:cubicBezTo>
                <a:cubicBezTo>
                  <a:pt x="7144878" y="132265"/>
                  <a:pt x="7146911" y="132695"/>
                  <a:pt x="7149555" y="132695"/>
                </a:cubicBezTo>
                <a:cubicBezTo>
                  <a:pt x="7151539" y="132695"/>
                  <a:pt x="7154150" y="132529"/>
                  <a:pt x="7157390" y="132199"/>
                </a:cubicBezTo>
                <a:close/>
                <a:moveTo>
                  <a:pt x="7224202" y="116430"/>
                </a:moveTo>
                <a:lnTo>
                  <a:pt x="7241855" y="113653"/>
                </a:lnTo>
                <a:cubicBezTo>
                  <a:pt x="7242847" y="120697"/>
                  <a:pt x="7245607" y="126094"/>
                  <a:pt x="7250136" y="129846"/>
                </a:cubicBezTo>
                <a:cubicBezTo>
                  <a:pt x="7254665" y="133596"/>
                  <a:pt x="7260995" y="135471"/>
                  <a:pt x="7269128" y="135471"/>
                </a:cubicBezTo>
                <a:cubicBezTo>
                  <a:pt x="7277326" y="135471"/>
                  <a:pt x="7283409" y="133815"/>
                  <a:pt x="7287376" y="130503"/>
                </a:cubicBezTo>
                <a:cubicBezTo>
                  <a:pt x="7291343" y="127189"/>
                  <a:pt x="7293326" y="123303"/>
                  <a:pt x="7293326" y="118844"/>
                </a:cubicBezTo>
                <a:cubicBezTo>
                  <a:pt x="7293326" y="114842"/>
                  <a:pt x="7291574" y="111693"/>
                  <a:pt x="7288070" y="109398"/>
                </a:cubicBezTo>
                <a:cubicBezTo>
                  <a:pt x="7285624" y="107824"/>
                  <a:pt x="7279541" y="105823"/>
                  <a:pt x="7269822" y="103395"/>
                </a:cubicBezTo>
                <a:cubicBezTo>
                  <a:pt x="7256731" y="100087"/>
                  <a:pt x="7247657" y="97225"/>
                  <a:pt x="7242599" y="94810"/>
                </a:cubicBezTo>
                <a:cubicBezTo>
                  <a:pt x="7237541" y="92395"/>
                  <a:pt x="7233706" y="89053"/>
                  <a:pt x="7231095" y="84784"/>
                </a:cubicBezTo>
                <a:cubicBezTo>
                  <a:pt x="7228483" y="80516"/>
                  <a:pt x="7227177" y="75801"/>
                  <a:pt x="7227177" y="70640"/>
                </a:cubicBezTo>
                <a:cubicBezTo>
                  <a:pt x="7227177" y="65941"/>
                  <a:pt x="7228252" y="61590"/>
                  <a:pt x="7230400" y="57586"/>
                </a:cubicBezTo>
                <a:cubicBezTo>
                  <a:pt x="7232549" y="53582"/>
                  <a:pt x="7235475" y="50256"/>
                  <a:pt x="7239177" y="47610"/>
                </a:cubicBezTo>
                <a:cubicBezTo>
                  <a:pt x="7241954" y="45558"/>
                  <a:pt x="7245739" y="43821"/>
                  <a:pt x="7250533" y="42400"/>
                </a:cubicBezTo>
                <a:cubicBezTo>
                  <a:pt x="7255326" y="40976"/>
                  <a:pt x="7260467" y="40265"/>
                  <a:pt x="7265954" y="40265"/>
                </a:cubicBezTo>
                <a:cubicBezTo>
                  <a:pt x="7274219" y="40265"/>
                  <a:pt x="7281475" y="41463"/>
                  <a:pt x="7287723" y="43860"/>
                </a:cubicBezTo>
                <a:cubicBezTo>
                  <a:pt x="7293971" y="46254"/>
                  <a:pt x="7298582" y="49499"/>
                  <a:pt x="7301558" y="53594"/>
                </a:cubicBezTo>
                <a:cubicBezTo>
                  <a:pt x="7304533" y="57687"/>
                  <a:pt x="7306582" y="63161"/>
                  <a:pt x="7307706" y="70017"/>
                </a:cubicBezTo>
                <a:lnTo>
                  <a:pt x="7290252" y="72397"/>
                </a:lnTo>
                <a:cubicBezTo>
                  <a:pt x="7289458" y="66975"/>
                  <a:pt x="7287161" y="62744"/>
                  <a:pt x="7283359" y="59703"/>
                </a:cubicBezTo>
                <a:cubicBezTo>
                  <a:pt x="7279557" y="56661"/>
                  <a:pt x="7274186" y="55141"/>
                  <a:pt x="7267243" y="55141"/>
                </a:cubicBezTo>
                <a:cubicBezTo>
                  <a:pt x="7259045" y="55141"/>
                  <a:pt x="7253194" y="56490"/>
                  <a:pt x="7249690" y="59188"/>
                </a:cubicBezTo>
                <a:cubicBezTo>
                  <a:pt x="7246185" y="61884"/>
                  <a:pt x="7244433" y="65043"/>
                  <a:pt x="7244433" y="68662"/>
                </a:cubicBezTo>
                <a:cubicBezTo>
                  <a:pt x="7244433" y="70964"/>
                  <a:pt x="7245161" y="73036"/>
                  <a:pt x="7246615" y="74879"/>
                </a:cubicBezTo>
                <a:cubicBezTo>
                  <a:pt x="7248070" y="76786"/>
                  <a:pt x="7250351" y="78365"/>
                  <a:pt x="7253458" y="79615"/>
                </a:cubicBezTo>
                <a:cubicBezTo>
                  <a:pt x="7255243" y="80274"/>
                  <a:pt x="7260500" y="81787"/>
                  <a:pt x="7269227" y="84155"/>
                </a:cubicBezTo>
                <a:cubicBezTo>
                  <a:pt x="7281855" y="87525"/>
                  <a:pt x="7290665" y="90283"/>
                  <a:pt x="7295657" y="92430"/>
                </a:cubicBezTo>
                <a:cubicBezTo>
                  <a:pt x="7300648" y="94577"/>
                  <a:pt x="7304566" y="97699"/>
                  <a:pt x="7307409" y="101796"/>
                </a:cubicBezTo>
                <a:cubicBezTo>
                  <a:pt x="7310252" y="105891"/>
                  <a:pt x="7311673" y="110977"/>
                  <a:pt x="7311673" y="117053"/>
                </a:cubicBezTo>
                <a:cubicBezTo>
                  <a:pt x="7311673" y="122999"/>
                  <a:pt x="7309938" y="128598"/>
                  <a:pt x="7306467" y="133851"/>
                </a:cubicBezTo>
                <a:cubicBezTo>
                  <a:pt x="7302996" y="139101"/>
                  <a:pt x="7297987" y="143163"/>
                  <a:pt x="7291442" y="146037"/>
                </a:cubicBezTo>
                <a:cubicBezTo>
                  <a:pt x="7284896" y="148910"/>
                  <a:pt x="7277491" y="150347"/>
                  <a:pt x="7269227" y="150347"/>
                </a:cubicBezTo>
                <a:cubicBezTo>
                  <a:pt x="7255541" y="150347"/>
                  <a:pt x="7245111" y="147496"/>
                  <a:pt x="7237938" y="141794"/>
                </a:cubicBezTo>
                <a:cubicBezTo>
                  <a:pt x="7230764" y="136091"/>
                  <a:pt x="7226185" y="127637"/>
                  <a:pt x="7224202" y="116430"/>
                </a:cubicBezTo>
                <a:close/>
                <a:moveTo>
                  <a:pt x="7332996" y="23207"/>
                </a:moveTo>
                <a:lnTo>
                  <a:pt x="7332996" y="2579"/>
                </a:lnTo>
                <a:lnTo>
                  <a:pt x="7350847" y="2579"/>
                </a:lnTo>
                <a:lnTo>
                  <a:pt x="7350847" y="23207"/>
                </a:lnTo>
                <a:lnTo>
                  <a:pt x="7332996" y="23207"/>
                </a:lnTo>
                <a:moveTo>
                  <a:pt x="7332996" y="147967"/>
                </a:moveTo>
                <a:lnTo>
                  <a:pt x="7332996" y="42645"/>
                </a:lnTo>
                <a:lnTo>
                  <a:pt x="7350847" y="42645"/>
                </a:lnTo>
                <a:lnTo>
                  <a:pt x="7350847" y="147967"/>
                </a:lnTo>
                <a:lnTo>
                  <a:pt x="7332996" y="147967"/>
                </a:lnTo>
                <a:close/>
                <a:moveTo>
                  <a:pt x="7368565" y="147967"/>
                </a:moveTo>
                <a:lnTo>
                  <a:pt x="7368565" y="133488"/>
                </a:lnTo>
                <a:lnTo>
                  <a:pt x="7435606" y="56529"/>
                </a:lnTo>
                <a:cubicBezTo>
                  <a:pt x="7428003" y="56926"/>
                  <a:pt x="7421292" y="57124"/>
                  <a:pt x="7415474" y="57124"/>
                </a:cubicBezTo>
                <a:lnTo>
                  <a:pt x="7372532" y="57124"/>
                </a:lnTo>
                <a:lnTo>
                  <a:pt x="7372532" y="42645"/>
                </a:lnTo>
                <a:lnTo>
                  <a:pt x="7458615" y="42645"/>
                </a:lnTo>
                <a:lnTo>
                  <a:pt x="7458615" y="54446"/>
                </a:lnTo>
                <a:lnTo>
                  <a:pt x="7401590" y="121290"/>
                </a:lnTo>
                <a:lnTo>
                  <a:pt x="7390581" y="133488"/>
                </a:lnTo>
                <a:cubicBezTo>
                  <a:pt x="7398581" y="132893"/>
                  <a:pt x="7406085" y="132595"/>
                  <a:pt x="7413094" y="132595"/>
                </a:cubicBezTo>
                <a:lnTo>
                  <a:pt x="7461788" y="132595"/>
                </a:lnTo>
                <a:lnTo>
                  <a:pt x="7461788" y="147967"/>
                </a:lnTo>
                <a:lnTo>
                  <a:pt x="7368565" y="147967"/>
                </a:lnTo>
                <a:close/>
                <a:moveTo>
                  <a:pt x="7551640" y="114050"/>
                </a:moveTo>
                <a:lnTo>
                  <a:pt x="7570086" y="116331"/>
                </a:lnTo>
                <a:cubicBezTo>
                  <a:pt x="7567177" y="127108"/>
                  <a:pt x="7561789" y="135471"/>
                  <a:pt x="7553921" y="141422"/>
                </a:cubicBezTo>
                <a:cubicBezTo>
                  <a:pt x="7546053" y="147372"/>
                  <a:pt x="7536004" y="150347"/>
                  <a:pt x="7523772" y="150347"/>
                </a:cubicBezTo>
                <a:cubicBezTo>
                  <a:pt x="7508367" y="150347"/>
                  <a:pt x="7496152" y="145604"/>
                  <a:pt x="7487127" y="136116"/>
                </a:cubicBezTo>
                <a:cubicBezTo>
                  <a:pt x="7478103" y="126628"/>
                  <a:pt x="7473590" y="113323"/>
                  <a:pt x="7473590" y="96199"/>
                </a:cubicBezTo>
                <a:cubicBezTo>
                  <a:pt x="7473590" y="78480"/>
                  <a:pt x="7478152" y="64727"/>
                  <a:pt x="7487276" y="54942"/>
                </a:cubicBezTo>
                <a:cubicBezTo>
                  <a:pt x="7496400" y="45157"/>
                  <a:pt x="7508235" y="40265"/>
                  <a:pt x="7522780" y="40265"/>
                </a:cubicBezTo>
                <a:cubicBezTo>
                  <a:pt x="7536863" y="40265"/>
                  <a:pt x="7548367" y="45051"/>
                  <a:pt x="7557293" y="54623"/>
                </a:cubicBezTo>
                <a:cubicBezTo>
                  <a:pt x="7566219" y="64193"/>
                  <a:pt x="7570681" y="77658"/>
                  <a:pt x="7570681" y="95018"/>
                </a:cubicBezTo>
                <a:cubicBezTo>
                  <a:pt x="7570681" y="96074"/>
                  <a:pt x="7570648" y="97657"/>
                  <a:pt x="7570582" y="99769"/>
                </a:cubicBezTo>
                <a:lnTo>
                  <a:pt x="7492037" y="99769"/>
                </a:lnTo>
                <a:cubicBezTo>
                  <a:pt x="7492698" y="111306"/>
                  <a:pt x="7495970" y="120141"/>
                  <a:pt x="7501855" y="126273"/>
                </a:cubicBezTo>
                <a:cubicBezTo>
                  <a:pt x="7507739" y="132405"/>
                  <a:pt x="7515078" y="135471"/>
                  <a:pt x="7523871" y="135471"/>
                </a:cubicBezTo>
                <a:cubicBezTo>
                  <a:pt x="7530417" y="135471"/>
                  <a:pt x="7536004" y="133769"/>
                  <a:pt x="7540632" y="130364"/>
                </a:cubicBezTo>
                <a:cubicBezTo>
                  <a:pt x="7545260" y="126957"/>
                  <a:pt x="7548929" y="121519"/>
                  <a:pt x="7551640" y="114050"/>
                </a:cubicBezTo>
                <a:moveTo>
                  <a:pt x="7493028" y="84893"/>
                </a:moveTo>
                <a:lnTo>
                  <a:pt x="7551838" y="84893"/>
                </a:lnTo>
                <a:cubicBezTo>
                  <a:pt x="7551045" y="76178"/>
                  <a:pt x="7548797" y="69642"/>
                  <a:pt x="7545095" y="65284"/>
                </a:cubicBezTo>
                <a:cubicBezTo>
                  <a:pt x="7539409" y="58522"/>
                  <a:pt x="7532037" y="55141"/>
                  <a:pt x="7522979" y="55141"/>
                </a:cubicBezTo>
                <a:cubicBezTo>
                  <a:pt x="7514780" y="55141"/>
                  <a:pt x="7507888" y="57840"/>
                  <a:pt x="7502301" y="63239"/>
                </a:cubicBezTo>
                <a:cubicBezTo>
                  <a:pt x="7496714" y="68635"/>
                  <a:pt x="7493623" y="75853"/>
                  <a:pt x="7493028" y="84893"/>
                </a:cubicBezTo>
                <a:close/>
                <a:moveTo>
                  <a:pt x="7597526" y="147967"/>
                </a:moveTo>
                <a:lnTo>
                  <a:pt x="7597526" y="127538"/>
                </a:lnTo>
                <a:lnTo>
                  <a:pt x="7617856" y="127538"/>
                </a:lnTo>
                <a:lnTo>
                  <a:pt x="7617856" y="147967"/>
                </a:lnTo>
                <a:lnTo>
                  <a:pt x="7597526" y="147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Prefer,ifavailablein{preferred-color},otherwisegowiththesamecolor.">
            <a:extLst xmlns:a="http://schemas.openxmlformats.org/drawingml/2006/main">
              <a:ext uri="{FF2B5EF4-FFF2-40B4-BE49-F238E27FC236}">
                <a16:creationId xmlns:a16="http://schemas.microsoft.com/office/drawing/2014/main" id="{88CACBEF-354A-4229-9771-3BFBFA6B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688" y="405726"/>
            <a:ext cx="6582279" cy="190810"/>
          </a:xfrm>
          <a:custGeom xmlns:a="http://schemas.openxmlformats.org/drawingml/2006/main">
            <a:pathLst>
              <a:path w="6582279" h="190810">
                <a:moveTo>
                  <a:pt x="1686429" y="2579"/>
                </a:moveTo>
                <a:lnTo>
                  <a:pt x="1668578" y="2579"/>
                </a:lnTo>
                <a:lnTo>
                  <a:pt x="1668578" y="23207"/>
                </a:lnTo>
                <a:lnTo>
                  <a:pt x="1686429" y="23207"/>
                </a:lnTo>
                <a:lnTo>
                  <a:pt x="1686429" y="2579"/>
                </a:lnTo>
                <a:close/>
                <a:moveTo>
                  <a:pt x="670483" y="2579"/>
                </a:moveTo>
                <a:lnTo>
                  <a:pt x="652632" y="2579"/>
                </a:lnTo>
                <a:lnTo>
                  <a:pt x="652632" y="23207"/>
                </a:lnTo>
                <a:lnTo>
                  <a:pt x="670483" y="23207"/>
                </a:lnTo>
                <a:lnTo>
                  <a:pt x="670483" y="2579"/>
                </a:lnTo>
                <a:close/>
                <a:moveTo>
                  <a:pt x="1155911" y="2579"/>
                </a:moveTo>
                <a:lnTo>
                  <a:pt x="1138060" y="2579"/>
                </a:lnTo>
                <a:lnTo>
                  <a:pt x="1138060" y="23207"/>
                </a:lnTo>
                <a:lnTo>
                  <a:pt x="1155911" y="23207"/>
                </a:lnTo>
                <a:lnTo>
                  <a:pt x="1155911" y="2579"/>
                </a:lnTo>
                <a:close/>
                <a:moveTo>
                  <a:pt x="335771" y="32963"/>
                </a:moveTo>
                <a:lnTo>
                  <a:pt x="335777" y="32183"/>
                </a:lnTo>
                <a:lnTo>
                  <a:pt x="335795" y="31424"/>
                </a:lnTo>
                <a:lnTo>
                  <a:pt x="335824" y="30686"/>
                </a:lnTo>
                <a:lnTo>
                  <a:pt x="335865" y="29969"/>
                </a:lnTo>
                <a:lnTo>
                  <a:pt x="335918" y="29273"/>
                </a:lnTo>
                <a:lnTo>
                  <a:pt x="335982" y="28598"/>
                </a:lnTo>
                <a:lnTo>
                  <a:pt x="336058" y="27943"/>
                </a:lnTo>
                <a:lnTo>
                  <a:pt x="336146" y="27310"/>
                </a:lnTo>
                <a:lnTo>
                  <a:pt x="336246" y="26698"/>
                </a:lnTo>
                <a:lnTo>
                  <a:pt x="336357" y="26106"/>
                </a:lnTo>
                <a:lnTo>
                  <a:pt x="336480" y="25535"/>
                </a:lnTo>
                <a:lnTo>
                  <a:pt x="336614" y="24986"/>
                </a:lnTo>
                <a:lnTo>
                  <a:pt x="336761" y="24457"/>
                </a:lnTo>
                <a:lnTo>
                  <a:pt x="336919" y="23949"/>
                </a:lnTo>
                <a:lnTo>
                  <a:pt x="337089" y="23462"/>
                </a:lnTo>
                <a:lnTo>
                  <a:pt x="337270" y="22996"/>
                </a:lnTo>
                <a:lnTo>
                  <a:pt x="337463" y="22551"/>
                </a:lnTo>
                <a:lnTo>
                  <a:pt x="337668" y="22127"/>
                </a:lnTo>
                <a:lnTo>
                  <a:pt x="337885" y="21723"/>
                </a:lnTo>
                <a:lnTo>
                  <a:pt x="338113" y="21341"/>
                </a:lnTo>
                <a:lnTo>
                  <a:pt x="338353" y="20980"/>
                </a:lnTo>
                <a:lnTo>
                  <a:pt x="338605" y="20639"/>
                </a:lnTo>
                <a:lnTo>
                  <a:pt x="338868" y="20319"/>
                </a:lnTo>
                <a:lnTo>
                  <a:pt x="339143" y="20021"/>
                </a:lnTo>
                <a:lnTo>
                  <a:pt x="339433" y="19738"/>
                </a:lnTo>
                <a:lnTo>
                  <a:pt x="339738" y="19468"/>
                </a:lnTo>
                <a:lnTo>
                  <a:pt x="340061" y="19210"/>
                </a:lnTo>
                <a:lnTo>
                  <a:pt x="340399" y="18964"/>
                </a:lnTo>
                <a:lnTo>
                  <a:pt x="340755" y="18730"/>
                </a:lnTo>
                <a:lnTo>
                  <a:pt x="341127" y="18508"/>
                </a:lnTo>
                <a:lnTo>
                  <a:pt x="341515" y="18297"/>
                </a:lnTo>
                <a:lnTo>
                  <a:pt x="341920" y="18099"/>
                </a:lnTo>
                <a:lnTo>
                  <a:pt x="342342" y="17913"/>
                </a:lnTo>
                <a:lnTo>
                  <a:pt x="342780" y="17739"/>
                </a:lnTo>
                <a:lnTo>
                  <a:pt x="343234" y="17577"/>
                </a:lnTo>
                <a:lnTo>
                  <a:pt x="343705" y="17427"/>
                </a:lnTo>
                <a:lnTo>
                  <a:pt x="344193" y="17289"/>
                </a:lnTo>
                <a:lnTo>
                  <a:pt x="344697" y="17162"/>
                </a:lnTo>
                <a:lnTo>
                  <a:pt x="345218" y="17048"/>
                </a:lnTo>
                <a:lnTo>
                  <a:pt x="345755" y="16946"/>
                </a:lnTo>
                <a:lnTo>
                  <a:pt x="346309" y="16856"/>
                </a:lnTo>
                <a:lnTo>
                  <a:pt x="346879" y="16778"/>
                </a:lnTo>
                <a:lnTo>
                  <a:pt x="347466" y="16712"/>
                </a:lnTo>
                <a:lnTo>
                  <a:pt x="348069" y="16658"/>
                </a:lnTo>
                <a:lnTo>
                  <a:pt x="348689" y="16616"/>
                </a:lnTo>
                <a:lnTo>
                  <a:pt x="349325" y="16586"/>
                </a:lnTo>
                <a:lnTo>
                  <a:pt x="349978" y="16568"/>
                </a:lnTo>
                <a:lnTo>
                  <a:pt x="350647" y="16562"/>
                </a:lnTo>
                <a:lnTo>
                  <a:pt x="351062" y="16564"/>
                </a:lnTo>
                <a:lnTo>
                  <a:pt x="351478" y="16569"/>
                </a:lnTo>
                <a:lnTo>
                  <a:pt x="351896" y="16578"/>
                </a:lnTo>
                <a:lnTo>
                  <a:pt x="352317" y="16590"/>
                </a:lnTo>
                <a:lnTo>
                  <a:pt x="352739" y="16605"/>
                </a:lnTo>
                <a:lnTo>
                  <a:pt x="353164" y="16624"/>
                </a:lnTo>
                <a:lnTo>
                  <a:pt x="353591" y="16646"/>
                </a:lnTo>
                <a:lnTo>
                  <a:pt x="354019" y="16672"/>
                </a:lnTo>
                <a:lnTo>
                  <a:pt x="354450" y="16701"/>
                </a:lnTo>
                <a:lnTo>
                  <a:pt x="354883" y="16734"/>
                </a:lnTo>
                <a:lnTo>
                  <a:pt x="355318" y="16770"/>
                </a:lnTo>
                <a:lnTo>
                  <a:pt x="355755" y="16810"/>
                </a:lnTo>
                <a:lnTo>
                  <a:pt x="356194" y="16853"/>
                </a:lnTo>
                <a:lnTo>
                  <a:pt x="356635" y="16899"/>
                </a:lnTo>
                <a:lnTo>
                  <a:pt x="357078" y="16949"/>
                </a:lnTo>
                <a:lnTo>
                  <a:pt x="357523" y="17003"/>
                </a:lnTo>
                <a:lnTo>
                  <a:pt x="357971" y="17060"/>
                </a:lnTo>
                <a:lnTo>
                  <a:pt x="358420" y="17120"/>
                </a:lnTo>
                <a:lnTo>
                  <a:pt x="358872" y="17184"/>
                </a:lnTo>
                <a:lnTo>
                  <a:pt x="359325" y="17251"/>
                </a:lnTo>
                <a:lnTo>
                  <a:pt x="359781" y="17321"/>
                </a:lnTo>
                <a:lnTo>
                  <a:pt x="360238" y="17395"/>
                </a:lnTo>
                <a:lnTo>
                  <a:pt x="360698" y="17473"/>
                </a:lnTo>
                <a:lnTo>
                  <a:pt x="361160" y="17554"/>
                </a:lnTo>
                <a:lnTo>
                  <a:pt x="363838" y="1983"/>
                </a:lnTo>
                <a:lnTo>
                  <a:pt x="363080" y="1838"/>
                </a:lnTo>
                <a:lnTo>
                  <a:pt x="362328" y="1698"/>
                </a:lnTo>
                <a:lnTo>
                  <a:pt x="361581" y="1565"/>
                </a:lnTo>
                <a:lnTo>
                  <a:pt x="360840" y="1438"/>
                </a:lnTo>
                <a:lnTo>
                  <a:pt x="360105" y="1317"/>
                </a:lnTo>
                <a:lnTo>
                  <a:pt x="359375" y="1202"/>
                </a:lnTo>
                <a:lnTo>
                  <a:pt x="358650" y="1094"/>
                </a:lnTo>
                <a:lnTo>
                  <a:pt x="357931" y="992"/>
                </a:lnTo>
                <a:lnTo>
                  <a:pt x="357218" y="896"/>
                </a:lnTo>
                <a:lnTo>
                  <a:pt x="356510" y="806"/>
                </a:lnTo>
                <a:lnTo>
                  <a:pt x="355807" y="722"/>
                </a:lnTo>
                <a:lnTo>
                  <a:pt x="355110" y="645"/>
                </a:lnTo>
                <a:lnTo>
                  <a:pt x="354419" y="573"/>
                </a:lnTo>
                <a:lnTo>
                  <a:pt x="353733" y="508"/>
                </a:lnTo>
                <a:lnTo>
                  <a:pt x="353052" y="449"/>
                </a:lnTo>
                <a:lnTo>
                  <a:pt x="352377" y="397"/>
                </a:lnTo>
                <a:lnTo>
                  <a:pt x="351708" y="350"/>
                </a:lnTo>
                <a:lnTo>
                  <a:pt x="351044" y="310"/>
                </a:lnTo>
                <a:lnTo>
                  <a:pt x="350386" y="276"/>
                </a:lnTo>
                <a:lnTo>
                  <a:pt x="349733" y="248"/>
                </a:lnTo>
                <a:lnTo>
                  <a:pt x="349085" y="226"/>
                </a:lnTo>
                <a:lnTo>
                  <a:pt x="348444" y="211"/>
                </a:lnTo>
                <a:lnTo>
                  <a:pt x="347807" y="201"/>
                </a:lnTo>
                <a:lnTo>
                  <a:pt x="347176" y="198"/>
                </a:lnTo>
                <a:lnTo>
                  <a:pt x="346210" y="206"/>
                </a:lnTo>
                <a:lnTo>
                  <a:pt x="345262" y="228"/>
                </a:lnTo>
                <a:lnTo>
                  <a:pt x="344332" y="266"/>
                </a:lnTo>
                <a:lnTo>
                  <a:pt x="343420" y="318"/>
                </a:lnTo>
                <a:lnTo>
                  <a:pt x="342526" y="385"/>
                </a:lnTo>
                <a:lnTo>
                  <a:pt x="341651" y="467"/>
                </a:lnTo>
                <a:lnTo>
                  <a:pt x="340793" y="565"/>
                </a:lnTo>
                <a:lnTo>
                  <a:pt x="339953" y="677"/>
                </a:lnTo>
                <a:lnTo>
                  <a:pt x="339132" y="804"/>
                </a:lnTo>
                <a:lnTo>
                  <a:pt x="338328" y="946"/>
                </a:lnTo>
                <a:lnTo>
                  <a:pt x="337543" y="1103"/>
                </a:lnTo>
                <a:lnTo>
                  <a:pt x="336776" y="1275"/>
                </a:lnTo>
                <a:lnTo>
                  <a:pt x="336026" y="1461"/>
                </a:lnTo>
                <a:lnTo>
                  <a:pt x="335295" y="1663"/>
                </a:lnTo>
                <a:lnTo>
                  <a:pt x="334582" y="1880"/>
                </a:lnTo>
                <a:lnTo>
                  <a:pt x="333887" y="2112"/>
                </a:lnTo>
                <a:lnTo>
                  <a:pt x="333210" y="2358"/>
                </a:lnTo>
                <a:lnTo>
                  <a:pt x="332551" y="2620"/>
                </a:lnTo>
                <a:lnTo>
                  <a:pt x="331911" y="2896"/>
                </a:lnTo>
                <a:lnTo>
                  <a:pt x="331288" y="3188"/>
                </a:lnTo>
                <a:lnTo>
                  <a:pt x="330683" y="3494"/>
                </a:lnTo>
                <a:lnTo>
                  <a:pt x="330097" y="3816"/>
                </a:lnTo>
                <a:lnTo>
                  <a:pt x="329528" y="4152"/>
                </a:lnTo>
                <a:lnTo>
                  <a:pt x="328978" y="4503"/>
                </a:lnTo>
                <a:lnTo>
                  <a:pt x="328443" y="4866"/>
                </a:lnTo>
                <a:lnTo>
                  <a:pt x="327923" y="5239"/>
                </a:lnTo>
                <a:lnTo>
                  <a:pt x="327415" y="5620"/>
                </a:lnTo>
                <a:lnTo>
                  <a:pt x="326921" y="6011"/>
                </a:lnTo>
                <a:lnTo>
                  <a:pt x="326441" y="6410"/>
                </a:lnTo>
                <a:lnTo>
                  <a:pt x="325975" y="6819"/>
                </a:lnTo>
                <a:lnTo>
                  <a:pt x="325522" y="7237"/>
                </a:lnTo>
                <a:lnTo>
                  <a:pt x="325083" y="7664"/>
                </a:lnTo>
                <a:lnTo>
                  <a:pt x="324657" y="8100"/>
                </a:lnTo>
                <a:lnTo>
                  <a:pt x="324245" y="8545"/>
                </a:lnTo>
                <a:lnTo>
                  <a:pt x="323846" y="8999"/>
                </a:lnTo>
                <a:lnTo>
                  <a:pt x="323461" y="9463"/>
                </a:lnTo>
                <a:lnTo>
                  <a:pt x="323090" y="9935"/>
                </a:lnTo>
                <a:lnTo>
                  <a:pt x="322732" y="10416"/>
                </a:lnTo>
                <a:lnTo>
                  <a:pt x="322388" y="10907"/>
                </a:lnTo>
                <a:lnTo>
                  <a:pt x="322058" y="11407"/>
                </a:lnTo>
                <a:lnTo>
                  <a:pt x="321741" y="11915"/>
                </a:lnTo>
                <a:lnTo>
                  <a:pt x="321438" y="12433"/>
                </a:lnTo>
                <a:lnTo>
                  <a:pt x="321148" y="12960"/>
                </a:lnTo>
                <a:lnTo>
                  <a:pt x="320872" y="13496"/>
                </a:lnTo>
                <a:lnTo>
                  <a:pt x="320609" y="14041"/>
                </a:lnTo>
                <a:lnTo>
                  <a:pt x="320361" y="14596"/>
                </a:lnTo>
                <a:lnTo>
                  <a:pt x="320125" y="15159"/>
                </a:lnTo>
                <a:lnTo>
                  <a:pt x="319904" y="15731"/>
                </a:lnTo>
                <a:lnTo>
                  <a:pt x="319750" y="16170"/>
                </a:lnTo>
                <a:lnTo>
                  <a:pt x="319603" y="16627"/>
                </a:lnTo>
                <a:lnTo>
                  <a:pt x="319462" y="17103"/>
                </a:lnTo>
                <a:lnTo>
                  <a:pt x="319328" y="17597"/>
                </a:lnTo>
                <a:lnTo>
                  <a:pt x="319200" y="18111"/>
                </a:lnTo>
                <a:lnTo>
                  <a:pt x="319079" y="18644"/>
                </a:lnTo>
                <a:lnTo>
                  <a:pt x="318965" y="19195"/>
                </a:lnTo>
                <a:lnTo>
                  <a:pt x="318857" y="19766"/>
                </a:lnTo>
                <a:lnTo>
                  <a:pt x="318755" y="20355"/>
                </a:lnTo>
                <a:lnTo>
                  <a:pt x="318660" y="20963"/>
                </a:lnTo>
                <a:lnTo>
                  <a:pt x="318572" y="21591"/>
                </a:lnTo>
                <a:lnTo>
                  <a:pt x="318490" y="22237"/>
                </a:lnTo>
                <a:lnTo>
                  <a:pt x="318415" y="22902"/>
                </a:lnTo>
                <a:lnTo>
                  <a:pt x="318346" y="23585"/>
                </a:lnTo>
                <a:lnTo>
                  <a:pt x="318284" y="24288"/>
                </a:lnTo>
                <a:lnTo>
                  <a:pt x="318229" y="25010"/>
                </a:lnTo>
                <a:lnTo>
                  <a:pt x="318180" y="25750"/>
                </a:lnTo>
                <a:lnTo>
                  <a:pt x="318137" y="26510"/>
                </a:lnTo>
                <a:lnTo>
                  <a:pt x="318101" y="27288"/>
                </a:lnTo>
                <a:lnTo>
                  <a:pt x="318072" y="28085"/>
                </a:lnTo>
                <a:lnTo>
                  <a:pt x="318049" y="28901"/>
                </a:lnTo>
                <a:lnTo>
                  <a:pt x="318032" y="29736"/>
                </a:lnTo>
                <a:lnTo>
                  <a:pt x="318023" y="30590"/>
                </a:lnTo>
                <a:lnTo>
                  <a:pt x="318019" y="31463"/>
                </a:lnTo>
                <a:lnTo>
                  <a:pt x="318019" y="42645"/>
                </a:lnTo>
                <a:lnTo>
                  <a:pt x="302251" y="42645"/>
                </a:lnTo>
                <a:lnTo>
                  <a:pt x="302251" y="56529"/>
                </a:lnTo>
                <a:lnTo>
                  <a:pt x="318019" y="56529"/>
                </a:lnTo>
                <a:lnTo>
                  <a:pt x="318019" y="147967"/>
                </a:lnTo>
                <a:lnTo>
                  <a:pt x="335771" y="147967"/>
                </a:lnTo>
                <a:lnTo>
                  <a:pt x="335771" y="56529"/>
                </a:lnTo>
                <a:lnTo>
                  <a:pt x="356300" y="56529"/>
                </a:lnTo>
                <a:lnTo>
                  <a:pt x="356300" y="42645"/>
                </a:lnTo>
                <a:lnTo>
                  <a:pt x="335771" y="42645"/>
                </a:lnTo>
                <a:lnTo>
                  <a:pt x="335771" y="32963"/>
                </a:lnTo>
                <a:close/>
                <a:moveTo>
                  <a:pt x="719639" y="32963"/>
                </a:moveTo>
                <a:lnTo>
                  <a:pt x="719645" y="32183"/>
                </a:lnTo>
                <a:lnTo>
                  <a:pt x="719663" y="31424"/>
                </a:lnTo>
                <a:lnTo>
                  <a:pt x="719692" y="30686"/>
                </a:lnTo>
                <a:lnTo>
                  <a:pt x="719733" y="29969"/>
                </a:lnTo>
                <a:lnTo>
                  <a:pt x="719786" y="29273"/>
                </a:lnTo>
                <a:lnTo>
                  <a:pt x="719850" y="28598"/>
                </a:lnTo>
                <a:lnTo>
                  <a:pt x="719926" y="27943"/>
                </a:lnTo>
                <a:lnTo>
                  <a:pt x="720014" y="27310"/>
                </a:lnTo>
                <a:lnTo>
                  <a:pt x="720114" y="26698"/>
                </a:lnTo>
                <a:lnTo>
                  <a:pt x="720225" y="26106"/>
                </a:lnTo>
                <a:lnTo>
                  <a:pt x="720348" y="25535"/>
                </a:lnTo>
                <a:lnTo>
                  <a:pt x="720482" y="24986"/>
                </a:lnTo>
                <a:lnTo>
                  <a:pt x="720629" y="24457"/>
                </a:lnTo>
                <a:lnTo>
                  <a:pt x="720787" y="23949"/>
                </a:lnTo>
                <a:lnTo>
                  <a:pt x="720957" y="23462"/>
                </a:lnTo>
                <a:lnTo>
                  <a:pt x="721138" y="22996"/>
                </a:lnTo>
                <a:lnTo>
                  <a:pt x="721331" y="22551"/>
                </a:lnTo>
                <a:lnTo>
                  <a:pt x="721536" y="22127"/>
                </a:lnTo>
                <a:lnTo>
                  <a:pt x="721753" y="21723"/>
                </a:lnTo>
                <a:lnTo>
                  <a:pt x="721981" y="21341"/>
                </a:lnTo>
                <a:lnTo>
                  <a:pt x="722221" y="20980"/>
                </a:lnTo>
                <a:lnTo>
                  <a:pt x="722473" y="20639"/>
                </a:lnTo>
                <a:lnTo>
                  <a:pt x="722736" y="20319"/>
                </a:lnTo>
                <a:lnTo>
                  <a:pt x="723011" y="20021"/>
                </a:lnTo>
                <a:lnTo>
                  <a:pt x="723301" y="19738"/>
                </a:lnTo>
                <a:lnTo>
                  <a:pt x="723606" y="19468"/>
                </a:lnTo>
                <a:lnTo>
                  <a:pt x="723929" y="19210"/>
                </a:lnTo>
                <a:lnTo>
                  <a:pt x="724267" y="18964"/>
                </a:lnTo>
                <a:lnTo>
                  <a:pt x="724623" y="18730"/>
                </a:lnTo>
                <a:lnTo>
                  <a:pt x="724995" y="18508"/>
                </a:lnTo>
                <a:lnTo>
                  <a:pt x="725383" y="18297"/>
                </a:lnTo>
                <a:lnTo>
                  <a:pt x="725788" y="18099"/>
                </a:lnTo>
                <a:lnTo>
                  <a:pt x="726210" y="17913"/>
                </a:lnTo>
                <a:lnTo>
                  <a:pt x="726648" y="17739"/>
                </a:lnTo>
                <a:lnTo>
                  <a:pt x="727102" y="17577"/>
                </a:lnTo>
                <a:lnTo>
                  <a:pt x="727573" y="17427"/>
                </a:lnTo>
                <a:lnTo>
                  <a:pt x="728061" y="17289"/>
                </a:lnTo>
                <a:lnTo>
                  <a:pt x="728565" y="17162"/>
                </a:lnTo>
                <a:lnTo>
                  <a:pt x="729086" y="17048"/>
                </a:lnTo>
                <a:lnTo>
                  <a:pt x="729623" y="16946"/>
                </a:lnTo>
                <a:lnTo>
                  <a:pt x="730177" y="16856"/>
                </a:lnTo>
                <a:lnTo>
                  <a:pt x="730747" y="16778"/>
                </a:lnTo>
                <a:lnTo>
                  <a:pt x="731334" y="16712"/>
                </a:lnTo>
                <a:lnTo>
                  <a:pt x="731937" y="16658"/>
                </a:lnTo>
                <a:lnTo>
                  <a:pt x="732557" y="16616"/>
                </a:lnTo>
                <a:lnTo>
                  <a:pt x="733193" y="16586"/>
                </a:lnTo>
                <a:lnTo>
                  <a:pt x="733846" y="16568"/>
                </a:lnTo>
                <a:lnTo>
                  <a:pt x="734515" y="16562"/>
                </a:lnTo>
                <a:lnTo>
                  <a:pt x="734930" y="16564"/>
                </a:lnTo>
                <a:lnTo>
                  <a:pt x="735346" y="16569"/>
                </a:lnTo>
                <a:lnTo>
                  <a:pt x="735764" y="16578"/>
                </a:lnTo>
                <a:lnTo>
                  <a:pt x="736185" y="16590"/>
                </a:lnTo>
                <a:lnTo>
                  <a:pt x="736607" y="16605"/>
                </a:lnTo>
                <a:lnTo>
                  <a:pt x="737032" y="16624"/>
                </a:lnTo>
                <a:lnTo>
                  <a:pt x="737459" y="16646"/>
                </a:lnTo>
                <a:lnTo>
                  <a:pt x="737887" y="16672"/>
                </a:lnTo>
                <a:lnTo>
                  <a:pt x="738318" y="16701"/>
                </a:lnTo>
                <a:lnTo>
                  <a:pt x="738751" y="16734"/>
                </a:lnTo>
                <a:lnTo>
                  <a:pt x="739186" y="16770"/>
                </a:lnTo>
                <a:lnTo>
                  <a:pt x="739623" y="16810"/>
                </a:lnTo>
                <a:lnTo>
                  <a:pt x="740062" y="16853"/>
                </a:lnTo>
                <a:lnTo>
                  <a:pt x="740503" y="16899"/>
                </a:lnTo>
                <a:lnTo>
                  <a:pt x="740946" y="16949"/>
                </a:lnTo>
                <a:lnTo>
                  <a:pt x="741391" y="17003"/>
                </a:lnTo>
                <a:lnTo>
                  <a:pt x="741839" y="17060"/>
                </a:lnTo>
                <a:lnTo>
                  <a:pt x="742288" y="17120"/>
                </a:lnTo>
                <a:lnTo>
                  <a:pt x="742740" y="17184"/>
                </a:lnTo>
                <a:lnTo>
                  <a:pt x="743193" y="17251"/>
                </a:lnTo>
                <a:lnTo>
                  <a:pt x="743649" y="17321"/>
                </a:lnTo>
                <a:lnTo>
                  <a:pt x="744106" y="17395"/>
                </a:lnTo>
                <a:lnTo>
                  <a:pt x="744566" y="17473"/>
                </a:lnTo>
                <a:lnTo>
                  <a:pt x="745028" y="17554"/>
                </a:lnTo>
                <a:lnTo>
                  <a:pt x="747706" y="1983"/>
                </a:lnTo>
                <a:lnTo>
                  <a:pt x="746948" y="1838"/>
                </a:lnTo>
                <a:lnTo>
                  <a:pt x="746196" y="1698"/>
                </a:lnTo>
                <a:lnTo>
                  <a:pt x="745449" y="1565"/>
                </a:lnTo>
                <a:lnTo>
                  <a:pt x="744708" y="1438"/>
                </a:lnTo>
                <a:lnTo>
                  <a:pt x="743973" y="1317"/>
                </a:lnTo>
                <a:lnTo>
                  <a:pt x="743243" y="1202"/>
                </a:lnTo>
                <a:lnTo>
                  <a:pt x="742518" y="1094"/>
                </a:lnTo>
                <a:lnTo>
                  <a:pt x="741799" y="992"/>
                </a:lnTo>
                <a:lnTo>
                  <a:pt x="741086" y="896"/>
                </a:lnTo>
                <a:lnTo>
                  <a:pt x="740378" y="806"/>
                </a:lnTo>
                <a:lnTo>
                  <a:pt x="739675" y="722"/>
                </a:lnTo>
                <a:lnTo>
                  <a:pt x="738978" y="645"/>
                </a:lnTo>
                <a:lnTo>
                  <a:pt x="738287" y="573"/>
                </a:lnTo>
                <a:lnTo>
                  <a:pt x="737601" y="508"/>
                </a:lnTo>
                <a:lnTo>
                  <a:pt x="736920" y="449"/>
                </a:lnTo>
                <a:lnTo>
                  <a:pt x="736245" y="397"/>
                </a:lnTo>
                <a:lnTo>
                  <a:pt x="735576" y="350"/>
                </a:lnTo>
                <a:lnTo>
                  <a:pt x="734912" y="310"/>
                </a:lnTo>
                <a:lnTo>
                  <a:pt x="734254" y="276"/>
                </a:lnTo>
                <a:lnTo>
                  <a:pt x="733601" y="248"/>
                </a:lnTo>
                <a:lnTo>
                  <a:pt x="732953" y="226"/>
                </a:lnTo>
                <a:lnTo>
                  <a:pt x="732312" y="211"/>
                </a:lnTo>
                <a:lnTo>
                  <a:pt x="731675" y="201"/>
                </a:lnTo>
                <a:lnTo>
                  <a:pt x="731044" y="198"/>
                </a:lnTo>
                <a:lnTo>
                  <a:pt x="730078" y="206"/>
                </a:lnTo>
                <a:lnTo>
                  <a:pt x="729130" y="228"/>
                </a:lnTo>
                <a:lnTo>
                  <a:pt x="728200" y="266"/>
                </a:lnTo>
                <a:lnTo>
                  <a:pt x="727288" y="318"/>
                </a:lnTo>
                <a:lnTo>
                  <a:pt x="726394" y="385"/>
                </a:lnTo>
                <a:lnTo>
                  <a:pt x="725518" y="467"/>
                </a:lnTo>
                <a:lnTo>
                  <a:pt x="724661" y="565"/>
                </a:lnTo>
                <a:lnTo>
                  <a:pt x="723821" y="677"/>
                </a:lnTo>
                <a:lnTo>
                  <a:pt x="723000" y="804"/>
                </a:lnTo>
                <a:lnTo>
                  <a:pt x="722196" y="946"/>
                </a:lnTo>
                <a:lnTo>
                  <a:pt x="721411" y="1103"/>
                </a:lnTo>
                <a:lnTo>
                  <a:pt x="720643" y="1275"/>
                </a:lnTo>
                <a:lnTo>
                  <a:pt x="719894" y="1461"/>
                </a:lnTo>
                <a:lnTo>
                  <a:pt x="719163" y="1663"/>
                </a:lnTo>
                <a:lnTo>
                  <a:pt x="718450" y="1880"/>
                </a:lnTo>
                <a:lnTo>
                  <a:pt x="717755" y="2112"/>
                </a:lnTo>
                <a:lnTo>
                  <a:pt x="717078" y="2358"/>
                </a:lnTo>
                <a:lnTo>
                  <a:pt x="716419" y="2620"/>
                </a:lnTo>
                <a:lnTo>
                  <a:pt x="715779" y="2896"/>
                </a:lnTo>
                <a:lnTo>
                  <a:pt x="715156" y="3188"/>
                </a:lnTo>
                <a:lnTo>
                  <a:pt x="714551" y="3494"/>
                </a:lnTo>
                <a:lnTo>
                  <a:pt x="713965" y="3816"/>
                </a:lnTo>
                <a:lnTo>
                  <a:pt x="713396" y="4152"/>
                </a:lnTo>
                <a:lnTo>
                  <a:pt x="712846" y="4503"/>
                </a:lnTo>
                <a:lnTo>
                  <a:pt x="712311" y="4866"/>
                </a:lnTo>
                <a:lnTo>
                  <a:pt x="711790" y="5239"/>
                </a:lnTo>
                <a:lnTo>
                  <a:pt x="711283" y="5620"/>
                </a:lnTo>
                <a:lnTo>
                  <a:pt x="710789" y="6011"/>
                </a:lnTo>
                <a:lnTo>
                  <a:pt x="710309" y="6410"/>
                </a:lnTo>
                <a:lnTo>
                  <a:pt x="709843" y="6819"/>
                </a:lnTo>
                <a:lnTo>
                  <a:pt x="709390" y="7237"/>
                </a:lnTo>
                <a:lnTo>
                  <a:pt x="708951" y="7664"/>
                </a:lnTo>
                <a:lnTo>
                  <a:pt x="708525" y="8100"/>
                </a:lnTo>
                <a:lnTo>
                  <a:pt x="708113" y="8545"/>
                </a:lnTo>
                <a:lnTo>
                  <a:pt x="707714" y="8999"/>
                </a:lnTo>
                <a:lnTo>
                  <a:pt x="707329" y="9463"/>
                </a:lnTo>
                <a:lnTo>
                  <a:pt x="706958" y="9935"/>
                </a:lnTo>
                <a:lnTo>
                  <a:pt x="706600" y="10416"/>
                </a:lnTo>
                <a:lnTo>
                  <a:pt x="706256" y="10907"/>
                </a:lnTo>
                <a:lnTo>
                  <a:pt x="705926" y="11407"/>
                </a:lnTo>
                <a:lnTo>
                  <a:pt x="705609" y="11915"/>
                </a:lnTo>
                <a:lnTo>
                  <a:pt x="705306" y="12433"/>
                </a:lnTo>
                <a:lnTo>
                  <a:pt x="705016" y="12960"/>
                </a:lnTo>
                <a:lnTo>
                  <a:pt x="704740" y="13496"/>
                </a:lnTo>
                <a:lnTo>
                  <a:pt x="704477" y="14041"/>
                </a:lnTo>
                <a:lnTo>
                  <a:pt x="704228" y="14596"/>
                </a:lnTo>
                <a:lnTo>
                  <a:pt x="703993" y="15159"/>
                </a:lnTo>
                <a:lnTo>
                  <a:pt x="703772" y="15731"/>
                </a:lnTo>
                <a:lnTo>
                  <a:pt x="703618" y="16170"/>
                </a:lnTo>
                <a:lnTo>
                  <a:pt x="703471" y="16627"/>
                </a:lnTo>
                <a:lnTo>
                  <a:pt x="703330" y="17103"/>
                </a:lnTo>
                <a:lnTo>
                  <a:pt x="703196" y="17597"/>
                </a:lnTo>
                <a:lnTo>
                  <a:pt x="703068" y="18111"/>
                </a:lnTo>
                <a:lnTo>
                  <a:pt x="702947" y="18644"/>
                </a:lnTo>
                <a:lnTo>
                  <a:pt x="702833" y="19195"/>
                </a:lnTo>
                <a:lnTo>
                  <a:pt x="702725" y="19766"/>
                </a:lnTo>
                <a:lnTo>
                  <a:pt x="702623" y="20355"/>
                </a:lnTo>
                <a:lnTo>
                  <a:pt x="702528" y="20963"/>
                </a:lnTo>
                <a:lnTo>
                  <a:pt x="702440" y="21591"/>
                </a:lnTo>
                <a:lnTo>
                  <a:pt x="702358" y="22237"/>
                </a:lnTo>
                <a:lnTo>
                  <a:pt x="702283" y="22902"/>
                </a:lnTo>
                <a:lnTo>
                  <a:pt x="702214" y="23585"/>
                </a:lnTo>
                <a:lnTo>
                  <a:pt x="702152" y="24288"/>
                </a:lnTo>
                <a:lnTo>
                  <a:pt x="702097" y="25010"/>
                </a:lnTo>
                <a:lnTo>
                  <a:pt x="702048" y="25750"/>
                </a:lnTo>
                <a:lnTo>
                  <a:pt x="702005" y="26510"/>
                </a:lnTo>
                <a:lnTo>
                  <a:pt x="701969" y="27288"/>
                </a:lnTo>
                <a:lnTo>
                  <a:pt x="701940" y="28085"/>
                </a:lnTo>
                <a:lnTo>
                  <a:pt x="701917" y="28901"/>
                </a:lnTo>
                <a:lnTo>
                  <a:pt x="701900" y="29736"/>
                </a:lnTo>
                <a:lnTo>
                  <a:pt x="701891" y="30590"/>
                </a:lnTo>
                <a:lnTo>
                  <a:pt x="701887" y="31463"/>
                </a:lnTo>
                <a:lnTo>
                  <a:pt x="701887" y="42645"/>
                </a:lnTo>
                <a:lnTo>
                  <a:pt x="686119" y="42645"/>
                </a:lnTo>
                <a:lnTo>
                  <a:pt x="686119" y="56529"/>
                </a:lnTo>
                <a:lnTo>
                  <a:pt x="701887" y="56529"/>
                </a:lnTo>
                <a:lnTo>
                  <a:pt x="701887" y="147967"/>
                </a:lnTo>
                <a:lnTo>
                  <a:pt x="719639" y="147967"/>
                </a:lnTo>
                <a:lnTo>
                  <a:pt x="719639" y="56529"/>
                </a:lnTo>
                <a:lnTo>
                  <a:pt x="740168" y="56529"/>
                </a:lnTo>
                <a:lnTo>
                  <a:pt x="740168" y="42645"/>
                </a:lnTo>
                <a:lnTo>
                  <a:pt x="719639" y="42645"/>
                </a:lnTo>
                <a:lnTo>
                  <a:pt x="719639" y="32963"/>
                </a:lnTo>
                <a:close/>
                <a:moveTo>
                  <a:pt x="63942" y="88560"/>
                </a:moveTo>
                <a:lnTo>
                  <a:pt x="66281" y="88404"/>
                </a:lnTo>
                <a:lnTo>
                  <a:pt x="68554" y="88204"/>
                </a:lnTo>
                <a:lnTo>
                  <a:pt x="70761" y="87959"/>
                </a:lnTo>
                <a:lnTo>
                  <a:pt x="72901" y="87669"/>
                </a:lnTo>
                <a:lnTo>
                  <a:pt x="74975" y="87335"/>
                </a:lnTo>
                <a:lnTo>
                  <a:pt x="76984" y="86957"/>
                </a:lnTo>
                <a:lnTo>
                  <a:pt x="78926" y="86534"/>
                </a:lnTo>
                <a:lnTo>
                  <a:pt x="80802" y="86066"/>
                </a:lnTo>
                <a:lnTo>
                  <a:pt x="82612" y="85554"/>
                </a:lnTo>
                <a:lnTo>
                  <a:pt x="84356" y="84997"/>
                </a:lnTo>
                <a:lnTo>
                  <a:pt x="86033" y="84396"/>
                </a:lnTo>
                <a:lnTo>
                  <a:pt x="87645" y="83750"/>
                </a:lnTo>
                <a:lnTo>
                  <a:pt x="89190" y="83059"/>
                </a:lnTo>
                <a:lnTo>
                  <a:pt x="90670" y="82325"/>
                </a:lnTo>
                <a:lnTo>
                  <a:pt x="92083" y="81545"/>
                </a:lnTo>
                <a:lnTo>
                  <a:pt x="93430" y="80721"/>
                </a:lnTo>
                <a:lnTo>
                  <a:pt x="94711" y="79853"/>
                </a:lnTo>
                <a:lnTo>
                  <a:pt x="95926" y="78939"/>
                </a:lnTo>
                <a:lnTo>
                  <a:pt x="97075" y="77982"/>
                </a:lnTo>
                <a:lnTo>
                  <a:pt x="98157" y="76980"/>
                </a:lnTo>
                <a:lnTo>
                  <a:pt x="99174" y="75933"/>
                </a:lnTo>
                <a:lnTo>
                  <a:pt x="100137" y="74854"/>
                </a:lnTo>
                <a:lnTo>
                  <a:pt x="101059" y="73756"/>
                </a:lnTo>
                <a:lnTo>
                  <a:pt x="101940" y="72637"/>
                </a:lnTo>
                <a:lnTo>
                  <a:pt x="102780" y="71499"/>
                </a:lnTo>
                <a:lnTo>
                  <a:pt x="103579" y="70341"/>
                </a:lnTo>
                <a:lnTo>
                  <a:pt x="104337" y="69163"/>
                </a:lnTo>
                <a:lnTo>
                  <a:pt x="105054" y="67965"/>
                </a:lnTo>
                <a:lnTo>
                  <a:pt x="105730" y="66748"/>
                </a:lnTo>
                <a:lnTo>
                  <a:pt x="106365" y="65511"/>
                </a:lnTo>
                <a:lnTo>
                  <a:pt x="106960" y="64254"/>
                </a:lnTo>
                <a:lnTo>
                  <a:pt x="107513" y="62977"/>
                </a:lnTo>
                <a:lnTo>
                  <a:pt x="108025" y="61681"/>
                </a:lnTo>
                <a:lnTo>
                  <a:pt x="108496" y="60364"/>
                </a:lnTo>
                <a:lnTo>
                  <a:pt x="108927" y="59028"/>
                </a:lnTo>
                <a:lnTo>
                  <a:pt x="109316" y="57672"/>
                </a:lnTo>
                <a:lnTo>
                  <a:pt x="109664" y="56297"/>
                </a:lnTo>
                <a:lnTo>
                  <a:pt x="109972" y="54901"/>
                </a:lnTo>
                <a:lnTo>
                  <a:pt x="110238" y="53486"/>
                </a:lnTo>
                <a:lnTo>
                  <a:pt x="110463" y="52051"/>
                </a:lnTo>
                <a:lnTo>
                  <a:pt x="110648" y="50596"/>
                </a:lnTo>
                <a:lnTo>
                  <a:pt x="110791" y="49121"/>
                </a:lnTo>
                <a:lnTo>
                  <a:pt x="110894" y="47627"/>
                </a:lnTo>
                <a:lnTo>
                  <a:pt x="110955" y="46113"/>
                </a:lnTo>
                <a:lnTo>
                  <a:pt x="110975" y="44579"/>
                </a:lnTo>
                <a:lnTo>
                  <a:pt x="110968" y="43682"/>
                </a:lnTo>
                <a:lnTo>
                  <a:pt x="110945" y="42791"/>
                </a:lnTo>
                <a:lnTo>
                  <a:pt x="110907" y="41907"/>
                </a:lnTo>
                <a:lnTo>
                  <a:pt x="110853" y="41029"/>
                </a:lnTo>
                <a:lnTo>
                  <a:pt x="110784" y="40157"/>
                </a:lnTo>
                <a:lnTo>
                  <a:pt x="110700" y="39291"/>
                </a:lnTo>
                <a:lnTo>
                  <a:pt x="110600" y="38432"/>
                </a:lnTo>
                <a:lnTo>
                  <a:pt x="110485" y="37579"/>
                </a:lnTo>
                <a:lnTo>
                  <a:pt x="110355" y="36731"/>
                </a:lnTo>
                <a:lnTo>
                  <a:pt x="110209" y="35891"/>
                </a:lnTo>
                <a:lnTo>
                  <a:pt x="110048" y="35056"/>
                </a:lnTo>
                <a:lnTo>
                  <a:pt x="109872" y="34227"/>
                </a:lnTo>
                <a:lnTo>
                  <a:pt x="109681" y="33405"/>
                </a:lnTo>
                <a:lnTo>
                  <a:pt x="109474" y="32589"/>
                </a:lnTo>
                <a:lnTo>
                  <a:pt x="109252" y="31779"/>
                </a:lnTo>
                <a:lnTo>
                  <a:pt x="109014" y="30975"/>
                </a:lnTo>
                <a:lnTo>
                  <a:pt x="108761" y="30178"/>
                </a:lnTo>
                <a:lnTo>
                  <a:pt x="108493" y="29386"/>
                </a:lnTo>
                <a:lnTo>
                  <a:pt x="108210" y="28601"/>
                </a:lnTo>
                <a:lnTo>
                  <a:pt x="107911" y="27822"/>
                </a:lnTo>
                <a:lnTo>
                  <a:pt x="107597" y="27050"/>
                </a:lnTo>
                <a:lnTo>
                  <a:pt x="107267" y="26283"/>
                </a:lnTo>
                <a:lnTo>
                  <a:pt x="106922" y="25523"/>
                </a:lnTo>
                <a:lnTo>
                  <a:pt x="106562" y="24769"/>
                </a:lnTo>
                <a:lnTo>
                  <a:pt x="106190" y="24024"/>
                </a:lnTo>
                <a:lnTo>
                  <a:pt x="105807" y="23294"/>
                </a:lnTo>
                <a:lnTo>
                  <a:pt x="105415" y="22577"/>
                </a:lnTo>
                <a:lnTo>
                  <a:pt x="105013" y="21875"/>
                </a:lnTo>
                <a:lnTo>
                  <a:pt x="104601" y="21186"/>
                </a:lnTo>
                <a:lnTo>
                  <a:pt x="104179" y="20512"/>
                </a:lnTo>
                <a:lnTo>
                  <a:pt x="103747" y="19851"/>
                </a:lnTo>
                <a:lnTo>
                  <a:pt x="103306" y="19204"/>
                </a:lnTo>
                <a:lnTo>
                  <a:pt x="102855" y="18571"/>
                </a:lnTo>
                <a:lnTo>
                  <a:pt x="102394" y="17952"/>
                </a:lnTo>
                <a:lnTo>
                  <a:pt x="101923" y="17348"/>
                </a:lnTo>
                <a:lnTo>
                  <a:pt x="101442" y="16756"/>
                </a:lnTo>
                <a:lnTo>
                  <a:pt x="100952" y="16179"/>
                </a:lnTo>
                <a:lnTo>
                  <a:pt x="100452" y="15616"/>
                </a:lnTo>
                <a:lnTo>
                  <a:pt x="99942" y="15067"/>
                </a:lnTo>
                <a:lnTo>
                  <a:pt x="99422" y="14532"/>
                </a:lnTo>
                <a:lnTo>
                  <a:pt x="98892" y="14010"/>
                </a:lnTo>
                <a:lnTo>
                  <a:pt x="98353" y="13503"/>
                </a:lnTo>
                <a:lnTo>
                  <a:pt x="97803" y="13009"/>
                </a:lnTo>
                <a:lnTo>
                  <a:pt x="97244" y="12530"/>
                </a:lnTo>
                <a:lnTo>
                  <a:pt x="96675" y="12064"/>
                </a:lnTo>
                <a:lnTo>
                  <a:pt x="96096" y="11613"/>
                </a:lnTo>
                <a:lnTo>
                  <a:pt x="95508" y="11175"/>
                </a:lnTo>
                <a:lnTo>
                  <a:pt x="94909" y="10751"/>
                </a:lnTo>
                <a:lnTo>
                  <a:pt x="94300" y="10340"/>
                </a:lnTo>
                <a:lnTo>
                  <a:pt x="93679" y="9940"/>
                </a:lnTo>
                <a:lnTo>
                  <a:pt x="93045" y="9551"/>
                </a:lnTo>
                <a:lnTo>
                  <a:pt x="92400" y="9173"/>
                </a:lnTo>
                <a:lnTo>
                  <a:pt x="91742" y="8806"/>
                </a:lnTo>
                <a:lnTo>
                  <a:pt x="91073" y="8451"/>
                </a:lnTo>
                <a:lnTo>
                  <a:pt x="90391" y="8107"/>
                </a:lnTo>
                <a:lnTo>
                  <a:pt x="89697" y="7774"/>
                </a:lnTo>
                <a:lnTo>
                  <a:pt x="88991" y="7452"/>
                </a:lnTo>
                <a:lnTo>
                  <a:pt x="88274" y="7141"/>
                </a:lnTo>
                <a:lnTo>
                  <a:pt x="87544" y="6842"/>
                </a:lnTo>
                <a:lnTo>
                  <a:pt x="86802" y="6553"/>
                </a:lnTo>
                <a:lnTo>
                  <a:pt x="86048" y="6276"/>
                </a:lnTo>
                <a:lnTo>
                  <a:pt x="85282" y="6010"/>
                </a:lnTo>
                <a:lnTo>
                  <a:pt x="84504" y="5755"/>
                </a:lnTo>
                <a:lnTo>
                  <a:pt x="83714" y="5511"/>
                </a:lnTo>
                <a:lnTo>
                  <a:pt x="82912" y="5279"/>
                </a:lnTo>
                <a:lnTo>
                  <a:pt x="82097" y="5057"/>
                </a:lnTo>
                <a:lnTo>
                  <a:pt x="81271" y="4847"/>
                </a:lnTo>
                <a:lnTo>
                  <a:pt x="80433" y="4648"/>
                </a:lnTo>
                <a:lnTo>
                  <a:pt x="79582" y="4460"/>
                </a:lnTo>
                <a:lnTo>
                  <a:pt x="78720" y="4284"/>
                </a:lnTo>
                <a:lnTo>
                  <a:pt x="77845" y="4118"/>
                </a:lnTo>
                <a:lnTo>
                  <a:pt x="76959" y="3964"/>
                </a:lnTo>
                <a:lnTo>
                  <a:pt x="76311" y="3851"/>
                </a:lnTo>
                <a:lnTo>
                  <a:pt x="75639" y="3743"/>
                </a:lnTo>
                <a:lnTo>
                  <a:pt x="74943" y="3639"/>
                </a:lnTo>
                <a:lnTo>
                  <a:pt x="74223" y="3541"/>
                </a:lnTo>
                <a:lnTo>
                  <a:pt x="73480" y="3447"/>
                </a:lnTo>
                <a:lnTo>
                  <a:pt x="72713" y="3358"/>
                </a:lnTo>
                <a:lnTo>
                  <a:pt x="71922" y="3274"/>
                </a:lnTo>
                <a:lnTo>
                  <a:pt x="71108" y="3194"/>
                </a:lnTo>
                <a:lnTo>
                  <a:pt x="70269" y="3120"/>
                </a:lnTo>
                <a:lnTo>
                  <a:pt x="69407" y="3050"/>
                </a:lnTo>
                <a:lnTo>
                  <a:pt x="68521" y="2985"/>
                </a:lnTo>
                <a:lnTo>
                  <a:pt x="67612" y="2925"/>
                </a:lnTo>
                <a:lnTo>
                  <a:pt x="66678" y="2870"/>
                </a:lnTo>
                <a:lnTo>
                  <a:pt x="65721" y="2819"/>
                </a:lnTo>
                <a:lnTo>
                  <a:pt x="64740" y="2773"/>
                </a:lnTo>
                <a:lnTo>
                  <a:pt x="63736" y="2732"/>
                </a:lnTo>
                <a:lnTo>
                  <a:pt x="62707" y="2696"/>
                </a:lnTo>
                <a:lnTo>
                  <a:pt x="61655" y="2665"/>
                </a:lnTo>
                <a:lnTo>
                  <a:pt x="60579" y="2639"/>
                </a:lnTo>
                <a:lnTo>
                  <a:pt x="59479" y="2617"/>
                </a:lnTo>
                <a:lnTo>
                  <a:pt x="58356" y="2600"/>
                </a:lnTo>
                <a:lnTo>
                  <a:pt x="57209" y="2588"/>
                </a:lnTo>
                <a:lnTo>
                  <a:pt x="56038" y="2581"/>
                </a:lnTo>
                <a:lnTo>
                  <a:pt x="54843" y="2579"/>
                </a:lnTo>
                <a:lnTo>
                  <a:pt x="0" y="2579"/>
                </a:lnTo>
                <a:lnTo>
                  <a:pt x="0" y="147967"/>
                </a:lnTo>
                <a:lnTo>
                  <a:pt x="19240" y="147967"/>
                </a:lnTo>
                <a:lnTo>
                  <a:pt x="19240" y="88761"/>
                </a:lnTo>
                <a:lnTo>
                  <a:pt x="56529" y="88761"/>
                </a:lnTo>
                <a:lnTo>
                  <a:pt x="59066" y="88738"/>
                </a:lnTo>
                <a:lnTo>
                  <a:pt x="61537" y="88671"/>
                </a:lnTo>
                <a:lnTo>
                  <a:pt x="63942" y="88560"/>
                </a:lnTo>
                <a:close/>
                <a:moveTo>
                  <a:pt x="60565" y="19771"/>
                </a:moveTo>
                <a:lnTo>
                  <a:pt x="61527" y="19791"/>
                </a:lnTo>
                <a:lnTo>
                  <a:pt x="62461" y="19816"/>
                </a:lnTo>
                <a:lnTo>
                  <a:pt x="63366" y="19845"/>
                </a:lnTo>
                <a:lnTo>
                  <a:pt x="64243" y="19878"/>
                </a:lnTo>
                <a:lnTo>
                  <a:pt x="65091" y="19916"/>
                </a:lnTo>
                <a:lnTo>
                  <a:pt x="65910" y="19959"/>
                </a:lnTo>
                <a:lnTo>
                  <a:pt x="66701" y="20006"/>
                </a:lnTo>
                <a:lnTo>
                  <a:pt x="67463" y="20057"/>
                </a:lnTo>
                <a:lnTo>
                  <a:pt x="68197" y="20113"/>
                </a:lnTo>
                <a:lnTo>
                  <a:pt x="68902" y="20173"/>
                </a:lnTo>
                <a:lnTo>
                  <a:pt x="69578" y="20238"/>
                </a:lnTo>
                <a:lnTo>
                  <a:pt x="70226" y="20307"/>
                </a:lnTo>
                <a:lnTo>
                  <a:pt x="70845" y="20381"/>
                </a:lnTo>
                <a:lnTo>
                  <a:pt x="71436" y="20459"/>
                </a:lnTo>
                <a:lnTo>
                  <a:pt x="71998" y="20542"/>
                </a:lnTo>
                <a:lnTo>
                  <a:pt x="72532" y="20629"/>
                </a:lnTo>
                <a:lnTo>
                  <a:pt x="73037" y="20720"/>
                </a:lnTo>
                <a:lnTo>
                  <a:pt x="73513" y="20816"/>
                </a:lnTo>
                <a:lnTo>
                  <a:pt x="73961" y="20917"/>
                </a:lnTo>
                <a:lnTo>
                  <a:pt x="74380" y="21022"/>
                </a:lnTo>
                <a:lnTo>
                  <a:pt x="75003" y="21203"/>
                </a:lnTo>
                <a:lnTo>
                  <a:pt x="75616" y="21399"/>
                </a:lnTo>
                <a:lnTo>
                  <a:pt x="76219" y="21610"/>
                </a:lnTo>
                <a:lnTo>
                  <a:pt x="76811" y="21837"/>
                </a:lnTo>
                <a:lnTo>
                  <a:pt x="77394" y="22079"/>
                </a:lnTo>
                <a:lnTo>
                  <a:pt x="77966" y="22337"/>
                </a:lnTo>
                <a:lnTo>
                  <a:pt x="78528" y="22609"/>
                </a:lnTo>
                <a:lnTo>
                  <a:pt x="79080" y="22897"/>
                </a:lnTo>
                <a:lnTo>
                  <a:pt x="79622" y="23201"/>
                </a:lnTo>
                <a:lnTo>
                  <a:pt x="80153" y="23519"/>
                </a:lnTo>
                <a:lnTo>
                  <a:pt x="80675" y="23853"/>
                </a:lnTo>
                <a:lnTo>
                  <a:pt x="81186" y="24202"/>
                </a:lnTo>
                <a:lnTo>
                  <a:pt x="81687" y="24567"/>
                </a:lnTo>
                <a:lnTo>
                  <a:pt x="82178" y="24946"/>
                </a:lnTo>
                <a:lnTo>
                  <a:pt x="82659" y="25341"/>
                </a:lnTo>
                <a:lnTo>
                  <a:pt x="83130" y="25752"/>
                </a:lnTo>
                <a:lnTo>
                  <a:pt x="83590" y="26177"/>
                </a:lnTo>
                <a:lnTo>
                  <a:pt x="84040" y="26618"/>
                </a:lnTo>
                <a:lnTo>
                  <a:pt x="84481" y="27074"/>
                </a:lnTo>
                <a:lnTo>
                  <a:pt x="84911" y="27546"/>
                </a:lnTo>
                <a:lnTo>
                  <a:pt x="85331" y="28033"/>
                </a:lnTo>
                <a:lnTo>
                  <a:pt x="85740" y="28535"/>
                </a:lnTo>
                <a:lnTo>
                  <a:pt x="86140" y="29052"/>
                </a:lnTo>
                <a:lnTo>
                  <a:pt x="86529" y="29585"/>
                </a:lnTo>
                <a:lnTo>
                  <a:pt x="86905" y="30130"/>
                </a:lnTo>
                <a:lnTo>
                  <a:pt x="87266" y="30684"/>
                </a:lnTo>
                <a:lnTo>
                  <a:pt x="87610" y="31247"/>
                </a:lnTo>
                <a:lnTo>
                  <a:pt x="87938" y="31819"/>
                </a:lnTo>
                <a:lnTo>
                  <a:pt x="88250" y="32400"/>
                </a:lnTo>
                <a:lnTo>
                  <a:pt x="88547" y="32990"/>
                </a:lnTo>
                <a:lnTo>
                  <a:pt x="88827" y="33590"/>
                </a:lnTo>
                <a:lnTo>
                  <a:pt x="89091" y="34198"/>
                </a:lnTo>
                <a:lnTo>
                  <a:pt x="89339" y="34816"/>
                </a:lnTo>
                <a:lnTo>
                  <a:pt x="89572" y="35443"/>
                </a:lnTo>
                <a:lnTo>
                  <a:pt x="89788" y="36079"/>
                </a:lnTo>
                <a:lnTo>
                  <a:pt x="89988" y="36724"/>
                </a:lnTo>
                <a:lnTo>
                  <a:pt x="90172" y="37378"/>
                </a:lnTo>
                <a:lnTo>
                  <a:pt x="90340" y="38041"/>
                </a:lnTo>
                <a:lnTo>
                  <a:pt x="90492" y="38713"/>
                </a:lnTo>
                <a:lnTo>
                  <a:pt x="90628" y="39395"/>
                </a:lnTo>
                <a:lnTo>
                  <a:pt x="90748" y="40085"/>
                </a:lnTo>
                <a:lnTo>
                  <a:pt x="90853" y="40785"/>
                </a:lnTo>
                <a:lnTo>
                  <a:pt x="90941" y="41494"/>
                </a:lnTo>
                <a:lnTo>
                  <a:pt x="91013" y="42211"/>
                </a:lnTo>
                <a:lnTo>
                  <a:pt x="91069" y="42938"/>
                </a:lnTo>
                <a:lnTo>
                  <a:pt x="91109" y="43674"/>
                </a:lnTo>
                <a:lnTo>
                  <a:pt x="91133" y="44419"/>
                </a:lnTo>
                <a:lnTo>
                  <a:pt x="91141" y="45174"/>
                </a:lnTo>
                <a:lnTo>
                  <a:pt x="91127" y="46212"/>
                </a:lnTo>
                <a:lnTo>
                  <a:pt x="91086" y="47230"/>
                </a:lnTo>
                <a:lnTo>
                  <a:pt x="91018" y="48229"/>
                </a:lnTo>
                <a:lnTo>
                  <a:pt x="90923" y="49208"/>
                </a:lnTo>
                <a:lnTo>
                  <a:pt x="90801" y="50168"/>
                </a:lnTo>
                <a:lnTo>
                  <a:pt x="90651" y="51108"/>
                </a:lnTo>
                <a:lnTo>
                  <a:pt x="90474" y="52028"/>
                </a:lnTo>
                <a:lnTo>
                  <a:pt x="90270" y="52929"/>
                </a:lnTo>
                <a:lnTo>
                  <a:pt x="90039" y="53810"/>
                </a:lnTo>
                <a:lnTo>
                  <a:pt x="89781" y="54672"/>
                </a:lnTo>
                <a:lnTo>
                  <a:pt x="89495" y="55514"/>
                </a:lnTo>
                <a:lnTo>
                  <a:pt x="89182" y="56336"/>
                </a:lnTo>
                <a:lnTo>
                  <a:pt x="88842" y="57139"/>
                </a:lnTo>
                <a:lnTo>
                  <a:pt x="88475" y="57922"/>
                </a:lnTo>
                <a:lnTo>
                  <a:pt x="88080" y="58686"/>
                </a:lnTo>
                <a:lnTo>
                  <a:pt x="87659" y="59430"/>
                </a:lnTo>
                <a:lnTo>
                  <a:pt x="87210" y="60154"/>
                </a:lnTo>
                <a:lnTo>
                  <a:pt x="86734" y="60859"/>
                </a:lnTo>
                <a:lnTo>
                  <a:pt x="86230" y="61544"/>
                </a:lnTo>
                <a:lnTo>
                  <a:pt x="85700" y="62210"/>
                </a:lnTo>
                <a:lnTo>
                  <a:pt x="85142" y="62856"/>
                </a:lnTo>
                <a:lnTo>
                  <a:pt x="84557" y="63483"/>
                </a:lnTo>
                <a:lnTo>
                  <a:pt x="83945" y="64090"/>
                </a:lnTo>
                <a:lnTo>
                  <a:pt x="83306" y="64677"/>
                </a:lnTo>
                <a:lnTo>
                  <a:pt x="82634" y="65242"/>
                </a:lnTo>
                <a:lnTo>
                  <a:pt x="81925" y="65783"/>
                </a:lnTo>
                <a:lnTo>
                  <a:pt x="81178" y="66300"/>
                </a:lnTo>
                <a:lnTo>
                  <a:pt x="80394" y="66793"/>
                </a:lnTo>
                <a:lnTo>
                  <a:pt x="79572" y="67262"/>
                </a:lnTo>
                <a:lnTo>
                  <a:pt x="78713" y="67707"/>
                </a:lnTo>
                <a:lnTo>
                  <a:pt x="77816" y="68128"/>
                </a:lnTo>
                <a:lnTo>
                  <a:pt x="76882" y="68525"/>
                </a:lnTo>
                <a:lnTo>
                  <a:pt x="75910" y="68898"/>
                </a:lnTo>
                <a:lnTo>
                  <a:pt x="74900" y="69246"/>
                </a:lnTo>
                <a:lnTo>
                  <a:pt x="73853" y="69571"/>
                </a:lnTo>
                <a:lnTo>
                  <a:pt x="72769" y="69872"/>
                </a:lnTo>
                <a:lnTo>
                  <a:pt x="71647" y="70148"/>
                </a:lnTo>
                <a:lnTo>
                  <a:pt x="70487" y="70401"/>
                </a:lnTo>
                <a:lnTo>
                  <a:pt x="69290" y="70629"/>
                </a:lnTo>
                <a:lnTo>
                  <a:pt x="68055" y="70834"/>
                </a:lnTo>
                <a:lnTo>
                  <a:pt x="66783" y="71014"/>
                </a:lnTo>
                <a:lnTo>
                  <a:pt x="65473" y="71171"/>
                </a:lnTo>
                <a:lnTo>
                  <a:pt x="64126" y="71303"/>
                </a:lnTo>
                <a:lnTo>
                  <a:pt x="62741" y="71411"/>
                </a:lnTo>
                <a:lnTo>
                  <a:pt x="61319" y="71495"/>
                </a:lnTo>
                <a:lnTo>
                  <a:pt x="59859" y="71555"/>
                </a:lnTo>
                <a:lnTo>
                  <a:pt x="58362" y="71591"/>
                </a:lnTo>
                <a:lnTo>
                  <a:pt x="56827" y="71603"/>
                </a:lnTo>
                <a:lnTo>
                  <a:pt x="19240" y="71603"/>
                </a:lnTo>
                <a:lnTo>
                  <a:pt x="19240" y="19736"/>
                </a:lnTo>
                <a:lnTo>
                  <a:pt x="56430" y="19736"/>
                </a:lnTo>
                <a:lnTo>
                  <a:pt x="57507" y="19738"/>
                </a:lnTo>
                <a:lnTo>
                  <a:pt x="58555" y="19745"/>
                </a:lnTo>
                <a:lnTo>
                  <a:pt x="59574" y="19756"/>
                </a:lnTo>
                <a:lnTo>
                  <a:pt x="60565" y="19771"/>
                </a:lnTo>
                <a:close/>
                <a:moveTo>
                  <a:pt x="1471451" y="2579"/>
                </a:moveTo>
                <a:lnTo>
                  <a:pt x="1453600" y="2579"/>
                </a:lnTo>
                <a:lnTo>
                  <a:pt x="1453600" y="147967"/>
                </a:lnTo>
                <a:lnTo>
                  <a:pt x="1471451" y="147967"/>
                </a:lnTo>
                <a:lnTo>
                  <a:pt x="1471451" y="2579"/>
                </a:lnTo>
                <a:close/>
                <a:moveTo>
                  <a:pt x="1182654" y="2579"/>
                </a:moveTo>
                <a:lnTo>
                  <a:pt x="1182654" y="147967"/>
                </a:lnTo>
                <a:lnTo>
                  <a:pt x="1200505" y="147967"/>
                </a:lnTo>
                <a:lnTo>
                  <a:pt x="1200505" y="2579"/>
                </a:lnTo>
                <a:lnTo>
                  <a:pt x="1182654" y="2579"/>
                </a:lnTo>
                <a:close/>
                <a:moveTo>
                  <a:pt x="1363339" y="141478"/>
                </a:moveTo>
                <a:lnTo>
                  <a:pt x="1364405" y="142436"/>
                </a:lnTo>
                <a:lnTo>
                  <a:pt x="1365498" y="143339"/>
                </a:lnTo>
                <a:lnTo>
                  <a:pt x="1366620" y="144188"/>
                </a:lnTo>
                <a:lnTo>
                  <a:pt x="1367769" y="144982"/>
                </a:lnTo>
                <a:lnTo>
                  <a:pt x="1368946" y="145721"/>
                </a:lnTo>
                <a:lnTo>
                  <a:pt x="1370151" y="146405"/>
                </a:lnTo>
                <a:lnTo>
                  <a:pt x="1371384" y="147035"/>
                </a:lnTo>
                <a:lnTo>
                  <a:pt x="1372645" y="147610"/>
                </a:lnTo>
                <a:lnTo>
                  <a:pt x="1373934" y="148130"/>
                </a:lnTo>
                <a:lnTo>
                  <a:pt x="1375251" y="148595"/>
                </a:lnTo>
                <a:lnTo>
                  <a:pt x="1376595" y="149006"/>
                </a:lnTo>
                <a:lnTo>
                  <a:pt x="1377967" y="149362"/>
                </a:lnTo>
                <a:lnTo>
                  <a:pt x="1379368" y="149663"/>
                </a:lnTo>
                <a:lnTo>
                  <a:pt x="1380796" y="149909"/>
                </a:lnTo>
                <a:lnTo>
                  <a:pt x="1382252" y="150101"/>
                </a:lnTo>
                <a:lnTo>
                  <a:pt x="1383736" y="150238"/>
                </a:lnTo>
                <a:lnTo>
                  <a:pt x="1385248" y="150320"/>
                </a:lnTo>
                <a:lnTo>
                  <a:pt x="1386788" y="150347"/>
                </a:lnTo>
                <a:lnTo>
                  <a:pt x="1388340" y="150322"/>
                </a:lnTo>
                <a:lnTo>
                  <a:pt x="1389875" y="150245"/>
                </a:lnTo>
                <a:lnTo>
                  <a:pt x="1391390" y="150117"/>
                </a:lnTo>
                <a:lnTo>
                  <a:pt x="1392887" y="149937"/>
                </a:lnTo>
                <a:lnTo>
                  <a:pt x="1394365" y="149706"/>
                </a:lnTo>
                <a:lnTo>
                  <a:pt x="1395825" y="149424"/>
                </a:lnTo>
                <a:lnTo>
                  <a:pt x="1397266" y="149090"/>
                </a:lnTo>
                <a:lnTo>
                  <a:pt x="1398689" y="148706"/>
                </a:lnTo>
                <a:lnTo>
                  <a:pt x="1400093" y="148269"/>
                </a:lnTo>
                <a:lnTo>
                  <a:pt x="1401478" y="147782"/>
                </a:lnTo>
                <a:lnTo>
                  <a:pt x="1402845" y="147243"/>
                </a:lnTo>
                <a:lnTo>
                  <a:pt x="1404193" y="146653"/>
                </a:lnTo>
                <a:lnTo>
                  <a:pt x="1405522" y="146012"/>
                </a:lnTo>
                <a:lnTo>
                  <a:pt x="1406833" y="145319"/>
                </a:lnTo>
                <a:lnTo>
                  <a:pt x="1408126" y="144575"/>
                </a:lnTo>
                <a:lnTo>
                  <a:pt x="1409399" y="143780"/>
                </a:lnTo>
                <a:lnTo>
                  <a:pt x="1410655" y="142933"/>
                </a:lnTo>
                <a:lnTo>
                  <a:pt x="1411891" y="142035"/>
                </a:lnTo>
                <a:lnTo>
                  <a:pt x="1413109" y="141086"/>
                </a:lnTo>
                <a:lnTo>
                  <a:pt x="1414308" y="140086"/>
                </a:lnTo>
                <a:lnTo>
                  <a:pt x="1415489" y="139034"/>
                </a:lnTo>
                <a:lnTo>
                  <a:pt x="1416651" y="137931"/>
                </a:lnTo>
                <a:lnTo>
                  <a:pt x="1417795" y="136776"/>
                </a:lnTo>
                <a:lnTo>
                  <a:pt x="1418920" y="135571"/>
                </a:lnTo>
                <a:lnTo>
                  <a:pt x="1420013" y="134318"/>
                </a:lnTo>
                <a:lnTo>
                  <a:pt x="1421058" y="133022"/>
                </a:lnTo>
                <a:lnTo>
                  <a:pt x="1422058" y="131684"/>
                </a:lnTo>
                <a:lnTo>
                  <a:pt x="1423011" y="130303"/>
                </a:lnTo>
                <a:lnTo>
                  <a:pt x="1423917" y="128880"/>
                </a:lnTo>
                <a:lnTo>
                  <a:pt x="1424778" y="127414"/>
                </a:lnTo>
                <a:lnTo>
                  <a:pt x="1425591" y="125905"/>
                </a:lnTo>
                <a:lnTo>
                  <a:pt x="1426358" y="124353"/>
                </a:lnTo>
                <a:lnTo>
                  <a:pt x="1427079" y="122759"/>
                </a:lnTo>
                <a:lnTo>
                  <a:pt x="1427753" y="121122"/>
                </a:lnTo>
                <a:lnTo>
                  <a:pt x="1428380" y="119442"/>
                </a:lnTo>
                <a:lnTo>
                  <a:pt x="1428961" y="117719"/>
                </a:lnTo>
                <a:lnTo>
                  <a:pt x="1429496" y="115954"/>
                </a:lnTo>
                <a:lnTo>
                  <a:pt x="1429984" y="114146"/>
                </a:lnTo>
                <a:lnTo>
                  <a:pt x="1430426" y="112296"/>
                </a:lnTo>
                <a:lnTo>
                  <a:pt x="1430821" y="110402"/>
                </a:lnTo>
                <a:lnTo>
                  <a:pt x="1431170" y="108467"/>
                </a:lnTo>
                <a:lnTo>
                  <a:pt x="1431472" y="106488"/>
                </a:lnTo>
                <a:lnTo>
                  <a:pt x="1431727" y="104467"/>
                </a:lnTo>
                <a:lnTo>
                  <a:pt x="1431937" y="102402"/>
                </a:lnTo>
                <a:lnTo>
                  <a:pt x="1432099" y="100296"/>
                </a:lnTo>
                <a:lnTo>
                  <a:pt x="1432216" y="98146"/>
                </a:lnTo>
                <a:lnTo>
                  <a:pt x="1432285" y="95954"/>
                </a:lnTo>
                <a:lnTo>
                  <a:pt x="1432309" y="93719"/>
                </a:lnTo>
                <a:lnTo>
                  <a:pt x="1432303" y="92771"/>
                </a:lnTo>
                <a:lnTo>
                  <a:pt x="1432286" y="91828"/>
                </a:lnTo>
                <a:lnTo>
                  <a:pt x="1432259" y="90890"/>
                </a:lnTo>
                <a:lnTo>
                  <a:pt x="1432220" y="89956"/>
                </a:lnTo>
                <a:lnTo>
                  <a:pt x="1432171" y="89027"/>
                </a:lnTo>
                <a:lnTo>
                  <a:pt x="1432110" y="88104"/>
                </a:lnTo>
                <a:lnTo>
                  <a:pt x="1432039" y="87184"/>
                </a:lnTo>
                <a:lnTo>
                  <a:pt x="1431956" y="86270"/>
                </a:lnTo>
                <a:lnTo>
                  <a:pt x="1431862" y="85361"/>
                </a:lnTo>
                <a:lnTo>
                  <a:pt x="1431758" y="84456"/>
                </a:lnTo>
                <a:lnTo>
                  <a:pt x="1431642" y="83556"/>
                </a:lnTo>
                <a:lnTo>
                  <a:pt x="1431515" y="82661"/>
                </a:lnTo>
                <a:lnTo>
                  <a:pt x="1431377" y="81771"/>
                </a:lnTo>
                <a:lnTo>
                  <a:pt x="1431229" y="80886"/>
                </a:lnTo>
                <a:lnTo>
                  <a:pt x="1431069" y="80005"/>
                </a:lnTo>
                <a:lnTo>
                  <a:pt x="1430898" y="79130"/>
                </a:lnTo>
                <a:lnTo>
                  <a:pt x="1430716" y="78259"/>
                </a:lnTo>
                <a:lnTo>
                  <a:pt x="1430523" y="77393"/>
                </a:lnTo>
                <a:lnTo>
                  <a:pt x="1430320" y="76532"/>
                </a:lnTo>
                <a:lnTo>
                  <a:pt x="1430105" y="75675"/>
                </a:lnTo>
                <a:lnTo>
                  <a:pt x="1429879" y="74824"/>
                </a:lnTo>
                <a:lnTo>
                  <a:pt x="1429642" y="73977"/>
                </a:lnTo>
                <a:lnTo>
                  <a:pt x="1429394" y="73135"/>
                </a:lnTo>
                <a:lnTo>
                  <a:pt x="1429135" y="72298"/>
                </a:lnTo>
                <a:lnTo>
                  <a:pt x="1428866" y="71468"/>
                </a:lnTo>
                <a:lnTo>
                  <a:pt x="1428589" y="70649"/>
                </a:lnTo>
                <a:lnTo>
                  <a:pt x="1428304" y="69839"/>
                </a:lnTo>
                <a:lnTo>
                  <a:pt x="1428010" y="69040"/>
                </a:lnTo>
                <a:lnTo>
                  <a:pt x="1427707" y="68251"/>
                </a:lnTo>
                <a:lnTo>
                  <a:pt x="1427396" y="67472"/>
                </a:lnTo>
                <a:lnTo>
                  <a:pt x="1427077" y="66704"/>
                </a:lnTo>
                <a:lnTo>
                  <a:pt x="1426749" y="65945"/>
                </a:lnTo>
                <a:lnTo>
                  <a:pt x="1426413" y="65197"/>
                </a:lnTo>
                <a:lnTo>
                  <a:pt x="1426068" y="64458"/>
                </a:lnTo>
                <a:lnTo>
                  <a:pt x="1425715" y="63730"/>
                </a:lnTo>
                <a:lnTo>
                  <a:pt x="1425354" y="63013"/>
                </a:lnTo>
                <a:lnTo>
                  <a:pt x="1424984" y="62305"/>
                </a:lnTo>
                <a:lnTo>
                  <a:pt x="1424606" y="61607"/>
                </a:lnTo>
                <a:lnTo>
                  <a:pt x="1424219" y="60920"/>
                </a:lnTo>
                <a:lnTo>
                  <a:pt x="1423824" y="60243"/>
                </a:lnTo>
                <a:lnTo>
                  <a:pt x="1423420" y="59575"/>
                </a:lnTo>
                <a:lnTo>
                  <a:pt x="1423008" y="58919"/>
                </a:lnTo>
                <a:lnTo>
                  <a:pt x="1422587" y="58272"/>
                </a:lnTo>
                <a:lnTo>
                  <a:pt x="1422158" y="57635"/>
                </a:lnTo>
                <a:lnTo>
                  <a:pt x="1421721" y="57009"/>
                </a:lnTo>
                <a:lnTo>
                  <a:pt x="1421275" y="56392"/>
                </a:lnTo>
                <a:lnTo>
                  <a:pt x="1420821" y="55786"/>
                </a:lnTo>
                <a:lnTo>
                  <a:pt x="1420358" y="55190"/>
                </a:lnTo>
                <a:lnTo>
                  <a:pt x="1419886" y="54605"/>
                </a:lnTo>
                <a:lnTo>
                  <a:pt x="1419403" y="54030"/>
                </a:lnTo>
                <a:lnTo>
                  <a:pt x="1418909" y="53467"/>
                </a:lnTo>
                <a:lnTo>
                  <a:pt x="1418405" y="52915"/>
                </a:lnTo>
                <a:lnTo>
                  <a:pt x="1417890" y="52373"/>
                </a:lnTo>
                <a:lnTo>
                  <a:pt x="1417364" y="51843"/>
                </a:lnTo>
                <a:lnTo>
                  <a:pt x="1416828" y="51324"/>
                </a:lnTo>
                <a:lnTo>
                  <a:pt x="1416281" y="50816"/>
                </a:lnTo>
                <a:lnTo>
                  <a:pt x="1415723" y="50318"/>
                </a:lnTo>
                <a:lnTo>
                  <a:pt x="1415155" y="49832"/>
                </a:lnTo>
                <a:lnTo>
                  <a:pt x="1414576" y="49357"/>
                </a:lnTo>
                <a:lnTo>
                  <a:pt x="1413986" y="48893"/>
                </a:lnTo>
                <a:lnTo>
                  <a:pt x="1413386" y="48440"/>
                </a:lnTo>
                <a:lnTo>
                  <a:pt x="1412775" y="47997"/>
                </a:lnTo>
                <a:lnTo>
                  <a:pt x="1412153" y="47566"/>
                </a:lnTo>
                <a:lnTo>
                  <a:pt x="1411521" y="47146"/>
                </a:lnTo>
                <a:lnTo>
                  <a:pt x="1410878" y="46737"/>
                </a:lnTo>
                <a:lnTo>
                  <a:pt x="1410224" y="46339"/>
                </a:lnTo>
                <a:lnTo>
                  <a:pt x="1409559" y="45952"/>
                </a:lnTo>
                <a:lnTo>
                  <a:pt x="1408884" y="45576"/>
                </a:lnTo>
                <a:lnTo>
                  <a:pt x="1408198" y="45211"/>
                </a:lnTo>
                <a:lnTo>
                  <a:pt x="1407502" y="44857"/>
                </a:lnTo>
                <a:lnTo>
                  <a:pt x="1406795" y="44514"/>
                </a:lnTo>
                <a:lnTo>
                  <a:pt x="1406077" y="44182"/>
                </a:lnTo>
                <a:lnTo>
                  <a:pt x="1405352" y="43862"/>
                </a:lnTo>
                <a:lnTo>
                  <a:pt x="1404624" y="43556"/>
                </a:lnTo>
                <a:lnTo>
                  <a:pt x="1403891" y="43264"/>
                </a:lnTo>
                <a:lnTo>
                  <a:pt x="1403156" y="42985"/>
                </a:lnTo>
                <a:lnTo>
                  <a:pt x="1402416" y="42720"/>
                </a:lnTo>
                <a:lnTo>
                  <a:pt x="1401673" y="42468"/>
                </a:lnTo>
                <a:lnTo>
                  <a:pt x="1400926" y="42230"/>
                </a:lnTo>
                <a:lnTo>
                  <a:pt x="1400176" y="42006"/>
                </a:lnTo>
                <a:lnTo>
                  <a:pt x="1399422" y="41795"/>
                </a:lnTo>
                <a:lnTo>
                  <a:pt x="1398665" y="41598"/>
                </a:lnTo>
                <a:lnTo>
                  <a:pt x="1397904" y="41414"/>
                </a:lnTo>
                <a:lnTo>
                  <a:pt x="1397139" y="41244"/>
                </a:lnTo>
                <a:lnTo>
                  <a:pt x="1396371" y="41087"/>
                </a:lnTo>
                <a:lnTo>
                  <a:pt x="1395599" y="40945"/>
                </a:lnTo>
                <a:lnTo>
                  <a:pt x="1394823" y="40815"/>
                </a:lnTo>
                <a:lnTo>
                  <a:pt x="1394044" y="40700"/>
                </a:lnTo>
                <a:lnTo>
                  <a:pt x="1393261" y="40598"/>
                </a:lnTo>
                <a:lnTo>
                  <a:pt x="1392475" y="40509"/>
                </a:lnTo>
                <a:lnTo>
                  <a:pt x="1391685" y="40435"/>
                </a:lnTo>
                <a:lnTo>
                  <a:pt x="1390891" y="40373"/>
                </a:lnTo>
                <a:lnTo>
                  <a:pt x="1390094" y="40326"/>
                </a:lnTo>
                <a:lnTo>
                  <a:pt x="1389293" y="40292"/>
                </a:lnTo>
                <a:lnTo>
                  <a:pt x="1388488" y="40271"/>
                </a:lnTo>
                <a:lnTo>
                  <a:pt x="1387680" y="40265"/>
                </a:lnTo>
                <a:lnTo>
                  <a:pt x="1386228" y="40290"/>
                </a:lnTo>
                <a:lnTo>
                  <a:pt x="1384798" y="40364"/>
                </a:lnTo>
                <a:lnTo>
                  <a:pt x="1383389" y="40489"/>
                </a:lnTo>
                <a:lnTo>
                  <a:pt x="1382003" y="40664"/>
                </a:lnTo>
                <a:lnTo>
                  <a:pt x="1380637" y="40888"/>
                </a:lnTo>
                <a:lnTo>
                  <a:pt x="1379294" y="41163"/>
                </a:lnTo>
                <a:lnTo>
                  <a:pt x="1377972" y="41487"/>
                </a:lnTo>
                <a:lnTo>
                  <a:pt x="1376672" y="41862"/>
                </a:lnTo>
                <a:lnTo>
                  <a:pt x="1375394" y="42286"/>
                </a:lnTo>
                <a:lnTo>
                  <a:pt x="1374137" y="42760"/>
                </a:lnTo>
                <a:lnTo>
                  <a:pt x="1372902" y="43284"/>
                </a:lnTo>
                <a:lnTo>
                  <a:pt x="1371689" y="43858"/>
                </a:lnTo>
                <a:lnTo>
                  <a:pt x="1370497" y="44482"/>
                </a:lnTo>
                <a:lnTo>
                  <a:pt x="1369327" y="45156"/>
                </a:lnTo>
                <a:lnTo>
                  <a:pt x="1368179" y="45879"/>
                </a:lnTo>
                <a:lnTo>
                  <a:pt x="1367052" y="46653"/>
                </a:lnTo>
                <a:lnTo>
                  <a:pt x="1365947" y="47477"/>
                </a:lnTo>
                <a:lnTo>
                  <a:pt x="1364864" y="48350"/>
                </a:lnTo>
                <a:lnTo>
                  <a:pt x="1363803" y="49273"/>
                </a:lnTo>
                <a:lnTo>
                  <a:pt x="1362763" y="50247"/>
                </a:lnTo>
                <a:lnTo>
                  <a:pt x="1361745" y="51270"/>
                </a:lnTo>
                <a:lnTo>
                  <a:pt x="1360748" y="52343"/>
                </a:lnTo>
                <a:lnTo>
                  <a:pt x="1359774" y="53466"/>
                </a:lnTo>
                <a:lnTo>
                  <a:pt x="1358821" y="54639"/>
                </a:lnTo>
                <a:lnTo>
                  <a:pt x="1358821" y="2579"/>
                </a:lnTo>
                <a:lnTo>
                  <a:pt x="1340969" y="2579"/>
                </a:lnTo>
                <a:lnTo>
                  <a:pt x="1340969" y="147967"/>
                </a:lnTo>
                <a:lnTo>
                  <a:pt x="1357531" y="147967"/>
                </a:lnTo>
                <a:lnTo>
                  <a:pt x="1357531" y="134579"/>
                </a:lnTo>
                <a:lnTo>
                  <a:pt x="1358430" y="135866"/>
                </a:lnTo>
                <a:lnTo>
                  <a:pt x="1359356" y="137097"/>
                </a:lnTo>
                <a:lnTo>
                  <a:pt x="1360310" y="138275"/>
                </a:lnTo>
                <a:lnTo>
                  <a:pt x="1361292" y="139397"/>
                </a:lnTo>
                <a:lnTo>
                  <a:pt x="1362302" y="140465"/>
                </a:lnTo>
                <a:lnTo>
                  <a:pt x="1363339" y="141478"/>
                </a:lnTo>
                <a:close/>
                <a:moveTo>
                  <a:pt x="1358059" y="84117"/>
                </a:moveTo>
                <a:lnTo>
                  <a:pt x="1358281" y="82756"/>
                </a:lnTo>
                <a:lnTo>
                  <a:pt x="1358533" y="81428"/>
                </a:lnTo>
                <a:lnTo>
                  <a:pt x="1358814" y="80130"/>
                </a:lnTo>
                <a:lnTo>
                  <a:pt x="1359125" y="78864"/>
                </a:lnTo>
                <a:lnTo>
                  <a:pt x="1359465" y="77629"/>
                </a:lnTo>
                <a:lnTo>
                  <a:pt x="1359836" y="76426"/>
                </a:lnTo>
                <a:lnTo>
                  <a:pt x="1360235" y="75253"/>
                </a:lnTo>
                <a:lnTo>
                  <a:pt x="1360665" y="74113"/>
                </a:lnTo>
                <a:lnTo>
                  <a:pt x="1361124" y="73003"/>
                </a:lnTo>
                <a:lnTo>
                  <a:pt x="1361612" y="71925"/>
                </a:lnTo>
                <a:lnTo>
                  <a:pt x="1362131" y="70878"/>
                </a:lnTo>
                <a:lnTo>
                  <a:pt x="1362679" y="69863"/>
                </a:lnTo>
                <a:lnTo>
                  <a:pt x="1363256" y="68879"/>
                </a:lnTo>
                <a:lnTo>
                  <a:pt x="1363863" y="67926"/>
                </a:lnTo>
                <a:lnTo>
                  <a:pt x="1364500" y="67005"/>
                </a:lnTo>
                <a:lnTo>
                  <a:pt x="1365166" y="66115"/>
                </a:lnTo>
                <a:lnTo>
                  <a:pt x="1365862" y="65256"/>
                </a:lnTo>
                <a:lnTo>
                  <a:pt x="1366578" y="64431"/>
                </a:lnTo>
                <a:lnTo>
                  <a:pt x="1367306" y="63641"/>
                </a:lnTo>
                <a:lnTo>
                  <a:pt x="1368044" y="62885"/>
                </a:lnTo>
                <a:lnTo>
                  <a:pt x="1368793" y="62165"/>
                </a:lnTo>
                <a:lnTo>
                  <a:pt x="1369554" y="61481"/>
                </a:lnTo>
                <a:lnTo>
                  <a:pt x="1370325" y="60831"/>
                </a:lnTo>
                <a:lnTo>
                  <a:pt x="1371107" y="60216"/>
                </a:lnTo>
                <a:lnTo>
                  <a:pt x="1371901" y="59637"/>
                </a:lnTo>
                <a:lnTo>
                  <a:pt x="1372705" y="59092"/>
                </a:lnTo>
                <a:lnTo>
                  <a:pt x="1373520" y="58583"/>
                </a:lnTo>
                <a:lnTo>
                  <a:pt x="1374347" y="58109"/>
                </a:lnTo>
                <a:lnTo>
                  <a:pt x="1375184" y="57670"/>
                </a:lnTo>
                <a:lnTo>
                  <a:pt x="1376033" y="57266"/>
                </a:lnTo>
                <a:lnTo>
                  <a:pt x="1376892" y="56897"/>
                </a:lnTo>
                <a:lnTo>
                  <a:pt x="1377763" y="56563"/>
                </a:lnTo>
                <a:lnTo>
                  <a:pt x="1378644" y="56265"/>
                </a:lnTo>
                <a:lnTo>
                  <a:pt x="1379537" y="56001"/>
                </a:lnTo>
                <a:lnTo>
                  <a:pt x="1380441" y="55773"/>
                </a:lnTo>
                <a:lnTo>
                  <a:pt x="1381355" y="55580"/>
                </a:lnTo>
                <a:lnTo>
                  <a:pt x="1382281" y="55422"/>
                </a:lnTo>
                <a:lnTo>
                  <a:pt x="1383217" y="55299"/>
                </a:lnTo>
                <a:lnTo>
                  <a:pt x="1384165" y="55211"/>
                </a:lnTo>
                <a:lnTo>
                  <a:pt x="1385124" y="55158"/>
                </a:lnTo>
                <a:lnTo>
                  <a:pt x="1386094" y="55141"/>
                </a:lnTo>
                <a:lnTo>
                  <a:pt x="1387055" y="55158"/>
                </a:lnTo>
                <a:lnTo>
                  <a:pt x="1388004" y="55208"/>
                </a:lnTo>
                <a:lnTo>
                  <a:pt x="1388941" y="55293"/>
                </a:lnTo>
                <a:lnTo>
                  <a:pt x="1389866" y="55412"/>
                </a:lnTo>
                <a:lnTo>
                  <a:pt x="1390780" y="55565"/>
                </a:lnTo>
                <a:lnTo>
                  <a:pt x="1391681" y="55751"/>
                </a:lnTo>
                <a:lnTo>
                  <a:pt x="1392571" y="55972"/>
                </a:lnTo>
                <a:lnTo>
                  <a:pt x="1393449" y="56226"/>
                </a:lnTo>
                <a:lnTo>
                  <a:pt x="1394315" y="56515"/>
                </a:lnTo>
                <a:lnTo>
                  <a:pt x="1395169" y="56837"/>
                </a:lnTo>
                <a:lnTo>
                  <a:pt x="1396011" y="57193"/>
                </a:lnTo>
                <a:lnTo>
                  <a:pt x="1396841" y="57584"/>
                </a:lnTo>
                <a:lnTo>
                  <a:pt x="1397660" y="58008"/>
                </a:lnTo>
                <a:lnTo>
                  <a:pt x="1398466" y="58466"/>
                </a:lnTo>
                <a:lnTo>
                  <a:pt x="1399261" y="58958"/>
                </a:lnTo>
                <a:lnTo>
                  <a:pt x="1400044" y="59484"/>
                </a:lnTo>
                <a:lnTo>
                  <a:pt x="1400815" y="60043"/>
                </a:lnTo>
                <a:lnTo>
                  <a:pt x="1401574" y="60637"/>
                </a:lnTo>
                <a:lnTo>
                  <a:pt x="1402321" y="61265"/>
                </a:lnTo>
                <a:lnTo>
                  <a:pt x="1403056" y="61927"/>
                </a:lnTo>
                <a:lnTo>
                  <a:pt x="1403780" y="62622"/>
                </a:lnTo>
                <a:lnTo>
                  <a:pt x="1404491" y="63352"/>
                </a:lnTo>
                <a:lnTo>
                  <a:pt x="1405191" y="64115"/>
                </a:lnTo>
                <a:lnTo>
                  <a:pt x="1405879" y="64912"/>
                </a:lnTo>
                <a:lnTo>
                  <a:pt x="1406546" y="65745"/>
                </a:lnTo>
                <a:lnTo>
                  <a:pt x="1407186" y="66615"/>
                </a:lnTo>
                <a:lnTo>
                  <a:pt x="1407796" y="67523"/>
                </a:lnTo>
                <a:lnTo>
                  <a:pt x="1408379" y="68467"/>
                </a:lnTo>
                <a:lnTo>
                  <a:pt x="1408933" y="69450"/>
                </a:lnTo>
                <a:lnTo>
                  <a:pt x="1409458" y="70469"/>
                </a:lnTo>
                <a:lnTo>
                  <a:pt x="1409955" y="71526"/>
                </a:lnTo>
                <a:lnTo>
                  <a:pt x="1410424" y="72620"/>
                </a:lnTo>
                <a:lnTo>
                  <a:pt x="1410865" y="73752"/>
                </a:lnTo>
                <a:lnTo>
                  <a:pt x="1411276" y="74920"/>
                </a:lnTo>
                <a:lnTo>
                  <a:pt x="1411660" y="76127"/>
                </a:lnTo>
                <a:lnTo>
                  <a:pt x="1412015" y="77370"/>
                </a:lnTo>
                <a:lnTo>
                  <a:pt x="1412342" y="78651"/>
                </a:lnTo>
                <a:lnTo>
                  <a:pt x="1412640" y="79970"/>
                </a:lnTo>
                <a:lnTo>
                  <a:pt x="1412910" y="81325"/>
                </a:lnTo>
                <a:lnTo>
                  <a:pt x="1413151" y="82718"/>
                </a:lnTo>
                <a:lnTo>
                  <a:pt x="1413365" y="84149"/>
                </a:lnTo>
                <a:lnTo>
                  <a:pt x="1413549" y="85616"/>
                </a:lnTo>
                <a:lnTo>
                  <a:pt x="1413705" y="87121"/>
                </a:lnTo>
                <a:lnTo>
                  <a:pt x="1413833" y="88664"/>
                </a:lnTo>
                <a:lnTo>
                  <a:pt x="1413933" y="90243"/>
                </a:lnTo>
                <a:lnTo>
                  <a:pt x="1414004" y="91861"/>
                </a:lnTo>
                <a:lnTo>
                  <a:pt x="1414046" y="93515"/>
                </a:lnTo>
                <a:lnTo>
                  <a:pt x="1414061" y="95207"/>
                </a:lnTo>
                <a:lnTo>
                  <a:pt x="1414046" y="96859"/>
                </a:lnTo>
                <a:lnTo>
                  <a:pt x="1414001" y="98477"/>
                </a:lnTo>
                <a:lnTo>
                  <a:pt x="1413927" y="100060"/>
                </a:lnTo>
                <a:lnTo>
                  <a:pt x="1413824" y="101609"/>
                </a:lnTo>
                <a:lnTo>
                  <a:pt x="1413690" y="103124"/>
                </a:lnTo>
                <a:lnTo>
                  <a:pt x="1413527" y="104604"/>
                </a:lnTo>
                <a:lnTo>
                  <a:pt x="1413335" y="106049"/>
                </a:lnTo>
                <a:lnTo>
                  <a:pt x="1413113" y="107460"/>
                </a:lnTo>
                <a:lnTo>
                  <a:pt x="1412861" y="108837"/>
                </a:lnTo>
                <a:lnTo>
                  <a:pt x="1412580" y="110179"/>
                </a:lnTo>
                <a:lnTo>
                  <a:pt x="1412269" y="111487"/>
                </a:lnTo>
                <a:lnTo>
                  <a:pt x="1411928" y="112761"/>
                </a:lnTo>
                <a:lnTo>
                  <a:pt x="1411558" y="114000"/>
                </a:lnTo>
                <a:lnTo>
                  <a:pt x="1411158" y="115204"/>
                </a:lnTo>
                <a:lnTo>
                  <a:pt x="1410729" y="116374"/>
                </a:lnTo>
                <a:lnTo>
                  <a:pt x="1410270" y="117510"/>
                </a:lnTo>
                <a:lnTo>
                  <a:pt x="1409781" y="118611"/>
                </a:lnTo>
                <a:lnTo>
                  <a:pt x="1409263" y="119678"/>
                </a:lnTo>
                <a:lnTo>
                  <a:pt x="1408715" y="120710"/>
                </a:lnTo>
                <a:lnTo>
                  <a:pt x="1408138" y="121708"/>
                </a:lnTo>
                <a:lnTo>
                  <a:pt x="1407531" y="122672"/>
                </a:lnTo>
                <a:lnTo>
                  <a:pt x="1406894" y="123601"/>
                </a:lnTo>
                <a:lnTo>
                  <a:pt x="1406228" y="124495"/>
                </a:lnTo>
                <a:lnTo>
                  <a:pt x="1405532" y="125356"/>
                </a:lnTo>
                <a:lnTo>
                  <a:pt x="1404815" y="126181"/>
                </a:lnTo>
                <a:lnTo>
                  <a:pt x="1404088" y="126971"/>
                </a:lnTo>
                <a:lnTo>
                  <a:pt x="1403350" y="127727"/>
                </a:lnTo>
                <a:lnTo>
                  <a:pt x="1402600" y="128447"/>
                </a:lnTo>
                <a:lnTo>
                  <a:pt x="1401840" y="129132"/>
                </a:lnTo>
                <a:lnTo>
                  <a:pt x="1401069" y="129781"/>
                </a:lnTo>
                <a:lnTo>
                  <a:pt x="1400286" y="130396"/>
                </a:lnTo>
                <a:lnTo>
                  <a:pt x="1399493" y="130976"/>
                </a:lnTo>
                <a:lnTo>
                  <a:pt x="1398689" y="131520"/>
                </a:lnTo>
                <a:lnTo>
                  <a:pt x="1397873" y="132029"/>
                </a:lnTo>
                <a:lnTo>
                  <a:pt x="1397047" y="132503"/>
                </a:lnTo>
                <a:lnTo>
                  <a:pt x="1396209" y="132942"/>
                </a:lnTo>
                <a:lnTo>
                  <a:pt x="1395361" y="133346"/>
                </a:lnTo>
                <a:lnTo>
                  <a:pt x="1394501" y="133715"/>
                </a:lnTo>
                <a:lnTo>
                  <a:pt x="1393631" y="134049"/>
                </a:lnTo>
                <a:lnTo>
                  <a:pt x="1392749" y="134347"/>
                </a:lnTo>
                <a:lnTo>
                  <a:pt x="1391857" y="134611"/>
                </a:lnTo>
                <a:lnTo>
                  <a:pt x="1390953" y="134839"/>
                </a:lnTo>
                <a:lnTo>
                  <a:pt x="1390038" y="135032"/>
                </a:lnTo>
                <a:lnTo>
                  <a:pt x="1389113" y="135190"/>
                </a:lnTo>
                <a:lnTo>
                  <a:pt x="1388176" y="135313"/>
                </a:lnTo>
                <a:lnTo>
                  <a:pt x="1387229" y="135401"/>
                </a:lnTo>
                <a:lnTo>
                  <a:pt x="1386270" y="135454"/>
                </a:lnTo>
                <a:lnTo>
                  <a:pt x="1385300" y="135471"/>
                </a:lnTo>
                <a:lnTo>
                  <a:pt x="1384112" y="135448"/>
                </a:lnTo>
                <a:lnTo>
                  <a:pt x="1382945" y="135376"/>
                </a:lnTo>
                <a:lnTo>
                  <a:pt x="1381798" y="135257"/>
                </a:lnTo>
                <a:lnTo>
                  <a:pt x="1380672" y="135090"/>
                </a:lnTo>
                <a:lnTo>
                  <a:pt x="1379567" y="134876"/>
                </a:lnTo>
                <a:lnTo>
                  <a:pt x="1378482" y="134614"/>
                </a:lnTo>
                <a:lnTo>
                  <a:pt x="1377418" y="134305"/>
                </a:lnTo>
                <a:lnTo>
                  <a:pt x="1376374" y="133947"/>
                </a:lnTo>
                <a:lnTo>
                  <a:pt x="1375352" y="133542"/>
                </a:lnTo>
                <a:lnTo>
                  <a:pt x="1374350" y="133090"/>
                </a:lnTo>
                <a:lnTo>
                  <a:pt x="1373368" y="132590"/>
                </a:lnTo>
                <a:lnTo>
                  <a:pt x="1372408" y="132042"/>
                </a:lnTo>
                <a:lnTo>
                  <a:pt x="1371467" y="131447"/>
                </a:lnTo>
                <a:lnTo>
                  <a:pt x="1370548" y="130804"/>
                </a:lnTo>
                <a:lnTo>
                  <a:pt x="1369649" y="130113"/>
                </a:lnTo>
                <a:lnTo>
                  <a:pt x="1368771" y="129375"/>
                </a:lnTo>
                <a:lnTo>
                  <a:pt x="1367914" y="128589"/>
                </a:lnTo>
                <a:lnTo>
                  <a:pt x="1367077" y="127756"/>
                </a:lnTo>
                <a:lnTo>
                  <a:pt x="1366261" y="126874"/>
                </a:lnTo>
                <a:lnTo>
                  <a:pt x="1365465" y="125946"/>
                </a:lnTo>
                <a:lnTo>
                  <a:pt x="1364691" y="124969"/>
                </a:lnTo>
                <a:lnTo>
                  <a:pt x="1363936" y="123945"/>
                </a:lnTo>
                <a:lnTo>
                  <a:pt x="1363203" y="122874"/>
                </a:lnTo>
                <a:lnTo>
                  <a:pt x="1362490" y="121754"/>
                </a:lnTo>
                <a:lnTo>
                  <a:pt x="1362069" y="121037"/>
                </a:lnTo>
                <a:lnTo>
                  <a:pt x="1361666" y="120284"/>
                </a:lnTo>
                <a:lnTo>
                  <a:pt x="1361281" y="119494"/>
                </a:lnTo>
                <a:lnTo>
                  <a:pt x="1360914" y="118667"/>
                </a:lnTo>
                <a:lnTo>
                  <a:pt x="1360565" y="117805"/>
                </a:lnTo>
                <a:lnTo>
                  <a:pt x="1360234" y="116906"/>
                </a:lnTo>
                <a:lnTo>
                  <a:pt x="1359921" y="115971"/>
                </a:lnTo>
                <a:lnTo>
                  <a:pt x="1359625" y="114999"/>
                </a:lnTo>
                <a:lnTo>
                  <a:pt x="1359348" y="113991"/>
                </a:lnTo>
                <a:lnTo>
                  <a:pt x="1359088" y="112947"/>
                </a:lnTo>
                <a:lnTo>
                  <a:pt x="1358846" y="111867"/>
                </a:lnTo>
                <a:lnTo>
                  <a:pt x="1358622" y="110750"/>
                </a:lnTo>
                <a:lnTo>
                  <a:pt x="1358416" y="109597"/>
                </a:lnTo>
                <a:lnTo>
                  <a:pt x="1358228" y="108407"/>
                </a:lnTo>
                <a:lnTo>
                  <a:pt x="1358058" y="107182"/>
                </a:lnTo>
                <a:lnTo>
                  <a:pt x="1357906" y="105920"/>
                </a:lnTo>
                <a:lnTo>
                  <a:pt x="1357772" y="104621"/>
                </a:lnTo>
                <a:lnTo>
                  <a:pt x="1357655" y="103287"/>
                </a:lnTo>
                <a:lnTo>
                  <a:pt x="1357557" y="101916"/>
                </a:lnTo>
                <a:lnTo>
                  <a:pt x="1357476" y="100508"/>
                </a:lnTo>
                <a:lnTo>
                  <a:pt x="1357414" y="99065"/>
                </a:lnTo>
                <a:lnTo>
                  <a:pt x="1357369" y="97585"/>
                </a:lnTo>
                <a:lnTo>
                  <a:pt x="1357342" y="96068"/>
                </a:lnTo>
                <a:lnTo>
                  <a:pt x="1357333" y="94516"/>
                </a:lnTo>
                <a:lnTo>
                  <a:pt x="1357348" y="92936"/>
                </a:lnTo>
                <a:lnTo>
                  <a:pt x="1357392" y="91388"/>
                </a:lnTo>
                <a:lnTo>
                  <a:pt x="1357466" y="89871"/>
                </a:lnTo>
                <a:lnTo>
                  <a:pt x="1357570" y="88385"/>
                </a:lnTo>
                <a:lnTo>
                  <a:pt x="1357703" y="86931"/>
                </a:lnTo>
                <a:lnTo>
                  <a:pt x="1357866" y="85508"/>
                </a:lnTo>
                <a:lnTo>
                  <a:pt x="1358059" y="84117"/>
                </a:lnTo>
                <a:close/>
                <a:moveTo>
                  <a:pt x="150928" y="89042"/>
                </a:moveTo>
                <a:lnTo>
                  <a:pt x="150974" y="88126"/>
                </a:lnTo>
                <a:lnTo>
                  <a:pt x="151031" y="87217"/>
                </a:lnTo>
                <a:lnTo>
                  <a:pt x="151098" y="86315"/>
                </a:lnTo>
                <a:lnTo>
                  <a:pt x="151175" y="85418"/>
                </a:lnTo>
                <a:lnTo>
                  <a:pt x="151263" y="84528"/>
                </a:lnTo>
                <a:lnTo>
                  <a:pt x="151361" y="83643"/>
                </a:lnTo>
                <a:lnTo>
                  <a:pt x="151470" y="82765"/>
                </a:lnTo>
                <a:lnTo>
                  <a:pt x="151589" y="81894"/>
                </a:lnTo>
                <a:lnTo>
                  <a:pt x="151718" y="81028"/>
                </a:lnTo>
                <a:lnTo>
                  <a:pt x="151857" y="80169"/>
                </a:lnTo>
                <a:lnTo>
                  <a:pt x="152007" y="79315"/>
                </a:lnTo>
                <a:lnTo>
                  <a:pt x="152167" y="78469"/>
                </a:lnTo>
                <a:lnTo>
                  <a:pt x="152338" y="77628"/>
                </a:lnTo>
                <a:lnTo>
                  <a:pt x="152518" y="76793"/>
                </a:lnTo>
                <a:lnTo>
                  <a:pt x="152710" y="75965"/>
                </a:lnTo>
                <a:lnTo>
                  <a:pt x="152911" y="75143"/>
                </a:lnTo>
                <a:lnTo>
                  <a:pt x="153123" y="74327"/>
                </a:lnTo>
                <a:lnTo>
                  <a:pt x="153345" y="73517"/>
                </a:lnTo>
                <a:lnTo>
                  <a:pt x="153577" y="72714"/>
                </a:lnTo>
                <a:lnTo>
                  <a:pt x="153820" y="71916"/>
                </a:lnTo>
                <a:lnTo>
                  <a:pt x="153990" y="71400"/>
                </a:lnTo>
                <a:lnTo>
                  <a:pt x="154169" y="70893"/>
                </a:lnTo>
                <a:lnTo>
                  <a:pt x="154358" y="70396"/>
                </a:lnTo>
                <a:lnTo>
                  <a:pt x="154556" y="69908"/>
                </a:lnTo>
                <a:lnTo>
                  <a:pt x="154763" y="69429"/>
                </a:lnTo>
                <a:lnTo>
                  <a:pt x="154979" y="68960"/>
                </a:lnTo>
                <a:lnTo>
                  <a:pt x="155205" y="68501"/>
                </a:lnTo>
                <a:lnTo>
                  <a:pt x="155440" y="68050"/>
                </a:lnTo>
                <a:lnTo>
                  <a:pt x="155684" y="67610"/>
                </a:lnTo>
                <a:lnTo>
                  <a:pt x="155938" y="67179"/>
                </a:lnTo>
                <a:lnTo>
                  <a:pt x="156201" y="66757"/>
                </a:lnTo>
                <a:lnTo>
                  <a:pt x="156473" y="66345"/>
                </a:lnTo>
                <a:lnTo>
                  <a:pt x="156754" y="65942"/>
                </a:lnTo>
                <a:lnTo>
                  <a:pt x="157045" y="65549"/>
                </a:lnTo>
                <a:lnTo>
                  <a:pt x="157345" y="65165"/>
                </a:lnTo>
                <a:lnTo>
                  <a:pt x="157655" y="64791"/>
                </a:lnTo>
                <a:lnTo>
                  <a:pt x="157974" y="64426"/>
                </a:lnTo>
                <a:lnTo>
                  <a:pt x="158302" y="64071"/>
                </a:lnTo>
                <a:lnTo>
                  <a:pt x="158639" y="63725"/>
                </a:lnTo>
                <a:lnTo>
                  <a:pt x="158985" y="63389"/>
                </a:lnTo>
                <a:lnTo>
                  <a:pt x="159341" y="63062"/>
                </a:lnTo>
                <a:lnTo>
                  <a:pt x="159706" y="62745"/>
                </a:lnTo>
                <a:lnTo>
                  <a:pt x="160081" y="62437"/>
                </a:lnTo>
                <a:lnTo>
                  <a:pt x="160465" y="62139"/>
                </a:lnTo>
                <a:lnTo>
                  <a:pt x="160855" y="61851"/>
                </a:lnTo>
                <a:lnTo>
                  <a:pt x="161250" y="61575"/>
                </a:lnTo>
                <a:lnTo>
                  <a:pt x="161649" y="61312"/>
                </a:lnTo>
                <a:lnTo>
                  <a:pt x="162052" y="61061"/>
                </a:lnTo>
                <a:lnTo>
                  <a:pt x="162459" y="60822"/>
                </a:lnTo>
                <a:lnTo>
                  <a:pt x="162870" y="60596"/>
                </a:lnTo>
                <a:lnTo>
                  <a:pt x="163285" y="60381"/>
                </a:lnTo>
                <a:lnTo>
                  <a:pt x="163704" y="60179"/>
                </a:lnTo>
                <a:lnTo>
                  <a:pt x="164128" y="59989"/>
                </a:lnTo>
                <a:lnTo>
                  <a:pt x="164556" y="59812"/>
                </a:lnTo>
                <a:lnTo>
                  <a:pt x="164987" y="59647"/>
                </a:lnTo>
                <a:lnTo>
                  <a:pt x="165423" y="59493"/>
                </a:lnTo>
                <a:lnTo>
                  <a:pt x="165864" y="59353"/>
                </a:lnTo>
                <a:lnTo>
                  <a:pt x="166308" y="59224"/>
                </a:lnTo>
                <a:lnTo>
                  <a:pt x="166756" y="59108"/>
                </a:lnTo>
                <a:lnTo>
                  <a:pt x="167209" y="59004"/>
                </a:lnTo>
                <a:lnTo>
                  <a:pt x="167665" y="58912"/>
                </a:lnTo>
                <a:lnTo>
                  <a:pt x="168126" y="58832"/>
                </a:lnTo>
                <a:lnTo>
                  <a:pt x="168591" y="58765"/>
                </a:lnTo>
                <a:lnTo>
                  <a:pt x="169060" y="58710"/>
                </a:lnTo>
                <a:lnTo>
                  <a:pt x="169533" y="58667"/>
                </a:lnTo>
                <a:lnTo>
                  <a:pt x="170010" y="58636"/>
                </a:lnTo>
                <a:lnTo>
                  <a:pt x="170492" y="58618"/>
                </a:lnTo>
                <a:lnTo>
                  <a:pt x="170977" y="58612"/>
                </a:lnTo>
                <a:lnTo>
                  <a:pt x="171523" y="58618"/>
                </a:lnTo>
                <a:lnTo>
                  <a:pt x="172068" y="58639"/>
                </a:lnTo>
                <a:lnTo>
                  <a:pt x="172614" y="58672"/>
                </a:lnTo>
                <a:lnTo>
                  <a:pt x="173159" y="58719"/>
                </a:lnTo>
                <a:lnTo>
                  <a:pt x="173704" y="58780"/>
                </a:lnTo>
                <a:lnTo>
                  <a:pt x="174250" y="58853"/>
                </a:lnTo>
                <a:lnTo>
                  <a:pt x="174795" y="58941"/>
                </a:lnTo>
                <a:lnTo>
                  <a:pt x="175341" y="59041"/>
                </a:lnTo>
                <a:lnTo>
                  <a:pt x="175886" y="59156"/>
                </a:lnTo>
                <a:lnTo>
                  <a:pt x="176432" y="59283"/>
                </a:lnTo>
                <a:lnTo>
                  <a:pt x="176977" y="59424"/>
                </a:lnTo>
                <a:lnTo>
                  <a:pt x="177523" y="59579"/>
                </a:lnTo>
                <a:lnTo>
                  <a:pt x="178068" y="59747"/>
                </a:lnTo>
                <a:lnTo>
                  <a:pt x="178614" y="59928"/>
                </a:lnTo>
                <a:lnTo>
                  <a:pt x="179159" y="60123"/>
                </a:lnTo>
                <a:lnTo>
                  <a:pt x="179704" y="60331"/>
                </a:lnTo>
                <a:lnTo>
                  <a:pt x="180250" y="60552"/>
                </a:lnTo>
                <a:lnTo>
                  <a:pt x="180795" y="60787"/>
                </a:lnTo>
                <a:lnTo>
                  <a:pt x="181341" y="61036"/>
                </a:lnTo>
                <a:lnTo>
                  <a:pt x="181886" y="61298"/>
                </a:lnTo>
                <a:lnTo>
                  <a:pt x="182432" y="61573"/>
                </a:lnTo>
                <a:lnTo>
                  <a:pt x="182977" y="61862"/>
                </a:lnTo>
                <a:lnTo>
                  <a:pt x="183523" y="62164"/>
                </a:lnTo>
                <a:lnTo>
                  <a:pt x="184068" y="62479"/>
                </a:lnTo>
                <a:lnTo>
                  <a:pt x="190217" y="45992"/>
                </a:lnTo>
                <a:lnTo>
                  <a:pt x="189441" y="45525"/>
                </a:lnTo>
                <a:lnTo>
                  <a:pt x="188665" y="45077"/>
                </a:lnTo>
                <a:lnTo>
                  <a:pt x="187891" y="44650"/>
                </a:lnTo>
                <a:lnTo>
                  <a:pt x="187118" y="44242"/>
                </a:lnTo>
                <a:lnTo>
                  <a:pt x="186345" y="43854"/>
                </a:lnTo>
                <a:lnTo>
                  <a:pt x="185574" y="43486"/>
                </a:lnTo>
                <a:lnTo>
                  <a:pt x="184804" y="43138"/>
                </a:lnTo>
                <a:lnTo>
                  <a:pt x="184035" y="42810"/>
                </a:lnTo>
                <a:lnTo>
                  <a:pt x="183267" y="42502"/>
                </a:lnTo>
                <a:lnTo>
                  <a:pt x="182500" y="42213"/>
                </a:lnTo>
                <a:lnTo>
                  <a:pt x="181734" y="41945"/>
                </a:lnTo>
                <a:lnTo>
                  <a:pt x="180969" y="41696"/>
                </a:lnTo>
                <a:lnTo>
                  <a:pt x="180205" y="41468"/>
                </a:lnTo>
                <a:lnTo>
                  <a:pt x="179442" y="41259"/>
                </a:lnTo>
                <a:lnTo>
                  <a:pt x="178680" y="41070"/>
                </a:lnTo>
                <a:lnTo>
                  <a:pt x="177919" y="40901"/>
                </a:lnTo>
                <a:lnTo>
                  <a:pt x="177160" y="40752"/>
                </a:lnTo>
                <a:lnTo>
                  <a:pt x="176401" y="40623"/>
                </a:lnTo>
                <a:lnTo>
                  <a:pt x="175643" y="40513"/>
                </a:lnTo>
                <a:lnTo>
                  <a:pt x="174886" y="40424"/>
                </a:lnTo>
                <a:lnTo>
                  <a:pt x="174131" y="40354"/>
                </a:lnTo>
                <a:lnTo>
                  <a:pt x="173376" y="40304"/>
                </a:lnTo>
                <a:lnTo>
                  <a:pt x="172622" y="40274"/>
                </a:lnTo>
                <a:lnTo>
                  <a:pt x="171870" y="40265"/>
                </a:lnTo>
                <a:lnTo>
                  <a:pt x="171351" y="40271"/>
                </a:lnTo>
                <a:lnTo>
                  <a:pt x="170836" y="40289"/>
                </a:lnTo>
                <a:lnTo>
                  <a:pt x="170324" y="40320"/>
                </a:lnTo>
                <a:lnTo>
                  <a:pt x="169816" y="40363"/>
                </a:lnTo>
                <a:lnTo>
                  <a:pt x="169312" y="40419"/>
                </a:lnTo>
                <a:lnTo>
                  <a:pt x="168811" y="40487"/>
                </a:lnTo>
                <a:lnTo>
                  <a:pt x="168314" y="40567"/>
                </a:lnTo>
                <a:lnTo>
                  <a:pt x="167820" y="40659"/>
                </a:lnTo>
                <a:lnTo>
                  <a:pt x="167330" y="40764"/>
                </a:lnTo>
                <a:lnTo>
                  <a:pt x="166844" y="40881"/>
                </a:lnTo>
                <a:lnTo>
                  <a:pt x="166361" y="41011"/>
                </a:lnTo>
                <a:lnTo>
                  <a:pt x="165882" y="41152"/>
                </a:lnTo>
                <a:lnTo>
                  <a:pt x="165407" y="41307"/>
                </a:lnTo>
                <a:lnTo>
                  <a:pt x="164935" y="41473"/>
                </a:lnTo>
                <a:lnTo>
                  <a:pt x="164467" y="41652"/>
                </a:lnTo>
                <a:lnTo>
                  <a:pt x="164002" y="41843"/>
                </a:lnTo>
                <a:lnTo>
                  <a:pt x="163541" y="42047"/>
                </a:lnTo>
                <a:lnTo>
                  <a:pt x="163084" y="42262"/>
                </a:lnTo>
                <a:lnTo>
                  <a:pt x="162630" y="42491"/>
                </a:lnTo>
                <a:lnTo>
                  <a:pt x="162180" y="42731"/>
                </a:lnTo>
                <a:lnTo>
                  <a:pt x="161733" y="42984"/>
                </a:lnTo>
                <a:lnTo>
                  <a:pt x="161290" y="43249"/>
                </a:lnTo>
                <a:lnTo>
                  <a:pt x="160851" y="43526"/>
                </a:lnTo>
                <a:lnTo>
                  <a:pt x="160415" y="43816"/>
                </a:lnTo>
                <a:lnTo>
                  <a:pt x="159980" y="44125"/>
                </a:lnTo>
                <a:lnTo>
                  <a:pt x="159541" y="44461"/>
                </a:lnTo>
                <a:lnTo>
                  <a:pt x="159099" y="44823"/>
                </a:lnTo>
                <a:lnTo>
                  <a:pt x="158653" y="45211"/>
                </a:lnTo>
                <a:lnTo>
                  <a:pt x="158205" y="45626"/>
                </a:lnTo>
                <a:lnTo>
                  <a:pt x="157753" y="46067"/>
                </a:lnTo>
                <a:lnTo>
                  <a:pt x="157298" y="46534"/>
                </a:lnTo>
                <a:lnTo>
                  <a:pt x="156839" y="47028"/>
                </a:lnTo>
                <a:lnTo>
                  <a:pt x="156378" y="47548"/>
                </a:lnTo>
                <a:lnTo>
                  <a:pt x="155913" y="48094"/>
                </a:lnTo>
                <a:lnTo>
                  <a:pt x="155444" y="48667"/>
                </a:lnTo>
                <a:lnTo>
                  <a:pt x="154973" y="49266"/>
                </a:lnTo>
                <a:lnTo>
                  <a:pt x="154498" y="49892"/>
                </a:lnTo>
                <a:lnTo>
                  <a:pt x="154020" y="50544"/>
                </a:lnTo>
                <a:lnTo>
                  <a:pt x="153539" y="51222"/>
                </a:lnTo>
                <a:lnTo>
                  <a:pt x="153054" y="51926"/>
                </a:lnTo>
                <a:lnTo>
                  <a:pt x="152566" y="52657"/>
                </a:lnTo>
                <a:lnTo>
                  <a:pt x="152075" y="53415"/>
                </a:lnTo>
                <a:lnTo>
                  <a:pt x="151581" y="54198"/>
                </a:lnTo>
                <a:lnTo>
                  <a:pt x="151083" y="55009"/>
                </a:lnTo>
                <a:lnTo>
                  <a:pt x="150582" y="55845"/>
                </a:lnTo>
                <a:lnTo>
                  <a:pt x="150078" y="56708"/>
                </a:lnTo>
                <a:lnTo>
                  <a:pt x="149571" y="57597"/>
                </a:lnTo>
                <a:lnTo>
                  <a:pt x="149060" y="58513"/>
                </a:lnTo>
                <a:lnTo>
                  <a:pt x="149060" y="42645"/>
                </a:lnTo>
                <a:lnTo>
                  <a:pt x="132994" y="42645"/>
                </a:lnTo>
                <a:lnTo>
                  <a:pt x="132994" y="147967"/>
                </a:lnTo>
                <a:lnTo>
                  <a:pt x="150845" y="147967"/>
                </a:lnTo>
                <a:lnTo>
                  <a:pt x="150845" y="92765"/>
                </a:lnTo>
                <a:lnTo>
                  <a:pt x="150850" y="91825"/>
                </a:lnTo>
                <a:lnTo>
                  <a:pt x="150866" y="90891"/>
                </a:lnTo>
                <a:lnTo>
                  <a:pt x="150891" y="89963"/>
                </a:lnTo>
                <a:lnTo>
                  <a:pt x="150928" y="89042"/>
                </a:lnTo>
                <a:close/>
                <a:moveTo>
                  <a:pt x="1731650" y="83995"/>
                </a:moveTo>
                <a:lnTo>
                  <a:pt x="1731779" y="82510"/>
                </a:lnTo>
                <a:lnTo>
                  <a:pt x="1731937" y="81071"/>
                </a:lnTo>
                <a:lnTo>
                  <a:pt x="1732124" y="79677"/>
                </a:lnTo>
                <a:lnTo>
                  <a:pt x="1732340" y="78328"/>
                </a:lnTo>
                <a:lnTo>
                  <a:pt x="1732584" y="77024"/>
                </a:lnTo>
                <a:lnTo>
                  <a:pt x="1732858" y="75765"/>
                </a:lnTo>
                <a:lnTo>
                  <a:pt x="1733159" y="74552"/>
                </a:lnTo>
                <a:lnTo>
                  <a:pt x="1733490" y="73383"/>
                </a:lnTo>
                <a:lnTo>
                  <a:pt x="1733850" y="72260"/>
                </a:lnTo>
                <a:lnTo>
                  <a:pt x="1734238" y="71182"/>
                </a:lnTo>
                <a:lnTo>
                  <a:pt x="1734655" y="70149"/>
                </a:lnTo>
                <a:lnTo>
                  <a:pt x="1735100" y="69161"/>
                </a:lnTo>
                <a:lnTo>
                  <a:pt x="1735575" y="68219"/>
                </a:lnTo>
                <a:lnTo>
                  <a:pt x="1736078" y="67321"/>
                </a:lnTo>
                <a:lnTo>
                  <a:pt x="1736610" y="66469"/>
                </a:lnTo>
                <a:lnTo>
                  <a:pt x="1737171" y="65662"/>
                </a:lnTo>
                <a:lnTo>
                  <a:pt x="1737760" y="64900"/>
                </a:lnTo>
                <a:lnTo>
                  <a:pt x="1738378" y="64183"/>
                </a:lnTo>
                <a:lnTo>
                  <a:pt x="1739025" y="63512"/>
                </a:lnTo>
                <a:lnTo>
                  <a:pt x="1739701" y="62885"/>
                </a:lnTo>
                <a:lnTo>
                  <a:pt x="1740396" y="62294"/>
                </a:lnTo>
                <a:lnTo>
                  <a:pt x="1741103" y="61728"/>
                </a:lnTo>
                <a:lnTo>
                  <a:pt x="1741820" y="61187"/>
                </a:lnTo>
                <a:lnTo>
                  <a:pt x="1742548" y="60671"/>
                </a:lnTo>
                <a:lnTo>
                  <a:pt x="1743287" y="60180"/>
                </a:lnTo>
                <a:lnTo>
                  <a:pt x="1744037" y="59714"/>
                </a:lnTo>
                <a:lnTo>
                  <a:pt x="1744797" y="59274"/>
                </a:lnTo>
                <a:lnTo>
                  <a:pt x="1745569" y="58858"/>
                </a:lnTo>
                <a:lnTo>
                  <a:pt x="1746351" y="58468"/>
                </a:lnTo>
                <a:lnTo>
                  <a:pt x="1747144" y="58103"/>
                </a:lnTo>
                <a:lnTo>
                  <a:pt x="1747948" y="57763"/>
                </a:lnTo>
                <a:lnTo>
                  <a:pt x="1748763" y="57449"/>
                </a:lnTo>
                <a:lnTo>
                  <a:pt x="1749589" y="57159"/>
                </a:lnTo>
                <a:lnTo>
                  <a:pt x="1750425" y="56895"/>
                </a:lnTo>
                <a:lnTo>
                  <a:pt x="1751272" y="56656"/>
                </a:lnTo>
                <a:lnTo>
                  <a:pt x="1752131" y="56442"/>
                </a:lnTo>
                <a:lnTo>
                  <a:pt x="1753000" y="56253"/>
                </a:lnTo>
                <a:lnTo>
                  <a:pt x="1753880" y="56090"/>
                </a:lnTo>
                <a:lnTo>
                  <a:pt x="1754770" y="55951"/>
                </a:lnTo>
                <a:lnTo>
                  <a:pt x="1755672" y="55838"/>
                </a:lnTo>
                <a:lnTo>
                  <a:pt x="1756584" y="55750"/>
                </a:lnTo>
                <a:lnTo>
                  <a:pt x="1757508" y="55687"/>
                </a:lnTo>
                <a:lnTo>
                  <a:pt x="1758442" y="55649"/>
                </a:lnTo>
                <a:lnTo>
                  <a:pt x="1759387" y="55636"/>
                </a:lnTo>
                <a:lnTo>
                  <a:pt x="1759979" y="55642"/>
                </a:lnTo>
                <a:lnTo>
                  <a:pt x="1760564" y="55659"/>
                </a:lnTo>
                <a:lnTo>
                  <a:pt x="1761143" y="55687"/>
                </a:lnTo>
                <a:lnTo>
                  <a:pt x="1761716" y="55726"/>
                </a:lnTo>
                <a:lnTo>
                  <a:pt x="1762282" y="55777"/>
                </a:lnTo>
                <a:lnTo>
                  <a:pt x="1762842" y="55838"/>
                </a:lnTo>
                <a:lnTo>
                  <a:pt x="1763396" y="55911"/>
                </a:lnTo>
                <a:lnTo>
                  <a:pt x="1763943" y="55995"/>
                </a:lnTo>
                <a:lnTo>
                  <a:pt x="1764484" y="56090"/>
                </a:lnTo>
                <a:lnTo>
                  <a:pt x="1765019" y="56197"/>
                </a:lnTo>
                <a:lnTo>
                  <a:pt x="1765547" y="56314"/>
                </a:lnTo>
                <a:lnTo>
                  <a:pt x="1766069" y="56443"/>
                </a:lnTo>
                <a:lnTo>
                  <a:pt x="1766584" y="56583"/>
                </a:lnTo>
                <a:lnTo>
                  <a:pt x="1767093" y="56734"/>
                </a:lnTo>
                <a:lnTo>
                  <a:pt x="1767596" y="56897"/>
                </a:lnTo>
                <a:lnTo>
                  <a:pt x="1768092" y="57070"/>
                </a:lnTo>
                <a:lnTo>
                  <a:pt x="1768582" y="57255"/>
                </a:lnTo>
                <a:lnTo>
                  <a:pt x="1769066" y="57451"/>
                </a:lnTo>
                <a:lnTo>
                  <a:pt x="1769543" y="57659"/>
                </a:lnTo>
                <a:lnTo>
                  <a:pt x="1770014" y="57877"/>
                </a:lnTo>
                <a:lnTo>
                  <a:pt x="1770478" y="58107"/>
                </a:lnTo>
                <a:lnTo>
                  <a:pt x="1770936" y="58347"/>
                </a:lnTo>
                <a:lnTo>
                  <a:pt x="1771388" y="58599"/>
                </a:lnTo>
                <a:lnTo>
                  <a:pt x="1771833" y="58863"/>
                </a:lnTo>
                <a:lnTo>
                  <a:pt x="1772270" y="59135"/>
                </a:lnTo>
                <a:lnTo>
                  <a:pt x="1772695" y="59416"/>
                </a:lnTo>
                <a:lnTo>
                  <a:pt x="1773109" y="59703"/>
                </a:lnTo>
                <a:lnTo>
                  <a:pt x="1773512" y="59999"/>
                </a:lnTo>
                <a:lnTo>
                  <a:pt x="1773904" y="60302"/>
                </a:lnTo>
                <a:lnTo>
                  <a:pt x="1774285" y="60612"/>
                </a:lnTo>
                <a:lnTo>
                  <a:pt x="1774654" y="60931"/>
                </a:lnTo>
                <a:lnTo>
                  <a:pt x="1775012" y="61256"/>
                </a:lnTo>
                <a:lnTo>
                  <a:pt x="1775359" y="61590"/>
                </a:lnTo>
                <a:lnTo>
                  <a:pt x="1775695" y="61931"/>
                </a:lnTo>
                <a:lnTo>
                  <a:pt x="1776020" y="62279"/>
                </a:lnTo>
                <a:lnTo>
                  <a:pt x="1776333" y="62635"/>
                </a:lnTo>
                <a:lnTo>
                  <a:pt x="1776635" y="62999"/>
                </a:lnTo>
                <a:lnTo>
                  <a:pt x="1776927" y="63370"/>
                </a:lnTo>
                <a:lnTo>
                  <a:pt x="1777206" y="63749"/>
                </a:lnTo>
                <a:lnTo>
                  <a:pt x="1777475" y="64135"/>
                </a:lnTo>
                <a:lnTo>
                  <a:pt x="1777733" y="64530"/>
                </a:lnTo>
                <a:lnTo>
                  <a:pt x="1777979" y="64931"/>
                </a:lnTo>
                <a:lnTo>
                  <a:pt x="1778214" y="65340"/>
                </a:lnTo>
                <a:lnTo>
                  <a:pt x="1778438" y="65757"/>
                </a:lnTo>
                <a:lnTo>
                  <a:pt x="1778651" y="66182"/>
                </a:lnTo>
                <a:lnTo>
                  <a:pt x="1778852" y="66613"/>
                </a:lnTo>
                <a:lnTo>
                  <a:pt x="1779043" y="67053"/>
                </a:lnTo>
                <a:lnTo>
                  <a:pt x="1779222" y="67500"/>
                </a:lnTo>
                <a:lnTo>
                  <a:pt x="1779392" y="67961"/>
                </a:lnTo>
                <a:lnTo>
                  <a:pt x="1779554" y="68440"/>
                </a:lnTo>
                <a:lnTo>
                  <a:pt x="1779710" y="68939"/>
                </a:lnTo>
                <a:lnTo>
                  <a:pt x="1779858" y="69457"/>
                </a:lnTo>
                <a:lnTo>
                  <a:pt x="1779999" y="69994"/>
                </a:lnTo>
                <a:lnTo>
                  <a:pt x="1780133" y="70550"/>
                </a:lnTo>
                <a:lnTo>
                  <a:pt x="1780259" y="71125"/>
                </a:lnTo>
                <a:lnTo>
                  <a:pt x="1780379" y="71720"/>
                </a:lnTo>
                <a:lnTo>
                  <a:pt x="1780491" y="72333"/>
                </a:lnTo>
                <a:lnTo>
                  <a:pt x="1780596" y="72966"/>
                </a:lnTo>
                <a:lnTo>
                  <a:pt x="1780693" y="73618"/>
                </a:lnTo>
                <a:lnTo>
                  <a:pt x="1780784" y="74289"/>
                </a:lnTo>
                <a:lnTo>
                  <a:pt x="1780867" y="74979"/>
                </a:lnTo>
                <a:lnTo>
                  <a:pt x="1780943" y="75688"/>
                </a:lnTo>
                <a:lnTo>
                  <a:pt x="1781011" y="76417"/>
                </a:lnTo>
                <a:lnTo>
                  <a:pt x="1781073" y="77164"/>
                </a:lnTo>
                <a:lnTo>
                  <a:pt x="1781127" y="77931"/>
                </a:lnTo>
                <a:lnTo>
                  <a:pt x="1781174" y="78716"/>
                </a:lnTo>
                <a:lnTo>
                  <a:pt x="1781214" y="79521"/>
                </a:lnTo>
                <a:lnTo>
                  <a:pt x="1781246" y="80345"/>
                </a:lnTo>
                <a:lnTo>
                  <a:pt x="1781272" y="81189"/>
                </a:lnTo>
                <a:lnTo>
                  <a:pt x="1781290" y="82051"/>
                </a:lnTo>
                <a:lnTo>
                  <a:pt x="1781301" y="82932"/>
                </a:lnTo>
                <a:lnTo>
                  <a:pt x="1781304" y="83833"/>
                </a:lnTo>
                <a:lnTo>
                  <a:pt x="1781304" y="147967"/>
                </a:lnTo>
                <a:lnTo>
                  <a:pt x="1799156" y="147967"/>
                </a:lnTo>
                <a:lnTo>
                  <a:pt x="1799156" y="83207"/>
                </a:lnTo>
                <a:lnTo>
                  <a:pt x="1799154" y="82187"/>
                </a:lnTo>
                <a:lnTo>
                  <a:pt x="1799149" y="81192"/>
                </a:lnTo>
                <a:lnTo>
                  <a:pt x="1799140" y="80224"/>
                </a:lnTo>
                <a:lnTo>
                  <a:pt x="1799128" y="79281"/>
                </a:lnTo>
                <a:lnTo>
                  <a:pt x="1799113" y="78364"/>
                </a:lnTo>
                <a:lnTo>
                  <a:pt x="1799094" y="77473"/>
                </a:lnTo>
                <a:lnTo>
                  <a:pt x="1799071" y="76608"/>
                </a:lnTo>
                <a:lnTo>
                  <a:pt x="1799045" y="75769"/>
                </a:lnTo>
                <a:lnTo>
                  <a:pt x="1799016" y="74955"/>
                </a:lnTo>
                <a:lnTo>
                  <a:pt x="1798983" y="74168"/>
                </a:lnTo>
                <a:lnTo>
                  <a:pt x="1798947" y="73406"/>
                </a:lnTo>
                <a:lnTo>
                  <a:pt x="1798908" y="72670"/>
                </a:lnTo>
                <a:lnTo>
                  <a:pt x="1798865" y="71959"/>
                </a:lnTo>
                <a:lnTo>
                  <a:pt x="1798818" y="71275"/>
                </a:lnTo>
                <a:lnTo>
                  <a:pt x="1798768" y="70616"/>
                </a:lnTo>
                <a:lnTo>
                  <a:pt x="1798715" y="69984"/>
                </a:lnTo>
                <a:lnTo>
                  <a:pt x="1798658" y="69377"/>
                </a:lnTo>
                <a:lnTo>
                  <a:pt x="1798598" y="68796"/>
                </a:lnTo>
                <a:lnTo>
                  <a:pt x="1798534" y="68240"/>
                </a:lnTo>
                <a:lnTo>
                  <a:pt x="1798467" y="67711"/>
                </a:lnTo>
                <a:lnTo>
                  <a:pt x="1798396" y="67207"/>
                </a:lnTo>
                <a:lnTo>
                  <a:pt x="1798322" y="66730"/>
                </a:lnTo>
                <a:lnTo>
                  <a:pt x="1798245" y="66278"/>
                </a:lnTo>
                <a:lnTo>
                  <a:pt x="1798164" y="65851"/>
                </a:lnTo>
                <a:lnTo>
                  <a:pt x="1798027" y="65219"/>
                </a:lnTo>
                <a:lnTo>
                  <a:pt x="1797883" y="64593"/>
                </a:lnTo>
                <a:lnTo>
                  <a:pt x="1797730" y="63975"/>
                </a:lnTo>
                <a:lnTo>
                  <a:pt x="1797569" y="63364"/>
                </a:lnTo>
                <a:lnTo>
                  <a:pt x="1797399" y="62760"/>
                </a:lnTo>
                <a:lnTo>
                  <a:pt x="1797222" y="62163"/>
                </a:lnTo>
                <a:lnTo>
                  <a:pt x="1797036" y="61574"/>
                </a:lnTo>
                <a:lnTo>
                  <a:pt x="1796842" y="60992"/>
                </a:lnTo>
                <a:lnTo>
                  <a:pt x="1796639" y="60417"/>
                </a:lnTo>
                <a:lnTo>
                  <a:pt x="1796428" y="59849"/>
                </a:lnTo>
                <a:lnTo>
                  <a:pt x="1796209" y="59289"/>
                </a:lnTo>
                <a:lnTo>
                  <a:pt x="1795982" y="58736"/>
                </a:lnTo>
                <a:lnTo>
                  <a:pt x="1795746" y="58190"/>
                </a:lnTo>
                <a:lnTo>
                  <a:pt x="1795503" y="57651"/>
                </a:lnTo>
                <a:lnTo>
                  <a:pt x="1795251" y="57119"/>
                </a:lnTo>
                <a:lnTo>
                  <a:pt x="1794990" y="56595"/>
                </a:lnTo>
                <a:lnTo>
                  <a:pt x="1794722" y="56078"/>
                </a:lnTo>
                <a:lnTo>
                  <a:pt x="1794445" y="55568"/>
                </a:lnTo>
                <a:lnTo>
                  <a:pt x="1794160" y="55066"/>
                </a:lnTo>
                <a:lnTo>
                  <a:pt x="1793866" y="54570"/>
                </a:lnTo>
                <a:lnTo>
                  <a:pt x="1793565" y="54082"/>
                </a:lnTo>
                <a:lnTo>
                  <a:pt x="1793255" y="53601"/>
                </a:lnTo>
                <a:lnTo>
                  <a:pt x="1792937" y="53128"/>
                </a:lnTo>
                <a:lnTo>
                  <a:pt x="1792610" y="52661"/>
                </a:lnTo>
                <a:lnTo>
                  <a:pt x="1792273" y="52202"/>
                </a:lnTo>
                <a:lnTo>
                  <a:pt x="1791921" y="51750"/>
                </a:lnTo>
                <a:lnTo>
                  <a:pt x="1791556" y="51306"/>
                </a:lnTo>
                <a:lnTo>
                  <a:pt x="1791176" y="50869"/>
                </a:lnTo>
                <a:lnTo>
                  <a:pt x="1790783" y="50440"/>
                </a:lnTo>
                <a:lnTo>
                  <a:pt x="1790376" y="50018"/>
                </a:lnTo>
                <a:lnTo>
                  <a:pt x="1789954" y="49603"/>
                </a:lnTo>
                <a:lnTo>
                  <a:pt x="1789519" y="49196"/>
                </a:lnTo>
                <a:lnTo>
                  <a:pt x="1789070" y="48796"/>
                </a:lnTo>
                <a:lnTo>
                  <a:pt x="1788607" y="48403"/>
                </a:lnTo>
                <a:lnTo>
                  <a:pt x="1788130" y="48018"/>
                </a:lnTo>
                <a:lnTo>
                  <a:pt x="1787639" y="47641"/>
                </a:lnTo>
                <a:lnTo>
                  <a:pt x="1787134" y="47270"/>
                </a:lnTo>
                <a:lnTo>
                  <a:pt x="1786615" y="46907"/>
                </a:lnTo>
                <a:lnTo>
                  <a:pt x="1786082" y="46552"/>
                </a:lnTo>
                <a:lnTo>
                  <a:pt x="1785536" y="46204"/>
                </a:lnTo>
                <a:lnTo>
                  <a:pt x="1784975" y="45863"/>
                </a:lnTo>
                <a:lnTo>
                  <a:pt x="1784400" y="45530"/>
                </a:lnTo>
                <a:lnTo>
                  <a:pt x="1783812" y="45204"/>
                </a:lnTo>
                <a:lnTo>
                  <a:pt x="1783209" y="44886"/>
                </a:lnTo>
                <a:lnTo>
                  <a:pt x="1782593" y="44575"/>
                </a:lnTo>
                <a:lnTo>
                  <a:pt x="1781962" y="44271"/>
                </a:lnTo>
                <a:lnTo>
                  <a:pt x="1781318" y="43975"/>
                </a:lnTo>
                <a:lnTo>
                  <a:pt x="1780660" y="43686"/>
                </a:lnTo>
                <a:lnTo>
                  <a:pt x="1779992" y="43407"/>
                </a:lnTo>
                <a:lnTo>
                  <a:pt x="1779318" y="43140"/>
                </a:lnTo>
                <a:lnTo>
                  <a:pt x="1778640" y="42884"/>
                </a:lnTo>
                <a:lnTo>
                  <a:pt x="1777956" y="42641"/>
                </a:lnTo>
                <a:lnTo>
                  <a:pt x="1777267" y="42409"/>
                </a:lnTo>
                <a:lnTo>
                  <a:pt x="1776572" y="42189"/>
                </a:lnTo>
                <a:lnTo>
                  <a:pt x="1775872" y="41981"/>
                </a:lnTo>
                <a:lnTo>
                  <a:pt x="1775167" y="41785"/>
                </a:lnTo>
                <a:lnTo>
                  <a:pt x="1774456" y="41601"/>
                </a:lnTo>
                <a:lnTo>
                  <a:pt x="1773740" y="41429"/>
                </a:lnTo>
                <a:lnTo>
                  <a:pt x="1773019" y="41268"/>
                </a:lnTo>
                <a:lnTo>
                  <a:pt x="1772292" y="41120"/>
                </a:lnTo>
                <a:lnTo>
                  <a:pt x="1771560" y="40983"/>
                </a:lnTo>
                <a:lnTo>
                  <a:pt x="1770823" y="40859"/>
                </a:lnTo>
                <a:lnTo>
                  <a:pt x="1770080" y="40746"/>
                </a:lnTo>
                <a:lnTo>
                  <a:pt x="1769332" y="40645"/>
                </a:lnTo>
                <a:lnTo>
                  <a:pt x="1768578" y="40556"/>
                </a:lnTo>
                <a:lnTo>
                  <a:pt x="1767820" y="40478"/>
                </a:lnTo>
                <a:lnTo>
                  <a:pt x="1767056" y="40413"/>
                </a:lnTo>
                <a:lnTo>
                  <a:pt x="1766286" y="40360"/>
                </a:lnTo>
                <a:lnTo>
                  <a:pt x="1765512" y="40318"/>
                </a:lnTo>
                <a:lnTo>
                  <a:pt x="1764732" y="40288"/>
                </a:lnTo>
                <a:lnTo>
                  <a:pt x="1763946" y="40270"/>
                </a:lnTo>
                <a:lnTo>
                  <a:pt x="1763156" y="40265"/>
                </a:lnTo>
                <a:lnTo>
                  <a:pt x="1761347" y="40295"/>
                </a:lnTo>
                <a:lnTo>
                  <a:pt x="1759574" y="40384"/>
                </a:lnTo>
                <a:lnTo>
                  <a:pt x="1757837" y="40534"/>
                </a:lnTo>
                <a:lnTo>
                  <a:pt x="1756136" y="40744"/>
                </a:lnTo>
                <a:lnTo>
                  <a:pt x="1754471" y="41014"/>
                </a:lnTo>
                <a:lnTo>
                  <a:pt x="1752841" y="41343"/>
                </a:lnTo>
                <a:lnTo>
                  <a:pt x="1751248" y="41733"/>
                </a:lnTo>
                <a:lnTo>
                  <a:pt x="1749690" y="42182"/>
                </a:lnTo>
                <a:lnTo>
                  <a:pt x="1748168" y="42691"/>
                </a:lnTo>
                <a:lnTo>
                  <a:pt x="1746682" y="43260"/>
                </a:lnTo>
                <a:lnTo>
                  <a:pt x="1745231" y="43890"/>
                </a:lnTo>
                <a:lnTo>
                  <a:pt x="1743817" y="44579"/>
                </a:lnTo>
                <a:lnTo>
                  <a:pt x="1742438" y="45328"/>
                </a:lnTo>
                <a:lnTo>
                  <a:pt x="1741095" y="46136"/>
                </a:lnTo>
                <a:lnTo>
                  <a:pt x="1739788" y="47005"/>
                </a:lnTo>
                <a:lnTo>
                  <a:pt x="1738516" y="47934"/>
                </a:lnTo>
                <a:lnTo>
                  <a:pt x="1737281" y="48923"/>
                </a:lnTo>
                <a:lnTo>
                  <a:pt x="1736081" y="49971"/>
                </a:lnTo>
                <a:lnTo>
                  <a:pt x="1734917" y="51080"/>
                </a:lnTo>
                <a:lnTo>
                  <a:pt x="1733789" y="52248"/>
                </a:lnTo>
                <a:lnTo>
                  <a:pt x="1732697" y="53476"/>
                </a:lnTo>
                <a:lnTo>
                  <a:pt x="1731640" y="54765"/>
                </a:lnTo>
                <a:lnTo>
                  <a:pt x="1730620" y="56113"/>
                </a:lnTo>
                <a:lnTo>
                  <a:pt x="1729635" y="57521"/>
                </a:lnTo>
                <a:lnTo>
                  <a:pt x="1729635" y="42645"/>
                </a:lnTo>
                <a:lnTo>
                  <a:pt x="1713569" y="42645"/>
                </a:lnTo>
                <a:lnTo>
                  <a:pt x="1713569" y="147967"/>
                </a:lnTo>
                <a:lnTo>
                  <a:pt x="1731420" y="147967"/>
                </a:lnTo>
                <a:lnTo>
                  <a:pt x="1731420" y="90385"/>
                </a:lnTo>
                <a:lnTo>
                  <a:pt x="1731434" y="88719"/>
                </a:lnTo>
                <a:lnTo>
                  <a:pt x="1731477" y="87099"/>
                </a:lnTo>
                <a:lnTo>
                  <a:pt x="1731549" y="85524"/>
                </a:lnTo>
                <a:lnTo>
                  <a:pt x="1731650" y="83995"/>
                </a:lnTo>
                <a:close/>
                <a:moveTo>
                  <a:pt x="500882" y="89042"/>
                </a:moveTo>
                <a:lnTo>
                  <a:pt x="500929" y="88126"/>
                </a:lnTo>
                <a:lnTo>
                  <a:pt x="500986" y="87217"/>
                </a:lnTo>
                <a:lnTo>
                  <a:pt x="501053" y="86315"/>
                </a:lnTo>
                <a:lnTo>
                  <a:pt x="501130" y="85418"/>
                </a:lnTo>
                <a:lnTo>
                  <a:pt x="501218" y="84528"/>
                </a:lnTo>
                <a:lnTo>
                  <a:pt x="501316" y="83643"/>
                </a:lnTo>
                <a:lnTo>
                  <a:pt x="501425" y="82765"/>
                </a:lnTo>
                <a:lnTo>
                  <a:pt x="501544" y="81894"/>
                </a:lnTo>
                <a:lnTo>
                  <a:pt x="501673" y="81028"/>
                </a:lnTo>
                <a:lnTo>
                  <a:pt x="501812" y="80169"/>
                </a:lnTo>
                <a:lnTo>
                  <a:pt x="501962" y="79315"/>
                </a:lnTo>
                <a:lnTo>
                  <a:pt x="502122" y="78469"/>
                </a:lnTo>
                <a:lnTo>
                  <a:pt x="502293" y="77628"/>
                </a:lnTo>
                <a:lnTo>
                  <a:pt x="502473" y="76793"/>
                </a:lnTo>
                <a:lnTo>
                  <a:pt x="502664" y="75965"/>
                </a:lnTo>
                <a:lnTo>
                  <a:pt x="502866" y="75143"/>
                </a:lnTo>
                <a:lnTo>
                  <a:pt x="503078" y="74327"/>
                </a:lnTo>
                <a:lnTo>
                  <a:pt x="503300" y="73517"/>
                </a:lnTo>
                <a:lnTo>
                  <a:pt x="503532" y="72714"/>
                </a:lnTo>
                <a:lnTo>
                  <a:pt x="503775" y="71916"/>
                </a:lnTo>
                <a:lnTo>
                  <a:pt x="503945" y="71400"/>
                </a:lnTo>
                <a:lnTo>
                  <a:pt x="504124" y="70893"/>
                </a:lnTo>
                <a:lnTo>
                  <a:pt x="504313" y="70396"/>
                </a:lnTo>
                <a:lnTo>
                  <a:pt x="504511" y="69908"/>
                </a:lnTo>
                <a:lnTo>
                  <a:pt x="504718" y="69429"/>
                </a:lnTo>
                <a:lnTo>
                  <a:pt x="504934" y="68960"/>
                </a:lnTo>
                <a:lnTo>
                  <a:pt x="505160" y="68501"/>
                </a:lnTo>
                <a:lnTo>
                  <a:pt x="505395" y="68050"/>
                </a:lnTo>
                <a:lnTo>
                  <a:pt x="505639" y="67610"/>
                </a:lnTo>
                <a:lnTo>
                  <a:pt x="505893" y="67179"/>
                </a:lnTo>
                <a:lnTo>
                  <a:pt x="506156" y="66757"/>
                </a:lnTo>
                <a:lnTo>
                  <a:pt x="506428" y="66345"/>
                </a:lnTo>
                <a:lnTo>
                  <a:pt x="506709" y="65942"/>
                </a:lnTo>
                <a:lnTo>
                  <a:pt x="507000" y="65549"/>
                </a:lnTo>
                <a:lnTo>
                  <a:pt x="507300" y="65165"/>
                </a:lnTo>
                <a:lnTo>
                  <a:pt x="507610" y="64791"/>
                </a:lnTo>
                <a:lnTo>
                  <a:pt x="507928" y="64426"/>
                </a:lnTo>
                <a:lnTo>
                  <a:pt x="508256" y="64071"/>
                </a:lnTo>
                <a:lnTo>
                  <a:pt x="508594" y="63725"/>
                </a:lnTo>
                <a:lnTo>
                  <a:pt x="508940" y="63389"/>
                </a:lnTo>
                <a:lnTo>
                  <a:pt x="509296" y="63062"/>
                </a:lnTo>
                <a:lnTo>
                  <a:pt x="509661" y="62745"/>
                </a:lnTo>
                <a:lnTo>
                  <a:pt x="510036" y="62437"/>
                </a:lnTo>
                <a:lnTo>
                  <a:pt x="510420" y="62139"/>
                </a:lnTo>
                <a:lnTo>
                  <a:pt x="510810" y="61851"/>
                </a:lnTo>
                <a:lnTo>
                  <a:pt x="511205" y="61575"/>
                </a:lnTo>
                <a:lnTo>
                  <a:pt x="511603" y="61312"/>
                </a:lnTo>
                <a:lnTo>
                  <a:pt x="512006" y="61061"/>
                </a:lnTo>
                <a:lnTo>
                  <a:pt x="512413" y="60822"/>
                </a:lnTo>
                <a:lnTo>
                  <a:pt x="512825" y="60596"/>
                </a:lnTo>
                <a:lnTo>
                  <a:pt x="513240" y="60381"/>
                </a:lnTo>
                <a:lnTo>
                  <a:pt x="513659" y="60179"/>
                </a:lnTo>
                <a:lnTo>
                  <a:pt x="514083" y="59989"/>
                </a:lnTo>
                <a:lnTo>
                  <a:pt x="514511" y="59812"/>
                </a:lnTo>
                <a:lnTo>
                  <a:pt x="514942" y="59647"/>
                </a:lnTo>
                <a:lnTo>
                  <a:pt x="515378" y="59493"/>
                </a:lnTo>
                <a:lnTo>
                  <a:pt x="515818" y="59353"/>
                </a:lnTo>
                <a:lnTo>
                  <a:pt x="516263" y="59224"/>
                </a:lnTo>
                <a:lnTo>
                  <a:pt x="516711" y="59108"/>
                </a:lnTo>
                <a:lnTo>
                  <a:pt x="517163" y="59004"/>
                </a:lnTo>
                <a:lnTo>
                  <a:pt x="517620" y="58912"/>
                </a:lnTo>
                <a:lnTo>
                  <a:pt x="518081" y="58832"/>
                </a:lnTo>
                <a:lnTo>
                  <a:pt x="518546" y="58765"/>
                </a:lnTo>
                <a:lnTo>
                  <a:pt x="519015" y="58710"/>
                </a:lnTo>
                <a:lnTo>
                  <a:pt x="519488" y="58667"/>
                </a:lnTo>
                <a:lnTo>
                  <a:pt x="519965" y="58636"/>
                </a:lnTo>
                <a:lnTo>
                  <a:pt x="520446" y="58618"/>
                </a:lnTo>
                <a:lnTo>
                  <a:pt x="520932" y="58612"/>
                </a:lnTo>
                <a:lnTo>
                  <a:pt x="521477" y="58618"/>
                </a:lnTo>
                <a:lnTo>
                  <a:pt x="522023" y="58639"/>
                </a:lnTo>
                <a:lnTo>
                  <a:pt x="522568" y="58672"/>
                </a:lnTo>
                <a:lnTo>
                  <a:pt x="523114" y="58719"/>
                </a:lnTo>
                <a:lnTo>
                  <a:pt x="523659" y="58780"/>
                </a:lnTo>
                <a:lnTo>
                  <a:pt x="524205" y="58853"/>
                </a:lnTo>
                <a:lnTo>
                  <a:pt x="524750" y="58941"/>
                </a:lnTo>
                <a:lnTo>
                  <a:pt x="525296" y="59041"/>
                </a:lnTo>
                <a:lnTo>
                  <a:pt x="525841" y="59156"/>
                </a:lnTo>
                <a:lnTo>
                  <a:pt x="526387" y="59283"/>
                </a:lnTo>
                <a:lnTo>
                  <a:pt x="526932" y="59424"/>
                </a:lnTo>
                <a:lnTo>
                  <a:pt x="527478" y="59579"/>
                </a:lnTo>
                <a:lnTo>
                  <a:pt x="528023" y="59747"/>
                </a:lnTo>
                <a:lnTo>
                  <a:pt x="528568" y="59928"/>
                </a:lnTo>
                <a:lnTo>
                  <a:pt x="529114" y="60123"/>
                </a:lnTo>
                <a:lnTo>
                  <a:pt x="529659" y="60331"/>
                </a:lnTo>
                <a:lnTo>
                  <a:pt x="530205" y="60552"/>
                </a:lnTo>
                <a:lnTo>
                  <a:pt x="530750" y="60787"/>
                </a:lnTo>
                <a:lnTo>
                  <a:pt x="531296" y="61036"/>
                </a:lnTo>
                <a:lnTo>
                  <a:pt x="531841" y="61298"/>
                </a:lnTo>
                <a:lnTo>
                  <a:pt x="532387" y="61573"/>
                </a:lnTo>
                <a:lnTo>
                  <a:pt x="532932" y="61862"/>
                </a:lnTo>
                <a:lnTo>
                  <a:pt x="533478" y="62164"/>
                </a:lnTo>
                <a:lnTo>
                  <a:pt x="534023" y="62479"/>
                </a:lnTo>
                <a:lnTo>
                  <a:pt x="540172" y="45992"/>
                </a:lnTo>
                <a:lnTo>
                  <a:pt x="539395" y="45525"/>
                </a:lnTo>
                <a:lnTo>
                  <a:pt x="538620" y="45077"/>
                </a:lnTo>
                <a:lnTo>
                  <a:pt x="537846" y="44650"/>
                </a:lnTo>
                <a:lnTo>
                  <a:pt x="537073" y="44242"/>
                </a:lnTo>
                <a:lnTo>
                  <a:pt x="536300" y="43854"/>
                </a:lnTo>
                <a:lnTo>
                  <a:pt x="535529" y="43486"/>
                </a:lnTo>
                <a:lnTo>
                  <a:pt x="534759" y="43138"/>
                </a:lnTo>
                <a:lnTo>
                  <a:pt x="533990" y="42810"/>
                </a:lnTo>
                <a:lnTo>
                  <a:pt x="533222" y="42502"/>
                </a:lnTo>
                <a:lnTo>
                  <a:pt x="532455" y="42213"/>
                </a:lnTo>
                <a:lnTo>
                  <a:pt x="531689" y="41945"/>
                </a:lnTo>
                <a:lnTo>
                  <a:pt x="530924" y="41696"/>
                </a:lnTo>
                <a:lnTo>
                  <a:pt x="530160" y="41468"/>
                </a:lnTo>
                <a:lnTo>
                  <a:pt x="529397" y="41259"/>
                </a:lnTo>
                <a:lnTo>
                  <a:pt x="528635" y="41070"/>
                </a:lnTo>
                <a:lnTo>
                  <a:pt x="527874" y="40901"/>
                </a:lnTo>
                <a:lnTo>
                  <a:pt x="527114" y="40752"/>
                </a:lnTo>
                <a:lnTo>
                  <a:pt x="526356" y="40623"/>
                </a:lnTo>
                <a:lnTo>
                  <a:pt x="525598" y="40513"/>
                </a:lnTo>
                <a:lnTo>
                  <a:pt x="524841" y="40424"/>
                </a:lnTo>
                <a:lnTo>
                  <a:pt x="524085" y="40354"/>
                </a:lnTo>
                <a:lnTo>
                  <a:pt x="523331" y="40304"/>
                </a:lnTo>
                <a:lnTo>
                  <a:pt x="522577" y="40274"/>
                </a:lnTo>
                <a:lnTo>
                  <a:pt x="521825" y="40265"/>
                </a:lnTo>
                <a:lnTo>
                  <a:pt x="521306" y="40271"/>
                </a:lnTo>
                <a:lnTo>
                  <a:pt x="520791" y="40289"/>
                </a:lnTo>
                <a:lnTo>
                  <a:pt x="520279" y="40320"/>
                </a:lnTo>
                <a:lnTo>
                  <a:pt x="519771" y="40363"/>
                </a:lnTo>
                <a:lnTo>
                  <a:pt x="519266" y="40419"/>
                </a:lnTo>
                <a:lnTo>
                  <a:pt x="518766" y="40487"/>
                </a:lnTo>
                <a:lnTo>
                  <a:pt x="518269" y="40567"/>
                </a:lnTo>
                <a:lnTo>
                  <a:pt x="517775" y="40659"/>
                </a:lnTo>
                <a:lnTo>
                  <a:pt x="517285" y="40764"/>
                </a:lnTo>
                <a:lnTo>
                  <a:pt x="516799" y="40881"/>
                </a:lnTo>
                <a:lnTo>
                  <a:pt x="516316" y="41011"/>
                </a:lnTo>
                <a:lnTo>
                  <a:pt x="515837" y="41152"/>
                </a:lnTo>
                <a:lnTo>
                  <a:pt x="515362" y="41307"/>
                </a:lnTo>
                <a:lnTo>
                  <a:pt x="514890" y="41473"/>
                </a:lnTo>
                <a:lnTo>
                  <a:pt x="514421" y="41652"/>
                </a:lnTo>
                <a:lnTo>
                  <a:pt x="513957" y="41843"/>
                </a:lnTo>
                <a:lnTo>
                  <a:pt x="513496" y="42047"/>
                </a:lnTo>
                <a:lnTo>
                  <a:pt x="513038" y="42262"/>
                </a:lnTo>
                <a:lnTo>
                  <a:pt x="512585" y="42491"/>
                </a:lnTo>
                <a:lnTo>
                  <a:pt x="512134" y="42731"/>
                </a:lnTo>
                <a:lnTo>
                  <a:pt x="511688" y="42984"/>
                </a:lnTo>
                <a:lnTo>
                  <a:pt x="511245" y="43249"/>
                </a:lnTo>
                <a:lnTo>
                  <a:pt x="510806" y="43526"/>
                </a:lnTo>
                <a:lnTo>
                  <a:pt x="510370" y="43816"/>
                </a:lnTo>
                <a:lnTo>
                  <a:pt x="509935" y="44125"/>
                </a:lnTo>
                <a:lnTo>
                  <a:pt x="509496" y="44461"/>
                </a:lnTo>
                <a:lnTo>
                  <a:pt x="509054" y="44823"/>
                </a:lnTo>
                <a:lnTo>
                  <a:pt x="508608" y="45211"/>
                </a:lnTo>
                <a:lnTo>
                  <a:pt x="508160" y="45626"/>
                </a:lnTo>
                <a:lnTo>
                  <a:pt x="507708" y="46067"/>
                </a:lnTo>
                <a:lnTo>
                  <a:pt x="507253" y="46534"/>
                </a:lnTo>
                <a:lnTo>
                  <a:pt x="506794" y="47028"/>
                </a:lnTo>
                <a:lnTo>
                  <a:pt x="506333" y="47548"/>
                </a:lnTo>
                <a:lnTo>
                  <a:pt x="505868" y="48094"/>
                </a:lnTo>
                <a:lnTo>
                  <a:pt x="505399" y="48667"/>
                </a:lnTo>
                <a:lnTo>
                  <a:pt x="504928" y="49266"/>
                </a:lnTo>
                <a:lnTo>
                  <a:pt x="504453" y="49892"/>
                </a:lnTo>
                <a:lnTo>
                  <a:pt x="503975" y="50544"/>
                </a:lnTo>
                <a:lnTo>
                  <a:pt x="503494" y="51222"/>
                </a:lnTo>
                <a:lnTo>
                  <a:pt x="503009" y="51926"/>
                </a:lnTo>
                <a:lnTo>
                  <a:pt x="502521" y="52657"/>
                </a:lnTo>
                <a:lnTo>
                  <a:pt x="502030" y="53415"/>
                </a:lnTo>
                <a:lnTo>
                  <a:pt x="501536" y="54198"/>
                </a:lnTo>
                <a:lnTo>
                  <a:pt x="501038" y="55009"/>
                </a:lnTo>
                <a:lnTo>
                  <a:pt x="500537" y="55845"/>
                </a:lnTo>
                <a:lnTo>
                  <a:pt x="500033" y="56708"/>
                </a:lnTo>
                <a:lnTo>
                  <a:pt x="499525" y="57597"/>
                </a:lnTo>
                <a:lnTo>
                  <a:pt x="499015" y="58513"/>
                </a:lnTo>
                <a:lnTo>
                  <a:pt x="499015" y="42645"/>
                </a:lnTo>
                <a:lnTo>
                  <a:pt x="482948" y="42645"/>
                </a:lnTo>
                <a:lnTo>
                  <a:pt x="482948" y="147967"/>
                </a:lnTo>
                <a:lnTo>
                  <a:pt x="500800" y="147967"/>
                </a:lnTo>
                <a:lnTo>
                  <a:pt x="500800" y="92765"/>
                </a:lnTo>
                <a:lnTo>
                  <a:pt x="500805" y="91825"/>
                </a:lnTo>
                <a:lnTo>
                  <a:pt x="500820" y="90891"/>
                </a:lnTo>
                <a:lnTo>
                  <a:pt x="500846" y="89963"/>
                </a:lnTo>
                <a:lnTo>
                  <a:pt x="500882" y="89042"/>
                </a:lnTo>
                <a:close/>
                <a:moveTo>
                  <a:pt x="1094281" y="138567"/>
                </a:moveTo>
                <a:lnTo>
                  <a:pt x="1094392" y="139145"/>
                </a:lnTo>
                <a:lnTo>
                  <a:pt x="1094510" y="139717"/>
                </a:lnTo>
                <a:lnTo>
                  <a:pt x="1094634" y="140281"/>
                </a:lnTo>
                <a:lnTo>
                  <a:pt x="1094766" y="140840"/>
                </a:lnTo>
                <a:lnTo>
                  <a:pt x="1094904" y="141391"/>
                </a:lnTo>
                <a:lnTo>
                  <a:pt x="1095050" y="141936"/>
                </a:lnTo>
                <a:lnTo>
                  <a:pt x="1095202" y="142475"/>
                </a:lnTo>
                <a:lnTo>
                  <a:pt x="1095361" y="143007"/>
                </a:lnTo>
                <a:lnTo>
                  <a:pt x="1095527" y="143532"/>
                </a:lnTo>
                <a:lnTo>
                  <a:pt x="1095700" y="144051"/>
                </a:lnTo>
                <a:lnTo>
                  <a:pt x="1095879" y="144564"/>
                </a:lnTo>
                <a:lnTo>
                  <a:pt x="1096066" y="145070"/>
                </a:lnTo>
                <a:lnTo>
                  <a:pt x="1096260" y="145569"/>
                </a:lnTo>
                <a:lnTo>
                  <a:pt x="1096460" y="146062"/>
                </a:lnTo>
                <a:lnTo>
                  <a:pt x="1096667" y="146548"/>
                </a:lnTo>
                <a:lnTo>
                  <a:pt x="1096881" y="147028"/>
                </a:lnTo>
                <a:lnTo>
                  <a:pt x="1097103" y="147501"/>
                </a:lnTo>
                <a:lnTo>
                  <a:pt x="1097331" y="147967"/>
                </a:lnTo>
                <a:lnTo>
                  <a:pt x="1115975" y="147967"/>
                </a:lnTo>
                <a:lnTo>
                  <a:pt x="1115698" y="147462"/>
                </a:lnTo>
                <a:lnTo>
                  <a:pt x="1115429" y="146955"/>
                </a:lnTo>
                <a:lnTo>
                  <a:pt x="1115167" y="146446"/>
                </a:lnTo>
                <a:lnTo>
                  <a:pt x="1114913" y="145936"/>
                </a:lnTo>
                <a:lnTo>
                  <a:pt x="1114667" y="145423"/>
                </a:lnTo>
                <a:lnTo>
                  <a:pt x="1114429" y="144908"/>
                </a:lnTo>
                <a:lnTo>
                  <a:pt x="1114198" y="144392"/>
                </a:lnTo>
                <a:lnTo>
                  <a:pt x="1113975" y="143874"/>
                </a:lnTo>
                <a:lnTo>
                  <a:pt x="1113760" y="143353"/>
                </a:lnTo>
                <a:lnTo>
                  <a:pt x="1113553" y="142831"/>
                </a:lnTo>
                <a:lnTo>
                  <a:pt x="1113353" y="142307"/>
                </a:lnTo>
                <a:lnTo>
                  <a:pt x="1113161" y="141781"/>
                </a:lnTo>
                <a:lnTo>
                  <a:pt x="1112977" y="141254"/>
                </a:lnTo>
                <a:lnTo>
                  <a:pt x="1112801" y="140724"/>
                </a:lnTo>
                <a:lnTo>
                  <a:pt x="1112632" y="140192"/>
                </a:lnTo>
                <a:lnTo>
                  <a:pt x="1112471" y="139659"/>
                </a:lnTo>
                <a:lnTo>
                  <a:pt x="1112318" y="139123"/>
                </a:lnTo>
                <a:lnTo>
                  <a:pt x="1112173" y="138586"/>
                </a:lnTo>
                <a:lnTo>
                  <a:pt x="1112035" y="138047"/>
                </a:lnTo>
                <a:lnTo>
                  <a:pt x="1111905" y="137506"/>
                </a:lnTo>
                <a:lnTo>
                  <a:pt x="1111783" y="136963"/>
                </a:lnTo>
                <a:lnTo>
                  <a:pt x="1111668" y="136418"/>
                </a:lnTo>
                <a:lnTo>
                  <a:pt x="1111562" y="135871"/>
                </a:lnTo>
                <a:lnTo>
                  <a:pt x="1111463" y="135323"/>
                </a:lnTo>
                <a:lnTo>
                  <a:pt x="1111370" y="134741"/>
                </a:lnTo>
                <a:lnTo>
                  <a:pt x="1111281" y="134096"/>
                </a:lnTo>
                <a:lnTo>
                  <a:pt x="1111195" y="133388"/>
                </a:lnTo>
                <a:lnTo>
                  <a:pt x="1111114" y="132616"/>
                </a:lnTo>
                <a:lnTo>
                  <a:pt x="1111037" y="131781"/>
                </a:lnTo>
                <a:lnTo>
                  <a:pt x="1110964" y="130882"/>
                </a:lnTo>
                <a:lnTo>
                  <a:pt x="1110895" y="129919"/>
                </a:lnTo>
                <a:lnTo>
                  <a:pt x="1110829" y="128893"/>
                </a:lnTo>
                <a:lnTo>
                  <a:pt x="1110768" y="127803"/>
                </a:lnTo>
                <a:lnTo>
                  <a:pt x="1110710" y="126650"/>
                </a:lnTo>
                <a:lnTo>
                  <a:pt x="1110657" y="125433"/>
                </a:lnTo>
                <a:lnTo>
                  <a:pt x="1110607" y="124153"/>
                </a:lnTo>
                <a:lnTo>
                  <a:pt x="1110562" y="122809"/>
                </a:lnTo>
                <a:lnTo>
                  <a:pt x="1110520" y="121402"/>
                </a:lnTo>
                <a:lnTo>
                  <a:pt x="1110483" y="119931"/>
                </a:lnTo>
                <a:lnTo>
                  <a:pt x="1110449" y="118397"/>
                </a:lnTo>
                <a:lnTo>
                  <a:pt x="1110419" y="116799"/>
                </a:lnTo>
                <a:lnTo>
                  <a:pt x="1110394" y="115138"/>
                </a:lnTo>
                <a:lnTo>
                  <a:pt x="1110372" y="113413"/>
                </a:lnTo>
                <a:lnTo>
                  <a:pt x="1110354" y="111624"/>
                </a:lnTo>
                <a:lnTo>
                  <a:pt x="1110340" y="109772"/>
                </a:lnTo>
                <a:lnTo>
                  <a:pt x="1110330" y="107857"/>
                </a:lnTo>
                <a:lnTo>
                  <a:pt x="1110324" y="105878"/>
                </a:lnTo>
                <a:lnTo>
                  <a:pt x="1110322" y="103835"/>
                </a:lnTo>
                <a:lnTo>
                  <a:pt x="1110322" y="80033"/>
                </a:lnTo>
                <a:lnTo>
                  <a:pt x="1110321" y="79054"/>
                </a:lnTo>
                <a:lnTo>
                  <a:pt x="1110316" y="78101"/>
                </a:lnTo>
                <a:lnTo>
                  <a:pt x="1110308" y="77173"/>
                </a:lnTo>
                <a:lnTo>
                  <a:pt x="1110298" y="76270"/>
                </a:lnTo>
                <a:lnTo>
                  <a:pt x="1110284" y="75393"/>
                </a:lnTo>
                <a:lnTo>
                  <a:pt x="1110267" y="74542"/>
                </a:lnTo>
                <a:lnTo>
                  <a:pt x="1110246" y="73715"/>
                </a:lnTo>
                <a:lnTo>
                  <a:pt x="1110223" y="72915"/>
                </a:lnTo>
                <a:lnTo>
                  <a:pt x="1110197" y="72140"/>
                </a:lnTo>
                <a:lnTo>
                  <a:pt x="1110167" y="71390"/>
                </a:lnTo>
                <a:lnTo>
                  <a:pt x="1110135" y="70666"/>
                </a:lnTo>
                <a:lnTo>
                  <a:pt x="1110099" y="69967"/>
                </a:lnTo>
                <a:lnTo>
                  <a:pt x="1110060" y="69294"/>
                </a:lnTo>
                <a:lnTo>
                  <a:pt x="1110019" y="68646"/>
                </a:lnTo>
                <a:lnTo>
                  <a:pt x="1109974" y="68024"/>
                </a:lnTo>
                <a:lnTo>
                  <a:pt x="1109926" y="67427"/>
                </a:lnTo>
                <a:lnTo>
                  <a:pt x="1109874" y="66856"/>
                </a:lnTo>
                <a:lnTo>
                  <a:pt x="1109820" y="66310"/>
                </a:lnTo>
                <a:lnTo>
                  <a:pt x="1109763" y="65790"/>
                </a:lnTo>
                <a:lnTo>
                  <a:pt x="1109702" y="65295"/>
                </a:lnTo>
                <a:lnTo>
                  <a:pt x="1109639" y="64826"/>
                </a:lnTo>
                <a:lnTo>
                  <a:pt x="1109572" y="64382"/>
                </a:lnTo>
                <a:lnTo>
                  <a:pt x="1109503" y="63963"/>
                </a:lnTo>
                <a:lnTo>
                  <a:pt x="1109430" y="63570"/>
                </a:lnTo>
                <a:lnTo>
                  <a:pt x="1109293" y="62963"/>
                </a:lnTo>
                <a:lnTo>
                  <a:pt x="1109149" y="62365"/>
                </a:lnTo>
                <a:lnTo>
                  <a:pt x="1108996" y="61775"/>
                </a:lnTo>
                <a:lnTo>
                  <a:pt x="1108835" y="61194"/>
                </a:lnTo>
                <a:lnTo>
                  <a:pt x="1108665" y="60622"/>
                </a:lnTo>
                <a:lnTo>
                  <a:pt x="1108488" y="60059"/>
                </a:lnTo>
                <a:lnTo>
                  <a:pt x="1108302" y="59505"/>
                </a:lnTo>
                <a:lnTo>
                  <a:pt x="1108107" y="58959"/>
                </a:lnTo>
                <a:lnTo>
                  <a:pt x="1107905" y="58422"/>
                </a:lnTo>
                <a:lnTo>
                  <a:pt x="1107694" y="57894"/>
                </a:lnTo>
                <a:lnTo>
                  <a:pt x="1107475" y="57374"/>
                </a:lnTo>
                <a:lnTo>
                  <a:pt x="1107248" y="56864"/>
                </a:lnTo>
                <a:lnTo>
                  <a:pt x="1107012" y="56362"/>
                </a:lnTo>
                <a:lnTo>
                  <a:pt x="1106769" y="55869"/>
                </a:lnTo>
                <a:lnTo>
                  <a:pt x="1106517" y="55385"/>
                </a:lnTo>
                <a:lnTo>
                  <a:pt x="1106256" y="54909"/>
                </a:lnTo>
                <a:lnTo>
                  <a:pt x="1105988" y="54443"/>
                </a:lnTo>
                <a:lnTo>
                  <a:pt x="1105711" y="53985"/>
                </a:lnTo>
                <a:lnTo>
                  <a:pt x="1105426" y="53536"/>
                </a:lnTo>
                <a:lnTo>
                  <a:pt x="1105132" y="53095"/>
                </a:lnTo>
                <a:lnTo>
                  <a:pt x="1104831" y="52664"/>
                </a:lnTo>
                <a:lnTo>
                  <a:pt x="1104521" y="52241"/>
                </a:lnTo>
                <a:lnTo>
                  <a:pt x="1104202" y="51827"/>
                </a:lnTo>
                <a:lnTo>
                  <a:pt x="1103876" y="51422"/>
                </a:lnTo>
                <a:lnTo>
                  <a:pt x="1103538" y="51024"/>
                </a:lnTo>
                <a:lnTo>
                  <a:pt x="1103184" y="50631"/>
                </a:lnTo>
                <a:lnTo>
                  <a:pt x="1102815" y="50245"/>
                </a:lnTo>
                <a:lnTo>
                  <a:pt x="1102430" y="49864"/>
                </a:lnTo>
                <a:lnTo>
                  <a:pt x="1102029" y="49488"/>
                </a:lnTo>
                <a:lnTo>
                  <a:pt x="1101614" y="49119"/>
                </a:lnTo>
                <a:lnTo>
                  <a:pt x="1101182" y="48755"/>
                </a:lnTo>
                <a:lnTo>
                  <a:pt x="1100736" y="48397"/>
                </a:lnTo>
                <a:lnTo>
                  <a:pt x="1100273" y="48044"/>
                </a:lnTo>
                <a:lnTo>
                  <a:pt x="1099795" y="47697"/>
                </a:lnTo>
                <a:lnTo>
                  <a:pt x="1099302" y="47356"/>
                </a:lnTo>
                <a:lnTo>
                  <a:pt x="1098793" y="47021"/>
                </a:lnTo>
                <a:lnTo>
                  <a:pt x="1098269" y="46691"/>
                </a:lnTo>
                <a:lnTo>
                  <a:pt x="1097729" y="46367"/>
                </a:lnTo>
                <a:lnTo>
                  <a:pt x="1097174" y="46048"/>
                </a:lnTo>
                <a:lnTo>
                  <a:pt x="1096603" y="45736"/>
                </a:lnTo>
                <a:lnTo>
                  <a:pt x="1096017" y="45429"/>
                </a:lnTo>
                <a:lnTo>
                  <a:pt x="1095415" y="45127"/>
                </a:lnTo>
                <a:lnTo>
                  <a:pt x="1094798" y="44831"/>
                </a:lnTo>
                <a:lnTo>
                  <a:pt x="1094165" y="44541"/>
                </a:lnTo>
                <a:lnTo>
                  <a:pt x="1093517" y="44257"/>
                </a:lnTo>
                <a:lnTo>
                  <a:pt x="1092853" y="43978"/>
                </a:lnTo>
                <a:lnTo>
                  <a:pt x="1092174" y="43705"/>
                </a:lnTo>
                <a:lnTo>
                  <a:pt x="1091479" y="43438"/>
                </a:lnTo>
                <a:lnTo>
                  <a:pt x="1090768" y="43179"/>
                </a:lnTo>
                <a:lnTo>
                  <a:pt x="1090039" y="42931"/>
                </a:lnTo>
                <a:lnTo>
                  <a:pt x="1089293" y="42694"/>
                </a:lnTo>
                <a:lnTo>
                  <a:pt x="1088529" y="42468"/>
                </a:lnTo>
                <a:lnTo>
                  <a:pt x="1087747" y="42254"/>
                </a:lnTo>
                <a:lnTo>
                  <a:pt x="1086948" y="42050"/>
                </a:lnTo>
                <a:lnTo>
                  <a:pt x="1086132" y="41857"/>
                </a:lnTo>
                <a:lnTo>
                  <a:pt x="1085297" y="41675"/>
                </a:lnTo>
                <a:lnTo>
                  <a:pt x="1084446" y="41504"/>
                </a:lnTo>
                <a:lnTo>
                  <a:pt x="1083576" y="41344"/>
                </a:lnTo>
                <a:lnTo>
                  <a:pt x="1082689" y="41196"/>
                </a:lnTo>
                <a:lnTo>
                  <a:pt x="1081785" y="41058"/>
                </a:lnTo>
                <a:lnTo>
                  <a:pt x="1080863" y="40931"/>
                </a:lnTo>
                <a:lnTo>
                  <a:pt x="1079923" y="40816"/>
                </a:lnTo>
                <a:lnTo>
                  <a:pt x="1078966" y="40711"/>
                </a:lnTo>
                <a:lnTo>
                  <a:pt x="1077992" y="40617"/>
                </a:lnTo>
                <a:lnTo>
                  <a:pt x="1076999" y="40535"/>
                </a:lnTo>
                <a:lnTo>
                  <a:pt x="1075990" y="40463"/>
                </a:lnTo>
                <a:lnTo>
                  <a:pt x="1074962" y="40402"/>
                </a:lnTo>
                <a:lnTo>
                  <a:pt x="1073917" y="40353"/>
                </a:lnTo>
                <a:lnTo>
                  <a:pt x="1072855" y="40314"/>
                </a:lnTo>
                <a:lnTo>
                  <a:pt x="1071775" y="40287"/>
                </a:lnTo>
                <a:lnTo>
                  <a:pt x="1070677" y="40270"/>
                </a:lnTo>
                <a:lnTo>
                  <a:pt x="1069562" y="40265"/>
                </a:lnTo>
                <a:lnTo>
                  <a:pt x="1068435" y="40271"/>
                </a:lnTo>
                <a:lnTo>
                  <a:pt x="1067320" y="40290"/>
                </a:lnTo>
                <a:lnTo>
                  <a:pt x="1066216" y="40323"/>
                </a:lnTo>
                <a:lnTo>
                  <a:pt x="1065124" y="40368"/>
                </a:lnTo>
                <a:lnTo>
                  <a:pt x="1064043" y="40427"/>
                </a:lnTo>
                <a:lnTo>
                  <a:pt x="1062973" y="40498"/>
                </a:lnTo>
                <a:lnTo>
                  <a:pt x="1061915" y="40582"/>
                </a:lnTo>
                <a:lnTo>
                  <a:pt x="1060868" y="40679"/>
                </a:lnTo>
                <a:lnTo>
                  <a:pt x="1059832" y="40789"/>
                </a:lnTo>
                <a:lnTo>
                  <a:pt x="1058808" y="40912"/>
                </a:lnTo>
                <a:lnTo>
                  <a:pt x="1057795" y="41048"/>
                </a:lnTo>
                <a:lnTo>
                  <a:pt x="1056793" y="41197"/>
                </a:lnTo>
                <a:lnTo>
                  <a:pt x="1055803" y="41359"/>
                </a:lnTo>
                <a:lnTo>
                  <a:pt x="1054824" y="41534"/>
                </a:lnTo>
                <a:lnTo>
                  <a:pt x="1053857" y="41722"/>
                </a:lnTo>
                <a:lnTo>
                  <a:pt x="1052901" y="41923"/>
                </a:lnTo>
                <a:lnTo>
                  <a:pt x="1051956" y="42137"/>
                </a:lnTo>
                <a:lnTo>
                  <a:pt x="1051023" y="42363"/>
                </a:lnTo>
                <a:lnTo>
                  <a:pt x="1050101" y="42603"/>
                </a:lnTo>
                <a:lnTo>
                  <a:pt x="1049190" y="42856"/>
                </a:lnTo>
                <a:lnTo>
                  <a:pt x="1048291" y="43121"/>
                </a:lnTo>
                <a:lnTo>
                  <a:pt x="1047403" y="43400"/>
                </a:lnTo>
                <a:lnTo>
                  <a:pt x="1046526" y="43691"/>
                </a:lnTo>
                <a:lnTo>
                  <a:pt x="1045661" y="43996"/>
                </a:lnTo>
                <a:lnTo>
                  <a:pt x="1044810" y="44312"/>
                </a:lnTo>
                <a:lnTo>
                  <a:pt x="1043976" y="44639"/>
                </a:lnTo>
                <a:lnTo>
                  <a:pt x="1043158" y="44978"/>
                </a:lnTo>
                <a:lnTo>
                  <a:pt x="1042358" y="45327"/>
                </a:lnTo>
                <a:lnTo>
                  <a:pt x="1041574" y="45688"/>
                </a:lnTo>
                <a:lnTo>
                  <a:pt x="1040808" y="46059"/>
                </a:lnTo>
                <a:lnTo>
                  <a:pt x="1040058" y="46442"/>
                </a:lnTo>
                <a:lnTo>
                  <a:pt x="1039325" y="46836"/>
                </a:lnTo>
                <a:lnTo>
                  <a:pt x="1038609" y="47240"/>
                </a:lnTo>
                <a:lnTo>
                  <a:pt x="1037910" y="47656"/>
                </a:lnTo>
                <a:lnTo>
                  <a:pt x="1037227" y="48083"/>
                </a:lnTo>
                <a:lnTo>
                  <a:pt x="1036562" y="48521"/>
                </a:lnTo>
                <a:lnTo>
                  <a:pt x="1035913" y="48970"/>
                </a:lnTo>
                <a:lnTo>
                  <a:pt x="1035281" y="49430"/>
                </a:lnTo>
                <a:lnTo>
                  <a:pt x="1034667" y="49901"/>
                </a:lnTo>
                <a:lnTo>
                  <a:pt x="1034069" y="50383"/>
                </a:lnTo>
                <a:lnTo>
                  <a:pt x="1033488" y="50876"/>
                </a:lnTo>
                <a:lnTo>
                  <a:pt x="1032923" y="51381"/>
                </a:lnTo>
                <a:lnTo>
                  <a:pt x="1032376" y="51896"/>
                </a:lnTo>
                <a:lnTo>
                  <a:pt x="1031846" y="52422"/>
                </a:lnTo>
                <a:lnTo>
                  <a:pt x="1031332" y="52960"/>
                </a:lnTo>
                <a:lnTo>
                  <a:pt x="1030835" y="53508"/>
                </a:lnTo>
                <a:lnTo>
                  <a:pt x="1030355" y="54068"/>
                </a:lnTo>
                <a:lnTo>
                  <a:pt x="1029892" y="54639"/>
                </a:lnTo>
                <a:lnTo>
                  <a:pt x="1029443" y="55222"/>
                </a:lnTo>
                <a:lnTo>
                  <a:pt x="1029005" y="55821"/>
                </a:lnTo>
                <a:lnTo>
                  <a:pt x="1028577" y="56435"/>
                </a:lnTo>
                <a:lnTo>
                  <a:pt x="1028160" y="57063"/>
                </a:lnTo>
                <a:lnTo>
                  <a:pt x="1027753" y="57707"/>
                </a:lnTo>
                <a:lnTo>
                  <a:pt x="1027357" y="58366"/>
                </a:lnTo>
                <a:lnTo>
                  <a:pt x="1026972" y="59040"/>
                </a:lnTo>
                <a:lnTo>
                  <a:pt x="1026598" y="59729"/>
                </a:lnTo>
                <a:lnTo>
                  <a:pt x="1026234" y="60433"/>
                </a:lnTo>
                <a:lnTo>
                  <a:pt x="1025881" y="61152"/>
                </a:lnTo>
                <a:lnTo>
                  <a:pt x="1025538" y="61886"/>
                </a:lnTo>
                <a:lnTo>
                  <a:pt x="1025206" y="62634"/>
                </a:lnTo>
                <a:lnTo>
                  <a:pt x="1024885" y="63398"/>
                </a:lnTo>
                <a:lnTo>
                  <a:pt x="1024575" y="64177"/>
                </a:lnTo>
                <a:lnTo>
                  <a:pt x="1024275" y="64971"/>
                </a:lnTo>
                <a:lnTo>
                  <a:pt x="1023986" y="65780"/>
                </a:lnTo>
                <a:lnTo>
                  <a:pt x="1023708" y="66605"/>
                </a:lnTo>
                <a:lnTo>
                  <a:pt x="1023440" y="67444"/>
                </a:lnTo>
                <a:lnTo>
                  <a:pt x="1023183" y="68298"/>
                </a:lnTo>
                <a:lnTo>
                  <a:pt x="1022936" y="69167"/>
                </a:lnTo>
                <a:lnTo>
                  <a:pt x="1022701" y="70051"/>
                </a:lnTo>
                <a:lnTo>
                  <a:pt x="1022476" y="70950"/>
                </a:lnTo>
                <a:lnTo>
                  <a:pt x="1022261" y="71864"/>
                </a:lnTo>
                <a:lnTo>
                  <a:pt x="1022058" y="72794"/>
                </a:lnTo>
                <a:lnTo>
                  <a:pt x="1039512" y="75174"/>
                </a:lnTo>
                <a:lnTo>
                  <a:pt x="1039757" y="74252"/>
                </a:lnTo>
                <a:lnTo>
                  <a:pt x="1040013" y="73353"/>
                </a:lnTo>
                <a:lnTo>
                  <a:pt x="1040280" y="72478"/>
                </a:lnTo>
                <a:lnTo>
                  <a:pt x="1040558" y="71627"/>
                </a:lnTo>
                <a:lnTo>
                  <a:pt x="1040846" y="70799"/>
                </a:lnTo>
                <a:lnTo>
                  <a:pt x="1041145" y="69995"/>
                </a:lnTo>
                <a:lnTo>
                  <a:pt x="1041456" y="69214"/>
                </a:lnTo>
                <a:lnTo>
                  <a:pt x="1041777" y="68457"/>
                </a:lnTo>
                <a:lnTo>
                  <a:pt x="1042109" y="67724"/>
                </a:lnTo>
                <a:lnTo>
                  <a:pt x="1042451" y="67014"/>
                </a:lnTo>
                <a:lnTo>
                  <a:pt x="1042805" y="66328"/>
                </a:lnTo>
                <a:lnTo>
                  <a:pt x="1043169" y="65665"/>
                </a:lnTo>
                <a:lnTo>
                  <a:pt x="1043544" y="65026"/>
                </a:lnTo>
                <a:lnTo>
                  <a:pt x="1043931" y="64411"/>
                </a:lnTo>
                <a:lnTo>
                  <a:pt x="1044328" y="63819"/>
                </a:lnTo>
                <a:lnTo>
                  <a:pt x="1044735" y="63251"/>
                </a:lnTo>
                <a:lnTo>
                  <a:pt x="1045154" y="62706"/>
                </a:lnTo>
                <a:lnTo>
                  <a:pt x="1045584" y="62185"/>
                </a:lnTo>
                <a:lnTo>
                  <a:pt x="1046024" y="61688"/>
                </a:lnTo>
                <a:lnTo>
                  <a:pt x="1046475" y="61214"/>
                </a:lnTo>
                <a:lnTo>
                  <a:pt x="1046937" y="60763"/>
                </a:lnTo>
                <a:lnTo>
                  <a:pt x="1047410" y="60337"/>
                </a:lnTo>
                <a:lnTo>
                  <a:pt x="1047894" y="59933"/>
                </a:lnTo>
                <a:lnTo>
                  <a:pt x="1048388" y="59554"/>
                </a:lnTo>
                <a:lnTo>
                  <a:pt x="1048900" y="59194"/>
                </a:lnTo>
                <a:lnTo>
                  <a:pt x="1049434" y="58849"/>
                </a:lnTo>
                <a:lnTo>
                  <a:pt x="1049991" y="58520"/>
                </a:lnTo>
                <a:lnTo>
                  <a:pt x="1050571" y="58205"/>
                </a:lnTo>
                <a:lnTo>
                  <a:pt x="1051175" y="57907"/>
                </a:lnTo>
                <a:lnTo>
                  <a:pt x="1051800" y="57623"/>
                </a:lnTo>
                <a:lnTo>
                  <a:pt x="1052449" y="57355"/>
                </a:lnTo>
                <a:lnTo>
                  <a:pt x="1053121" y="57102"/>
                </a:lnTo>
                <a:lnTo>
                  <a:pt x="1053816" y="56865"/>
                </a:lnTo>
                <a:lnTo>
                  <a:pt x="1054533" y="56642"/>
                </a:lnTo>
                <a:lnTo>
                  <a:pt x="1055274" y="56435"/>
                </a:lnTo>
                <a:lnTo>
                  <a:pt x="1056037" y="56244"/>
                </a:lnTo>
                <a:lnTo>
                  <a:pt x="1056823" y="56068"/>
                </a:lnTo>
                <a:lnTo>
                  <a:pt x="1057632" y="55907"/>
                </a:lnTo>
                <a:lnTo>
                  <a:pt x="1058464" y="55761"/>
                </a:lnTo>
                <a:lnTo>
                  <a:pt x="1059319" y="55631"/>
                </a:lnTo>
                <a:lnTo>
                  <a:pt x="1060197" y="55516"/>
                </a:lnTo>
                <a:lnTo>
                  <a:pt x="1061098" y="55416"/>
                </a:lnTo>
                <a:lnTo>
                  <a:pt x="1062022" y="55332"/>
                </a:lnTo>
                <a:lnTo>
                  <a:pt x="1062968" y="55263"/>
                </a:lnTo>
                <a:lnTo>
                  <a:pt x="1063938" y="55210"/>
                </a:lnTo>
                <a:lnTo>
                  <a:pt x="1064930" y="55171"/>
                </a:lnTo>
                <a:lnTo>
                  <a:pt x="1065945" y="55148"/>
                </a:lnTo>
                <a:lnTo>
                  <a:pt x="1066983" y="55141"/>
                </a:lnTo>
                <a:lnTo>
                  <a:pt x="1068096" y="55151"/>
                </a:lnTo>
                <a:lnTo>
                  <a:pt x="1069185" y="55182"/>
                </a:lnTo>
                <a:lnTo>
                  <a:pt x="1070251" y="55235"/>
                </a:lnTo>
                <a:lnTo>
                  <a:pt x="1071295" y="55308"/>
                </a:lnTo>
                <a:lnTo>
                  <a:pt x="1072315" y="55402"/>
                </a:lnTo>
                <a:lnTo>
                  <a:pt x="1073312" y="55517"/>
                </a:lnTo>
                <a:lnTo>
                  <a:pt x="1074286" y="55653"/>
                </a:lnTo>
                <a:lnTo>
                  <a:pt x="1075237" y="55810"/>
                </a:lnTo>
                <a:lnTo>
                  <a:pt x="1076165" y="55988"/>
                </a:lnTo>
                <a:lnTo>
                  <a:pt x="1077069" y="56187"/>
                </a:lnTo>
                <a:lnTo>
                  <a:pt x="1077951" y="56407"/>
                </a:lnTo>
                <a:lnTo>
                  <a:pt x="1078810" y="56648"/>
                </a:lnTo>
                <a:lnTo>
                  <a:pt x="1079645" y="56909"/>
                </a:lnTo>
                <a:lnTo>
                  <a:pt x="1080458" y="57192"/>
                </a:lnTo>
                <a:lnTo>
                  <a:pt x="1081247" y="57495"/>
                </a:lnTo>
                <a:lnTo>
                  <a:pt x="1082014" y="57820"/>
                </a:lnTo>
                <a:lnTo>
                  <a:pt x="1082757" y="58165"/>
                </a:lnTo>
                <a:lnTo>
                  <a:pt x="1083477" y="58531"/>
                </a:lnTo>
                <a:lnTo>
                  <a:pt x="1084174" y="58919"/>
                </a:lnTo>
                <a:lnTo>
                  <a:pt x="1084848" y="59327"/>
                </a:lnTo>
                <a:lnTo>
                  <a:pt x="1085499" y="59756"/>
                </a:lnTo>
                <a:lnTo>
                  <a:pt x="1086127" y="60206"/>
                </a:lnTo>
                <a:lnTo>
                  <a:pt x="1086732" y="60677"/>
                </a:lnTo>
                <a:lnTo>
                  <a:pt x="1087314" y="61169"/>
                </a:lnTo>
                <a:lnTo>
                  <a:pt x="1087727" y="61550"/>
                </a:lnTo>
                <a:lnTo>
                  <a:pt x="1088122" y="61954"/>
                </a:lnTo>
                <a:lnTo>
                  <a:pt x="1088499" y="62380"/>
                </a:lnTo>
                <a:lnTo>
                  <a:pt x="1088859" y="62828"/>
                </a:lnTo>
                <a:lnTo>
                  <a:pt x="1089202" y="63299"/>
                </a:lnTo>
                <a:lnTo>
                  <a:pt x="1089527" y="63792"/>
                </a:lnTo>
                <a:lnTo>
                  <a:pt x="1089834" y="64308"/>
                </a:lnTo>
                <a:lnTo>
                  <a:pt x="1090124" y="64845"/>
                </a:lnTo>
                <a:lnTo>
                  <a:pt x="1090396" y="65405"/>
                </a:lnTo>
                <a:lnTo>
                  <a:pt x="1090651" y="65987"/>
                </a:lnTo>
                <a:lnTo>
                  <a:pt x="1090888" y="66592"/>
                </a:lnTo>
                <a:lnTo>
                  <a:pt x="1091107" y="67219"/>
                </a:lnTo>
                <a:lnTo>
                  <a:pt x="1091309" y="67868"/>
                </a:lnTo>
                <a:lnTo>
                  <a:pt x="1091494" y="68540"/>
                </a:lnTo>
                <a:lnTo>
                  <a:pt x="1091661" y="69233"/>
                </a:lnTo>
                <a:lnTo>
                  <a:pt x="1091810" y="69950"/>
                </a:lnTo>
                <a:lnTo>
                  <a:pt x="1091942" y="70688"/>
                </a:lnTo>
                <a:lnTo>
                  <a:pt x="1092056" y="71449"/>
                </a:lnTo>
                <a:lnTo>
                  <a:pt x="1092152" y="72232"/>
                </a:lnTo>
                <a:lnTo>
                  <a:pt x="1092231" y="73037"/>
                </a:lnTo>
                <a:lnTo>
                  <a:pt x="1092293" y="73865"/>
                </a:lnTo>
                <a:lnTo>
                  <a:pt x="1092337" y="74715"/>
                </a:lnTo>
                <a:lnTo>
                  <a:pt x="1092363" y="75587"/>
                </a:lnTo>
                <a:lnTo>
                  <a:pt x="1092372" y="76482"/>
                </a:lnTo>
                <a:lnTo>
                  <a:pt x="1092372" y="76569"/>
                </a:lnTo>
                <a:lnTo>
                  <a:pt x="1092371" y="76665"/>
                </a:lnTo>
                <a:lnTo>
                  <a:pt x="1092370" y="76770"/>
                </a:lnTo>
                <a:lnTo>
                  <a:pt x="1092369" y="76885"/>
                </a:lnTo>
                <a:lnTo>
                  <a:pt x="1092368" y="77009"/>
                </a:lnTo>
                <a:lnTo>
                  <a:pt x="1092366" y="77142"/>
                </a:lnTo>
                <a:lnTo>
                  <a:pt x="1092363" y="77285"/>
                </a:lnTo>
                <a:lnTo>
                  <a:pt x="1092361" y="77437"/>
                </a:lnTo>
                <a:lnTo>
                  <a:pt x="1092358" y="77598"/>
                </a:lnTo>
                <a:lnTo>
                  <a:pt x="1092355" y="77768"/>
                </a:lnTo>
                <a:lnTo>
                  <a:pt x="1092351" y="77948"/>
                </a:lnTo>
                <a:lnTo>
                  <a:pt x="1092347" y="78137"/>
                </a:lnTo>
                <a:lnTo>
                  <a:pt x="1092343" y="78335"/>
                </a:lnTo>
                <a:lnTo>
                  <a:pt x="1092338" y="78542"/>
                </a:lnTo>
                <a:lnTo>
                  <a:pt x="1092333" y="78759"/>
                </a:lnTo>
                <a:lnTo>
                  <a:pt x="1092328" y="78984"/>
                </a:lnTo>
                <a:lnTo>
                  <a:pt x="1092322" y="79219"/>
                </a:lnTo>
                <a:lnTo>
                  <a:pt x="1092316" y="79464"/>
                </a:lnTo>
                <a:lnTo>
                  <a:pt x="1092310" y="79717"/>
                </a:lnTo>
                <a:lnTo>
                  <a:pt x="1092303" y="79980"/>
                </a:lnTo>
                <a:lnTo>
                  <a:pt x="1092296" y="80252"/>
                </a:lnTo>
                <a:lnTo>
                  <a:pt x="1092289" y="80534"/>
                </a:lnTo>
                <a:lnTo>
                  <a:pt x="1092281" y="80824"/>
                </a:lnTo>
                <a:lnTo>
                  <a:pt x="1092273" y="81124"/>
                </a:lnTo>
                <a:lnTo>
                  <a:pt x="1091402" y="81418"/>
                </a:lnTo>
                <a:lnTo>
                  <a:pt x="1090491" y="81708"/>
                </a:lnTo>
                <a:lnTo>
                  <a:pt x="1089541" y="81995"/>
                </a:lnTo>
                <a:lnTo>
                  <a:pt x="1088551" y="82279"/>
                </a:lnTo>
                <a:lnTo>
                  <a:pt x="1087521" y="82559"/>
                </a:lnTo>
                <a:lnTo>
                  <a:pt x="1086452" y="82835"/>
                </a:lnTo>
                <a:lnTo>
                  <a:pt x="1085344" y="83109"/>
                </a:lnTo>
                <a:lnTo>
                  <a:pt x="1084196" y="83378"/>
                </a:lnTo>
                <a:lnTo>
                  <a:pt x="1083008" y="83645"/>
                </a:lnTo>
                <a:lnTo>
                  <a:pt x="1081780" y="83908"/>
                </a:lnTo>
                <a:lnTo>
                  <a:pt x="1080513" y="84167"/>
                </a:lnTo>
                <a:lnTo>
                  <a:pt x="1079207" y="84423"/>
                </a:lnTo>
                <a:lnTo>
                  <a:pt x="1077860" y="84676"/>
                </a:lnTo>
                <a:lnTo>
                  <a:pt x="1076474" y="84925"/>
                </a:lnTo>
                <a:lnTo>
                  <a:pt x="1075049" y="85171"/>
                </a:lnTo>
                <a:lnTo>
                  <a:pt x="1073584" y="85413"/>
                </a:lnTo>
                <a:lnTo>
                  <a:pt x="1072079" y="85652"/>
                </a:lnTo>
                <a:lnTo>
                  <a:pt x="1070535" y="85888"/>
                </a:lnTo>
                <a:lnTo>
                  <a:pt x="1068951" y="86120"/>
                </a:lnTo>
                <a:lnTo>
                  <a:pt x="1067328" y="86349"/>
                </a:lnTo>
                <a:lnTo>
                  <a:pt x="1065665" y="86574"/>
                </a:lnTo>
                <a:lnTo>
                  <a:pt x="1063962" y="86796"/>
                </a:lnTo>
                <a:lnTo>
                  <a:pt x="1062220" y="87015"/>
                </a:lnTo>
                <a:lnTo>
                  <a:pt x="1060438" y="87230"/>
                </a:lnTo>
                <a:lnTo>
                  <a:pt x="1059563" y="87337"/>
                </a:lnTo>
                <a:lnTo>
                  <a:pt x="1058706" y="87445"/>
                </a:lnTo>
                <a:lnTo>
                  <a:pt x="1057869" y="87553"/>
                </a:lnTo>
                <a:lnTo>
                  <a:pt x="1057049" y="87662"/>
                </a:lnTo>
                <a:lnTo>
                  <a:pt x="1056249" y="87771"/>
                </a:lnTo>
                <a:lnTo>
                  <a:pt x="1055467" y="87881"/>
                </a:lnTo>
                <a:lnTo>
                  <a:pt x="1054703" y="87990"/>
                </a:lnTo>
                <a:lnTo>
                  <a:pt x="1053959" y="88100"/>
                </a:lnTo>
                <a:lnTo>
                  <a:pt x="1053232" y="88211"/>
                </a:lnTo>
                <a:lnTo>
                  <a:pt x="1052525" y="88322"/>
                </a:lnTo>
                <a:lnTo>
                  <a:pt x="1051836" y="88433"/>
                </a:lnTo>
                <a:lnTo>
                  <a:pt x="1051165" y="88544"/>
                </a:lnTo>
                <a:lnTo>
                  <a:pt x="1050513" y="88656"/>
                </a:lnTo>
                <a:lnTo>
                  <a:pt x="1049880" y="88768"/>
                </a:lnTo>
                <a:lnTo>
                  <a:pt x="1049265" y="88881"/>
                </a:lnTo>
                <a:lnTo>
                  <a:pt x="1048669" y="88994"/>
                </a:lnTo>
                <a:lnTo>
                  <a:pt x="1048092" y="89107"/>
                </a:lnTo>
                <a:lnTo>
                  <a:pt x="1047533" y="89221"/>
                </a:lnTo>
                <a:lnTo>
                  <a:pt x="1046993" y="89335"/>
                </a:lnTo>
                <a:lnTo>
                  <a:pt x="1046471" y="89449"/>
                </a:lnTo>
                <a:lnTo>
                  <a:pt x="1045968" y="89564"/>
                </a:lnTo>
                <a:lnTo>
                  <a:pt x="1045483" y="89679"/>
                </a:lnTo>
                <a:lnTo>
                  <a:pt x="1045017" y="89795"/>
                </a:lnTo>
                <a:lnTo>
                  <a:pt x="1044570" y="89910"/>
                </a:lnTo>
                <a:lnTo>
                  <a:pt x="1043978" y="90079"/>
                </a:lnTo>
                <a:lnTo>
                  <a:pt x="1043390" y="90254"/>
                </a:lnTo>
                <a:lnTo>
                  <a:pt x="1042807" y="90436"/>
                </a:lnTo>
                <a:lnTo>
                  <a:pt x="1042230" y="90624"/>
                </a:lnTo>
                <a:lnTo>
                  <a:pt x="1041657" y="90819"/>
                </a:lnTo>
                <a:lnTo>
                  <a:pt x="1041090" y="91020"/>
                </a:lnTo>
                <a:lnTo>
                  <a:pt x="1040527" y="91228"/>
                </a:lnTo>
                <a:lnTo>
                  <a:pt x="1039970" y="91442"/>
                </a:lnTo>
                <a:lnTo>
                  <a:pt x="1039417" y="91663"/>
                </a:lnTo>
                <a:lnTo>
                  <a:pt x="1038869" y="91891"/>
                </a:lnTo>
                <a:lnTo>
                  <a:pt x="1038327" y="92125"/>
                </a:lnTo>
                <a:lnTo>
                  <a:pt x="1037789" y="92366"/>
                </a:lnTo>
                <a:lnTo>
                  <a:pt x="1037256" y="92613"/>
                </a:lnTo>
                <a:lnTo>
                  <a:pt x="1036729" y="92867"/>
                </a:lnTo>
                <a:lnTo>
                  <a:pt x="1036206" y="93127"/>
                </a:lnTo>
                <a:lnTo>
                  <a:pt x="1035689" y="93394"/>
                </a:lnTo>
                <a:lnTo>
                  <a:pt x="1035176" y="93667"/>
                </a:lnTo>
                <a:lnTo>
                  <a:pt x="1034668" y="93947"/>
                </a:lnTo>
                <a:lnTo>
                  <a:pt x="1034166" y="94234"/>
                </a:lnTo>
                <a:lnTo>
                  <a:pt x="1033668" y="94527"/>
                </a:lnTo>
                <a:lnTo>
                  <a:pt x="1033175" y="94826"/>
                </a:lnTo>
                <a:lnTo>
                  <a:pt x="1032687" y="95133"/>
                </a:lnTo>
                <a:lnTo>
                  <a:pt x="1032205" y="95445"/>
                </a:lnTo>
                <a:lnTo>
                  <a:pt x="1031727" y="95765"/>
                </a:lnTo>
                <a:lnTo>
                  <a:pt x="1031256" y="96092"/>
                </a:lnTo>
                <a:lnTo>
                  <a:pt x="1030792" y="96427"/>
                </a:lnTo>
                <a:lnTo>
                  <a:pt x="1030336" y="96772"/>
                </a:lnTo>
                <a:lnTo>
                  <a:pt x="1029887" y="97125"/>
                </a:lnTo>
                <a:lnTo>
                  <a:pt x="1029446" y="97487"/>
                </a:lnTo>
                <a:lnTo>
                  <a:pt x="1029012" y="97858"/>
                </a:lnTo>
                <a:lnTo>
                  <a:pt x="1028586" y="98238"/>
                </a:lnTo>
                <a:lnTo>
                  <a:pt x="1028168" y="98627"/>
                </a:lnTo>
                <a:lnTo>
                  <a:pt x="1027757" y="99024"/>
                </a:lnTo>
                <a:lnTo>
                  <a:pt x="1027354" y="99430"/>
                </a:lnTo>
                <a:lnTo>
                  <a:pt x="1026958" y="99845"/>
                </a:lnTo>
                <a:lnTo>
                  <a:pt x="1026570" y="100269"/>
                </a:lnTo>
                <a:lnTo>
                  <a:pt x="1026190" y="100701"/>
                </a:lnTo>
                <a:lnTo>
                  <a:pt x="1025817" y="101142"/>
                </a:lnTo>
                <a:lnTo>
                  <a:pt x="1025451" y="101592"/>
                </a:lnTo>
                <a:lnTo>
                  <a:pt x="1025093" y="102051"/>
                </a:lnTo>
                <a:lnTo>
                  <a:pt x="1024743" y="102519"/>
                </a:lnTo>
                <a:lnTo>
                  <a:pt x="1024401" y="102995"/>
                </a:lnTo>
                <a:lnTo>
                  <a:pt x="1024066" y="103481"/>
                </a:lnTo>
                <a:lnTo>
                  <a:pt x="1023738" y="103975"/>
                </a:lnTo>
                <a:lnTo>
                  <a:pt x="1023418" y="104477"/>
                </a:lnTo>
                <a:lnTo>
                  <a:pt x="1023106" y="104989"/>
                </a:lnTo>
                <a:lnTo>
                  <a:pt x="1022801" y="105509"/>
                </a:lnTo>
                <a:lnTo>
                  <a:pt x="1022504" y="106038"/>
                </a:lnTo>
                <a:lnTo>
                  <a:pt x="1022217" y="106574"/>
                </a:lnTo>
                <a:lnTo>
                  <a:pt x="1021942" y="107114"/>
                </a:lnTo>
                <a:lnTo>
                  <a:pt x="1021679" y="107659"/>
                </a:lnTo>
                <a:lnTo>
                  <a:pt x="1021428" y="108209"/>
                </a:lnTo>
                <a:lnTo>
                  <a:pt x="1021190" y="108763"/>
                </a:lnTo>
                <a:lnTo>
                  <a:pt x="1020964" y="109322"/>
                </a:lnTo>
                <a:lnTo>
                  <a:pt x="1020750" y="109886"/>
                </a:lnTo>
                <a:lnTo>
                  <a:pt x="1020548" y="110454"/>
                </a:lnTo>
                <a:lnTo>
                  <a:pt x="1020358" y="111027"/>
                </a:lnTo>
                <a:lnTo>
                  <a:pt x="1020181" y="111604"/>
                </a:lnTo>
                <a:lnTo>
                  <a:pt x="1020016" y="112186"/>
                </a:lnTo>
                <a:lnTo>
                  <a:pt x="1019863" y="112773"/>
                </a:lnTo>
                <a:lnTo>
                  <a:pt x="1019723" y="113364"/>
                </a:lnTo>
                <a:lnTo>
                  <a:pt x="1019594" y="113961"/>
                </a:lnTo>
                <a:lnTo>
                  <a:pt x="1019478" y="114561"/>
                </a:lnTo>
                <a:lnTo>
                  <a:pt x="1019374" y="115167"/>
                </a:lnTo>
                <a:lnTo>
                  <a:pt x="1019283" y="115777"/>
                </a:lnTo>
                <a:lnTo>
                  <a:pt x="1019203" y="116391"/>
                </a:lnTo>
                <a:lnTo>
                  <a:pt x="1019136" y="117011"/>
                </a:lnTo>
                <a:lnTo>
                  <a:pt x="1019081" y="117635"/>
                </a:lnTo>
                <a:lnTo>
                  <a:pt x="1019038" y="118263"/>
                </a:lnTo>
                <a:lnTo>
                  <a:pt x="1019008" y="118896"/>
                </a:lnTo>
                <a:lnTo>
                  <a:pt x="1018989" y="119534"/>
                </a:lnTo>
                <a:lnTo>
                  <a:pt x="1018983" y="120177"/>
                </a:lnTo>
                <a:lnTo>
                  <a:pt x="1018999" y="121269"/>
                </a:lnTo>
                <a:lnTo>
                  <a:pt x="1019048" y="122344"/>
                </a:lnTo>
                <a:lnTo>
                  <a:pt x="1019129" y="123403"/>
                </a:lnTo>
                <a:lnTo>
                  <a:pt x="1019242" y="124446"/>
                </a:lnTo>
                <a:lnTo>
                  <a:pt x="1019388" y="125472"/>
                </a:lnTo>
                <a:lnTo>
                  <a:pt x="1019566" y="126482"/>
                </a:lnTo>
                <a:lnTo>
                  <a:pt x="1019776" y="127476"/>
                </a:lnTo>
                <a:lnTo>
                  <a:pt x="1020019" y="128453"/>
                </a:lnTo>
                <a:lnTo>
                  <a:pt x="1020294" y="129414"/>
                </a:lnTo>
                <a:lnTo>
                  <a:pt x="1020602" y="130358"/>
                </a:lnTo>
                <a:lnTo>
                  <a:pt x="1020942" y="131286"/>
                </a:lnTo>
                <a:lnTo>
                  <a:pt x="1021314" y="132198"/>
                </a:lnTo>
                <a:lnTo>
                  <a:pt x="1021718" y="133093"/>
                </a:lnTo>
                <a:lnTo>
                  <a:pt x="1022155" y="133972"/>
                </a:lnTo>
                <a:lnTo>
                  <a:pt x="1022625" y="134835"/>
                </a:lnTo>
                <a:lnTo>
                  <a:pt x="1023126" y="135681"/>
                </a:lnTo>
                <a:lnTo>
                  <a:pt x="1023661" y="136511"/>
                </a:lnTo>
                <a:lnTo>
                  <a:pt x="1024227" y="137325"/>
                </a:lnTo>
                <a:lnTo>
                  <a:pt x="1024826" y="138122"/>
                </a:lnTo>
                <a:lnTo>
                  <a:pt x="1025457" y="138902"/>
                </a:lnTo>
                <a:lnTo>
                  <a:pt x="1026121" y="139667"/>
                </a:lnTo>
                <a:lnTo>
                  <a:pt x="1026817" y="140415"/>
                </a:lnTo>
                <a:lnTo>
                  <a:pt x="1027545" y="141147"/>
                </a:lnTo>
                <a:lnTo>
                  <a:pt x="1028306" y="141862"/>
                </a:lnTo>
                <a:lnTo>
                  <a:pt x="1029096" y="142554"/>
                </a:lnTo>
                <a:lnTo>
                  <a:pt x="1029915" y="143217"/>
                </a:lnTo>
                <a:lnTo>
                  <a:pt x="1030762" y="143851"/>
                </a:lnTo>
                <a:lnTo>
                  <a:pt x="1031636" y="144455"/>
                </a:lnTo>
                <a:lnTo>
                  <a:pt x="1032539" y="145029"/>
                </a:lnTo>
                <a:lnTo>
                  <a:pt x="1033469" y="145574"/>
                </a:lnTo>
                <a:lnTo>
                  <a:pt x="1034427" y="146090"/>
                </a:lnTo>
                <a:lnTo>
                  <a:pt x="1035413" y="146576"/>
                </a:lnTo>
                <a:lnTo>
                  <a:pt x="1036427" y="147033"/>
                </a:lnTo>
                <a:lnTo>
                  <a:pt x="1037469" y="147460"/>
                </a:lnTo>
                <a:lnTo>
                  <a:pt x="1038539" y="147858"/>
                </a:lnTo>
                <a:lnTo>
                  <a:pt x="1039636" y="148226"/>
                </a:lnTo>
                <a:lnTo>
                  <a:pt x="1040762" y="148565"/>
                </a:lnTo>
                <a:lnTo>
                  <a:pt x="1041915" y="148874"/>
                </a:lnTo>
                <a:lnTo>
                  <a:pt x="1043096" y="149154"/>
                </a:lnTo>
                <a:lnTo>
                  <a:pt x="1044306" y="149405"/>
                </a:lnTo>
                <a:lnTo>
                  <a:pt x="1045543" y="149626"/>
                </a:lnTo>
                <a:lnTo>
                  <a:pt x="1046808" y="149817"/>
                </a:lnTo>
                <a:lnTo>
                  <a:pt x="1048101" y="149979"/>
                </a:lnTo>
                <a:lnTo>
                  <a:pt x="1049421" y="150112"/>
                </a:lnTo>
                <a:lnTo>
                  <a:pt x="1050770" y="150215"/>
                </a:lnTo>
                <a:lnTo>
                  <a:pt x="1052147" y="150289"/>
                </a:lnTo>
                <a:lnTo>
                  <a:pt x="1053551" y="150333"/>
                </a:lnTo>
                <a:lnTo>
                  <a:pt x="1054983" y="150347"/>
                </a:lnTo>
                <a:lnTo>
                  <a:pt x="1055857" y="150341"/>
                </a:lnTo>
                <a:lnTo>
                  <a:pt x="1056726" y="150323"/>
                </a:lnTo>
                <a:lnTo>
                  <a:pt x="1057591" y="150293"/>
                </a:lnTo>
                <a:lnTo>
                  <a:pt x="1058450" y="150251"/>
                </a:lnTo>
                <a:lnTo>
                  <a:pt x="1059305" y="150197"/>
                </a:lnTo>
                <a:lnTo>
                  <a:pt x="1060156" y="150130"/>
                </a:lnTo>
                <a:lnTo>
                  <a:pt x="1061002" y="150052"/>
                </a:lnTo>
                <a:lnTo>
                  <a:pt x="1061843" y="149961"/>
                </a:lnTo>
                <a:lnTo>
                  <a:pt x="1062679" y="149859"/>
                </a:lnTo>
                <a:lnTo>
                  <a:pt x="1063511" y="149744"/>
                </a:lnTo>
                <a:lnTo>
                  <a:pt x="1064338" y="149618"/>
                </a:lnTo>
                <a:lnTo>
                  <a:pt x="1065161" y="149479"/>
                </a:lnTo>
                <a:lnTo>
                  <a:pt x="1065979" y="149328"/>
                </a:lnTo>
                <a:lnTo>
                  <a:pt x="1066792" y="149165"/>
                </a:lnTo>
                <a:lnTo>
                  <a:pt x="1067601" y="148990"/>
                </a:lnTo>
                <a:lnTo>
                  <a:pt x="1068405" y="148803"/>
                </a:lnTo>
                <a:lnTo>
                  <a:pt x="1069204" y="148604"/>
                </a:lnTo>
                <a:lnTo>
                  <a:pt x="1069999" y="148393"/>
                </a:lnTo>
                <a:lnTo>
                  <a:pt x="1070789" y="148170"/>
                </a:lnTo>
                <a:lnTo>
                  <a:pt x="1071574" y="147935"/>
                </a:lnTo>
                <a:lnTo>
                  <a:pt x="1072355" y="147688"/>
                </a:lnTo>
                <a:lnTo>
                  <a:pt x="1073131" y="147428"/>
                </a:lnTo>
                <a:lnTo>
                  <a:pt x="1073903" y="147157"/>
                </a:lnTo>
                <a:lnTo>
                  <a:pt x="1074669" y="146873"/>
                </a:lnTo>
                <a:lnTo>
                  <a:pt x="1075435" y="146575"/>
                </a:lnTo>
                <a:lnTo>
                  <a:pt x="1076203" y="146260"/>
                </a:lnTo>
                <a:lnTo>
                  <a:pt x="1076974" y="145927"/>
                </a:lnTo>
                <a:lnTo>
                  <a:pt x="1077748" y="145577"/>
                </a:lnTo>
                <a:lnTo>
                  <a:pt x="1078524" y="145210"/>
                </a:lnTo>
                <a:lnTo>
                  <a:pt x="1079303" y="144826"/>
                </a:lnTo>
                <a:lnTo>
                  <a:pt x="1080084" y="144425"/>
                </a:lnTo>
                <a:lnTo>
                  <a:pt x="1080868" y="144006"/>
                </a:lnTo>
                <a:lnTo>
                  <a:pt x="1081654" y="143570"/>
                </a:lnTo>
                <a:lnTo>
                  <a:pt x="1082443" y="143117"/>
                </a:lnTo>
                <a:lnTo>
                  <a:pt x="1083235" y="142646"/>
                </a:lnTo>
                <a:lnTo>
                  <a:pt x="1084029" y="142159"/>
                </a:lnTo>
                <a:lnTo>
                  <a:pt x="1084826" y="141654"/>
                </a:lnTo>
                <a:lnTo>
                  <a:pt x="1085625" y="141132"/>
                </a:lnTo>
                <a:lnTo>
                  <a:pt x="1086427" y="140592"/>
                </a:lnTo>
                <a:lnTo>
                  <a:pt x="1087231" y="140036"/>
                </a:lnTo>
                <a:lnTo>
                  <a:pt x="1088038" y="139462"/>
                </a:lnTo>
                <a:lnTo>
                  <a:pt x="1088848" y="138871"/>
                </a:lnTo>
                <a:lnTo>
                  <a:pt x="1089660" y="138263"/>
                </a:lnTo>
                <a:lnTo>
                  <a:pt x="1090475" y="137637"/>
                </a:lnTo>
                <a:lnTo>
                  <a:pt x="1091293" y="136995"/>
                </a:lnTo>
                <a:lnTo>
                  <a:pt x="1092113" y="136335"/>
                </a:lnTo>
                <a:lnTo>
                  <a:pt x="1092935" y="135658"/>
                </a:lnTo>
                <a:lnTo>
                  <a:pt x="1093760" y="134963"/>
                </a:lnTo>
                <a:lnTo>
                  <a:pt x="1093830" y="135580"/>
                </a:lnTo>
                <a:lnTo>
                  <a:pt x="1093906" y="136191"/>
                </a:lnTo>
                <a:lnTo>
                  <a:pt x="1093990" y="136795"/>
                </a:lnTo>
                <a:lnTo>
                  <a:pt x="1094080" y="137392"/>
                </a:lnTo>
                <a:lnTo>
                  <a:pt x="1094177" y="137983"/>
                </a:lnTo>
                <a:lnTo>
                  <a:pt x="1094281" y="138567"/>
                </a:lnTo>
                <a:close/>
                <a:moveTo>
                  <a:pt x="1092148" y="106275"/>
                </a:moveTo>
                <a:lnTo>
                  <a:pt x="1092093" y="107153"/>
                </a:lnTo>
                <a:lnTo>
                  <a:pt x="1092028" y="108010"/>
                </a:lnTo>
                <a:lnTo>
                  <a:pt x="1091953" y="108848"/>
                </a:lnTo>
                <a:lnTo>
                  <a:pt x="1091868" y="109666"/>
                </a:lnTo>
                <a:lnTo>
                  <a:pt x="1091773" y="110463"/>
                </a:lnTo>
                <a:lnTo>
                  <a:pt x="1091669" y="111241"/>
                </a:lnTo>
                <a:lnTo>
                  <a:pt x="1091554" y="111998"/>
                </a:lnTo>
                <a:lnTo>
                  <a:pt x="1091429" y="112736"/>
                </a:lnTo>
                <a:lnTo>
                  <a:pt x="1091294" y="113453"/>
                </a:lnTo>
                <a:lnTo>
                  <a:pt x="1091149" y="114150"/>
                </a:lnTo>
                <a:lnTo>
                  <a:pt x="1090994" y="114827"/>
                </a:lnTo>
                <a:lnTo>
                  <a:pt x="1090830" y="115485"/>
                </a:lnTo>
                <a:lnTo>
                  <a:pt x="1090655" y="116122"/>
                </a:lnTo>
                <a:lnTo>
                  <a:pt x="1090470" y="116739"/>
                </a:lnTo>
                <a:lnTo>
                  <a:pt x="1090275" y="117336"/>
                </a:lnTo>
                <a:lnTo>
                  <a:pt x="1090071" y="117913"/>
                </a:lnTo>
                <a:lnTo>
                  <a:pt x="1089856" y="118469"/>
                </a:lnTo>
                <a:lnTo>
                  <a:pt x="1089631" y="119006"/>
                </a:lnTo>
                <a:lnTo>
                  <a:pt x="1089397" y="119523"/>
                </a:lnTo>
                <a:lnTo>
                  <a:pt x="1089075" y="120173"/>
                </a:lnTo>
                <a:lnTo>
                  <a:pt x="1088739" y="120812"/>
                </a:lnTo>
                <a:lnTo>
                  <a:pt x="1088388" y="121439"/>
                </a:lnTo>
                <a:lnTo>
                  <a:pt x="1088022" y="122054"/>
                </a:lnTo>
                <a:lnTo>
                  <a:pt x="1087641" y="122658"/>
                </a:lnTo>
                <a:lnTo>
                  <a:pt x="1087246" y="123250"/>
                </a:lnTo>
                <a:lnTo>
                  <a:pt x="1086836" y="123831"/>
                </a:lnTo>
                <a:lnTo>
                  <a:pt x="1086410" y="124400"/>
                </a:lnTo>
                <a:lnTo>
                  <a:pt x="1085970" y="124958"/>
                </a:lnTo>
                <a:lnTo>
                  <a:pt x="1085516" y="125503"/>
                </a:lnTo>
                <a:lnTo>
                  <a:pt x="1085046" y="126038"/>
                </a:lnTo>
                <a:lnTo>
                  <a:pt x="1084562" y="126560"/>
                </a:lnTo>
                <a:lnTo>
                  <a:pt x="1084063" y="127072"/>
                </a:lnTo>
                <a:lnTo>
                  <a:pt x="1083549" y="127571"/>
                </a:lnTo>
                <a:lnTo>
                  <a:pt x="1083020" y="128059"/>
                </a:lnTo>
                <a:lnTo>
                  <a:pt x="1082477" y="128535"/>
                </a:lnTo>
                <a:lnTo>
                  <a:pt x="1081918" y="129000"/>
                </a:lnTo>
                <a:lnTo>
                  <a:pt x="1081345" y="129453"/>
                </a:lnTo>
                <a:lnTo>
                  <a:pt x="1080757" y="129895"/>
                </a:lnTo>
                <a:lnTo>
                  <a:pt x="1080154" y="130325"/>
                </a:lnTo>
                <a:lnTo>
                  <a:pt x="1079537" y="130743"/>
                </a:lnTo>
                <a:lnTo>
                  <a:pt x="1078904" y="131150"/>
                </a:lnTo>
                <a:lnTo>
                  <a:pt x="1078257" y="131545"/>
                </a:lnTo>
                <a:lnTo>
                  <a:pt x="1077595" y="131929"/>
                </a:lnTo>
                <a:lnTo>
                  <a:pt x="1076922" y="132299"/>
                </a:lnTo>
                <a:lnTo>
                  <a:pt x="1076240" y="132653"/>
                </a:lnTo>
                <a:lnTo>
                  <a:pt x="1075551" y="132992"/>
                </a:lnTo>
                <a:lnTo>
                  <a:pt x="1074854" y="133314"/>
                </a:lnTo>
                <a:lnTo>
                  <a:pt x="1074149" y="133621"/>
                </a:lnTo>
                <a:lnTo>
                  <a:pt x="1073436" y="133913"/>
                </a:lnTo>
                <a:lnTo>
                  <a:pt x="1072715" y="134188"/>
                </a:lnTo>
                <a:lnTo>
                  <a:pt x="1071986" y="134448"/>
                </a:lnTo>
                <a:lnTo>
                  <a:pt x="1071249" y="134692"/>
                </a:lnTo>
                <a:lnTo>
                  <a:pt x="1070505" y="134920"/>
                </a:lnTo>
                <a:lnTo>
                  <a:pt x="1069752" y="135133"/>
                </a:lnTo>
                <a:lnTo>
                  <a:pt x="1068992" y="135330"/>
                </a:lnTo>
                <a:lnTo>
                  <a:pt x="1068223" y="135511"/>
                </a:lnTo>
                <a:lnTo>
                  <a:pt x="1067447" y="135676"/>
                </a:lnTo>
                <a:lnTo>
                  <a:pt x="1066663" y="135826"/>
                </a:lnTo>
                <a:lnTo>
                  <a:pt x="1065870" y="135959"/>
                </a:lnTo>
                <a:lnTo>
                  <a:pt x="1065070" y="136077"/>
                </a:lnTo>
                <a:lnTo>
                  <a:pt x="1064262" y="136180"/>
                </a:lnTo>
                <a:lnTo>
                  <a:pt x="1063446" y="136266"/>
                </a:lnTo>
                <a:lnTo>
                  <a:pt x="1062622" y="136337"/>
                </a:lnTo>
                <a:lnTo>
                  <a:pt x="1061791" y="136392"/>
                </a:lnTo>
                <a:lnTo>
                  <a:pt x="1060951" y="136432"/>
                </a:lnTo>
                <a:lnTo>
                  <a:pt x="1060103" y="136455"/>
                </a:lnTo>
                <a:lnTo>
                  <a:pt x="1059248" y="136463"/>
                </a:lnTo>
                <a:lnTo>
                  <a:pt x="1058389" y="136455"/>
                </a:lnTo>
                <a:lnTo>
                  <a:pt x="1057547" y="136430"/>
                </a:lnTo>
                <a:lnTo>
                  <a:pt x="1056723" y="136388"/>
                </a:lnTo>
                <a:lnTo>
                  <a:pt x="1055916" y="136330"/>
                </a:lnTo>
                <a:lnTo>
                  <a:pt x="1055126" y="136256"/>
                </a:lnTo>
                <a:lnTo>
                  <a:pt x="1054354" y="136164"/>
                </a:lnTo>
                <a:lnTo>
                  <a:pt x="1053599" y="136057"/>
                </a:lnTo>
                <a:lnTo>
                  <a:pt x="1052862" y="135932"/>
                </a:lnTo>
                <a:lnTo>
                  <a:pt x="1052142" y="135791"/>
                </a:lnTo>
                <a:lnTo>
                  <a:pt x="1051440" y="135633"/>
                </a:lnTo>
                <a:lnTo>
                  <a:pt x="1050754" y="135459"/>
                </a:lnTo>
                <a:lnTo>
                  <a:pt x="1050087" y="135268"/>
                </a:lnTo>
                <a:lnTo>
                  <a:pt x="1049436" y="135061"/>
                </a:lnTo>
                <a:lnTo>
                  <a:pt x="1048803" y="134837"/>
                </a:lnTo>
                <a:lnTo>
                  <a:pt x="1048188" y="134596"/>
                </a:lnTo>
                <a:lnTo>
                  <a:pt x="1047589" y="134339"/>
                </a:lnTo>
                <a:lnTo>
                  <a:pt x="1047009" y="134065"/>
                </a:lnTo>
                <a:lnTo>
                  <a:pt x="1046445" y="133775"/>
                </a:lnTo>
                <a:lnTo>
                  <a:pt x="1045899" y="133468"/>
                </a:lnTo>
                <a:lnTo>
                  <a:pt x="1045370" y="133144"/>
                </a:lnTo>
                <a:lnTo>
                  <a:pt x="1044859" y="132804"/>
                </a:lnTo>
                <a:lnTo>
                  <a:pt x="1044365" y="132448"/>
                </a:lnTo>
                <a:lnTo>
                  <a:pt x="1043889" y="132074"/>
                </a:lnTo>
                <a:lnTo>
                  <a:pt x="1043430" y="131684"/>
                </a:lnTo>
                <a:lnTo>
                  <a:pt x="1042989" y="131282"/>
                </a:lnTo>
                <a:lnTo>
                  <a:pt x="1042566" y="130871"/>
                </a:lnTo>
                <a:lnTo>
                  <a:pt x="1042163" y="130451"/>
                </a:lnTo>
                <a:lnTo>
                  <a:pt x="1041778" y="130024"/>
                </a:lnTo>
                <a:lnTo>
                  <a:pt x="1041412" y="129588"/>
                </a:lnTo>
                <a:lnTo>
                  <a:pt x="1041065" y="129144"/>
                </a:lnTo>
                <a:lnTo>
                  <a:pt x="1040736" y="128692"/>
                </a:lnTo>
                <a:lnTo>
                  <a:pt x="1040427" y="128231"/>
                </a:lnTo>
                <a:lnTo>
                  <a:pt x="1040136" y="127762"/>
                </a:lnTo>
                <a:lnTo>
                  <a:pt x="1039864" y="127285"/>
                </a:lnTo>
                <a:lnTo>
                  <a:pt x="1039610" y="126799"/>
                </a:lnTo>
                <a:lnTo>
                  <a:pt x="1039376" y="126306"/>
                </a:lnTo>
                <a:lnTo>
                  <a:pt x="1039160" y="125804"/>
                </a:lnTo>
                <a:lnTo>
                  <a:pt x="1038963" y="125293"/>
                </a:lnTo>
                <a:lnTo>
                  <a:pt x="1038785" y="124774"/>
                </a:lnTo>
                <a:lnTo>
                  <a:pt x="1038625" y="124248"/>
                </a:lnTo>
                <a:lnTo>
                  <a:pt x="1038484" y="123712"/>
                </a:lnTo>
                <a:lnTo>
                  <a:pt x="1038362" y="123169"/>
                </a:lnTo>
                <a:lnTo>
                  <a:pt x="1038259" y="122617"/>
                </a:lnTo>
                <a:lnTo>
                  <a:pt x="1038175" y="122057"/>
                </a:lnTo>
                <a:lnTo>
                  <a:pt x="1038109" y="121489"/>
                </a:lnTo>
                <a:lnTo>
                  <a:pt x="1038062" y="120912"/>
                </a:lnTo>
                <a:lnTo>
                  <a:pt x="1038034" y="120327"/>
                </a:lnTo>
                <a:lnTo>
                  <a:pt x="1038025" y="119734"/>
                </a:lnTo>
                <a:lnTo>
                  <a:pt x="1038029" y="119345"/>
                </a:lnTo>
                <a:lnTo>
                  <a:pt x="1038042" y="118960"/>
                </a:lnTo>
                <a:lnTo>
                  <a:pt x="1038063" y="118577"/>
                </a:lnTo>
                <a:lnTo>
                  <a:pt x="1038093" y="118197"/>
                </a:lnTo>
                <a:lnTo>
                  <a:pt x="1038132" y="117821"/>
                </a:lnTo>
                <a:lnTo>
                  <a:pt x="1038180" y="117447"/>
                </a:lnTo>
                <a:lnTo>
                  <a:pt x="1038236" y="117076"/>
                </a:lnTo>
                <a:lnTo>
                  <a:pt x="1038300" y="116708"/>
                </a:lnTo>
                <a:lnTo>
                  <a:pt x="1038373" y="116343"/>
                </a:lnTo>
                <a:lnTo>
                  <a:pt x="1038455" y="115981"/>
                </a:lnTo>
                <a:lnTo>
                  <a:pt x="1038545" y="115622"/>
                </a:lnTo>
                <a:lnTo>
                  <a:pt x="1038644" y="115266"/>
                </a:lnTo>
                <a:lnTo>
                  <a:pt x="1038752" y="114912"/>
                </a:lnTo>
                <a:lnTo>
                  <a:pt x="1038868" y="114562"/>
                </a:lnTo>
                <a:lnTo>
                  <a:pt x="1038993" y="114215"/>
                </a:lnTo>
                <a:lnTo>
                  <a:pt x="1039127" y="113870"/>
                </a:lnTo>
                <a:lnTo>
                  <a:pt x="1039269" y="113529"/>
                </a:lnTo>
                <a:lnTo>
                  <a:pt x="1039419" y="113190"/>
                </a:lnTo>
                <a:lnTo>
                  <a:pt x="1039578" y="112854"/>
                </a:lnTo>
                <a:lnTo>
                  <a:pt x="1039746" y="112522"/>
                </a:lnTo>
                <a:lnTo>
                  <a:pt x="1039923" y="112192"/>
                </a:lnTo>
                <a:lnTo>
                  <a:pt x="1040108" y="111865"/>
                </a:lnTo>
                <a:lnTo>
                  <a:pt x="1040302" y="111541"/>
                </a:lnTo>
                <a:lnTo>
                  <a:pt x="1040504" y="111220"/>
                </a:lnTo>
                <a:lnTo>
                  <a:pt x="1040714" y="110904"/>
                </a:lnTo>
                <a:lnTo>
                  <a:pt x="1040932" y="110594"/>
                </a:lnTo>
                <a:lnTo>
                  <a:pt x="1041156" y="110290"/>
                </a:lnTo>
                <a:lnTo>
                  <a:pt x="1041388" y="109993"/>
                </a:lnTo>
                <a:lnTo>
                  <a:pt x="1041627" y="109702"/>
                </a:lnTo>
                <a:lnTo>
                  <a:pt x="1041874" y="109417"/>
                </a:lnTo>
                <a:lnTo>
                  <a:pt x="1042127" y="109139"/>
                </a:lnTo>
                <a:lnTo>
                  <a:pt x="1042388" y="108868"/>
                </a:lnTo>
                <a:lnTo>
                  <a:pt x="1042656" y="108602"/>
                </a:lnTo>
                <a:lnTo>
                  <a:pt x="1042932" y="108344"/>
                </a:lnTo>
                <a:lnTo>
                  <a:pt x="1043214" y="108091"/>
                </a:lnTo>
                <a:lnTo>
                  <a:pt x="1043504" y="107845"/>
                </a:lnTo>
                <a:lnTo>
                  <a:pt x="1043801" y="107606"/>
                </a:lnTo>
                <a:lnTo>
                  <a:pt x="1044105" y="107373"/>
                </a:lnTo>
                <a:lnTo>
                  <a:pt x="1044417" y="107146"/>
                </a:lnTo>
                <a:lnTo>
                  <a:pt x="1044735" y="106926"/>
                </a:lnTo>
                <a:lnTo>
                  <a:pt x="1045061" y="106712"/>
                </a:lnTo>
                <a:lnTo>
                  <a:pt x="1045394" y="106504"/>
                </a:lnTo>
                <a:lnTo>
                  <a:pt x="1045735" y="106303"/>
                </a:lnTo>
                <a:lnTo>
                  <a:pt x="1046082" y="106108"/>
                </a:lnTo>
                <a:lnTo>
                  <a:pt x="1046437" y="105920"/>
                </a:lnTo>
                <a:lnTo>
                  <a:pt x="1046799" y="105738"/>
                </a:lnTo>
                <a:lnTo>
                  <a:pt x="1047169" y="105563"/>
                </a:lnTo>
                <a:lnTo>
                  <a:pt x="1047545" y="105394"/>
                </a:lnTo>
                <a:lnTo>
                  <a:pt x="1047937" y="105228"/>
                </a:lnTo>
                <a:lnTo>
                  <a:pt x="1048350" y="105065"/>
                </a:lnTo>
                <a:lnTo>
                  <a:pt x="1048787" y="104902"/>
                </a:lnTo>
                <a:lnTo>
                  <a:pt x="1049245" y="104741"/>
                </a:lnTo>
                <a:lnTo>
                  <a:pt x="1049726" y="104581"/>
                </a:lnTo>
                <a:lnTo>
                  <a:pt x="1050229" y="104422"/>
                </a:lnTo>
                <a:lnTo>
                  <a:pt x="1050755" y="104265"/>
                </a:lnTo>
                <a:lnTo>
                  <a:pt x="1051303" y="104110"/>
                </a:lnTo>
                <a:lnTo>
                  <a:pt x="1051873" y="103955"/>
                </a:lnTo>
                <a:lnTo>
                  <a:pt x="1052466" y="103803"/>
                </a:lnTo>
                <a:lnTo>
                  <a:pt x="1053081" y="103651"/>
                </a:lnTo>
                <a:lnTo>
                  <a:pt x="1053719" y="103501"/>
                </a:lnTo>
                <a:lnTo>
                  <a:pt x="1054379" y="103352"/>
                </a:lnTo>
                <a:lnTo>
                  <a:pt x="1055061" y="103205"/>
                </a:lnTo>
                <a:lnTo>
                  <a:pt x="1055766" y="103059"/>
                </a:lnTo>
                <a:lnTo>
                  <a:pt x="1056493" y="102915"/>
                </a:lnTo>
                <a:lnTo>
                  <a:pt x="1057242" y="102771"/>
                </a:lnTo>
                <a:lnTo>
                  <a:pt x="1058014" y="102630"/>
                </a:lnTo>
                <a:lnTo>
                  <a:pt x="1058809" y="102489"/>
                </a:lnTo>
                <a:lnTo>
                  <a:pt x="1059625" y="102350"/>
                </a:lnTo>
                <a:lnTo>
                  <a:pt x="1060464" y="102213"/>
                </a:lnTo>
                <a:lnTo>
                  <a:pt x="1061326" y="102076"/>
                </a:lnTo>
                <a:lnTo>
                  <a:pt x="1062209" y="101942"/>
                </a:lnTo>
                <a:lnTo>
                  <a:pt x="1063116" y="101808"/>
                </a:lnTo>
                <a:lnTo>
                  <a:pt x="1064719" y="101573"/>
                </a:lnTo>
                <a:lnTo>
                  <a:pt x="1066288" y="101333"/>
                </a:lnTo>
                <a:lnTo>
                  <a:pt x="1067823" y="101090"/>
                </a:lnTo>
                <a:lnTo>
                  <a:pt x="1069325" y="100842"/>
                </a:lnTo>
                <a:lnTo>
                  <a:pt x="1070793" y="100590"/>
                </a:lnTo>
                <a:lnTo>
                  <a:pt x="1072227" y="100334"/>
                </a:lnTo>
                <a:lnTo>
                  <a:pt x="1073628" y="100073"/>
                </a:lnTo>
                <a:lnTo>
                  <a:pt x="1074994" y="99809"/>
                </a:lnTo>
                <a:lnTo>
                  <a:pt x="1076327" y="99540"/>
                </a:lnTo>
                <a:lnTo>
                  <a:pt x="1077627" y="99267"/>
                </a:lnTo>
                <a:lnTo>
                  <a:pt x="1078892" y="98990"/>
                </a:lnTo>
                <a:lnTo>
                  <a:pt x="1080124" y="98709"/>
                </a:lnTo>
                <a:lnTo>
                  <a:pt x="1081322" y="98424"/>
                </a:lnTo>
                <a:lnTo>
                  <a:pt x="1082486" y="98134"/>
                </a:lnTo>
                <a:lnTo>
                  <a:pt x="1083617" y="97840"/>
                </a:lnTo>
                <a:lnTo>
                  <a:pt x="1084713" y="97542"/>
                </a:lnTo>
                <a:lnTo>
                  <a:pt x="1085776" y="97240"/>
                </a:lnTo>
                <a:lnTo>
                  <a:pt x="1086806" y="96934"/>
                </a:lnTo>
                <a:lnTo>
                  <a:pt x="1087801" y="96623"/>
                </a:lnTo>
                <a:lnTo>
                  <a:pt x="1088763" y="96309"/>
                </a:lnTo>
                <a:lnTo>
                  <a:pt x="1089691" y="95990"/>
                </a:lnTo>
                <a:lnTo>
                  <a:pt x="1090585" y="95667"/>
                </a:lnTo>
                <a:lnTo>
                  <a:pt x="1091446" y="95340"/>
                </a:lnTo>
                <a:lnTo>
                  <a:pt x="1092273" y="95008"/>
                </a:lnTo>
                <a:lnTo>
                  <a:pt x="1092273" y="101585"/>
                </a:lnTo>
                <a:lnTo>
                  <a:pt x="1092268" y="102563"/>
                </a:lnTo>
                <a:lnTo>
                  <a:pt x="1092253" y="103521"/>
                </a:lnTo>
                <a:lnTo>
                  <a:pt x="1092228" y="104459"/>
                </a:lnTo>
                <a:lnTo>
                  <a:pt x="1092193" y="105377"/>
                </a:lnTo>
                <a:lnTo>
                  <a:pt x="1092148" y="106275"/>
                </a:lnTo>
                <a:close/>
                <a:moveTo>
                  <a:pt x="879799" y="138567"/>
                </a:moveTo>
                <a:lnTo>
                  <a:pt x="879910" y="139145"/>
                </a:lnTo>
                <a:lnTo>
                  <a:pt x="880027" y="139717"/>
                </a:lnTo>
                <a:lnTo>
                  <a:pt x="880152" y="140281"/>
                </a:lnTo>
                <a:lnTo>
                  <a:pt x="880284" y="140840"/>
                </a:lnTo>
                <a:lnTo>
                  <a:pt x="880422" y="141391"/>
                </a:lnTo>
                <a:lnTo>
                  <a:pt x="880567" y="141936"/>
                </a:lnTo>
                <a:lnTo>
                  <a:pt x="880720" y="142475"/>
                </a:lnTo>
                <a:lnTo>
                  <a:pt x="880879" y="143007"/>
                </a:lnTo>
                <a:lnTo>
                  <a:pt x="881045" y="143532"/>
                </a:lnTo>
                <a:lnTo>
                  <a:pt x="881217" y="144051"/>
                </a:lnTo>
                <a:lnTo>
                  <a:pt x="881397" y="144564"/>
                </a:lnTo>
                <a:lnTo>
                  <a:pt x="881584" y="145070"/>
                </a:lnTo>
                <a:lnTo>
                  <a:pt x="881777" y="145569"/>
                </a:lnTo>
                <a:lnTo>
                  <a:pt x="881978" y="146062"/>
                </a:lnTo>
                <a:lnTo>
                  <a:pt x="882185" y="146548"/>
                </a:lnTo>
                <a:lnTo>
                  <a:pt x="882399" y="147028"/>
                </a:lnTo>
                <a:lnTo>
                  <a:pt x="882620" y="147501"/>
                </a:lnTo>
                <a:lnTo>
                  <a:pt x="882848" y="147967"/>
                </a:lnTo>
                <a:lnTo>
                  <a:pt x="901493" y="147967"/>
                </a:lnTo>
                <a:lnTo>
                  <a:pt x="901216" y="147462"/>
                </a:lnTo>
                <a:lnTo>
                  <a:pt x="900946" y="146955"/>
                </a:lnTo>
                <a:lnTo>
                  <a:pt x="900685" y="146446"/>
                </a:lnTo>
                <a:lnTo>
                  <a:pt x="900431" y="145936"/>
                </a:lnTo>
                <a:lnTo>
                  <a:pt x="900185" y="145423"/>
                </a:lnTo>
                <a:lnTo>
                  <a:pt x="899946" y="144908"/>
                </a:lnTo>
                <a:lnTo>
                  <a:pt x="899716" y="144392"/>
                </a:lnTo>
                <a:lnTo>
                  <a:pt x="899493" y="143874"/>
                </a:lnTo>
                <a:lnTo>
                  <a:pt x="899278" y="143353"/>
                </a:lnTo>
                <a:lnTo>
                  <a:pt x="899070" y="142831"/>
                </a:lnTo>
                <a:lnTo>
                  <a:pt x="898871" y="142307"/>
                </a:lnTo>
                <a:lnTo>
                  <a:pt x="898679" y="141781"/>
                </a:lnTo>
                <a:lnTo>
                  <a:pt x="898495" y="141254"/>
                </a:lnTo>
                <a:lnTo>
                  <a:pt x="898318" y="140724"/>
                </a:lnTo>
                <a:lnTo>
                  <a:pt x="898150" y="140192"/>
                </a:lnTo>
                <a:lnTo>
                  <a:pt x="897989" y="139659"/>
                </a:lnTo>
                <a:lnTo>
                  <a:pt x="897836" y="139123"/>
                </a:lnTo>
                <a:lnTo>
                  <a:pt x="897690" y="138586"/>
                </a:lnTo>
                <a:lnTo>
                  <a:pt x="897553" y="138047"/>
                </a:lnTo>
                <a:lnTo>
                  <a:pt x="897423" y="137506"/>
                </a:lnTo>
                <a:lnTo>
                  <a:pt x="897301" y="136963"/>
                </a:lnTo>
                <a:lnTo>
                  <a:pt x="897186" y="136418"/>
                </a:lnTo>
                <a:lnTo>
                  <a:pt x="897079" y="135871"/>
                </a:lnTo>
                <a:lnTo>
                  <a:pt x="896981" y="135323"/>
                </a:lnTo>
                <a:lnTo>
                  <a:pt x="896888" y="134741"/>
                </a:lnTo>
                <a:lnTo>
                  <a:pt x="896798" y="134096"/>
                </a:lnTo>
                <a:lnTo>
                  <a:pt x="896713" y="133388"/>
                </a:lnTo>
                <a:lnTo>
                  <a:pt x="896632" y="132616"/>
                </a:lnTo>
                <a:lnTo>
                  <a:pt x="896555" y="131781"/>
                </a:lnTo>
                <a:lnTo>
                  <a:pt x="896482" y="130882"/>
                </a:lnTo>
                <a:lnTo>
                  <a:pt x="896412" y="129919"/>
                </a:lnTo>
                <a:lnTo>
                  <a:pt x="896347" y="128893"/>
                </a:lnTo>
                <a:lnTo>
                  <a:pt x="896286" y="127803"/>
                </a:lnTo>
                <a:lnTo>
                  <a:pt x="896228" y="126650"/>
                </a:lnTo>
                <a:lnTo>
                  <a:pt x="896175" y="125433"/>
                </a:lnTo>
                <a:lnTo>
                  <a:pt x="896125" y="124153"/>
                </a:lnTo>
                <a:lnTo>
                  <a:pt x="896080" y="122809"/>
                </a:lnTo>
                <a:lnTo>
                  <a:pt x="896038" y="121402"/>
                </a:lnTo>
                <a:lnTo>
                  <a:pt x="896000" y="119931"/>
                </a:lnTo>
                <a:lnTo>
                  <a:pt x="895967" y="118397"/>
                </a:lnTo>
                <a:lnTo>
                  <a:pt x="895937" y="116799"/>
                </a:lnTo>
                <a:lnTo>
                  <a:pt x="895911" y="115138"/>
                </a:lnTo>
                <a:lnTo>
                  <a:pt x="895890" y="113413"/>
                </a:lnTo>
                <a:lnTo>
                  <a:pt x="895872" y="111624"/>
                </a:lnTo>
                <a:lnTo>
                  <a:pt x="895858" y="109772"/>
                </a:lnTo>
                <a:lnTo>
                  <a:pt x="895848" y="107857"/>
                </a:lnTo>
                <a:lnTo>
                  <a:pt x="895842" y="105878"/>
                </a:lnTo>
                <a:lnTo>
                  <a:pt x="895840" y="103835"/>
                </a:lnTo>
                <a:lnTo>
                  <a:pt x="895840" y="80033"/>
                </a:lnTo>
                <a:lnTo>
                  <a:pt x="895839" y="79054"/>
                </a:lnTo>
                <a:lnTo>
                  <a:pt x="895834" y="78101"/>
                </a:lnTo>
                <a:lnTo>
                  <a:pt x="895826" y="77173"/>
                </a:lnTo>
                <a:lnTo>
                  <a:pt x="895815" y="76270"/>
                </a:lnTo>
                <a:lnTo>
                  <a:pt x="895801" y="75393"/>
                </a:lnTo>
                <a:lnTo>
                  <a:pt x="895784" y="74542"/>
                </a:lnTo>
                <a:lnTo>
                  <a:pt x="895764" y="73715"/>
                </a:lnTo>
                <a:lnTo>
                  <a:pt x="895741" y="72915"/>
                </a:lnTo>
                <a:lnTo>
                  <a:pt x="895715" y="72140"/>
                </a:lnTo>
                <a:lnTo>
                  <a:pt x="895685" y="71390"/>
                </a:lnTo>
                <a:lnTo>
                  <a:pt x="895653" y="70666"/>
                </a:lnTo>
                <a:lnTo>
                  <a:pt x="895617" y="69967"/>
                </a:lnTo>
                <a:lnTo>
                  <a:pt x="895578" y="69294"/>
                </a:lnTo>
                <a:lnTo>
                  <a:pt x="895536" y="68646"/>
                </a:lnTo>
                <a:lnTo>
                  <a:pt x="895491" y="68024"/>
                </a:lnTo>
                <a:lnTo>
                  <a:pt x="895443" y="67427"/>
                </a:lnTo>
                <a:lnTo>
                  <a:pt x="895392" y="66856"/>
                </a:lnTo>
                <a:lnTo>
                  <a:pt x="895338" y="66310"/>
                </a:lnTo>
                <a:lnTo>
                  <a:pt x="895281" y="65790"/>
                </a:lnTo>
                <a:lnTo>
                  <a:pt x="895220" y="65295"/>
                </a:lnTo>
                <a:lnTo>
                  <a:pt x="895157" y="64826"/>
                </a:lnTo>
                <a:lnTo>
                  <a:pt x="895090" y="64382"/>
                </a:lnTo>
                <a:lnTo>
                  <a:pt x="895020" y="63963"/>
                </a:lnTo>
                <a:lnTo>
                  <a:pt x="894947" y="63570"/>
                </a:lnTo>
                <a:lnTo>
                  <a:pt x="894811" y="62963"/>
                </a:lnTo>
                <a:lnTo>
                  <a:pt x="894667" y="62365"/>
                </a:lnTo>
                <a:lnTo>
                  <a:pt x="894514" y="61775"/>
                </a:lnTo>
                <a:lnTo>
                  <a:pt x="894352" y="61194"/>
                </a:lnTo>
                <a:lnTo>
                  <a:pt x="894183" y="60622"/>
                </a:lnTo>
                <a:lnTo>
                  <a:pt x="894005" y="60059"/>
                </a:lnTo>
                <a:lnTo>
                  <a:pt x="893819" y="59505"/>
                </a:lnTo>
                <a:lnTo>
                  <a:pt x="893625" y="58959"/>
                </a:lnTo>
                <a:lnTo>
                  <a:pt x="893423" y="58422"/>
                </a:lnTo>
                <a:lnTo>
                  <a:pt x="893212" y="57894"/>
                </a:lnTo>
                <a:lnTo>
                  <a:pt x="892993" y="57374"/>
                </a:lnTo>
                <a:lnTo>
                  <a:pt x="892766" y="56864"/>
                </a:lnTo>
                <a:lnTo>
                  <a:pt x="892530" y="56362"/>
                </a:lnTo>
                <a:lnTo>
                  <a:pt x="892286" y="55869"/>
                </a:lnTo>
                <a:lnTo>
                  <a:pt x="892034" y="55385"/>
                </a:lnTo>
                <a:lnTo>
                  <a:pt x="891774" y="54909"/>
                </a:lnTo>
                <a:lnTo>
                  <a:pt x="891505" y="54443"/>
                </a:lnTo>
                <a:lnTo>
                  <a:pt x="891228" y="53985"/>
                </a:lnTo>
                <a:lnTo>
                  <a:pt x="890943" y="53536"/>
                </a:lnTo>
                <a:lnTo>
                  <a:pt x="890650" y="53095"/>
                </a:lnTo>
                <a:lnTo>
                  <a:pt x="890348" y="52664"/>
                </a:lnTo>
                <a:lnTo>
                  <a:pt x="890038" y="52241"/>
                </a:lnTo>
                <a:lnTo>
                  <a:pt x="889720" y="51827"/>
                </a:lnTo>
                <a:lnTo>
                  <a:pt x="889394" y="51422"/>
                </a:lnTo>
                <a:lnTo>
                  <a:pt x="889055" y="51024"/>
                </a:lnTo>
                <a:lnTo>
                  <a:pt x="888702" y="50631"/>
                </a:lnTo>
                <a:lnTo>
                  <a:pt x="888332" y="50245"/>
                </a:lnTo>
                <a:lnTo>
                  <a:pt x="887947" y="49864"/>
                </a:lnTo>
                <a:lnTo>
                  <a:pt x="887547" y="49488"/>
                </a:lnTo>
                <a:lnTo>
                  <a:pt x="887131" y="49119"/>
                </a:lnTo>
                <a:lnTo>
                  <a:pt x="886700" y="48755"/>
                </a:lnTo>
                <a:lnTo>
                  <a:pt x="886253" y="48397"/>
                </a:lnTo>
                <a:lnTo>
                  <a:pt x="885791" y="48044"/>
                </a:lnTo>
                <a:lnTo>
                  <a:pt x="885313" y="47697"/>
                </a:lnTo>
                <a:lnTo>
                  <a:pt x="884820" y="47356"/>
                </a:lnTo>
                <a:lnTo>
                  <a:pt x="884311" y="47021"/>
                </a:lnTo>
                <a:lnTo>
                  <a:pt x="883787" y="46691"/>
                </a:lnTo>
                <a:lnTo>
                  <a:pt x="883247" y="46367"/>
                </a:lnTo>
                <a:lnTo>
                  <a:pt x="882692" y="46048"/>
                </a:lnTo>
                <a:lnTo>
                  <a:pt x="882121" y="45736"/>
                </a:lnTo>
                <a:lnTo>
                  <a:pt x="881535" y="45429"/>
                </a:lnTo>
                <a:lnTo>
                  <a:pt x="880933" y="45127"/>
                </a:lnTo>
                <a:lnTo>
                  <a:pt x="880316" y="44831"/>
                </a:lnTo>
                <a:lnTo>
                  <a:pt x="879683" y="44541"/>
                </a:lnTo>
                <a:lnTo>
                  <a:pt x="879035" y="44257"/>
                </a:lnTo>
                <a:lnTo>
                  <a:pt x="878371" y="43978"/>
                </a:lnTo>
                <a:lnTo>
                  <a:pt x="877692" y="43705"/>
                </a:lnTo>
                <a:lnTo>
                  <a:pt x="876997" y="43438"/>
                </a:lnTo>
                <a:lnTo>
                  <a:pt x="876286" y="43179"/>
                </a:lnTo>
                <a:lnTo>
                  <a:pt x="875557" y="42931"/>
                </a:lnTo>
                <a:lnTo>
                  <a:pt x="874811" y="42694"/>
                </a:lnTo>
                <a:lnTo>
                  <a:pt x="874047" y="42468"/>
                </a:lnTo>
                <a:lnTo>
                  <a:pt x="873265" y="42254"/>
                </a:lnTo>
                <a:lnTo>
                  <a:pt x="872466" y="42050"/>
                </a:lnTo>
                <a:lnTo>
                  <a:pt x="871649" y="41857"/>
                </a:lnTo>
                <a:lnTo>
                  <a:pt x="870815" y="41675"/>
                </a:lnTo>
                <a:lnTo>
                  <a:pt x="869963" y="41504"/>
                </a:lnTo>
                <a:lnTo>
                  <a:pt x="869094" y="41344"/>
                </a:lnTo>
                <a:lnTo>
                  <a:pt x="868207" y="41196"/>
                </a:lnTo>
                <a:lnTo>
                  <a:pt x="867303" y="41058"/>
                </a:lnTo>
                <a:lnTo>
                  <a:pt x="866381" y="40931"/>
                </a:lnTo>
                <a:lnTo>
                  <a:pt x="865441" y="40816"/>
                </a:lnTo>
                <a:lnTo>
                  <a:pt x="864484" y="40711"/>
                </a:lnTo>
                <a:lnTo>
                  <a:pt x="863509" y="40617"/>
                </a:lnTo>
                <a:lnTo>
                  <a:pt x="862517" y="40535"/>
                </a:lnTo>
                <a:lnTo>
                  <a:pt x="861507" y="40463"/>
                </a:lnTo>
                <a:lnTo>
                  <a:pt x="860480" y="40402"/>
                </a:lnTo>
                <a:lnTo>
                  <a:pt x="859435" y="40353"/>
                </a:lnTo>
                <a:lnTo>
                  <a:pt x="858373" y="40314"/>
                </a:lnTo>
                <a:lnTo>
                  <a:pt x="857292" y="40287"/>
                </a:lnTo>
                <a:lnTo>
                  <a:pt x="856195" y="40270"/>
                </a:lnTo>
                <a:lnTo>
                  <a:pt x="855080" y="40265"/>
                </a:lnTo>
                <a:lnTo>
                  <a:pt x="853953" y="40271"/>
                </a:lnTo>
                <a:lnTo>
                  <a:pt x="852838" y="40290"/>
                </a:lnTo>
                <a:lnTo>
                  <a:pt x="851734" y="40323"/>
                </a:lnTo>
                <a:lnTo>
                  <a:pt x="850642" y="40368"/>
                </a:lnTo>
                <a:lnTo>
                  <a:pt x="849561" y="40427"/>
                </a:lnTo>
                <a:lnTo>
                  <a:pt x="848491" y="40498"/>
                </a:lnTo>
                <a:lnTo>
                  <a:pt x="847432" y="40582"/>
                </a:lnTo>
                <a:lnTo>
                  <a:pt x="846385" y="40679"/>
                </a:lnTo>
                <a:lnTo>
                  <a:pt x="845350" y="40789"/>
                </a:lnTo>
                <a:lnTo>
                  <a:pt x="844325" y="40912"/>
                </a:lnTo>
                <a:lnTo>
                  <a:pt x="843313" y="41048"/>
                </a:lnTo>
                <a:lnTo>
                  <a:pt x="842311" y="41197"/>
                </a:lnTo>
                <a:lnTo>
                  <a:pt x="841321" y="41359"/>
                </a:lnTo>
                <a:lnTo>
                  <a:pt x="840342" y="41534"/>
                </a:lnTo>
                <a:lnTo>
                  <a:pt x="839375" y="41722"/>
                </a:lnTo>
                <a:lnTo>
                  <a:pt x="838418" y="41923"/>
                </a:lnTo>
                <a:lnTo>
                  <a:pt x="837474" y="42137"/>
                </a:lnTo>
                <a:lnTo>
                  <a:pt x="836540" y="42363"/>
                </a:lnTo>
                <a:lnTo>
                  <a:pt x="835618" y="42603"/>
                </a:lnTo>
                <a:lnTo>
                  <a:pt x="834708" y="42856"/>
                </a:lnTo>
                <a:lnTo>
                  <a:pt x="833808" y="43121"/>
                </a:lnTo>
                <a:lnTo>
                  <a:pt x="832920" y="43400"/>
                </a:lnTo>
                <a:lnTo>
                  <a:pt x="832044" y="43691"/>
                </a:lnTo>
                <a:lnTo>
                  <a:pt x="831179" y="43996"/>
                </a:lnTo>
                <a:lnTo>
                  <a:pt x="830328" y="44312"/>
                </a:lnTo>
                <a:lnTo>
                  <a:pt x="829493" y="44639"/>
                </a:lnTo>
                <a:lnTo>
                  <a:pt x="828676" y="44978"/>
                </a:lnTo>
                <a:lnTo>
                  <a:pt x="827876" y="45327"/>
                </a:lnTo>
                <a:lnTo>
                  <a:pt x="827092" y="45688"/>
                </a:lnTo>
                <a:lnTo>
                  <a:pt x="826325" y="46059"/>
                </a:lnTo>
                <a:lnTo>
                  <a:pt x="825576" y="46442"/>
                </a:lnTo>
                <a:lnTo>
                  <a:pt x="824843" y="46836"/>
                </a:lnTo>
                <a:lnTo>
                  <a:pt x="824127" y="47240"/>
                </a:lnTo>
                <a:lnTo>
                  <a:pt x="823427" y="47656"/>
                </a:lnTo>
                <a:lnTo>
                  <a:pt x="822745" y="48083"/>
                </a:lnTo>
                <a:lnTo>
                  <a:pt x="822080" y="48521"/>
                </a:lnTo>
                <a:lnTo>
                  <a:pt x="821431" y="48970"/>
                </a:lnTo>
                <a:lnTo>
                  <a:pt x="820799" y="49430"/>
                </a:lnTo>
                <a:lnTo>
                  <a:pt x="820184" y="49901"/>
                </a:lnTo>
                <a:lnTo>
                  <a:pt x="819586" y="50383"/>
                </a:lnTo>
                <a:lnTo>
                  <a:pt x="819005" y="50876"/>
                </a:lnTo>
                <a:lnTo>
                  <a:pt x="818441" y="51381"/>
                </a:lnTo>
                <a:lnTo>
                  <a:pt x="817894" y="51896"/>
                </a:lnTo>
                <a:lnTo>
                  <a:pt x="817363" y="52422"/>
                </a:lnTo>
                <a:lnTo>
                  <a:pt x="816850" y="52960"/>
                </a:lnTo>
                <a:lnTo>
                  <a:pt x="816353" y="53508"/>
                </a:lnTo>
                <a:lnTo>
                  <a:pt x="815873" y="54068"/>
                </a:lnTo>
                <a:lnTo>
                  <a:pt x="815410" y="54639"/>
                </a:lnTo>
                <a:lnTo>
                  <a:pt x="814961" y="55222"/>
                </a:lnTo>
                <a:lnTo>
                  <a:pt x="814522" y="55821"/>
                </a:lnTo>
                <a:lnTo>
                  <a:pt x="814095" y="56435"/>
                </a:lnTo>
                <a:lnTo>
                  <a:pt x="813677" y="57063"/>
                </a:lnTo>
                <a:lnTo>
                  <a:pt x="813271" y="57707"/>
                </a:lnTo>
                <a:lnTo>
                  <a:pt x="812875" y="58366"/>
                </a:lnTo>
                <a:lnTo>
                  <a:pt x="812490" y="59040"/>
                </a:lnTo>
                <a:lnTo>
                  <a:pt x="812115" y="59729"/>
                </a:lnTo>
                <a:lnTo>
                  <a:pt x="811752" y="60433"/>
                </a:lnTo>
                <a:lnTo>
                  <a:pt x="811398" y="61152"/>
                </a:lnTo>
                <a:lnTo>
                  <a:pt x="811056" y="61886"/>
                </a:lnTo>
                <a:lnTo>
                  <a:pt x="810724" y="62634"/>
                </a:lnTo>
                <a:lnTo>
                  <a:pt x="810403" y="63398"/>
                </a:lnTo>
                <a:lnTo>
                  <a:pt x="810093" y="64177"/>
                </a:lnTo>
                <a:lnTo>
                  <a:pt x="809793" y="64971"/>
                </a:lnTo>
                <a:lnTo>
                  <a:pt x="809504" y="65780"/>
                </a:lnTo>
                <a:lnTo>
                  <a:pt x="809225" y="66605"/>
                </a:lnTo>
                <a:lnTo>
                  <a:pt x="808958" y="67444"/>
                </a:lnTo>
                <a:lnTo>
                  <a:pt x="808701" y="68298"/>
                </a:lnTo>
                <a:lnTo>
                  <a:pt x="808454" y="69167"/>
                </a:lnTo>
                <a:lnTo>
                  <a:pt x="808218" y="70051"/>
                </a:lnTo>
                <a:lnTo>
                  <a:pt x="807993" y="70950"/>
                </a:lnTo>
                <a:lnTo>
                  <a:pt x="807779" y="71864"/>
                </a:lnTo>
                <a:lnTo>
                  <a:pt x="807575" y="72794"/>
                </a:lnTo>
                <a:lnTo>
                  <a:pt x="825030" y="75174"/>
                </a:lnTo>
                <a:lnTo>
                  <a:pt x="825275" y="74252"/>
                </a:lnTo>
                <a:lnTo>
                  <a:pt x="825531" y="73353"/>
                </a:lnTo>
                <a:lnTo>
                  <a:pt x="825798" y="72478"/>
                </a:lnTo>
                <a:lnTo>
                  <a:pt x="826075" y="71627"/>
                </a:lnTo>
                <a:lnTo>
                  <a:pt x="826364" y="70799"/>
                </a:lnTo>
                <a:lnTo>
                  <a:pt x="826663" y="69995"/>
                </a:lnTo>
                <a:lnTo>
                  <a:pt x="826973" y="69214"/>
                </a:lnTo>
                <a:lnTo>
                  <a:pt x="827294" y="68457"/>
                </a:lnTo>
                <a:lnTo>
                  <a:pt x="827626" y="67724"/>
                </a:lnTo>
                <a:lnTo>
                  <a:pt x="827969" y="67014"/>
                </a:lnTo>
                <a:lnTo>
                  <a:pt x="828323" y="66328"/>
                </a:lnTo>
                <a:lnTo>
                  <a:pt x="828687" y="65665"/>
                </a:lnTo>
                <a:lnTo>
                  <a:pt x="829062" y="65026"/>
                </a:lnTo>
                <a:lnTo>
                  <a:pt x="829448" y="64411"/>
                </a:lnTo>
                <a:lnTo>
                  <a:pt x="829845" y="63819"/>
                </a:lnTo>
                <a:lnTo>
                  <a:pt x="830253" y="63251"/>
                </a:lnTo>
                <a:lnTo>
                  <a:pt x="830672" y="62706"/>
                </a:lnTo>
                <a:lnTo>
                  <a:pt x="831101" y="62185"/>
                </a:lnTo>
                <a:lnTo>
                  <a:pt x="831542" y="61688"/>
                </a:lnTo>
                <a:lnTo>
                  <a:pt x="831993" y="61214"/>
                </a:lnTo>
                <a:lnTo>
                  <a:pt x="832455" y="60763"/>
                </a:lnTo>
                <a:lnTo>
                  <a:pt x="832928" y="60337"/>
                </a:lnTo>
                <a:lnTo>
                  <a:pt x="833411" y="59933"/>
                </a:lnTo>
                <a:lnTo>
                  <a:pt x="833906" y="59554"/>
                </a:lnTo>
                <a:lnTo>
                  <a:pt x="834417" y="59194"/>
                </a:lnTo>
                <a:lnTo>
                  <a:pt x="834952" y="58849"/>
                </a:lnTo>
                <a:lnTo>
                  <a:pt x="835509" y="58520"/>
                </a:lnTo>
                <a:lnTo>
                  <a:pt x="836089" y="58205"/>
                </a:lnTo>
                <a:lnTo>
                  <a:pt x="836692" y="57907"/>
                </a:lnTo>
                <a:lnTo>
                  <a:pt x="837318" y="57623"/>
                </a:lnTo>
                <a:lnTo>
                  <a:pt x="837967" y="57355"/>
                </a:lnTo>
                <a:lnTo>
                  <a:pt x="838639" y="57102"/>
                </a:lnTo>
                <a:lnTo>
                  <a:pt x="839333" y="56865"/>
                </a:lnTo>
                <a:lnTo>
                  <a:pt x="840051" y="56642"/>
                </a:lnTo>
                <a:lnTo>
                  <a:pt x="840791" y="56435"/>
                </a:lnTo>
                <a:lnTo>
                  <a:pt x="841555" y="56244"/>
                </a:lnTo>
                <a:lnTo>
                  <a:pt x="842341" y="56068"/>
                </a:lnTo>
                <a:lnTo>
                  <a:pt x="843150" y="55907"/>
                </a:lnTo>
                <a:lnTo>
                  <a:pt x="843982" y="55761"/>
                </a:lnTo>
                <a:lnTo>
                  <a:pt x="844837" y="55631"/>
                </a:lnTo>
                <a:lnTo>
                  <a:pt x="845715" y="55516"/>
                </a:lnTo>
                <a:lnTo>
                  <a:pt x="846616" y="55416"/>
                </a:lnTo>
                <a:lnTo>
                  <a:pt x="847539" y="55332"/>
                </a:lnTo>
                <a:lnTo>
                  <a:pt x="848486" y="55263"/>
                </a:lnTo>
                <a:lnTo>
                  <a:pt x="849455" y="55210"/>
                </a:lnTo>
                <a:lnTo>
                  <a:pt x="850448" y="55171"/>
                </a:lnTo>
                <a:lnTo>
                  <a:pt x="851463" y="55148"/>
                </a:lnTo>
                <a:lnTo>
                  <a:pt x="852501" y="55141"/>
                </a:lnTo>
                <a:lnTo>
                  <a:pt x="853614" y="55151"/>
                </a:lnTo>
                <a:lnTo>
                  <a:pt x="854703" y="55182"/>
                </a:lnTo>
                <a:lnTo>
                  <a:pt x="855769" y="55235"/>
                </a:lnTo>
                <a:lnTo>
                  <a:pt x="856812" y="55308"/>
                </a:lnTo>
                <a:lnTo>
                  <a:pt x="857833" y="55402"/>
                </a:lnTo>
                <a:lnTo>
                  <a:pt x="858830" y="55517"/>
                </a:lnTo>
                <a:lnTo>
                  <a:pt x="859804" y="55653"/>
                </a:lnTo>
                <a:lnTo>
                  <a:pt x="860755" y="55810"/>
                </a:lnTo>
                <a:lnTo>
                  <a:pt x="861682" y="55988"/>
                </a:lnTo>
                <a:lnTo>
                  <a:pt x="862587" y="56187"/>
                </a:lnTo>
                <a:lnTo>
                  <a:pt x="863469" y="56407"/>
                </a:lnTo>
                <a:lnTo>
                  <a:pt x="864328" y="56648"/>
                </a:lnTo>
                <a:lnTo>
                  <a:pt x="865163" y="56909"/>
                </a:lnTo>
                <a:lnTo>
                  <a:pt x="865976" y="57192"/>
                </a:lnTo>
                <a:lnTo>
                  <a:pt x="866765" y="57495"/>
                </a:lnTo>
                <a:lnTo>
                  <a:pt x="867531" y="57820"/>
                </a:lnTo>
                <a:lnTo>
                  <a:pt x="868275" y="58165"/>
                </a:lnTo>
                <a:lnTo>
                  <a:pt x="868995" y="58531"/>
                </a:lnTo>
                <a:lnTo>
                  <a:pt x="869692" y="58919"/>
                </a:lnTo>
                <a:lnTo>
                  <a:pt x="870366" y="59327"/>
                </a:lnTo>
                <a:lnTo>
                  <a:pt x="871017" y="59756"/>
                </a:lnTo>
                <a:lnTo>
                  <a:pt x="871645" y="60206"/>
                </a:lnTo>
                <a:lnTo>
                  <a:pt x="872250" y="60677"/>
                </a:lnTo>
                <a:lnTo>
                  <a:pt x="872832" y="61169"/>
                </a:lnTo>
                <a:lnTo>
                  <a:pt x="873244" y="61550"/>
                </a:lnTo>
                <a:lnTo>
                  <a:pt x="873640" y="61954"/>
                </a:lnTo>
                <a:lnTo>
                  <a:pt x="874017" y="62380"/>
                </a:lnTo>
                <a:lnTo>
                  <a:pt x="874377" y="62828"/>
                </a:lnTo>
                <a:lnTo>
                  <a:pt x="874720" y="63299"/>
                </a:lnTo>
                <a:lnTo>
                  <a:pt x="875045" y="63792"/>
                </a:lnTo>
                <a:lnTo>
                  <a:pt x="875352" y="64308"/>
                </a:lnTo>
                <a:lnTo>
                  <a:pt x="875642" y="64845"/>
                </a:lnTo>
                <a:lnTo>
                  <a:pt x="875914" y="65405"/>
                </a:lnTo>
                <a:lnTo>
                  <a:pt x="876169" y="65987"/>
                </a:lnTo>
                <a:lnTo>
                  <a:pt x="876406" y="66592"/>
                </a:lnTo>
                <a:lnTo>
                  <a:pt x="876625" y="67219"/>
                </a:lnTo>
                <a:lnTo>
                  <a:pt x="876827" y="67868"/>
                </a:lnTo>
                <a:lnTo>
                  <a:pt x="877012" y="68540"/>
                </a:lnTo>
                <a:lnTo>
                  <a:pt x="877178" y="69233"/>
                </a:lnTo>
                <a:lnTo>
                  <a:pt x="877328" y="69950"/>
                </a:lnTo>
                <a:lnTo>
                  <a:pt x="877459" y="70688"/>
                </a:lnTo>
                <a:lnTo>
                  <a:pt x="877573" y="71449"/>
                </a:lnTo>
                <a:lnTo>
                  <a:pt x="877670" y="72232"/>
                </a:lnTo>
                <a:lnTo>
                  <a:pt x="877749" y="73037"/>
                </a:lnTo>
                <a:lnTo>
                  <a:pt x="877811" y="73865"/>
                </a:lnTo>
                <a:lnTo>
                  <a:pt x="877854" y="74715"/>
                </a:lnTo>
                <a:lnTo>
                  <a:pt x="877881" y="75587"/>
                </a:lnTo>
                <a:lnTo>
                  <a:pt x="877890" y="76482"/>
                </a:lnTo>
                <a:lnTo>
                  <a:pt x="877889" y="76569"/>
                </a:lnTo>
                <a:lnTo>
                  <a:pt x="877889" y="76665"/>
                </a:lnTo>
                <a:lnTo>
                  <a:pt x="877888" y="76770"/>
                </a:lnTo>
                <a:lnTo>
                  <a:pt x="877887" y="76885"/>
                </a:lnTo>
                <a:lnTo>
                  <a:pt x="877885" y="77009"/>
                </a:lnTo>
                <a:lnTo>
                  <a:pt x="877883" y="77142"/>
                </a:lnTo>
                <a:lnTo>
                  <a:pt x="877881" y="77285"/>
                </a:lnTo>
                <a:lnTo>
                  <a:pt x="877879" y="77437"/>
                </a:lnTo>
                <a:lnTo>
                  <a:pt x="877876" y="77598"/>
                </a:lnTo>
                <a:lnTo>
                  <a:pt x="877872" y="77768"/>
                </a:lnTo>
                <a:lnTo>
                  <a:pt x="877869" y="77948"/>
                </a:lnTo>
                <a:lnTo>
                  <a:pt x="877865" y="78137"/>
                </a:lnTo>
                <a:lnTo>
                  <a:pt x="877861" y="78335"/>
                </a:lnTo>
                <a:lnTo>
                  <a:pt x="877856" y="78542"/>
                </a:lnTo>
                <a:lnTo>
                  <a:pt x="877851" y="78759"/>
                </a:lnTo>
                <a:lnTo>
                  <a:pt x="877846" y="78984"/>
                </a:lnTo>
                <a:lnTo>
                  <a:pt x="877840" y="79219"/>
                </a:lnTo>
                <a:lnTo>
                  <a:pt x="877834" y="79464"/>
                </a:lnTo>
                <a:lnTo>
                  <a:pt x="877827" y="79717"/>
                </a:lnTo>
                <a:lnTo>
                  <a:pt x="877821" y="79980"/>
                </a:lnTo>
                <a:lnTo>
                  <a:pt x="877814" y="80252"/>
                </a:lnTo>
                <a:lnTo>
                  <a:pt x="877806" y="80534"/>
                </a:lnTo>
                <a:lnTo>
                  <a:pt x="877799" y="80824"/>
                </a:lnTo>
                <a:lnTo>
                  <a:pt x="877790" y="81124"/>
                </a:lnTo>
                <a:lnTo>
                  <a:pt x="876919" y="81418"/>
                </a:lnTo>
                <a:lnTo>
                  <a:pt x="876009" y="81708"/>
                </a:lnTo>
                <a:lnTo>
                  <a:pt x="875059" y="81995"/>
                </a:lnTo>
                <a:lnTo>
                  <a:pt x="874069" y="82279"/>
                </a:lnTo>
                <a:lnTo>
                  <a:pt x="873039" y="82559"/>
                </a:lnTo>
                <a:lnTo>
                  <a:pt x="871970" y="82835"/>
                </a:lnTo>
                <a:lnTo>
                  <a:pt x="870862" y="83109"/>
                </a:lnTo>
                <a:lnTo>
                  <a:pt x="869713" y="83378"/>
                </a:lnTo>
                <a:lnTo>
                  <a:pt x="868525" y="83645"/>
                </a:lnTo>
                <a:lnTo>
                  <a:pt x="867298" y="83908"/>
                </a:lnTo>
                <a:lnTo>
                  <a:pt x="866031" y="84167"/>
                </a:lnTo>
                <a:lnTo>
                  <a:pt x="864724" y="84423"/>
                </a:lnTo>
                <a:lnTo>
                  <a:pt x="863378" y="84676"/>
                </a:lnTo>
                <a:lnTo>
                  <a:pt x="861992" y="84925"/>
                </a:lnTo>
                <a:lnTo>
                  <a:pt x="860567" y="85171"/>
                </a:lnTo>
                <a:lnTo>
                  <a:pt x="859102" y="85413"/>
                </a:lnTo>
                <a:lnTo>
                  <a:pt x="857597" y="85652"/>
                </a:lnTo>
                <a:lnTo>
                  <a:pt x="856053" y="85888"/>
                </a:lnTo>
                <a:lnTo>
                  <a:pt x="854469" y="86120"/>
                </a:lnTo>
                <a:lnTo>
                  <a:pt x="852845" y="86349"/>
                </a:lnTo>
                <a:lnTo>
                  <a:pt x="851182" y="86574"/>
                </a:lnTo>
                <a:lnTo>
                  <a:pt x="849480" y="86796"/>
                </a:lnTo>
                <a:lnTo>
                  <a:pt x="847737" y="87015"/>
                </a:lnTo>
                <a:lnTo>
                  <a:pt x="845956" y="87230"/>
                </a:lnTo>
                <a:lnTo>
                  <a:pt x="845081" y="87337"/>
                </a:lnTo>
                <a:lnTo>
                  <a:pt x="844224" y="87445"/>
                </a:lnTo>
                <a:lnTo>
                  <a:pt x="843386" y="87553"/>
                </a:lnTo>
                <a:lnTo>
                  <a:pt x="842567" y="87662"/>
                </a:lnTo>
                <a:lnTo>
                  <a:pt x="841767" y="87771"/>
                </a:lnTo>
                <a:lnTo>
                  <a:pt x="840985" y="87881"/>
                </a:lnTo>
                <a:lnTo>
                  <a:pt x="840221" y="87990"/>
                </a:lnTo>
                <a:lnTo>
                  <a:pt x="839476" y="88100"/>
                </a:lnTo>
                <a:lnTo>
                  <a:pt x="838750" y="88211"/>
                </a:lnTo>
                <a:lnTo>
                  <a:pt x="838042" y="88322"/>
                </a:lnTo>
                <a:lnTo>
                  <a:pt x="837353" y="88433"/>
                </a:lnTo>
                <a:lnTo>
                  <a:pt x="836683" y="88544"/>
                </a:lnTo>
                <a:lnTo>
                  <a:pt x="836031" y="88656"/>
                </a:lnTo>
                <a:lnTo>
                  <a:pt x="835398" y="88768"/>
                </a:lnTo>
                <a:lnTo>
                  <a:pt x="834783" y="88881"/>
                </a:lnTo>
                <a:lnTo>
                  <a:pt x="834187" y="88994"/>
                </a:lnTo>
                <a:lnTo>
                  <a:pt x="833610" y="89107"/>
                </a:lnTo>
                <a:lnTo>
                  <a:pt x="833051" y="89221"/>
                </a:lnTo>
                <a:lnTo>
                  <a:pt x="832510" y="89335"/>
                </a:lnTo>
                <a:lnTo>
                  <a:pt x="831989" y="89449"/>
                </a:lnTo>
                <a:lnTo>
                  <a:pt x="831486" y="89564"/>
                </a:lnTo>
                <a:lnTo>
                  <a:pt x="831001" y="89679"/>
                </a:lnTo>
                <a:lnTo>
                  <a:pt x="830535" y="89795"/>
                </a:lnTo>
                <a:lnTo>
                  <a:pt x="830088" y="89910"/>
                </a:lnTo>
                <a:lnTo>
                  <a:pt x="829495" y="90079"/>
                </a:lnTo>
                <a:lnTo>
                  <a:pt x="828908" y="90254"/>
                </a:lnTo>
                <a:lnTo>
                  <a:pt x="828325" y="90436"/>
                </a:lnTo>
                <a:lnTo>
                  <a:pt x="827748" y="90624"/>
                </a:lnTo>
                <a:lnTo>
                  <a:pt x="827175" y="90819"/>
                </a:lnTo>
                <a:lnTo>
                  <a:pt x="826607" y="91020"/>
                </a:lnTo>
                <a:lnTo>
                  <a:pt x="826045" y="91228"/>
                </a:lnTo>
                <a:lnTo>
                  <a:pt x="825487" y="91442"/>
                </a:lnTo>
                <a:lnTo>
                  <a:pt x="824935" y="91663"/>
                </a:lnTo>
                <a:lnTo>
                  <a:pt x="824387" y="91891"/>
                </a:lnTo>
                <a:lnTo>
                  <a:pt x="823844" y="92125"/>
                </a:lnTo>
                <a:lnTo>
                  <a:pt x="823307" y="92366"/>
                </a:lnTo>
                <a:lnTo>
                  <a:pt x="822774" y="92613"/>
                </a:lnTo>
                <a:lnTo>
                  <a:pt x="822247" y="92867"/>
                </a:lnTo>
                <a:lnTo>
                  <a:pt x="821724" y="93127"/>
                </a:lnTo>
                <a:lnTo>
                  <a:pt x="821206" y="93394"/>
                </a:lnTo>
                <a:lnTo>
                  <a:pt x="820694" y="93667"/>
                </a:lnTo>
                <a:lnTo>
                  <a:pt x="820186" y="93947"/>
                </a:lnTo>
                <a:lnTo>
                  <a:pt x="819683" y="94234"/>
                </a:lnTo>
                <a:lnTo>
                  <a:pt x="819186" y="94527"/>
                </a:lnTo>
                <a:lnTo>
                  <a:pt x="818693" y="94826"/>
                </a:lnTo>
                <a:lnTo>
                  <a:pt x="818205" y="95133"/>
                </a:lnTo>
                <a:lnTo>
                  <a:pt x="817723" y="95445"/>
                </a:lnTo>
                <a:lnTo>
                  <a:pt x="817245" y="95765"/>
                </a:lnTo>
                <a:lnTo>
                  <a:pt x="816773" y="96092"/>
                </a:lnTo>
                <a:lnTo>
                  <a:pt x="816310" y="96427"/>
                </a:lnTo>
                <a:lnTo>
                  <a:pt x="815853" y="96772"/>
                </a:lnTo>
                <a:lnTo>
                  <a:pt x="815405" y="97125"/>
                </a:lnTo>
                <a:lnTo>
                  <a:pt x="814963" y="97487"/>
                </a:lnTo>
                <a:lnTo>
                  <a:pt x="814530" y="97858"/>
                </a:lnTo>
                <a:lnTo>
                  <a:pt x="814104" y="98238"/>
                </a:lnTo>
                <a:lnTo>
                  <a:pt x="813686" y="98627"/>
                </a:lnTo>
                <a:lnTo>
                  <a:pt x="813275" y="99024"/>
                </a:lnTo>
                <a:lnTo>
                  <a:pt x="812872" y="99430"/>
                </a:lnTo>
                <a:lnTo>
                  <a:pt x="812476" y="99845"/>
                </a:lnTo>
                <a:lnTo>
                  <a:pt x="812088" y="100269"/>
                </a:lnTo>
                <a:lnTo>
                  <a:pt x="811707" y="100701"/>
                </a:lnTo>
                <a:lnTo>
                  <a:pt x="811334" y="101142"/>
                </a:lnTo>
                <a:lnTo>
                  <a:pt x="810969" y="101592"/>
                </a:lnTo>
                <a:lnTo>
                  <a:pt x="810611" y="102051"/>
                </a:lnTo>
                <a:lnTo>
                  <a:pt x="810261" y="102519"/>
                </a:lnTo>
                <a:lnTo>
                  <a:pt x="809918" y="102995"/>
                </a:lnTo>
                <a:lnTo>
                  <a:pt x="809583" y="103481"/>
                </a:lnTo>
                <a:lnTo>
                  <a:pt x="809256" y="103975"/>
                </a:lnTo>
                <a:lnTo>
                  <a:pt x="808936" y="104477"/>
                </a:lnTo>
                <a:lnTo>
                  <a:pt x="808624" y="104989"/>
                </a:lnTo>
                <a:lnTo>
                  <a:pt x="808319" y="105509"/>
                </a:lnTo>
                <a:lnTo>
                  <a:pt x="808022" y="106038"/>
                </a:lnTo>
                <a:lnTo>
                  <a:pt x="807734" y="106574"/>
                </a:lnTo>
                <a:lnTo>
                  <a:pt x="807459" y="107114"/>
                </a:lnTo>
                <a:lnTo>
                  <a:pt x="807197" y="107659"/>
                </a:lnTo>
                <a:lnTo>
                  <a:pt x="806946" y="108209"/>
                </a:lnTo>
                <a:lnTo>
                  <a:pt x="806708" y="108763"/>
                </a:lnTo>
                <a:lnTo>
                  <a:pt x="806481" y="109322"/>
                </a:lnTo>
                <a:lnTo>
                  <a:pt x="806267" y="109886"/>
                </a:lnTo>
                <a:lnTo>
                  <a:pt x="806066" y="110454"/>
                </a:lnTo>
                <a:lnTo>
                  <a:pt x="805876" y="111027"/>
                </a:lnTo>
                <a:lnTo>
                  <a:pt x="805699" y="111604"/>
                </a:lnTo>
                <a:lnTo>
                  <a:pt x="805534" y="112186"/>
                </a:lnTo>
                <a:lnTo>
                  <a:pt x="805381" y="112773"/>
                </a:lnTo>
                <a:lnTo>
                  <a:pt x="805241" y="113364"/>
                </a:lnTo>
                <a:lnTo>
                  <a:pt x="805112" y="113961"/>
                </a:lnTo>
                <a:lnTo>
                  <a:pt x="804996" y="114561"/>
                </a:lnTo>
                <a:lnTo>
                  <a:pt x="804892" y="115167"/>
                </a:lnTo>
                <a:lnTo>
                  <a:pt x="804800" y="115777"/>
                </a:lnTo>
                <a:lnTo>
                  <a:pt x="804721" y="116391"/>
                </a:lnTo>
                <a:lnTo>
                  <a:pt x="804654" y="117011"/>
                </a:lnTo>
                <a:lnTo>
                  <a:pt x="804599" y="117635"/>
                </a:lnTo>
                <a:lnTo>
                  <a:pt x="804556" y="118263"/>
                </a:lnTo>
                <a:lnTo>
                  <a:pt x="804525" y="118896"/>
                </a:lnTo>
                <a:lnTo>
                  <a:pt x="804507" y="119534"/>
                </a:lnTo>
                <a:lnTo>
                  <a:pt x="804501" y="120177"/>
                </a:lnTo>
                <a:lnTo>
                  <a:pt x="804517" y="121269"/>
                </a:lnTo>
                <a:lnTo>
                  <a:pt x="804566" y="122344"/>
                </a:lnTo>
                <a:lnTo>
                  <a:pt x="804647" y="123403"/>
                </a:lnTo>
                <a:lnTo>
                  <a:pt x="804760" y="124446"/>
                </a:lnTo>
                <a:lnTo>
                  <a:pt x="804906" y="125472"/>
                </a:lnTo>
                <a:lnTo>
                  <a:pt x="805084" y="126482"/>
                </a:lnTo>
                <a:lnTo>
                  <a:pt x="805294" y="127476"/>
                </a:lnTo>
                <a:lnTo>
                  <a:pt x="805537" y="128453"/>
                </a:lnTo>
                <a:lnTo>
                  <a:pt x="805812" y="129414"/>
                </a:lnTo>
                <a:lnTo>
                  <a:pt x="806119" y="130358"/>
                </a:lnTo>
                <a:lnTo>
                  <a:pt x="806459" y="131286"/>
                </a:lnTo>
                <a:lnTo>
                  <a:pt x="806832" y="132198"/>
                </a:lnTo>
                <a:lnTo>
                  <a:pt x="807236" y="133093"/>
                </a:lnTo>
                <a:lnTo>
                  <a:pt x="807673" y="133972"/>
                </a:lnTo>
                <a:lnTo>
                  <a:pt x="808143" y="134835"/>
                </a:lnTo>
                <a:lnTo>
                  <a:pt x="808644" y="135681"/>
                </a:lnTo>
                <a:lnTo>
                  <a:pt x="809178" y="136511"/>
                </a:lnTo>
                <a:lnTo>
                  <a:pt x="809745" y="137325"/>
                </a:lnTo>
                <a:lnTo>
                  <a:pt x="810344" y="138122"/>
                </a:lnTo>
                <a:lnTo>
                  <a:pt x="810975" y="138902"/>
                </a:lnTo>
                <a:lnTo>
                  <a:pt x="811638" y="139667"/>
                </a:lnTo>
                <a:lnTo>
                  <a:pt x="812334" y="140415"/>
                </a:lnTo>
                <a:lnTo>
                  <a:pt x="813063" y="141147"/>
                </a:lnTo>
                <a:lnTo>
                  <a:pt x="813823" y="141862"/>
                </a:lnTo>
                <a:lnTo>
                  <a:pt x="814614" y="142554"/>
                </a:lnTo>
                <a:lnTo>
                  <a:pt x="815433" y="143217"/>
                </a:lnTo>
                <a:lnTo>
                  <a:pt x="816279" y="143851"/>
                </a:lnTo>
                <a:lnTo>
                  <a:pt x="817154" y="144455"/>
                </a:lnTo>
                <a:lnTo>
                  <a:pt x="818056" y="145029"/>
                </a:lnTo>
                <a:lnTo>
                  <a:pt x="818987" y="145574"/>
                </a:lnTo>
                <a:lnTo>
                  <a:pt x="819945" y="146090"/>
                </a:lnTo>
                <a:lnTo>
                  <a:pt x="820931" y="146576"/>
                </a:lnTo>
                <a:lnTo>
                  <a:pt x="821945" y="147033"/>
                </a:lnTo>
                <a:lnTo>
                  <a:pt x="822987" y="147460"/>
                </a:lnTo>
                <a:lnTo>
                  <a:pt x="824056" y="147858"/>
                </a:lnTo>
                <a:lnTo>
                  <a:pt x="825154" y="148226"/>
                </a:lnTo>
                <a:lnTo>
                  <a:pt x="826279" y="148565"/>
                </a:lnTo>
                <a:lnTo>
                  <a:pt x="827433" y="148874"/>
                </a:lnTo>
                <a:lnTo>
                  <a:pt x="828614" y="149154"/>
                </a:lnTo>
                <a:lnTo>
                  <a:pt x="829823" y="149405"/>
                </a:lnTo>
                <a:lnTo>
                  <a:pt x="831060" y="149626"/>
                </a:lnTo>
                <a:lnTo>
                  <a:pt x="832325" y="149817"/>
                </a:lnTo>
                <a:lnTo>
                  <a:pt x="833618" y="149979"/>
                </a:lnTo>
                <a:lnTo>
                  <a:pt x="834939" y="150112"/>
                </a:lnTo>
                <a:lnTo>
                  <a:pt x="836288" y="150215"/>
                </a:lnTo>
                <a:lnTo>
                  <a:pt x="837664" y="150289"/>
                </a:lnTo>
                <a:lnTo>
                  <a:pt x="839069" y="150333"/>
                </a:lnTo>
                <a:lnTo>
                  <a:pt x="840501" y="150347"/>
                </a:lnTo>
                <a:lnTo>
                  <a:pt x="841375" y="150341"/>
                </a:lnTo>
                <a:lnTo>
                  <a:pt x="842244" y="150323"/>
                </a:lnTo>
                <a:lnTo>
                  <a:pt x="843108" y="150293"/>
                </a:lnTo>
                <a:lnTo>
                  <a:pt x="843968" y="150251"/>
                </a:lnTo>
                <a:lnTo>
                  <a:pt x="844823" y="150197"/>
                </a:lnTo>
                <a:lnTo>
                  <a:pt x="845674" y="150130"/>
                </a:lnTo>
                <a:lnTo>
                  <a:pt x="846519" y="150052"/>
                </a:lnTo>
                <a:lnTo>
                  <a:pt x="847361" y="149961"/>
                </a:lnTo>
                <a:lnTo>
                  <a:pt x="848197" y="149859"/>
                </a:lnTo>
                <a:lnTo>
                  <a:pt x="849029" y="149744"/>
                </a:lnTo>
                <a:lnTo>
                  <a:pt x="849856" y="149618"/>
                </a:lnTo>
                <a:lnTo>
                  <a:pt x="850679" y="149479"/>
                </a:lnTo>
                <a:lnTo>
                  <a:pt x="851497" y="149328"/>
                </a:lnTo>
                <a:lnTo>
                  <a:pt x="852310" y="149165"/>
                </a:lnTo>
                <a:lnTo>
                  <a:pt x="853119" y="148990"/>
                </a:lnTo>
                <a:lnTo>
                  <a:pt x="853923" y="148803"/>
                </a:lnTo>
                <a:lnTo>
                  <a:pt x="854722" y="148604"/>
                </a:lnTo>
                <a:lnTo>
                  <a:pt x="855517" y="148393"/>
                </a:lnTo>
                <a:lnTo>
                  <a:pt x="856307" y="148170"/>
                </a:lnTo>
                <a:lnTo>
                  <a:pt x="857092" y="147935"/>
                </a:lnTo>
                <a:lnTo>
                  <a:pt x="857873" y="147688"/>
                </a:lnTo>
                <a:lnTo>
                  <a:pt x="858649" y="147428"/>
                </a:lnTo>
                <a:lnTo>
                  <a:pt x="859420" y="147157"/>
                </a:lnTo>
                <a:lnTo>
                  <a:pt x="860187" y="146873"/>
                </a:lnTo>
                <a:lnTo>
                  <a:pt x="860953" y="146575"/>
                </a:lnTo>
                <a:lnTo>
                  <a:pt x="861721" y="146260"/>
                </a:lnTo>
                <a:lnTo>
                  <a:pt x="862492" y="145927"/>
                </a:lnTo>
                <a:lnTo>
                  <a:pt x="863266" y="145577"/>
                </a:lnTo>
                <a:lnTo>
                  <a:pt x="864042" y="145210"/>
                </a:lnTo>
                <a:lnTo>
                  <a:pt x="864820" y="144826"/>
                </a:lnTo>
                <a:lnTo>
                  <a:pt x="865602" y="144425"/>
                </a:lnTo>
                <a:lnTo>
                  <a:pt x="866385" y="144006"/>
                </a:lnTo>
                <a:lnTo>
                  <a:pt x="867172" y="143570"/>
                </a:lnTo>
                <a:lnTo>
                  <a:pt x="867961" y="143117"/>
                </a:lnTo>
                <a:lnTo>
                  <a:pt x="868752" y="142646"/>
                </a:lnTo>
                <a:lnTo>
                  <a:pt x="869547" y="142159"/>
                </a:lnTo>
                <a:lnTo>
                  <a:pt x="870343" y="141654"/>
                </a:lnTo>
                <a:lnTo>
                  <a:pt x="871143" y="141132"/>
                </a:lnTo>
                <a:lnTo>
                  <a:pt x="871945" y="140592"/>
                </a:lnTo>
                <a:lnTo>
                  <a:pt x="872749" y="140036"/>
                </a:lnTo>
                <a:lnTo>
                  <a:pt x="873556" y="139462"/>
                </a:lnTo>
                <a:lnTo>
                  <a:pt x="874366" y="138871"/>
                </a:lnTo>
                <a:lnTo>
                  <a:pt x="875178" y="138263"/>
                </a:lnTo>
                <a:lnTo>
                  <a:pt x="875993" y="137637"/>
                </a:lnTo>
                <a:lnTo>
                  <a:pt x="876810" y="136995"/>
                </a:lnTo>
                <a:lnTo>
                  <a:pt x="877630" y="136335"/>
                </a:lnTo>
                <a:lnTo>
                  <a:pt x="878453" y="135658"/>
                </a:lnTo>
                <a:lnTo>
                  <a:pt x="879278" y="134963"/>
                </a:lnTo>
                <a:lnTo>
                  <a:pt x="879348" y="135580"/>
                </a:lnTo>
                <a:lnTo>
                  <a:pt x="879424" y="136191"/>
                </a:lnTo>
                <a:lnTo>
                  <a:pt x="879507" y="136795"/>
                </a:lnTo>
                <a:lnTo>
                  <a:pt x="879598" y="137392"/>
                </a:lnTo>
                <a:lnTo>
                  <a:pt x="879695" y="137983"/>
                </a:lnTo>
                <a:lnTo>
                  <a:pt x="879799" y="138567"/>
                </a:lnTo>
                <a:close/>
                <a:moveTo>
                  <a:pt x="877666" y="106275"/>
                </a:moveTo>
                <a:lnTo>
                  <a:pt x="877611" y="107153"/>
                </a:lnTo>
                <a:lnTo>
                  <a:pt x="877546" y="108010"/>
                </a:lnTo>
                <a:lnTo>
                  <a:pt x="877471" y="108848"/>
                </a:lnTo>
                <a:lnTo>
                  <a:pt x="877386" y="109666"/>
                </a:lnTo>
                <a:lnTo>
                  <a:pt x="877291" y="110463"/>
                </a:lnTo>
                <a:lnTo>
                  <a:pt x="877186" y="111241"/>
                </a:lnTo>
                <a:lnTo>
                  <a:pt x="877071" y="111998"/>
                </a:lnTo>
                <a:lnTo>
                  <a:pt x="876947" y="112736"/>
                </a:lnTo>
                <a:lnTo>
                  <a:pt x="876812" y="113453"/>
                </a:lnTo>
                <a:lnTo>
                  <a:pt x="876667" y="114150"/>
                </a:lnTo>
                <a:lnTo>
                  <a:pt x="876512" y="114827"/>
                </a:lnTo>
                <a:lnTo>
                  <a:pt x="876347" y="115485"/>
                </a:lnTo>
                <a:lnTo>
                  <a:pt x="876173" y="116122"/>
                </a:lnTo>
                <a:lnTo>
                  <a:pt x="875988" y="116739"/>
                </a:lnTo>
                <a:lnTo>
                  <a:pt x="875793" y="117336"/>
                </a:lnTo>
                <a:lnTo>
                  <a:pt x="875588" y="117913"/>
                </a:lnTo>
                <a:lnTo>
                  <a:pt x="875374" y="118469"/>
                </a:lnTo>
                <a:lnTo>
                  <a:pt x="875149" y="119006"/>
                </a:lnTo>
                <a:lnTo>
                  <a:pt x="874914" y="119523"/>
                </a:lnTo>
                <a:lnTo>
                  <a:pt x="874593" y="120173"/>
                </a:lnTo>
                <a:lnTo>
                  <a:pt x="874257" y="120812"/>
                </a:lnTo>
                <a:lnTo>
                  <a:pt x="873906" y="121439"/>
                </a:lnTo>
                <a:lnTo>
                  <a:pt x="873540" y="122054"/>
                </a:lnTo>
                <a:lnTo>
                  <a:pt x="873159" y="122658"/>
                </a:lnTo>
                <a:lnTo>
                  <a:pt x="872764" y="123250"/>
                </a:lnTo>
                <a:lnTo>
                  <a:pt x="872353" y="123831"/>
                </a:lnTo>
                <a:lnTo>
                  <a:pt x="871928" y="124400"/>
                </a:lnTo>
                <a:lnTo>
                  <a:pt x="871488" y="124958"/>
                </a:lnTo>
                <a:lnTo>
                  <a:pt x="871034" y="125503"/>
                </a:lnTo>
                <a:lnTo>
                  <a:pt x="870564" y="126038"/>
                </a:lnTo>
                <a:lnTo>
                  <a:pt x="870080" y="126560"/>
                </a:lnTo>
                <a:lnTo>
                  <a:pt x="869581" y="127072"/>
                </a:lnTo>
                <a:lnTo>
                  <a:pt x="869067" y="127571"/>
                </a:lnTo>
                <a:lnTo>
                  <a:pt x="868538" y="128059"/>
                </a:lnTo>
                <a:lnTo>
                  <a:pt x="867994" y="128535"/>
                </a:lnTo>
                <a:lnTo>
                  <a:pt x="867436" y="129000"/>
                </a:lnTo>
                <a:lnTo>
                  <a:pt x="866863" y="129453"/>
                </a:lnTo>
                <a:lnTo>
                  <a:pt x="866275" y="129895"/>
                </a:lnTo>
                <a:lnTo>
                  <a:pt x="865672" y="130325"/>
                </a:lnTo>
                <a:lnTo>
                  <a:pt x="865054" y="130743"/>
                </a:lnTo>
                <a:lnTo>
                  <a:pt x="864422" y="131150"/>
                </a:lnTo>
                <a:lnTo>
                  <a:pt x="863775" y="131545"/>
                </a:lnTo>
                <a:lnTo>
                  <a:pt x="863113" y="131929"/>
                </a:lnTo>
                <a:lnTo>
                  <a:pt x="862439" y="132299"/>
                </a:lnTo>
                <a:lnTo>
                  <a:pt x="861758" y="132653"/>
                </a:lnTo>
                <a:lnTo>
                  <a:pt x="861069" y="132992"/>
                </a:lnTo>
                <a:lnTo>
                  <a:pt x="860372" y="133314"/>
                </a:lnTo>
                <a:lnTo>
                  <a:pt x="859667" y="133621"/>
                </a:lnTo>
                <a:lnTo>
                  <a:pt x="858954" y="133913"/>
                </a:lnTo>
                <a:lnTo>
                  <a:pt x="858233" y="134188"/>
                </a:lnTo>
                <a:lnTo>
                  <a:pt x="857504" y="134448"/>
                </a:lnTo>
                <a:lnTo>
                  <a:pt x="856767" y="134692"/>
                </a:lnTo>
                <a:lnTo>
                  <a:pt x="856022" y="134920"/>
                </a:lnTo>
                <a:lnTo>
                  <a:pt x="855270" y="135133"/>
                </a:lnTo>
                <a:lnTo>
                  <a:pt x="854509" y="135330"/>
                </a:lnTo>
                <a:lnTo>
                  <a:pt x="853741" y="135511"/>
                </a:lnTo>
                <a:lnTo>
                  <a:pt x="852965" y="135676"/>
                </a:lnTo>
                <a:lnTo>
                  <a:pt x="852180" y="135826"/>
                </a:lnTo>
                <a:lnTo>
                  <a:pt x="851388" y="135959"/>
                </a:lnTo>
                <a:lnTo>
                  <a:pt x="850588" y="136077"/>
                </a:lnTo>
                <a:lnTo>
                  <a:pt x="849780" y="136180"/>
                </a:lnTo>
                <a:lnTo>
                  <a:pt x="848964" y="136266"/>
                </a:lnTo>
                <a:lnTo>
                  <a:pt x="848140" y="136337"/>
                </a:lnTo>
                <a:lnTo>
                  <a:pt x="847308" y="136392"/>
                </a:lnTo>
                <a:lnTo>
                  <a:pt x="846469" y="136432"/>
                </a:lnTo>
                <a:lnTo>
                  <a:pt x="845621" y="136455"/>
                </a:lnTo>
                <a:lnTo>
                  <a:pt x="844766" y="136463"/>
                </a:lnTo>
                <a:lnTo>
                  <a:pt x="843906" y="136455"/>
                </a:lnTo>
                <a:lnTo>
                  <a:pt x="843065" y="136430"/>
                </a:lnTo>
                <a:lnTo>
                  <a:pt x="842240" y="136388"/>
                </a:lnTo>
                <a:lnTo>
                  <a:pt x="841434" y="136330"/>
                </a:lnTo>
                <a:lnTo>
                  <a:pt x="840644" y="136256"/>
                </a:lnTo>
                <a:lnTo>
                  <a:pt x="839872" y="136164"/>
                </a:lnTo>
                <a:lnTo>
                  <a:pt x="839117" y="136057"/>
                </a:lnTo>
                <a:lnTo>
                  <a:pt x="838380" y="135932"/>
                </a:lnTo>
                <a:lnTo>
                  <a:pt x="837660" y="135791"/>
                </a:lnTo>
                <a:lnTo>
                  <a:pt x="836957" y="135633"/>
                </a:lnTo>
                <a:lnTo>
                  <a:pt x="836272" y="135459"/>
                </a:lnTo>
                <a:lnTo>
                  <a:pt x="835604" y="135268"/>
                </a:lnTo>
                <a:lnTo>
                  <a:pt x="834954" y="135061"/>
                </a:lnTo>
                <a:lnTo>
                  <a:pt x="834321" y="134837"/>
                </a:lnTo>
                <a:lnTo>
                  <a:pt x="833705" y="134596"/>
                </a:lnTo>
                <a:lnTo>
                  <a:pt x="833107" y="134339"/>
                </a:lnTo>
                <a:lnTo>
                  <a:pt x="832526" y="134065"/>
                </a:lnTo>
                <a:lnTo>
                  <a:pt x="831963" y="133775"/>
                </a:lnTo>
                <a:lnTo>
                  <a:pt x="831417" y="133468"/>
                </a:lnTo>
                <a:lnTo>
                  <a:pt x="830888" y="133144"/>
                </a:lnTo>
                <a:lnTo>
                  <a:pt x="830377" y="132804"/>
                </a:lnTo>
                <a:lnTo>
                  <a:pt x="829883" y="132448"/>
                </a:lnTo>
                <a:lnTo>
                  <a:pt x="829406" y="132074"/>
                </a:lnTo>
                <a:lnTo>
                  <a:pt x="828947" y="131684"/>
                </a:lnTo>
                <a:lnTo>
                  <a:pt x="828506" y="131282"/>
                </a:lnTo>
                <a:lnTo>
                  <a:pt x="828084" y="130871"/>
                </a:lnTo>
                <a:lnTo>
                  <a:pt x="827681" y="130451"/>
                </a:lnTo>
                <a:lnTo>
                  <a:pt x="827296" y="130024"/>
                </a:lnTo>
                <a:lnTo>
                  <a:pt x="826930" y="129588"/>
                </a:lnTo>
                <a:lnTo>
                  <a:pt x="826583" y="129144"/>
                </a:lnTo>
                <a:lnTo>
                  <a:pt x="826254" y="128692"/>
                </a:lnTo>
                <a:lnTo>
                  <a:pt x="825945" y="128231"/>
                </a:lnTo>
                <a:lnTo>
                  <a:pt x="825654" y="127762"/>
                </a:lnTo>
                <a:lnTo>
                  <a:pt x="825382" y="127285"/>
                </a:lnTo>
                <a:lnTo>
                  <a:pt x="825128" y="126799"/>
                </a:lnTo>
                <a:lnTo>
                  <a:pt x="824894" y="126306"/>
                </a:lnTo>
                <a:lnTo>
                  <a:pt x="824678" y="125804"/>
                </a:lnTo>
                <a:lnTo>
                  <a:pt x="824481" y="125293"/>
                </a:lnTo>
                <a:lnTo>
                  <a:pt x="824302" y="124774"/>
                </a:lnTo>
                <a:lnTo>
                  <a:pt x="824143" y="124248"/>
                </a:lnTo>
                <a:lnTo>
                  <a:pt x="824002" y="123712"/>
                </a:lnTo>
                <a:lnTo>
                  <a:pt x="823880" y="123169"/>
                </a:lnTo>
                <a:lnTo>
                  <a:pt x="823777" y="122617"/>
                </a:lnTo>
                <a:lnTo>
                  <a:pt x="823692" y="122057"/>
                </a:lnTo>
                <a:lnTo>
                  <a:pt x="823627" y="121489"/>
                </a:lnTo>
                <a:lnTo>
                  <a:pt x="823580" y="120912"/>
                </a:lnTo>
                <a:lnTo>
                  <a:pt x="823552" y="120327"/>
                </a:lnTo>
                <a:lnTo>
                  <a:pt x="823542" y="119734"/>
                </a:lnTo>
                <a:lnTo>
                  <a:pt x="823547" y="119345"/>
                </a:lnTo>
                <a:lnTo>
                  <a:pt x="823560" y="118960"/>
                </a:lnTo>
                <a:lnTo>
                  <a:pt x="823581" y="118577"/>
                </a:lnTo>
                <a:lnTo>
                  <a:pt x="823611" y="118197"/>
                </a:lnTo>
                <a:lnTo>
                  <a:pt x="823650" y="117821"/>
                </a:lnTo>
                <a:lnTo>
                  <a:pt x="823697" y="117447"/>
                </a:lnTo>
                <a:lnTo>
                  <a:pt x="823753" y="117076"/>
                </a:lnTo>
                <a:lnTo>
                  <a:pt x="823818" y="116708"/>
                </a:lnTo>
                <a:lnTo>
                  <a:pt x="823891" y="116343"/>
                </a:lnTo>
                <a:lnTo>
                  <a:pt x="823973" y="115981"/>
                </a:lnTo>
                <a:lnTo>
                  <a:pt x="824063" y="115622"/>
                </a:lnTo>
                <a:lnTo>
                  <a:pt x="824162" y="115266"/>
                </a:lnTo>
                <a:lnTo>
                  <a:pt x="824270" y="114912"/>
                </a:lnTo>
                <a:lnTo>
                  <a:pt x="824386" y="114562"/>
                </a:lnTo>
                <a:lnTo>
                  <a:pt x="824511" y="114215"/>
                </a:lnTo>
                <a:lnTo>
                  <a:pt x="824644" y="113870"/>
                </a:lnTo>
                <a:lnTo>
                  <a:pt x="824786" y="113529"/>
                </a:lnTo>
                <a:lnTo>
                  <a:pt x="824937" y="113190"/>
                </a:lnTo>
                <a:lnTo>
                  <a:pt x="825096" y="112854"/>
                </a:lnTo>
                <a:lnTo>
                  <a:pt x="825264" y="112522"/>
                </a:lnTo>
                <a:lnTo>
                  <a:pt x="825441" y="112192"/>
                </a:lnTo>
                <a:lnTo>
                  <a:pt x="825626" y="111865"/>
                </a:lnTo>
                <a:lnTo>
                  <a:pt x="825819" y="111541"/>
                </a:lnTo>
                <a:lnTo>
                  <a:pt x="826022" y="111220"/>
                </a:lnTo>
                <a:lnTo>
                  <a:pt x="826232" y="110904"/>
                </a:lnTo>
                <a:lnTo>
                  <a:pt x="826449" y="110594"/>
                </a:lnTo>
                <a:lnTo>
                  <a:pt x="826674" y="110290"/>
                </a:lnTo>
                <a:lnTo>
                  <a:pt x="826906" y="109993"/>
                </a:lnTo>
                <a:lnTo>
                  <a:pt x="827145" y="109702"/>
                </a:lnTo>
                <a:lnTo>
                  <a:pt x="827392" y="109417"/>
                </a:lnTo>
                <a:lnTo>
                  <a:pt x="827645" y="109139"/>
                </a:lnTo>
                <a:lnTo>
                  <a:pt x="827906" y="108868"/>
                </a:lnTo>
                <a:lnTo>
                  <a:pt x="828174" y="108602"/>
                </a:lnTo>
                <a:lnTo>
                  <a:pt x="828449" y="108344"/>
                </a:lnTo>
                <a:lnTo>
                  <a:pt x="828732" y="108091"/>
                </a:lnTo>
                <a:lnTo>
                  <a:pt x="829022" y="107845"/>
                </a:lnTo>
                <a:lnTo>
                  <a:pt x="829319" y="107606"/>
                </a:lnTo>
                <a:lnTo>
                  <a:pt x="829623" y="107373"/>
                </a:lnTo>
                <a:lnTo>
                  <a:pt x="829934" y="107146"/>
                </a:lnTo>
                <a:lnTo>
                  <a:pt x="830253" y="106926"/>
                </a:lnTo>
                <a:lnTo>
                  <a:pt x="830579" y="106712"/>
                </a:lnTo>
                <a:lnTo>
                  <a:pt x="830912" y="106504"/>
                </a:lnTo>
                <a:lnTo>
                  <a:pt x="831253" y="106303"/>
                </a:lnTo>
                <a:lnTo>
                  <a:pt x="831600" y="106108"/>
                </a:lnTo>
                <a:lnTo>
                  <a:pt x="831955" y="105920"/>
                </a:lnTo>
                <a:lnTo>
                  <a:pt x="832317" y="105738"/>
                </a:lnTo>
                <a:lnTo>
                  <a:pt x="832686" y="105563"/>
                </a:lnTo>
                <a:lnTo>
                  <a:pt x="833063" y="105394"/>
                </a:lnTo>
                <a:lnTo>
                  <a:pt x="833454" y="105228"/>
                </a:lnTo>
                <a:lnTo>
                  <a:pt x="833868" y="105065"/>
                </a:lnTo>
                <a:lnTo>
                  <a:pt x="834304" y="104902"/>
                </a:lnTo>
                <a:lnTo>
                  <a:pt x="834763" y="104741"/>
                </a:lnTo>
                <a:lnTo>
                  <a:pt x="835244" y="104581"/>
                </a:lnTo>
                <a:lnTo>
                  <a:pt x="835747" y="104422"/>
                </a:lnTo>
                <a:lnTo>
                  <a:pt x="836273" y="104265"/>
                </a:lnTo>
                <a:lnTo>
                  <a:pt x="836821" y="104110"/>
                </a:lnTo>
                <a:lnTo>
                  <a:pt x="837391" y="103955"/>
                </a:lnTo>
                <a:lnTo>
                  <a:pt x="837984" y="103803"/>
                </a:lnTo>
                <a:lnTo>
                  <a:pt x="838599" y="103651"/>
                </a:lnTo>
                <a:lnTo>
                  <a:pt x="839237" y="103501"/>
                </a:lnTo>
                <a:lnTo>
                  <a:pt x="839897" y="103352"/>
                </a:lnTo>
                <a:lnTo>
                  <a:pt x="840579" y="103205"/>
                </a:lnTo>
                <a:lnTo>
                  <a:pt x="841284" y="103059"/>
                </a:lnTo>
                <a:lnTo>
                  <a:pt x="842011" y="102915"/>
                </a:lnTo>
                <a:lnTo>
                  <a:pt x="842760" y="102771"/>
                </a:lnTo>
                <a:lnTo>
                  <a:pt x="843532" y="102630"/>
                </a:lnTo>
                <a:lnTo>
                  <a:pt x="844326" y="102489"/>
                </a:lnTo>
                <a:lnTo>
                  <a:pt x="845143" y="102350"/>
                </a:lnTo>
                <a:lnTo>
                  <a:pt x="845982" y="102213"/>
                </a:lnTo>
                <a:lnTo>
                  <a:pt x="846843" y="102076"/>
                </a:lnTo>
                <a:lnTo>
                  <a:pt x="847727" y="101942"/>
                </a:lnTo>
                <a:lnTo>
                  <a:pt x="848633" y="101808"/>
                </a:lnTo>
                <a:lnTo>
                  <a:pt x="850236" y="101573"/>
                </a:lnTo>
                <a:lnTo>
                  <a:pt x="851806" y="101333"/>
                </a:lnTo>
                <a:lnTo>
                  <a:pt x="853341" y="101090"/>
                </a:lnTo>
                <a:lnTo>
                  <a:pt x="854843" y="100842"/>
                </a:lnTo>
                <a:lnTo>
                  <a:pt x="856311" y="100590"/>
                </a:lnTo>
                <a:lnTo>
                  <a:pt x="857745" y="100334"/>
                </a:lnTo>
                <a:lnTo>
                  <a:pt x="859145" y="100073"/>
                </a:lnTo>
                <a:lnTo>
                  <a:pt x="860512" y="99809"/>
                </a:lnTo>
                <a:lnTo>
                  <a:pt x="861845" y="99540"/>
                </a:lnTo>
                <a:lnTo>
                  <a:pt x="863144" y="99267"/>
                </a:lnTo>
                <a:lnTo>
                  <a:pt x="864410" y="98990"/>
                </a:lnTo>
                <a:lnTo>
                  <a:pt x="865642" y="98709"/>
                </a:lnTo>
                <a:lnTo>
                  <a:pt x="866840" y="98424"/>
                </a:lnTo>
                <a:lnTo>
                  <a:pt x="868004" y="98134"/>
                </a:lnTo>
                <a:lnTo>
                  <a:pt x="869134" y="97840"/>
                </a:lnTo>
                <a:lnTo>
                  <a:pt x="870231" y="97542"/>
                </a:lnTo>
                <a:lnTo>
                  <a:pt x="871294" y="97240"/>
                </a:lnTo>
                <a:lnTo>
                  <a:pt x="872323" y="96934"/>
                </a:lnTo>
                <a:lnTo>
                  <a:pt x="873319" y="96623"/>
                </a:lnTo>
                <a:lnTo>
                  <a:pt x="874281" y="96309"/>
                </a:lnTo>
                <a:lnTo>
                  <a:pt x="875209" y="95990"/>
                </a:lnTo>
                <a:lnTo>
                  <a:pt x="876103" y="95667"/>
                </a:lnTo>
                <a:lnTo>
                  <a:pt x="876964" y="95340"/>
                </a:lnTo>
                <a:lnTo>
                  <a:pt x="877790" y="95008"/>
                </a:lnTo>
                <a:lnTo>
                  <a:pt x="877790" y="101585"/>
                </a:lnTo>
                <a:lnTo>
                  <a:pt x="877785" y="102563"/>
                </a:lnTo>
                <a:lnTo>
                  <a:pt x="877770" y="103521"/>
                </a:lnTo>
                <a:lnTo>
                  <a:pt x="877745" y="104459"/>
                </a:lnTo>
                <a:lnTo>
                  <a:pt x="877711" y="105377"/>
                </a:lnTo>
                <a:lnTo>
                  <a:pt x="877666" y="106275"/>
                </a:lnTo>
                <a:close/>
                <a:moveTo>
                  <a:pt x="1297389" y="138567"/>
                </a:moveTo>
                <a:lnTo>
                  <a:pt x="1297500" y="139145"/>
                </a:lnTo>
                <a:lnTo>
                  <a:pt x="1297618" y="139717"/>
                </a:lnTo>
                <a:lnTo>
                  <a:pt x="1297742" y="140281"/>
                </a:lnTo>
                <a:lnTo>
                  <a:pt x="1297874" y="140840"/>
                </a:lnTo>
                <a:lnTo>
                  <a:pt x="1298012" y="141391"/>
                </a:lnTo>
                <a:lnTo>
                  <a:pt x="1298157" y="141936"/>
                </a:lnTo>
                <a:lnTo>
                  <a:pt x="1298310" y="142475"/>
                </a:lnTo>
                <a:lnTo>
                  <a:pt x="1298469" y="143007"/>
                </a:lnTo>
                <a:lnTo>
                  <a:pt x="1298635" y="143532"/>
                </a:lnTo>
                <a:lnTo>
                  <a:pt x="1298808" y="144051"/>
                </a:lnTo>
                <a:lnTo>
                  <a:pt x="1298987" y="144564"/>
                </a:lnTo>
                <a:lnTo>
                  <a:pt x="1299174" y="145070"/>
                </a:lnTo>
                <a:lnTo>
                  <a:pt x="1299368" y="145569"/>
                </a:lnTo>
                <a:lnTo>
                  <a:pt x="1299568" y="146062"/>
                </a:lnTo>
                <a:lnTo>
                  <a:pt x="1299775" y="146548"/>
                </a:lnTo>
                <a:lnTo>
                  <a:pt x="1299989" y="147028"/>
                </a:lnTo>
                <a:lnTo>
                  <a:pt x="1300211" y="147501"/>
                </a:lnTo>
                <a:lnTo>
                  <a:pt x="1300438" y="147967"/>
                </a:lnTo>
                <a:lnTo>
                  <a:pt x="1319083" y="147967"/>
                </a:lnTo>
                <a:lnTo>
                  <a:pt x="1318806" y="147462"/>
                </a:lnTo>
                <a:lnTo>
                  <a:pt x="1318537" y="146955"/>
                </a:lnTo>
                <a:lnTo>
                  <a:pt x="1318275" y="146446"/>
                </a:lnTo>
                <a:lnTo>
                  <a:pt x="1318021" y="145936"/>
                </a:lnTo>
                <a:lnTo>
                  <a:pt x="1317775" y="145423"/>
                </a:lnTo>
                <a:lnTo>
                  <a:pt x="1317537" y="144908"/>
                </a:lnTo>
                <a:lnTo>
                  <a:pt x="1317306" y="144392"/>
                </a:lnTo>
                <a:lnTo>
                  <a:pt x="1317083" y="143874"/>
                </a:lnTo>
                <a:lnTo>
                  <a:pt x="1316868" y="143353"/>
                </a:lnTo>
                <a:lnTo>
                  <a:pt x="1316661" y="142831"/>
                </a:lnTo>
                <a:lnTo>
                  <a:pt x="1316461" y="142307"/>
                </a:lnTo>
                <a:lnTo>
                  <a:pt x="1316269" y="141781"/>
                </a:lnTo>
                <a:lnTo>
                  <a:pt x="1316085" y="141254"/>
                </a:lnTo>
                <a:lnTo>
                  <a:pt x="1315909" y="140724"/>
                </a:lnTo>
                <a:lnTo>
                  <a:pt x="1315740" y="140192"/>
                </a:lnTo>
                <a:lnTo>
                  <a:pt x="1315579" y="139659"/>
                </a:lnTo>
                <a:lnTo>
                  <a:pt x="1315426" y="139123"/>
                </a:lnTo>
                <a:lnTo>
                  <a:pt x="1315280" y="138586"/>
                </a:lnTo>
                <a:lnTo>
                  <a:pt x="1315143" y="138047"/>
                </a:lnTo>
                <a:lnTo>
                  <a:pt x="1315013" y="137506"/>
                </a:lnTo>
                <a:lnTo>
                  <a:pt x="1314891" y="136963"/>
                </a:lnTo>
                <a:lnTo>
                  <a:pt x="1314776" y="136418"/>
                </a:lnTo>
                <a:lnTo>
                  <a:pt x="1314670" y="135871"/>
                </a:lnTo>
                <a:lnTo>
                  <a:pt x="1314571" y="135323"/>
                </a:lnTo>
                <a:lnTo>
                  <a:pt x="1314478" y="134741"/>
                </a:lnTo>
                <a:lnTo>
                  <a:pt x="1314389" y="134096"/>
                </a:lnTo>
                <a:lnTo>
                  <a:pt x="1314303" y="133388"/>
                </a:lnTo>
                <a:lnTo>
                  <a:pt x="1314222" y="132616"/>
                </a:lnTo>
                <a:lnTo>
                  <a:pt x="1314145" y="131781"/>
                </a:lnTo>
                <a:lnTo>
                  <a:pt x="1314072" y="130882"/>
                </a:lnTo>
                <a:lnTo>
                  <a:pt x="1314002" y="129919"/>
                </a:lnTo>
                <a:lnTo>
                  <a:pt x="1313937" y="128893"/>
                </a:lnTo>
                <a:lnTo>
                  <a:pt x="1313876" y="127803"/>
                </a:lnTo>
                <a:lnTo>
                  <a:pt x="1313818" y="126650"/>
                </a:lnTo>
                <a:lnTo>
                  <a:pt x="1313765" y="125433"/>
                </a:lnTo>
                <a:lnTo>
                  <a:pt x="1313715" y="124153"/>
                </a:lnTo>
                <a:lnTo>
                  <a:pt x="1313670" y="122809"/>
                </a:lnTo>
                <a:lnTo>
                  <a:pt x="1313628" y="121402"/>
                </a:lnTo>
                <a:lnTo>
                  <a:pt x="1313591" y="119931"/>
                </a:lnTo>
                <a:lnTo>
                  <a:pt x="1313557" y="118397"/>
                </a:lnTo>
                <a:lnTo>
                  <a:pt x="1313527" y="116799"/>
                </a:lnTo>
                <a:lnTo>
                  <a:pt x="1313502" y="115138"/>
                </a:lnTo>
                <a:lnTo>
                  <a:pt x="1313480" y="113413"/>
                </a:lnTo>
                <a:lnTo>
                  <a:pt x="1313462" y="111624"/>
                </a:lnTo>
                <a:lnTo>
                  <a:pt x="1313448" y="109772"/>
                </a:lnTo>
                <a:lnTo>
                  <a:pt x="1313438" y="107857"/>
                </a:lnTo>
                <a:lnTo>
                  <a:pt x="1313432" y="105878"/>
                </a:lnTo>
                <a:lnTo>
                  <a:pt x="1313430" y="103835"/>
                </a:lnTo>
                <a:lnTo>
                  <a:pt x="1313430" y="80033"/>
                </a:lnTo>
                <a:lnTo>
                  <a:pt x="1313429" y="79054"/>
                </a:lnTo>
                <a:lnTo>
                  <a:pt x="1313424" y="78101"/>
                </a:lnTo>
                <a:lnTo>
                  <a:pt x="1313416" y="77173"/>
                </a:lnTo>
                <a:lnTo>
                  <a:pt x="1313405" y="76270"/>
                </a:lnTo>
                <a:lnTo>
                  <a:pt x="1313392" y="75393"/>
                </a:lnTo>
                <a:lnTo>
                  <a:pt x="1313374" y="74542"/>
                </a:lnTo>
                <a:lnTo>
                  <a:pt x="1313354" y="73715"/>
                </a:lnTo>
                <a:lnTo>
                  <a:pt x="1313331" y="72915"/>
                </a:lnTo>
                <a:lnTo>
                  <a:pt x="1313305" y="72140"/>
                </a:lnTo>
                <a:lnTo>
                  <a:pt x="1313275" y="71390"/>
                </a:lnTo>
                <a:lnTo>
                  <a:pt x="1313243" y="70666"/>
                </a:lnTo>
                <a:lnTo>
                  <a:pt x="1313207" y="69967"/>
                </a:lnTo>
                <a:lnTo>
                  <a:pt x="1313168" y="69294"/>
                </a:lnTo>
                <a:lnTo>
                  <a:pt x="1313127" y="68646"/>
                </a:lnTo>
                <a:lnTo>
                  <a:pt x="1313082" y="68024"/>
                </a:lnTo>
                <a:lnTo>
                  <a:pt x="1313034" y="67427"/>
                </a:lnTo>
                <a:lnTo>
                  <a:pt x="1312982" y="66856"/>
                </a:lnTo>
                <a:lnTo>
                  <a:pt x="1312928" y="66310"/>
                </a:lnTo>
                <a:lnTo>
                  <a:pt x="1312871" y="65790"/>
                </a:lnTo>
                <a:lnTo>
                  <a:pt x="1312810" y="65295"/>
                </a:lnTo>
                <a:lnTo>
                  <a:pt x="1312747" y="64826"/>
                </a:lnTo>
                <a:lnTo>
                  <a:pt x="1312680" y="64382"/>
                </a:lnTo>
                <a:lnTo>
                  <a:pt x="1312611" y="63963"/>
                </a:lnTo>
                <a:lnTo>
                  <a:pt x="1312538" y="63570"/>
                </a:lnTo>
                <a:lnTo>
                  <a:pt x="1312401" y="62963"/>
                </a:lnTo>
                <a:lnTo>
                  <a:pt x="1312257" y="62365"/>
                </a:lnTo>
                <a:lnTo>
                  <a:pt x="1312104" y="61775"/>
                </a:lnTo>
                <a:lnTo>
                  <a:pt x="1311943" y="61194"/>
                </a:lnTo>
                <a:lnTo>
                  <a:pt x="1311773" y="60622"/>
                </a:lnTo>
                <a:lnTo>
                  <a:pt x="1311596" y="60059"/>
                </a:lnTo>
                <a:lnTo>
                  <a:pt x="1311410" y="59505"/>
                </a:lnTo>
                <a:lnTo>
                  <a:pt x="1311215" y="58959"/>
                </a:lnTo>
                <a:lnTo>
                  <a:pt x="1311013" y="58422"/>
                </a:lnTo>
                <a:lnTo>
                  <a:pt x="1310802" y="57894"/>
                </a:lnTo>
                <a:lnTo>
                  <a:pt x="1310583" y="57374"/>
                </a:lnTo>
                <a:lnTo>
                  <a:pt x="1310356" y="56864"/>
                </a:lnTo>
                <a:lnTo>
                  <a:pt x="1310120" y="56362"/>
                </a:lnTo>
                <a:lnTo>
                  <a:pt x="1309877" y="55869"/>
                </a:lnTo>
                <a:lnTo>
                  <a:pt x="1309624" y="55385"/>
                </a:lnTo>
                <a:lnTo>
                  <a:pt x="1309364" y="54909"/>
                </a:lnTo>
                <a:lnTo>
                  <a:pt x="1309096" y="54443"/>
                </a:lnTo>
                <a:lnTo>
                  <a:pt x="1308819" y="53985"/>
                </a:lnTo>
                <a:lnTo>
                  <a:pt x="1308534" y="53536"/>
                </a:lnTo>
                <a:lnTo>
                  <a:pt x="1308240" y="53095"/>
                </a:lnTo>
                <a:lnTo>
                  <a:pt x="1307939" y="52664"/>
                </a:lnTo>
                <a:lnTo>
                  <a:pt x="1307629" y="52241"/>
                </a:lnTo>
                <a:lnTo>
                  <a:pt x="1307310" y="51827"/>
                </a:lnTo>
                <a:lnTo>
                  <a:pt x="1306984" y="51422"/>
                </a:lnTo>
                <a:lnTo>
                  <a:pt x="1306646" y="51024"/>
                </a:lnTo>
                <a:lnTo>
                  <a:pt x="1306292" y="50631"/>
                </a:lnTo>
                <a:lnTo>
                  <a:pt x="1305922" y="50245"/>
                </a:lnTo>
                <a:lnTo>
                  <a:pt x="1305538" y="49864"/>
                </a:lnTo>
                <a:lnTo>
                  <a:pt x="1305137" y="49488"/>
                </a:lnTo>
                <a:lnTo>
                  <a:pt x="1304722" y="49119"/>
                </a:lnTo>
                <a:lnTo>
                  <a:pt x="1304290" y="48755"/>
                </a:lnTo>
                <a:lnTo>
                  <a:pt x="1303843" y="48397"/>
                </a:lnTo>
                <a:lnTo>
                  <a:pt x="1303381" y="48044"/>
                </a:lnTo>
                <a:lnTo>
                  <a:pt x="1302903" y="47697"/>
                </a:lnTo>
                <a:lnTo>
                  <a:pt x="1302410" y="47356"/>
                </a:lnTo>
                <a:lnTo>
                  <a:pt x="1301901" y="47021"/>
                </a:lnTo>
                <a:lnTo>
                  <a:pt x="1301377" y="46691"/>
                </a:lnTo>
                <a:lnTo>
                  <a:pt x="1300837" y="46367"/>
                </a:lnTo>
                <a:lnTo>
                  <a:pt x="1300282" y="46048"/>
                </a:lnTo>
                <a:lnTo>
                  <a:pt x="1299711" y="45736"/>
                </a:lnTo>
                <a:lnTo>
                  <a:pt x="1299125" y="45429"/>
                </a:lnTo>
                <a:lnTo>
                  <a:pt x="1298523" y="45127"/>
                </a:lnTo>
                <a:lnTo>
                  <a:pt x="1297906" y="44831"/>
                </a:lnTo>
                <a:lnTo>
                  <a:pt x="1297273" y="44541"/>
                </a:lnTo>
                <a:lnTo>
                  <a:pt x="1296625" y="44257"/>
                </a:lnTo>
                <a:lnTo>
                  <a:pt x="1295961" y="43978"/>
                </a:lnTo>
                <a:lnTo>
                  <a:pt x="1295282" y="43705"/>
                </a:lnTo>
                <a:lnTo>
                  <a:pt x="1294587" y="43438"/>
                </a:lnTo>
                <a:lnTo>
                  <a:pt x="1293876" y="43179"/>
                </a:lnTo>
                <a:lnTo>
                  <a:pt x="1293147" y="42931"/>
                </a:lnTo>
                <a:lnTo>
                  <a:pt x="1292401" y="42694"/>
                </a:lnTo>
                <a:lnTo>
                  <a:pt x="1291637" y="42468"/>
                </a:lnTo>
                <a:lnTo>
                  <a:pt x="1290855" y="42254"/>
                </a:lnTo>
                <a:lnTo>
                  <a:pt x="1290056" y="42050"/>
                </a:lnTo>
                <a:lnTo>
                  <a:pt x="1289240" y="41857"/>
                </a:lnTo>
                <a:lnTo>
                  <a:pt x="1288405" y="41675"/>
                </a:lnTo>
                <a:lnTo>
                  <a:pt x="1287554" y="41504"/>
                </a:lnTo>
                <a:lnTo>
                  <a:pt x="1286684" y="41344"/>
                </a:lnTo>
                <a:lnTo>
                  <a:pt x="1285797" y="41196"/>
                </a:lnTo>
                <a:lnTo>
                  <a:pt x="1284893" y="41058"/>
                </a:lnTo>
                <a:lnTo>
                  <a:pt x="1283971" y="40931"/>
                </a:lnTo>
                <a:lnTo>
                  <a:pt x="1283031" y="40816"/>
                </a:lnTo>
                <a:lnTo>
                  <a:pt x="1282074" y="40711"/>
                </a:lnTo>
                <a:lnTo>
                  <a:pt x="1281100" y="40617"/>
                </a:lnTo>
                <a:lnTo>
                  <a:pt x="1280107" y="40535"/>
                </a:lnTo>
                <a:lnTo>
                  <a:pt x="1279098" y="40463"/>
                </a:lnTo>
                <a:lnTo>
                  <a:pt x="1278070" y="40402"/>
                </a:lnTo>
                <a:lnTo>
                  <a:pt x="1277025" y="40353"/>
                </a:lnTo>
                <a:lnTo>
                  <a:pt x="1275963" y="40314"/>
                </a:lnTo>
                <a:lnTo>
                  <a:pt x="1274883" y="40287"/>
                </a:lnTo>
                <a:lnTo>
                  <a:pt x="1273785" y="40270"/>
                </a:lnTo>
                <a:lnTo>
                  <a:pt x="1272670" y="40265"/>
                </a:lnTo>
                <a:lnTo>
                  <a:pt x="1271543" y="40271"/>
                </a:lnTo>
                <a:lnTo>
                  <a:pt x="1270428" y="40290"/>
                </a:lnTo>
                <a:lnTo>
                  <a:pt x="1269324" y="40323"/>
                </a:lnTo>
                <a:lnTo>
                  <a:pt x="1268232" y="40368"/>
                </a:lnTo>
                <a:lnTo>
                  <a:pt x="1267151" y="40427"/>
                </a:lnTo>
                <a:lnTo>
                  <a:pt x="1266081" y="40498"/>
                </a:lnTo>
                <a:lnTo>
                  <a:pt x="1265023" y="40582"/>
                </a:lnTo>
                <a:lnTo>
                  <a:pt x="1263976" y="40679"/>
                </a:lnTo>
                <a:lnTo>
                  <a:pt x="1262940" y="40789"/>
                </a:lnTo>
                <a:lnTo>
                  <a:pt x="1261916" y="40912"/>
                </a:lnTo>
                <a:lnTo>
                  <a:pt x="1260903" y="41048"/>
                </a:lnTo>
                <a:lnTo>
                  <a:pt x="1259901" y="41197"/>
                </a:lnTo>
                <a:lnTo>
                  <a:pt x="1258911" y="41359"/>
                </a:lnTo>
                <a:lnTo>
                  <a:pt x="1257932" y="41534"/>
                </a:lnTo>
                <a:lnTo>
                  <a:pt x="1256965" y="41722"/>
                </a:lnTo>
                <a:lnTo>
                  <a:pt x="1256009" y="41923"/>
                </a:lnTo>
                <a:lnTo>
                  <a:pt x="1255064" y="42137"/>
                </a:lnTo>
                <a:lnTo>
                  <a:pt x="1254131" y="42363"/>
                </a:lnTo>
                <a:lnTo>
                  <a:pt x="1253209" y="42603"/>
                </a:lnTo>
                <a:lnTo>
                  <a:pt x="1252298" y="42856"/>
                </a:lnTo>
                <a:lnTo>
                  <a:pt x="1251399" y="43121"/>
                </a:lnTo>
                <a:lnTo>
                  <a:pt x="1250511" y="43400"/>
                </a:lnTo>
                <a:lnTo>
                  <a:pt x="1249634" y="43691"/>
                </a:lnTo>
                <a:lnTo>
                  <a:pt x="1248769" y="43996"/>
                </a:lnTo>
                <a:lnTo>
                  <a:pt x="1247918" y="44312"/>
                </a:lnTo>
                <a:lnTo>
                  <a:pt x="1247084" y="44639"/>
                </a:lnTo>
                <a:lnTo>
                  <a:pt x="1246266" y="44978"/>
                </a:lnTo>
                <a:lnTo>
                  <a:pt x="1245466" y="45327"/>
                </a:lnTo>
                <a:lnTo>
                  <a:pt x="1244682" y="45688"/>
                </a:lnTo>
                <a:lnTo>
                  <a:pt x="1243916" y="46059"/>
                </a:lnTo>
                <a:lnTo>
                  <a:pt x="1243166" y="46442"/>
                </a:lnTo>
                <a:lnTo>
                  <a:pt x="1242433" y="46836"/>
                </a:lnTo>
                <a:lnTo>
                  <a:pt x="1241717" y="47240"/>
                </a:lnTo>
                <a:lnTo>
                  <a:pt x="1241018" y="47656"/>
                </a:lnTo>
                <a:lnTo>
                  <a:pt x="1240335" y="48083"/>
                </a:lnTo>
                <a:lnTo>
                  <a:pt x="1239670" y="48521"/>
                </a:lnTo>
                <a:lnTo>
                  <a:pt x="1239021" y="48970"/>
                </a:lnTo>
                <a:lnTo>
                  <a:pt x="1238389" y="49430"/>
                </a:lnTo>
                <a:lnTo>
                  <a:pt x="1237775" y="49901"/>
                </a:lnTo>
                <a:lnTo>
                  <a:pt x="1237177" y="50383"/>
                </a:lnTo>
                <a:lnTo>
                  <a:pt x="1236596" y="50876"/>
                </a:lnTo>
                <a:lnTo>
                  <a:pt x="1236031" y="51381"/>
                </a:lnTo>
                <a:lnTo>
                  <a:pt x="1235484" y="51896"/>
                </a:lnTo>
                <a:lnTo>
                  <a:pt x="1234953" y="52422"/>
                </a:lnTo>
                <a:lnTo>
                  <a:pt x="1234440" y="52960"/>
                </a:lnTo>
                <a:lnTo>
                  <a:pt x="1233943" y="53508"/>
                </a:lnTo>
                <a:lnTo>
                  <a:pt x="1233463" y="54068"/>
                </a:lnTo>
                <a:lnTo>
                  <a:pt x="1233000" y="54639"/>
                </a:lnTo>
                <a:lnTo>
                  <a:pt x="1232551" y="55222"/>
                </a:lnTo>
                <a:lnTo>
                  <a:pt x="1232113" y="55821"/>
                </a:lnTo>
                <a:lnTo>
                  <a:pt x="1231685" y="56435"/>
                </a:lnTo>
                <a:lnTo>
                  <a:pt x="1231268" y="57063"/>
                </a:lnTo>
                <a:lnTo>
                  <a:pt x="1230861" y="57707"/>
                </a:lnTo>
                <a:lnTo>
                  <a:pt x="1230465" y="58366"/>
                </a:lnTo>
                <a:lnTo>
                  <a:pt x="1230080" y="59040"/>
                </a:lnTo>
                <a:lnTo>
                  <a:pt x="1229706" y="59729"/>
                </a:lnTo>
                <a:lnTo>
                  <a:pt x="1229342" y="60433"/>
                </a:lnTo>
                <a:lnTo>
                  <a:pt x="1228989" y="61152"/>
                </a:lnTo>
                <a:lnTo>
                  <a:pt x="1228646" y="61886"/>
                </a:lnTo>
                <a:lnTo>
                  <a:pt x="1228314" y="62634"/>
                </a:lnTo>
                <a:lnTo>
                  <a:pt x="1227993" y="63398"/>
                </a:lnTo>
                <a:lnTo>
                  <a:pt x="1227683" y="64177"/>
                </a:lnTo>
                <a:lnTo>
                  <a:pt x="1227383" y="64971"/>
                </a:lnTo>
                <a:lnTo>
                  <a:pt x="1227094" y="65780"/>
                </a:lnTo>
                <a:lnTo>
                  <a:pt x="1226816" y="66605"/>
                </a:lnTo>
                <a:lnTo>
                  <a:pt x="1226548" y="67444"/>
                </a:lnTo>
                <a:lnTo>
                  <a:pt x="1226291" y="68298"/>
                </a:lnTo>
                <a:lnTo>
                  <a:pt x="1226044" y="69167"/>
                </a:lnTo>
                <a:lnTo>
                  <a:pt x="1225809" y="70051"/>
                </a:lnTo>
                <a:lnTo>
                  <a:pt x="1225584" y="70950"/>
                </a:lnTo>
                <a:lnTo>
                  <a:pt x="1225369" y="71864"/>
                </a:lnTo>
                <a:lnTo>
                  <a:pt x="1225166" y="72794"/>
                </a:lnTo>
                <a:lnTo>
                  <a:pt x="1242620" y="75174"/>
                </a:lnTo>
                <a:lnTo>
                  <a:pt x="1242865" y="74252"/>
                </a:lnTo>
                <a:lnTo>
                  <a:pt x="1243121" y="73353"/>
                </a:lnTo>
                <a:lnTo>
                  <a:pt x="1243388" y="72478"/>
                </a:lnTo>
                <a:lnTo>
                  <a:pt x="1243666" y="71627"/>
                </a:lnTo>
                <a:lnTo>
                  <a:pt x="1243954" y="70799"/>
                </a:lnTo>
                <a:lnTo>
                  <a:pt x="1244253" y="69995"/>
                </a:lnTo>
                <a:lnTo>
                  <a:pt x="1244564" y="69214"/>
                </a:lnTo>
                <a:lnTo>
                  <a:pt x="1244885" y="68457"/>
                </a:lnTo>
                <a:lnTo>
                  <a:pt x="1245217" y="67724"/>
                </a:lnTo>
                <a:lnTo>
                  <a:pt x="1245559" y="67014"/>
                </a:lnTo>
                <a:lnTo>
                  <a:pt x="1245913" y="66328"/>
                </a:lnTo>
                <a:lnTo>
                  <a:pt x="1246277" y="65665"/>
                </a:lnTo>
                <a:lnTo>
                  <a:pt x="1246652" y="65026"/>
                </a:lnTo>
                <a:lnTo>
                  <a:pt x="1247039" y="64411"/>
                </a:lnTo>
                <a:lnTo>
                  <a:pt x="1247436" y="63819"/>
                </a:lnTo>
                <a:lnTo>
                  <a:pt x="1247843" y="63251"/>
                </a:lnTo>
                <a:lnTo>
                  <a:pt x="1248262" y="62706"/>
                </a:lnTo>
                <a:lnTo>
                  <a:pt x="1248691" y="62185"/>
                </a:lnTo>
                <a:lnTo>
                  <a:pt x="1249132" y="61688"/>
                </a:lnTo>
                <a:lnTo>
                  <a:pt x="1249583" y="61214"/>
                </a:lnTo>
                <a:lnTo>
                  <a:pt x="1250045" y="60763"/>
                </a:lnTo>
                <a:lnTo>
                  <a:pt x="1250518" y="60337"/>
                </a:lnTo>
                <a:lnTo>
                  <a:pt x="1251002" y="59933"/>
                </a:lnTo>
                <a:lnTo>
                  <a:pt x="1251496" y="59554"/>
                </a:lnTo>
                <a:lnTo>
                  <a:pt x="1252008" y="59194"/>
                </a:lnTo>
                <a:lnTo>
                  <a:pt x="1252542" y="58849"/>
                </a:lnTo>
                <a:lnTo>
                  <a:pt x="1253099" y="58520"/>
                </a:lnTo>
                <a:lnTo>
                  <a:pt x="1253679" y="58205"/>
                </a:lnTo>
                <a:lnTo>
                  <a:pt x="1254282" y="57907"/>
                </a:lnTo>
                <a:lnTo>
                  <a:pt x="1254908" y="57623"/>
                </a:lnTo>
                <a:lnTo>
                  <a:pt x="1255557" y="57355"/>
                </a:lnTo>
                <a:lnTo>
                  <a:pt x="1256229" y="57102"/>
                </a:lnTo>
                <a:lnTo>
                  <a:pt x="1256924" y="56865"/>
                </a:lnTo>
                <a:lnTo>
                  <a:pt x="1257641" y="56642"/>
                </a:lnTo>
                <a:lnTo>
                  <a:pt x="1258382" y="56435"/>
                </a:lnTo>
                <a:lnTo>
                  <a:pt x="1259145" y="56244"/>
                </a:lnTo>
                <a:lnTo>
                  <a:pt x="1259931" y="56068"/>
                </a:lnTo>
                <a:lnTo>
                  <a:pt x="1260740" y="55907"/>
                </a:lnTo>
                <a:lnTo>
                  <a:pt x="1261572" y="55761"/>
                </a:lnTo>
                <a:lnTo>
                  <a:pt x="1262427" y="55631"/>
                </a:lnTo>
                <a:lnTo>
                  <a:pt x="1263305" y="55516"/>
                </a:lnTo>
                <a:lnTo>
                  <a:pt x="1264206" y="55416"/>
                </a:lnTo>
                <a:lnTo>
                  <a:pt x="1265130" y="55332"/>
                </a:lnTo>
                <a:lnTo>
                  <a:pt x="1266076" y="55263"/>
                </a:lnTo>
                <a:lnTo>
                  <a:pt x="1267046" y="55210"/>
                </a:lnTo>
                <a:lnTo>
                  <a:pt x="1268038" y="55171"/>
                </a:lnTo>
                <a:lnTo>
                  <a:pt x="1269053" y="55148"/>
                </a:lnTo>
                <a:lnTo>
                  <a:pt x="1270091" y="55141"/>
                </a:lnTo>
                <a:lnTo>
                  <a:pt x="1271204" y="55151"/>
                </a:lnTo>
                <a:lnTo>
                  <a:pt x="1272293" y="55182"/>
                </a:lnTo>
                <a:lnTo>
                  <a:pt x="1273359" y="55235"/>
                </a:lnTo>
                <a:lnTo>
                  <a:pt x="1274403" y="55308"/>
                </a:lnTo>
                <a:lnTo>
                  <a:pt x="1275423" y="55402"/>
                </a:lnTo>
                <a:lnTo>
                  <a:pt x="1276420" y="55517"/>
                </a:lnTo>
                <a:lnTo>
                  <a:pt x="1277394" y="55653"/>
                </a:lnTo>
                <a:lnTo>
                  <a:pt x="1278345" y="55810"/>
                </a:lnTo>
                <a:lnTo>
                  <a:pt x="1279273" y="55988"/>
                </a:lnTo>
                <a:lnTo>
                  <a:pt x="1280177" y="56187"/>
                </a:lnTo>
                <a:lnTo>
                  <a:pt x="1281059" y="56407"/>
                </a:lnTo>
                <a:lnTo>
                  <a:pt x="1281918" y="56648"/>
                </a:lnTo>
                <a:lnTo>
                  <a:pt x="1282753" y="56909"/>
                </a:lnTo>
                <a:lnTo>
                  <a:pt x="1283566" y="57192"/>
                </a:lnTo>
                <a:lnTo>
                  <a:pt x="1284355" y="57495"/>
                </a:lnTo>
                <a:lnTo>
                  <a:pt x="1285122" y="57820"/>
                </a:lnTo>
                <a:lnTo>
                  <a:pt x="1285865" y="58165"/>
                </a:lnTo>
                <a:lnTo>
                  <a:pt x="1286585" y="58531"/>
                </a:lnTo>
                <a:lnTo>
                  <a:pt x="1287282" y="58919"/>
                </a:lnTo>
                <a:lnTo>
                  <a:pt x="1287956" y="59327"/>
                </a:lnTo>
                <a:lnTo>
                  <a:pt x="1288607" y="59756"/>
                </a:lnTo>
                <a:lnTo>
                  <a:pt x="1289235" y="60206"/>
                </a:lnTo>
                <a:lnTo>
                  <a:pt x="1289840" y="60677"/>
                </a:lnTo>
                <a:lnTo>
                  <a:pt x="1290422" y="61169"/>
                </a:lnTo>
                <a:lnTo>
                  <a:pt x="1290835" y="61550"/>
                </a:lnTo>
                <a:lnTo>
                  <a:pt x="1291230" y="61954"/>
                </a:lnTo>
                <a:lnTo>
                  <a:pt x="1291607" y="62380"/>
                </a:lnTo>
                <a:lnTo>
                  <a:pt x="1291967" y="62828"/>
                </a:lnTo>
                <a:lnTo>
                  <a:pt x="1292310" y="63299"/>
                </a:lnTo>
                <a:lnTo>
                  <a:pt x="1292635" y="63792"/>
                </a:lnTo>
                <a:lnTo>
                  <a:pt x="1292942" y="64308"/>
                </a:lnTo>
                <a:lnTo>
                  <a:pt x="1293232" y="64845"/>
                </a:lnTo>
                <a:lnTo>
                  <a:pt x="1293504" y="65405"/>
                </a:lnTo>
                <a:lnTo>
                  <a:pt x="1293759" y="65987"/>
                </a:lnTo>
                <a:lnTo>
                  <a:pt x="1293996" y="66592"/>
                </a:lnTo>
                <a:lnTo>
                  <a:pt x="1294215" y="67219"/>
                </a:lnTo>
                <a:lnTo>
                  <a:pt x="1294417" y="67868"/>
                </a:lnTo>
                <a:lnTo>
                  <a:pt x="1294602" y="68540"/>
                </a:lnTo>
                <a:lnTo>
                  <a:pt x="1294769" y="69233"/>
                </a:lnTo>
                <a:lnTo>
                  <a:pt x="1294918" y="69950"/>
                </a:lnTo>
                <a:lnTo>
                  <a:pt x="1295050" y="70688"/>
                </a:lnTo>
                <a:lnTo>
                  <a:pt x="1295164" y="71449"/>
                </a:lnTo>
                <a:lnTo>
                  <a:pt x="1295260" y="72232"/>
                </a:lnTo>
                <a:lnTo>
                  <a:pt x="1295339" y="73037"/>
                </a:lnTo>
                <a:lnTo>
                  <a:pt x="1295401" y="73865"/>
                </a:lnTo>
                <a:lnTo>
                  <a:pt x="1295445" y="74715"/>
                </a:lnTo>
                <a:lnTo>
                  <a:pt x="1295471" y="75587"/>
                </a:lnTo>
                <a:lnTo>
                  <a:pt x="1295480" y="76482"/>
                </a:lnTo>
                <a:lnTo>
                  <a:pt x="1295480" y="76569"/>
                </a:lnTo>
                <a:lnTo>
                  <a:pt x="1295479" y="76665"/>
                </a:lnTo>
                <a:lnTo>
                  <a:pt x="1295478" y="76770"/>
                </a:lnTo>
                <a:lnTo>
                  <a:pt x="1295477" y="76885"/>
                </a:lnTo>
                <a:lnTo>
                  <a:pt x="1295475" y="77009"/>
                </a:lnTo>
                <a:lnTo>
                  <a:pt x="1295474" y="77142"/>
                </a:lnTo>
                <a:lnTo>
                  <a:pt x="1295471" y="77285"/>
                </a:lnTo>
                <a:lnTo>
                  <a:pt x="1295469" y="77437"/>
                </a:lnTo>
                <a:lnTo>
                  <a:pt x="1295466" y="77598"/>
                </a:lnTo>
                <a:lnTo>
                  <a:pt x="1295463" y="77768"/>
                </a:lnTo>
                <a:lnTo>
                  <a:pt x="1295459" y="77948"/>
                </a:lnTo>
                <a:lnTo>
                  <a:pt x="1295455" y="78137"/>
                </a:lnTo>
                <a:lnTo>
                  <a:pt x="1295451" y="78335"/>
                </a:lnTo>
                <a:lnTo>
                  <a:pt x="1295446" y="78542"/>
                </a:lnTo>
                <a:lnTo>
                  <a:pt x="1295441" y="78759"/>
                </a:lnTo>
                <a:lnTo>
                  <a:pt x="1295436" y="78984"/>
                </a:lnTo>
                <a:lnTo>
                  <a:pt x="1295430" y="79219"/>
                </a:lnTo>
                <a:lnTo>
                  <a:pt x="1295424" y="79464"/>
                </a:lnTo>
                <a:lnTo>
                  <a:pt x="1295418" y="79717"/>
                </a:lnTo>
                <a:lnTo>
                  <a:pt x="1295411" y="79980"/>
                </a:lnTo>
                <a:lnTo>
                  <a:pt x="1295404" y="80252"/>
                </a:lnTo>
                <a:lnTo>
                  <a:pt x="1295396" y="80534"/>
                </a:lnTo>
                <a:lnTo>
                  <a:pt x="1295389" y="80824"/>
                </a:lnTo>
                <a:lnTo>
                  <a:pt x="1295381" y="81124"/>
                </a:lnTo>
                <a:lnTo>
                  <a:pt x="1294510" y="81418"/>
                </a:lnTo>
                <a:lnTo>
                  <a:pt x="1293599" y="81708"/>
                </a:lnTo>
                <a:lnTo>
                  <a:pt x="1292649" y="81995"/>
                </a:lnTo>
                <a:lnTo>
                  <a:pt x="1291659" y="82279"/>
                </a:lnTo>
                <a:lnTo>
                  <a:pt x="1290629" y="82559"/>
                </a:lnTo>
                <a:lnTo>
                  <a:pt x="1289560" y="82835"/>
                </a:lnTo>
                <a:lnTo>
                  <a:pt x="1288452" y="83109"/>
                </a:lnTo>
                <a:lnTo>
                  <a:pt x="1287303" y="83378"/>
                </a:lnTo>
                <a:lnTo>
                  <a:pt x="1286116" y="83645"/>
                </a:lnTo>
                <a:lnTo>
                  <a:pt x="1284888" y="83908"/>
                </a:lnTo>
                <a:lnTo>
                  <a:pt x="1283621" y="84167"/>
                </a:lnTo>
                <a:lnTo>
                  <a:pt x="1282314" y="84423"/>
                </a:lnTo>
                <a:lnTo>
                  <a:pt x="1280968" y="84676"/>
                </a:lnTo>
                <a:lnTo>
                  <a:pt x="1279582" y="84925"/>
                </a:lnTo>
                <a:lnTo>
                  <a:pt x="1278157" y="85171"/>
                </a:lnTo>
                <a:lnTo>
                  <a:pt x="1276692" y="85413"/>
                </a:lnTo>
                <a:lnTo>
                  <a:pt x="1275187" y="85652"/>
                </a:lnTo>
                <a:lnTo>
                  <a:pt x="1273643" y="85888"/>
                </a:lnTo>
                <a:lnTo>
                  <a:pt x="1272059" y="86120"/>
                </a:lnTo>
                <a:lnTo>
                  <a:pt x="1270436" y="86349"/>
                </a:lnTo>
                <a:lnTo>
                  <a:pt x="1268773" y="86574"/>
                </a:lnTo>
                <a:lnTo>
                  <a:pt x="1267070" y="86796"/>
                </a:lnTo>
                <a:lnTo>
                  <a:pt x="1265328" y="87015"/>
                </a:lnTo>
                <a:lnTo>
                  <a:pt x="1263546" y="87230"/>
                </a:lnTo>
                <a:lnTo>
                  <a:pt x="1262671" y="87337"/>
                </a:lnTo>
                <a:lnTo>
                  <a:pt x="1261814" y="87445"/>
                </a:lnTo>
                <a:lnTo>
                  <a:pt x="1260977" y="87553"/>
                </a:lnTo>
                <a:lnTo>
                  <a:pt x="1260157" y="87662"/>
                </a:lnTo>
                <a:lnTo>
                  <a:pt x="1259357" y="87771"/>
                </a:lnTo>
                <a:lnTo>
                  <a:pt x="1258575" y="87881"/>
                </a:lnTo>
                <a:lnTo>
                  <a:pt x="1257811" y="87990"/>
                </a:lnTo>
                <a:lnTo>
                  <a:pt x="1257066" y="88100"/>
                </a:lnTo>
                <a:lnTo>
                  <a:pt x="1256340" y="88211"/>
                </a:lnTo>
                <a:lnTo>
                  <a:pt x="1255633" y="88322"/>
                </a:lnTo>
                <a:lnTo>
                  <a:pt x="1254944" y="88433"/>
                </a:lnTo>
                <a:lnTo>
                  <a:pt x="1254273" y="88544"/>
                </a:lnTo>
                <a:lnTo>
                  <a:pt x="1253621" y="88656"/>
                </a:lnTo>
                <a:lnTo>
                  <a:pt x="1252988" y="88768"/>
                </a:lnTo>
                <a:lnTo>
                  <a:pt x="1252373" y="88881"/>
                </a:lnTo>
                <a:lnTo>
                  <a:pt x="1251777" y="88994"/>
                </a:lnTo>
                <a:lnTo>
                  <a:pt x="1251200" y="89107"/>
                </a:lnTo>
                <a:lnTo>
                  <a:pt x="1250641" y="89221"/>
                </a:lnTo>
                <a:lnTo>
                  <a:pt x="1250101" y="89335"/>
                </a:lnTo>
                <a:lnTo>
                  <a:pt x="1249579" y="89449"/>
                </a:lnTo>
                <a:lnTo>
                  <a:pt x="1249076" y="89564"/>
                </a:lnTo>
                <a:lnTo>
                  <a:pt x="1248591" y="89679"/>
                </a:lnTo>
                <a:lnTo>
                  <a:pt x="1248125" y="89795"/>
                </a:lnTo>
                <a:lnTo>
                  <a:pt x="1247678" y="89910"/>
                </a:lnTo>
                <a:lnTo>
                  <a:pt x="1247085" y="90079"/>
                </a:lnTo>
                <a:lnTo>
                  <a:pt x="1246498" y="90254"/>
                </a:lnTo>
                <a:lnTo>
                  <a:pt x="1245915" y="90436"/>
                </a:lnTo>
                <a:lnTo>
                  <a:pt x="1245338" y="90624"/>
                </a:lnTo>
                <a:lnTo>
                  <a:pt x="1244765" y="90819"/>
                </a:lnTo>
                <a:lnTo>
                  <a:pt x="1244198" y="91020"/>
                </a:lnTo>
                <a:lnTo>
                  <a:pt x="1243635" y="91228"/>
                </a:lnTo>
                <a:lnTo>
                  <a:pt x="1243077" y="91442"/>
                </a:lnTo>
                <a:lnTo>
                  <a:pt x="1242525" y="91663"/>
                </a:lnTo>
                <a:lnTo>
                  <a:pt x="1241977" y="91891"/>
                </a:lnTo>
                <a:lnTo>
                  <a:pt x="1241435" y="92125"/>
                </a:lnTo>
                <a:lnTo>
                  <a:pt x="1240897" y="92366"/>
                </a:lnTo>
                <a:lnTo>
                  <a:pt x="1240364" y="92613"/>
                </a:lnTo>
                <a:lnTo>
                  <a:pt x="1239837" y="92867"/>
                </a:lnTo>
                <a:lnTo>
                  <a:pt x="1239314" y="93127"/>
                </a:lnTo>
                <a:lnTo>
                  <a:pt x="1238796" y="93394"/>
                </a:lnTo>
                <a:lnTo>
                  <a:pt x="1238284" y="93667"/>
                </a:lnTo>
                <a:lnTo>
                  <a:pt x="1237776" y="93947"/>
                </a:lnTo>
                <a:lnTo>
                  <a:pt x="1237273" y="94234"/>
                </a:lnTo>
                <a:lnTo>
                  <a:pt x="1236776" y="94527"/>
                </a:lnTo>
                <a:lnTo>
                  <a:pt x="1236283" y="94826"/>
                </a:lnTo>
                <a:lnTo>
                  <a:pt x="1235795" y="95133"/>
                </a:lnTo>
                <a:lnTo>
                  <a:pt x="1235313" y="95445"/>
                </a:lnTo>
                <a:lnTo>
                  <a:pt x="1234835" y="95765"/>
                </a:lnTo>
                <a:lnTo>
                  <a:pt x="1234364" y="96092"/>
                </a:lnTo>
                <a:lnTo>
                  <a:pt x="1233900" y="96427"/>
                </a:lnTo>
                <a:lnTo>
                  <a:pt x="1233443" y="96772"/>
                </a:lnTo>
                <a:lnTo>
                  <a:pt x="1232995" y="97125"/>
                </a:lnTo>
                <a:lnTo>
                  <a:pt x="1232554" y="97487"/>
                </a:lnTo>
                <a:lnTo>
                  <a:pt x="1232120" y="97858"/>
                </a:lnTo>
                <a:lnTo>
                  <a:pt x="1231694" y="98238"/>
                </a:lnTo>
                <a:lnTo>
                  <a:pt x="1231276" y="98627"/>
                </a:lnTo>
                <a:lnTo>
                  <a:pt x="1230865" y="99024"/>
                </a:lnTo>
                <a:lnTo>
                  <a:pt x="1230462" y="99430"/>
                </a:lnTo>
                <a:lnTo>
                  <a:pt x="1230066" y="99845"/>
                </a:lnTo>
                <a:lnTo>
                  <a:pt x="1229678" y="100269"/>
                </a:lnTo>
                <a:lnTo>
                  <a:pt x="1229297" y="100701"/>
                </a:lnTo>
                <a:lnTo>
                  <a:pt x="1228925" y="101142"/>
                </a:lnTo>
                <a:lnTo>
                  <a:pt x="1228559" y="101592"/>
                </a:lnTo>
                <a:lnTo>
                  <a:pt x="1228201" y="102051"/>
                </a:lnTo>
                <a:lnTo>
                  <a:pt x="1227851" y="102519"/>
                </a:lnTo>
                <a:lnTo>
                  <a:pt x="1227509" y="102995"/>
                </a:lnTo>
                <a:lnTo>
                  <a:pt x="1227173" y="103481"/>
                </a:lnTo>
                <a:lnTo>
                  <a:pt x="1226846" y="103975"/>
                </a:lnTo>
                <a:lnTo>
                  <a:pt x="1226526" y="104477"/>
                </a:lnTo>
                <a:lnTo>
                  <a:pt x="1226214" y="104989"/>
                </a:lnTo>
                <a:lnTo>
                  <a:pt x="1225909" y="105509"/>
                </a:lnTo>
                <a:lnTo>
                  <a:pt x="1225612" y="106038"/>
                </a:lnTo>
                <a:lnTo>
                  <a:pt x="1225325" y="106574"/>
                </a:lnTo>
                <a:lnTo>
                  <a:pt x="1225050" y="107114"/>
                </a:lnTo>
                <a:lnTo>
                  <a:pt x="1224787" y="107659"/>
                </a:lnTo>
                <a:lnTo>
                  <a:pt x="1224536" y="108209"/>
                </a:lnTo>
                <a:lnTo>
                  <a:pt x="1224298" y="108763"/>
                </a:lnTo>
                <a:lnTo>
                  <a:pt x="1224072" y="109322"/>
                </a:lnTo>
                <a:lnTo>
                  <a:pt x="1223858" y="109886"/>
                </a:lnTo>
                <a:lnTo>
                  <a:pt x="1223656" y="110454"/>
                </a:lnTo>
                <a:lnTo>
                  <a:pt x="1223466" y="111027"/>
                </a:lnTo>
                <a:lnTo>
                  <a:pt x="1223289" y="111604"/>
                </a:lnTo>
                <a:lnTo>
                  <a:pt x="1223124" y="112186"/>
                </a:lnTo>
                <a:lnTo>
                  <a:pt x="1222971" y="112773"/>
                </a:lnTo>
                <a:lnTo>
                  <a:pt x="1222831" y="113364"/>
                </a:lnTo>
                <a:lnTo>
                  <a:pt x="1222702" y="113961"/>
                </a:lnTo>
                <a:lnTo>
                  <a:pt x="1222586" y="114561"/>
                </a:lnTo>
                <a:lnTo>
                  <a:pt x="1222482" y="115167"/>
                </a:lnTo>
                <a:lnTo>
                  <a:pt x="1222391" y="115777"/>
                </a:lnTo>
                <a:lnTo>
                  <a:pt x="1222311" y="116391"/>
                </a:lnTo>
                <a:lnTo>
                  <a:pt x="1222244" y="117011"/>
                </a:lnTo>
                <a:lnTo>
                  <a:pt x="1222189" y="117635"/>
                </a:lnTo>
                <a:lnTo>
                  <a:pt x="1222146" y="118263"/>
                </a:lnTo>
                <a:lnTo>
                  <a:pt x="1222116" y="118896"/>
                </a:lnTo>
                <a:lnTo>
                  <a:pt x="1222097" y="119534"/>
                </a:lnTo>
                <a:lnTo>
                  <a:pt x="1222091" y="120177"/>
                </a:lnTo>
                <a:lnTo>
                  <a:pt x="1222107" y="121269"/>
                </a:lnTo>
                <a:lnTo>
                  <a:pt x="1222156" y="122344"/>
                </a:lnTo>
                <a:lnTo>
                  <a:pt x="1222237" y="123403"/>
                </a:lnTo>
                <a:lnTo>
                  <a:pt x="1222350" y="124446"/>
                </a:lnTo>
                <a:lnTo>
                  <a:pt x="1222496" y="125472"/>
                </a:lnTo>
                <a:lnTo>
                  <a:pt x="1222674" y="126482"/>
                </a:lnTo>
                <a:lnTo>
                  <a:pt x="1222884" y="127476"/>
                </a:lnTo>
                <a:lnTo>
                  <a:pt x="1223127" y="128453"/>
                </a:lnTo>
                <a:lnTo>
                  <a:pt x="1223402" y="129414"/>
                </a:lnTo>
                <a:lnTo>
                  <a:pt x="1223710" y="130358"/>
                </a:lnTo>
                <a:lnTo>
                  <a:pt x="1224050" y="131286"/>
                </a:lnTo>
                <a:lnTo>
                  <a:pt x="1224422" y="132198"/>
                </a:lnTo>
                <a:lnTo>
                  <a:pt x="1224826" y="133093"/>
                </a:lnTo>
                <a:lnTo>
                  <a:pt x="1225263" y="133972"/>
                </a:lnTo>
                <a:lnTo>
                  <a:pt x="1225733" y="134835"/>
                </a:lnTo>
                <a:lnTo>
                  <a:pt x="1226234" y="135681"/>
                </a:lnTo>
                <a:lnTo>
                  <a:pt x="1226769" y="136511"/>
                </a:lnTo>
                <a:lnTo>
                  <a:pt x="1227335" y="137325"/>
                </a:lnTo>
                <a:lnTo>
                  <a:pt x="1227934" y="138122"/>
                </a:lnTo>
                <a:lnTo>
                  <a:pt x="1228565" y="138902"/>
                </a:lnTo>
                <a:lnTo>
                  <a:pt x="1229229" y="139667"/>
                </a:lnTo>
                <a:lnTo>
                  <a:pt x="1229925" y="140415"/>
                </a:lnTo>
                <a:lnTo>
                  <a:pt x="1230653" y="141147"/>
                </a:lnTo>
                <a:lnTo>
                  <a:pt x="1231414" y="141862"/>
                </a:lnTo>
                <a:lnTo>
                  <a:pt x="1232204" y="142554"/>
                </a:lnTo>
                <a:lnTo>
                  <a:pt x="1233023" y="143217"/>
                </a:lnTo>
                <a:lnTo>
                  <a:pt x="1233870" y="143851"/>
                </a:lnTo>
                <a:lnTo>
                  <a:pt x="1234744" y="144455"/>
                </a:lnTo>
                <a:lnTo>
                  <a:pt x="1235646" y="145029"/>
                </a:lnTo>
                <a:lnTo>
                  <a:pt x="1236577" y="145574"/>
                </a:lnTo>
                <a:lnTo>
                  <a:pt x="1237535" y="146090"/>
                </a:lnTo>
                <a:lnTo>
                  <a:pt x="1238521" y="146576"/>
                </a:lnTo>
                <a:lnTo>
                  <a:pt x="1239535" y="147033"/>
                </a:lnTo>
                <a:lnTo>
                  <a:pt x="1240577" y="147460"/>
                </a:lnTo>
                <a:lnTo>
                  <a:pt x="1241647" y="147858"/>
                </a:lnTo>
                <a:lnTo>
                  <a:pt x="1242744" y="148226"/>
                </a:lnTo>
                <a:lnTo>
                  <a:pt x="1243870" y="148565"/>
                </a:lnTo>
                <a:lnTo>
                  <a:pt x="1245023" y="148874"/>
                </a:lnTo>
                <a:lnTo>
                  <a:pt x="1246204" y="149154"/>
                </a:lnTo>
                <a:lnTo>
                  <a:pt x="1247414" y="149405"/>
                </a:lnTo>
                <a:lnTo>
                  <a:pt x="1248651" y="149626"/>
                </a:lnTo>
                <a:lnTo>
                  <a:pt x="1249916" y="149817"/>
                </a:lnTo>
                <a:lnTo>
                  <a:pt x="1251209" y="149979"/>
                </a:lnTo>
                <a:lnTo>
                  <a:pt x="1252529" y="150112"/>
                </a:lnTo>
                <a:lnTo>
                  <a:pt x="1253878" y="150215"/>
                </a:lnTo>
                <a:lnTo>
                  <a:pt x="1255254" y="150289"/>
                </a:lnTo>
                <a:lnTo>
                  <a:pt x="1256659" y="150333"/>
                </a:lnTo>
                <a:lnTo>
                  <a:pt x="1258091" y="150347"/>
                </a:lnTo>
                <a:lnTo>
                  <a:pt x="1258965" y="150341"/>
                </a:lnTo>
                <a:lnTo>
                  <a:pt x="1259834" y="150323"/>
                </a:lnTo>
                <a:lnTo>
                  <a:pt x="1260698" y="150293"/>
                </a:lnTo>
                <a:lnTo>
                  <a:pt x="1261558" y="150251"/>
                </a:lnTo>
                <a:lnTo>
                  <a:pt x="1262413" y="150197"/>
                </a:lnTo>
                <a:lnTo>
                  <a:pt x="1263264" y="150130"/>
                </a:lnTo>
                <a:lnTo>
                  <a:pt x="1264110" y="150052"/>
                </a:lnTo>
                <a:lnTo>
                  <a:pt x="1264951" y="149961"/>
                </a:lnTo>
                <a:lnTo>
                  <a:pt x="1265787" y="149859"/>
                </a:lnTo>
                <a:lnTo>
                  <a:pt x="1266619" y="149744"/>
                </a:lnTo>
                <a:lnTo>
                  <a:pt x="1267446" y="149618"/>
                </a:lnTo>
                <a:lnTo>
                  <a:pt x="1268269" y="149479"/>
                </a:lnTo>
                <a:lnTo>
                  <a:pt x="1269087" y="149328"/>
                </a:lnTo>
                <a:lnTo>
                  <a:pt x="1269900" y="149165"/>
                </a:lnTo>
                <a:lnTo>
                  <a:pt x="1270709" y="148990"/>
                </a:lnTo>
                <a:lnTo>
                  <a:pt x="1271513" y="148803"/>
                </a:lnTo>
                <a:lnTo>
                  <a:pt x="1272312" y="148604"/>
                </a:lnTo>
                <a:lnTo>
                  <a:pt x="1273107" y="148393"/>
                </a:lnTo>
                <a:lnTo>
                  <a:pt x="1273897" y="148170"/>
                </a:lnTo>
                <a:lnTo>
                  <a:pt x="1274682" y="147935"/>
                </a:lnTo>
                <a:lnTo>
                  <a:pt x="1275463" y="147688"/>
                </a:lnTo>
                <a:lnTo>
                  <a:pt x="1276239" y="147428"/>
                </a:lnTo>
                <a:lnTo>
                  <a:pt x="1277010" y="147157"/>
                </a:lnTo>
                <a:lnTo>
                  <a:pt x="1277777" y="146873"/>
                </a:lnTo>
                <a:lnTo>
                  <a:pt x="1278543" y="146575"/>
                </a:lnTo>
                <a:lnTo>
                  <a:pt x="1279311" y="146260"/>
                </a:lnTo>
                <a:lnTo>
                  <a:pt x="1280082" y="145927"/>
                </a:lnTo>
                <a:lnTo>
                  <a:pt x="1280856" y="145577"/>
                </a:lnTo>
                <a:lnTo>
                  <a:pt x="1281632" y="145210"/>
                </a:lnTo>
                <a:lnTo>
                  <a:pt x="1282411" y="144826"/>
                </a:lnTo>
                <a:lnTo>
                  <a:pt x="1283192" y="144425"/>
                </a:lnTo>
                <a:lnTo>
                  <a:pt x="1283976" y="144006"/>
                </a:lnTo>
                <a:lnTo>
                  <a:pt x="1284762" y="143570"/>
                </a:lnTo>
                <a:lnTo>
                  <a:pt x="1285551" y="143117"/>
                </a:lnTo>
                <a:lnTo>
                  <a:pt x="1286343" y="142646"/>
                </a:lnTo>
                <a:lnTo>
                  <a:pt x="1287137" y="142159"/>
                </a:lnTo>
                <a:lnTo>
                  <a:pt x="1287934" y="141654"/>
                </a:lnTo>
                <a:lnTo>
                  <a:pt x="1288733" y="141132"/>
                </a:lnTo>
                <a:lnTo>
                  <a:pt x="1289535" y="140592"/>
                </a:lnTo>
                <a:lnTo>
                  <a:pt x="1290339" y="140036"/>
                </a:lnTo>
                <a:lnTo>
                  <a:pt x="1291146" y="139462"/>
                </a:lnTo>
                <a:lnTo>
                  <a:pt x="1291956" y="138871"/>
                </a:lnTo>
                <a:lnTo>
                  <a:pt x="1292768" y="138263"/>
                </a:lnTo>
                <a:lnTo>
                  <a:pt x="1293583" y="137637"/>
                </a:lnTo>
                <a:lnTo>
                  <a:pt x="1294401" y="136995"/>
                </a:lnTo>
                <a:lnTo>
                  <a:pt x="1295221" y="136335"/>
                </a:lnTo>
                <a:lnTo>
                  <a:pt x="1296043" y="135658"/>
                </a:lnTo>
                <a:lnTo>
                  <a:pt x="1296868" y="134963"/>
                </a:lnTo>
                <a:lnTo>
                  <a:pt x="1296938" y="135580"/>
                </a:lnTo>
                <a:lnTo>
                  <a:pt x="1297014" y="136191"/>
                </a:lnTo>
                <a:lnTo>
                  <a:pt x="1297098" y="136795"/>
                </a:lnTo>
                <a:lnTo>
                  <a:pt x="1297188" y="137392"/>
                </a:lnTo>
                <a:lnTo>
                  <a:pt x="1297285" y="137983"/>
                </a:lnTo>
                <a:lnTo>
                  <a:pt x="1297389" y="138567"/>
                </a:lnTo>
                <a:close/>
                <a:moveTo>
                  <a:pt x="1295256" y="106275"/>
                </a:moveTo>
                <a:lnTo>
                  <a:pt x="1295201" y="107153"/>
                </a:lnTo>
                <a:lnTo>
                  <a:pt x="1295136" y="108010"/>
                </a:lnTo>
                <a:lnTo>
                  <a:pt x="1295061" y="108848"/>
                </a:lnTo>
                <a:lnTo>
                  <a:pt x="1294976" y="109666"/>
                </a:lnTo>
                <a:lnTo>
                  <a:pt x="1294881" y="110463"/>
                </a:lnTo>
                <a:lnTo>
                  <a:pt x="1294776" y="111241"/>
                </a:lnTo>
                <a:lnTo>
                  <a:pt x="1294662" y="111998"/>
                </a:lnTo>
                <a:lnTo>
                  <a:pt x="1294537" y="112736"/>
                </a:lnTo>
                <a:lnTo>
                  <a:pt x="1294402" y="113453"/>
                </a:lnTo>
                <a:lnTo>
                  <a:pt x="1294257" y="114150"/>
                </a:lnTo>
                <a:lnTo>
                  <a:pt x="1294102" y="114827"/>
                </a:lnTo>
                <a:lnTo>
                  <a:pt x="1293938" y="115485"/>
                </a:lnTo>
                <a:lnTo>
                  <a:pt x="1293763" y="116122"/>
                </a:lnTo>
                <a:lnTo>
                  <a:pt x="1293578" y="116739"/>
                </a:lnTo>
                <a:lnTo>
                  <a:pt x="1293383" y="117336"/>
                </a:lnTo>
                <a:lnTo>
                  <a:pt x="1293179" y="117913"/>
                </a:lnTo>
                <a:lnTo>
                  <a:pt x="1292964" y="118469"/>
                </a:lnTo>
                <a:lnTo>
                  <a:pt x="1292739" y="119006"/>
                </a:lnTo>
                <a:lnTo>
                  <a:pt x="1292505" y="119523"/>
                </a:lnTo>
                <a:lnTo>
                  <a:pt x="1292183" y="120173"/>
                </a:lnTo>
                <a:lnTo>
                  <a:pt x="1291847" y="120812"/>
                </a:lnTo>
                <a:lnTo>
                  <a:pt x="1291496" y="121439"/>
                </a:lnTo>
                <a:lnTo>
                  <a:pt x="1291130" y="122054"/>
                </a:lnTo>
                <a:lnTo>
                  <a:pt x="1290749" y="122658"/>
                </a:lnTo>
                <a:lnTo>
                  <a:pt x="1290354" y="123250"/>
                </a:lnTo>
                <a:lnTo>
                  <a:pt x="1289943" y="123831"/>
                </a:lnTo>
                <a:lnTo>
                  <a:pt x="1289518" y="124400"/>
                </a:lnTo>
                <a:lnTo>
                  <a:pt x="1289078" y="124958"/>
                </a:lnTo>
                <a:lnTo>
                  <a:pt x="1288624" y="125503"/>
                </a:lnTo>
                <a:lnTo>
                  <a:pt x="1288154" y="126038"/>
                </a:lnTo>
                <a:lnTo>
                  <a:pt x="1287670" y="126560"/>
                </a:lnTo>
                <a:lnTo>
                  <a:pt x="1287171" y="127072"/>
                </a:lnTo>
                <a:lnTo>
                  <a:pt x="1286657" y="127571"/>
                </a:lnTo>
                <a:lnTo>
                  <a:pt x="1286128" y="128059"/>
                </a:lnTo>
                <a:lnTo>
                  <a:pt x="1285584" y="128535"/>
                </a:lnTo>
                <a:lnTo>
                  <a:pt x="1285026" y="129000"/>
                </a:lnTo>
                <a:lnTo>
                  <a:pt x="1284453" y="129453"/>
                </a:lnTo>
                <a:lnTo>
                  <a:pt x="1283865" y="129895"/>
                </a:lnTo>
                <a:lnTo>
                  <a:pt x="1283262" y="130325"/>
                </a:lnTo>
                <a:lnTo>
                  <a:pt x="1282645" y="130743"/>
                </a:lnTo>
                <a:lnTo>
                  <a:pt x="1282012" y="131150"/>
                </a:lnTo>
                <a:lnTo>
                  <a:pt x="1281365" y="131545"/>
                </a:lnTo>
                <a:lnTo>
                  <a:pt x="1280703" y="131929"/>
                </a:lnTo>
                <a:lnTo>
                  <a:pt x="1280030" y="132299"/>
                </a:lnTo>
                <a:lnTo>
                  <a:pt x="1279348" y="132653"/>
                </a:lnTo>
                <a:lnTo>
                  <a:pt x="1278659" y="132992"/>
                </a:lnTo>
                <a:lnTo>
                  <a:pt x="1277962" y="133314"/>
                </a:lnTo>
                <a:lnTo>
                  <a:pt x="1277257" y="133621"/>
                </a:lnTo>
                <a:lnTo>
                  <a:pt x="1276544" y="133913"/>
                </a:lnTo>
                <a:lnTo>
                  <a:pt x="1275823" y="134188"/>
                </a:lnTo>
                <a:lnTo>
                  <a:pt x="1275094" y="134448"/>
                </a:lnTo>
                <a:lnTo>
                  <a:pt x="1274357" y="134692"/>
                </a:lnTo>
                <a:lnTo>
                  <a:pt x="1273613" y="134920"/>
                </a:lnTo>
                <a:lnTo>
                  <a:pt x="1272860" y="135133"/>
                </a:lnTo>
                <a:lnTo>
                  <a:pt x="1272100" y="135330"/>
                </a:lnTo>
                <a:lnTo>
                  <a:pt x="1271331" y="135511"/>
                </a:lnTo>
                <a:lnTo>
                  <a:pt x="1270555" y="135676"/>
                </a:lnTo>
                <a:lnTo>
                  <a:pt x="1269771" y="135826"/>
                </a:lnTo>
                <a:lnTo>
                  <a:pt x="1268978" y="135959"/>
                </a:lnTo>
                <a:lnTo>
                  <a:pt x="1268178" y="136077"/>
                </a:lnTo>
                <a:lnTo>
                  <a:pt x="1267370" y="136180"/>
                </a:lnTo>
                <a:lnTo>
                  <a:pt x="1266554" y="136266"/>
                </a:lnTo>
                <a:lnTo>
                  <a:pt x="1265730" y="136337"/>
                </a:lnTo>
                <a:lnTo>
                  <a:pt x="1264899" y="136392"/>
                </a:lnTo>
                <a:lnTo>
                  <a:pt x="1264059" y="136432"/>
                </a:lnTo>
                <a:lnTo>
                  <a:pt x="1263211" y="136455"/>
                </a:lnTo>
                <a:lnTo>
                  <a:pt x="1262356" y="136463"/>
                </a:lnTo>
                <a:lnTo>
                  <a:pt x="1261497" y="136455"/>
                </a:lnTo>
                <a:lnTo>
                  <a:pt x="1260655" y="136430"/>
                </a:lnTo>
                <a:lnTo>
                  <a:pt x="1259831" y="136388"/>
                </a:lnTo>
                <a:lnTo>
                  <a:pt x="1259024" y="136330"/>
                </a:lnTo>
                <a:lnTo>
                  <a:pt x="1258234" y="136256"/>
                </a:lnTo>
                <a:lnTo>
                  <a:pt x="1257462" y="136164"/>
                </a:lnTo>
                <a:lnTo>
                  <a:pt x="1256707" y="136057"/>
                </a:lnTo>
                <a:lnTo>
                  <a:pt x="1255970" y="135932"/>
                </a:lnTo>
                <a:lnTo>
                  <a:pt x="1255250" y="135791"/>
                </a:lnTo>
                <a:lnTo>
                  <a:pt x="1254548" y="135633"/>
                </a:lnTo>
                <a:lnTo>
                  <a:pt x="1253862" y="135459"/>
                </a:lnTo>
                <a:lnTo>
                  <a:pt x="1253195" y="135268"/>
                </a:lnTo>
                <a:lnTo>
                  <a:pt x="1252544" y="135061"/>
                </a:lnTo>
                <a:lnTo>
                  <a:pt x="1251911" y="134837"/>
                </a:lnTo>
                <a:lnTo>
                  <a:pt x="1251296" y="134596"/>
                </a:lnTo>
                <a:lnTo>
                  <a:pt x="1250697" y="134339"/>
                </a:lnTo>
                <a:lnTo>
                  <a:pt x="1250116" y="134065"/>
                </a:lnTo>
                <a:lnTo>
                  <a:pt x="1249553" y="133775"/>
                </a:lnTo>
                <a:lnTo>
                  <a:pt x="1249007" y="133468"/>
                </a:lnTo>
                <a:lnTo>
                  <a:pt x="1248478" y="133144"/>
                </a:lnTo>
                <a:lnTo>
                  <a:pt x="1247967" y="132804"/>
                </a:lnTo>
                <a:lnTo>
                  <a:pt x="1247473" y="132448"/>
                </a:lnTo>
                <a:lnTo>
                  <a:pt x="1246997" y="132074"/>
                </a:lnTo>
                <a:lnTo>
                  <a:pt x="1246538" y="131684"/>
                </a:lnTo>
                <a:lnTo>
                  <a:pt x="1246096" y="131282"/>
                </a:lnTo>
                <a:lnTo>
                  <a:pt x="1245674" y="130871"/>
                </a:lnTo>
                <a:lnTo>
                  <a:pt x="1245271" y="130451"/>
                </a:lnTo>
                <a:lnTo>
                  <a:pt x="1244886" y="130024"/>
                </a:lnTo>
                <a:lnTo>
                  <a:pt x="1244520" y="129588"/>
                </a:lnTo>
                <a:lnTo>
                  <a:pt x="1244173" y="129144"/>
                </a:lnTo>
                <a:lnTo>
                  <a:pt x="1243844" y="128692"/>
                </a:lnTo>
                <a:lnTo>
                  <a:pt x="1243535" y="128231"/>
                </a:lnTo>
                <a:lnTo>
                  <a:pt x="1243244" y="127762"/>
                </a:lnTo>
                <a:lnTo>
                  <a:pt x="1242972" y="127285"/>
                </a:lnTo>
                <a:lnTo>
                  <a:pt x="1242718" y="126799"/>
                </a:lnTo>
                <a:lnTo>
                  <a:pt x="1242484" y="126306"/>
                </a:lnTo>
                <a:lnTo>
                  <a:pt x="1242268" y="125804"/>
                </a:lnTo>
                <a:lnTo>
                  <a:pt x="1242071" y="125293"/>
                </a:lnTo>
                <a:lnTo>
                  <a:pt x="1241893" y="124774"/>
                </a:lnTo>
                <a:lnTo>
                  <a:pt x="1241733" y="124248"/>
                </a:lnTo>
                <a:lnTo>
                  <a:pt x="1241592" y="123712"/>
                </a:lnTo>
                <a:lnTo>
                  <a:pt x="1241470" y="123169"/>
                </a:lnTo>
                <a:lnTo>
                  <a:pt x="1241367" y="122617"/>
                </a:lnTo>
                <a:lnTo>
                  <a:pt x="1241283" y="122057"/>
                </a:lnTo>
                <a:lnTo>
                  <a:pt x="1241217" y="121489"/>
                </a:lnTo>
                <a:lnTo>
                  <a:pt x="1241170" y="120912"/>
                </a:lnTo>
                <a:lnTo>
                  <a:pt x="1241142" y="120327"/>
                </a:lnTo>
                <a:lnTo>
                  <a:pt x="1241133" y="119734"/>
                </a:lnTo>
                <a:lnTo>
                  <a:pt x="1241137" y="119345"/>
                </a:lnTo>
                <a:lnTo>
                  <a:pt x="1241150" y="118960"/>
                </a:lnTo>
                <a:lnTo>
                  <a:pt x="1241171" y="118577"/>
                </a:lnTo>
                <a:lnTo>
                  <a:pt x="1241201" y="118197"/>
                </a:lnTo>
                <a:lnTo>
                  <a:pt x="1241240" y="117821"/>
                </a:lnTo>
                <a:lnTo>
                  <a:pt x="1241288" y="117447"/>
                </a:lnTo>
                <a:lnTo>
                  <a:pt x="1241343" y="117076"/>
                </a:lnTo>
                <a:lnTo>
                  <a:pt x="1241408" y="116708"/>
                </a:lnTo>
                <a:lnTo>
                  <a:pt x="1241481" y="116343"/>
                </a:lnTo>
                <a:lnTo>
                  <a:pt x="1241563" y="115981"/>
                </a:lnTo>
                <a:lnTo>
                  <a:pt x="1241653" y="115622"/>
                </a:lnTo>
                <a:lnTo>
                  <a:pt x="1241752" y="115266"/>
                </a:lnTo>
                <a:lnTo>
                  <a:pt x="1241860" y="114912"/>
                </a:lnTo>
                <a:lnTo>
                  <a:pt x="1241976" y="114562"/>
                </a:lnTo>
                <a:lnTo>
                  <a:pt x="1242101" y="114215"/>
                </a:lnTo>
                <a:lnTo>
                  <a:pt x="1242234" y="113870"/>
                </a:lnTo>
                <a:lnTo>
                  <a:pt x="1242377" y="113529"/>
                </a:lnTo>
                <a:lnTo>
                  <a:pt x="1242527" y="113190"/>
                </a:lnTo>
                <a:lnTo>
                  <a:pt x="1242686" y="112854"/>
                </a:lnTo>
                <a:lnTo>
                  <a:pt x="1242854" y="112522"/>
                </a:lnTo>
                <a:lnTo>
                  <a:pt x="1243031" y="112192"/>
                </a:lnTo>
                <a:lnTo>
                  <a:pt x="1243216" y="111865"/>
                </a:lnTo>
                <a:lnTo>
                  <a:pt x="1243410" y="111541"/>
                </a:lnTo>
                <a:lnTo>
                  <a:pt x="1243612" y="111220"/>
                </a:lnTo>
                <a:lnTo>
                  <a:pt x="1243822" y="110904"/>
                </a:lnTo>
                <a:lnTo>
                  <a:pt x="1244040" y="110594"/>
                </a:lnTo>
                <a:lnTo>
                  <a:pt x="1244264" y="110290"/>
                </a:lnTo>
                <a:lnTo>
                  <a:pt x="1244496" y="109993"/>
                </a:lnTo>
                <a:lnTo>
                  <a:pt x="1244735" y="109702"/>
                </a:lnTo>
                <a:lnTo>
                  <a:pt x="1244982" y="109417"/>
                </a:lnTo>
                <a:lnTo>
                  <a:pt x="1245235" y="109139"/>
                </a:lnTo>
                <a:lnTo>
                  <a:pt x="1245496" y="108868"/>
                </a:lnTo>
                <a:lnTo>
                  <a:pt x="1245764" y="108602"/>
                </a:lnTo>
                <a:lnTo>
                  <a:pt x="1246040" y="108344"/>
                </a:lnTo>
                <a:lnTo>
                  <a:pt x="1246322" y="108091"/>
                </a:lnTo>
                <a:lnTo>
                  <a:pt x="1246612" y="107845"/>
                </a:lnTo>
                <a:lnTo>
                  <a:pt x="1246909" y="107606"/>
                </a:lnTo>
                <a:lnTo>
                  <a:pt x="1247213" y="107373"/>
                </a:lnTo>
                <a:lnTo>
                  <a:pt x="1247525" y="107146"/>
                </a:lnTo>
                <a:lnTo>
                  <a:pt x="1247843" y="106926"/>
                </a:lnTo>
                <a:lnTo>
                  <a:pt x="1248169" y="106712"/>
                </a:lnTo>
                <a:lnTo>
                  <a:pt x="1248502" y="106504"/>
                </a:lnTo>
                <a:lnTo>
                  <a:pt x="1248843" y="106303"/>
                </a:lnTo>
                <a:lnTo>
                  <a:pt x="1249190" y="106108"/>
                </a:lnTo>
                <a:lnTo>
                  <a:pt x="1249545" y="105920"/>
                </a:lnTo>
                <a:lnTo>
                  <a:pt x="1249907" y="105738"/>
                </a:lnTo>
                <a:lnTo>
                  <a:pt x="1250277" y="105563"/>
                </a:lnTo>
                <a:lnTo>
                  <a:pt x="1250653" y="105394"/>
                </a:lnTo>
                <a:lnTo>
                  <a:pt x="1251045" y="105228"/>
                </a:lnTo>
                <a:lnTo>
                  <a:pt x="1251458" y="105065"/>
                </a:lnTo>
                <a:lnTo>
                  <a:pt x="1251894" y="104902"/>
                </a:lnTo>
                <a:lnTo>
                  <a:pt x="1252353" y="104741"/>
                </a:lnTo>
                <a:lnTo>
                  <a:pt x="1252834" y="104581"/>
                </a:lnTo>
                <a:lnTo>
                  <a:pt x="1253337" y="104422"/>
                </a:lnTo>
                <a:lnTo>
                  <a:pt x="1253863" y="104265"/>
                </a:lnTo>
                <a:lnTo>
                  <a:pt x="1254411" y="104110"/>
                </a:lnTo>
                <a:lnTo>
                  <a:pt x="1254981" y="103955"/>
                </a:lnTo>
                <a:lnTo>
                  <a:pt x="1255574" y="103803"/>
                </a:lnTo>
                <a:lnTo>
                  <a:pt x="1256189" y="103651"/>
                </a:lnTo>
                <a:lnTo>
                  <a:pt x="1256827" y="103501"/>
                </a:lnTo>
                <a:lnTo>
                  <a:pt x="1257487" y="103352"/>
                </a:lnTo>
                <a:lnTo>
                  <a:pt x="1258169" y="103205"/>
                </a:lnTo>
                <a:lnTo>
                  <a:pt x="1258874" y="103059"/>
                </a:lnTo>
                <a:lnTo>
                  <a:pt x="1259601" y="102915"/>
                </a:lnTo>
                <a:lnTo>
                  <a:pt x="1260350" y="102771"/>
                </a:lnTo>
                <a:lnTo>
                  <a:pt x="1261122" y="102630"/>
                </a:lnTo>
                <a:lnTo>
                  <a:pt x="1261917" y="102489"/>
                </a:lnTo>
                <a:lnTo>
                  <a:pt x="1262733" y="102350"/>
                </a:lnTo>
                <a:lnTo>
                  <a:pt x="1263572" y="102213"/>
                </a:lnTo>
                <a:lnTo>
                  <a:pt x="1264434" y="102076"/>
                </a:lnTo>
                <a:lnTo>
                  <a:pt x="1265317" y="101942"/>
                </a:lnTo>
                <a:lnTo>
                  <a:pt x="1266224" y="101808"/>
                </a:lnTo>
                <a:lnTo>
                  <a:pt x="1267826" y="101573"/>
                </a:lnTo>
                <a:lnTo>
                  <a:pt x="1269396" y="101333"/>
                </a:lnTo>
                <a:lnTo>
                  <a:pt x="1270931" y="101090"/>
                </a:lnTo>
                <a:lnTo>
                  <a:pt x="1272433" y="100842"/>
                </a:lnTo>
                <a:lnTo>
                  <a:pt x="1273901" y="100590"/>
                </a:lnTo>
                <a:lnTo>
                  <a:pt x="1275335" y="100334"/>
                </a:lnTo>
                <a:lnTo>
                  <a:pt x="1276736" y="100073"/>
                </a:lnTo>
                <a:lnTo>
                  <a:pt x="1278102" y="99809"/>
                </a:lnTo>
                <a:lnTo>
                  <a:pt x="1279435" y="99540"/>
                </a:lnTo>
                <a:lnTo>
                  <a:pt x="1280735" y="99267"/>
                </a:lnTo>
                <a:lnTo>
                  <a:pt x="1282000" y="98990"/>
                </a:lnTo>
                <a:lnTo>
                  <a:pt x="1283232" y="98709"/>
                </a:lnTo>
                <a:lnTo>
                  <a:pt x="1284430" y="98424"/>
                </a:lnTo>
                <a:lnTo>
                  <a:pt x="1285594" y="98134"/>
                </a:lnTo>
                <a:lnTo>
                  <a:pt x="1286725" y="97840"/>
                </a:lnTo>
                <a:lnTo>
                  <a:pt x="1287821" y="97542"/>
                </a:lnTo>
                <a:lnTo>
                  <a:pt x="1288884" y="97240"/>
                </a:lnTo>
                <a:lnTo>
                  <a:pt x="1289914" y="96934"/>
                </a:lnTo>
                <a:lnTo>
                  <a:pt x="1290909" y="96623"/>
                </a:lnTo>
                <a:lnTo>
                  <a:pt x="1291871" y="96309"/>
                </a:lnTo>
                <a:lnTo>
                  <a:pt x="1292799" y="95990"/>
                </a:lnTo>
                <a:lnTo>
                  <a:pt x="1293693" y="95667"/>
                </a:lnTo>
                <a:lnTo>
                  <a:pt x="1294554" y="95340"/>
                </a:lnTo>
                <a:lnTo>
                  <a:pt x="1295381" y="95008"/>
                </a:lnTo>
                <a:lnTo>
                  <a:pt x="1295381" y="101585"/>
                </a:lnTo>
                <a:lnTo>
                  <a:pt x="1295376" y="102563"/>
                </a:lnTo>
                <a:lnTo>
                  <a:pt x="1295361" y="103521"/>
                </a:lnTo>
                <a:lnTo>
                  <a:pt x="1295336" y="104459"/>
                </a:lnTo>
                <a:lnTo>
                  <a:pt x="1295301" y="105377"/>
                </a:lnTo>
                <a:lnTo>
                  <a:pt x="1295256" y="106275"/>
                </a:lnTo>
                <a:close/>
                <a:moveTo>
                  <a:pt x="1568973" y="119271"/>
                </a:moveTo>
                <a:lnTo>
                  <a:pt x="1568569" y="120067"/>
                </a:lnTo>
                <a:lnTo>
                  <a:pt x="1568156" y="120842"/>
                </a:lnTo>
                <a:lnTo>
                  <a:pt x="1567732" y="121596"/>
                </a:lnTo>
                <a:lnTo>
                  <a:pt x="1567298" y="122328"/>
                </a:lnTo>
                <a:lnTo>
                  <a:pt x="1566855" y="123040"/>
                </a:lnTo>
                <a:lnTo>
                  <a:pt x="1566401" y="123730"/>
                </a:lnTo>
                <a:lnTo>
                  <a:pt x="1565937" y="124399"/>
                </a:lnTo>
                <a:lnTo>
                  <a:pt x="1565464" y="125047"/>
                </a:lnTo>
                <a:lnTo>
                  <a:pt x="1564980" y="125674"/>
                </a:lnTo>
                <a:lnTo>
                  <a:pt x="1564486" y="126280"/>
                </a:lnTo>
                <a:lnTo>
                  <a:pt x="1563983" y="126864"/>
                </a:lnTo>
                <a:lnTo>
                  <a:pt x="1563469" y="127428"/>
                </a:lnTo>
                <a:lnTo>
                  <a:pt x="1562945" y="127970"/>
                </a:lnTo>
                <a:lnTo>
                  <a:pt x="1562412" y="128491"/>
                </a:lnTo>
                <a:lnTo>
                  <a:pt x="1561868" y="128991"/>
                </a:lnTo>
                <a:lnTo>
                  <a:pt x="1561315" y="129470"/>
                </a:lnTo>
                <a:lnTo>
                  <a:pt x="1560751" y="129928"/>
                </a:lnTo>
                <a:lnTo>
                  <a:pt x="1560178" y="130364"/>
                </a:lnTo>
                <a:lnTo>
                  <a:pt x="1559594" y="130781"/>
                </a:lnTo>
                <a:lnTo>
                  <a:pt x="1559001" y="131180"/>
                </a:lnTo>
                <a:lnTo>
                  <a:pt x="1558397" y="131561"/>
                </a:lnTo>
                <a:lnTo>
                  <a:pt x="1557784" y="131925"/>
                </a:lnTo>
                <a:lnTo>
                  <a:pt x="1557160" y="132270"/>
                </a:lnTo>
                <a:lnTo>
                  <a:pt x="1556527" y="132598"/>
                </a:lnTo>
                <a:lnTo>
                  <a:pt x="1555883" y="132909"/>
                </a:lnTo>
                <a:lnTo>
                  <a:pt x="1555230" y="133201"/>
                </a:lnTo>
                <a:lnTo>
                  <a:pt x="1554567" y="133476"/>
                </a:lnTo>
                <a:lnTo>
                  <a:pt x="1553893" y="133733"/>
                </a:lnTo>
                <a:lnTo>
                  <a:pt x="1553210" y="133973"/>
                </a:lnTo>
                <a:lnTo>
                  <a:pt x="1552517" y="134195"/>
                </a:lnTo>
                <a:lnTo>
                  <a:pt x="1551813" y="134398"/>
                </a:lnTo>
                <a:lnTo>
                  <a:pt x="1551100" y="134585"/>
                </a:lnTo>
                <a:lnTo>
                  <a:pt x="1550377" y="134753"/>
                </a:lnTo>
                <a:lnTo>
                  <a:pt x="1549643" y="134904"/>
                </a:lnTo>
                <a:lnTo>
                  <a:pt x="1548900" y="135037"/>
                </a:lnTo>
                <a:lnTo>
                  <a:pt x="1548147" y="135152"/>
                </a:lnTo>
                <a:lnTo>
                  <a:pt x="1547383" y="135250"/>
                </a:lnTo>
                <a:lnTo>
                  <a:pt x="1546610" y="135330"/>
                </a:lnTo>
                <a:lnTo>
                  <a:pt x="1545827" y="135392"/>
                </a:lnTo>
                <a:lnTo>
                  <a:pt x="1545034" y="135436"/>
                </a:lnTo>
                <a:lnTo>
                  <a:pt x="1544231" y="135463"/>
                </a:lnTo>
                <a:lnTo>
                  <a:pt x="1543417" y="135471"/>
                </a:lnTo>
                <a:lnTo>
                  <a:pt x="1542326" y="135455"/>
                </a:lnTo>
                <a:lnTo>
                  <a:pt x="1541249" y="135408"/>
                </a:lnTo>
                <a:lnTo>
                  <a:pt x="1540188" y="135328"/>
                </a:lnTo>
                <a:lnTo>
                  <a:pt x="1539142" y="135216"/>
                </a:lnTo>
                <a:lnTo>
                  <a:pt x="1538111" y="135072"/>
                </a:lnTo>
                <a:lnTo>
                  <a:pt x="1537095" y="134897"/>
                </a:lnTo>
                <a:lnTo>
                  <a:pt x="1536094" y="134689"/>
                </a:lnTo>
                <a:lnTo>
                  <a:pt x="1535109" y="134449"/>
                </a:lnTo>
                <a:lnTo>
                  <a:pt x="1534138" y="134178"/>
                </a:lnTo>
                <a:lnTo>
                  <a:pt x="1533183" y="133874"/>
                </a:lnTo>
                <a:lnTo>
                  <a:pt x="1532243" y="133539"/>
                </a:lnTo>
                <a:lnTo>
                  <a:pt x="1531318" y="133172"/>
                </a:lnTo>
                <a:lnTo>
                  <a:pt x="1530408" y="132773"/>
                </a:lnTo>
                <a:lnTo>
                  <a:pt x="1529514" y="132341"/>
                </a:lnTo>
                <a:lnTo>
                  <a:pt x="1528634" y="131878"/>
                </a:lnTo>
                <a:lnTo>
                  <a:pt x="1527770" y="131383"/>
                </a:lnTo>
                <a:lnTo>
                  <a:pt x="1526921" y="130856"/>
                </a:lnTo>
                <a:lnTo>
                  <a:pt x="1526087" y="130297"/>
                </a:lnTo>
                <a:lnTo>
                  <a:pt x="1525268" y="129706"/>
                </a:lnTo>
                <a:lnTo>
                  <a:pt x="1524464" y="129084"/>
                </a:lnTo>
                <a:lnTo>
                  <a:pt x="1523676" y="128429"/>
                </a:lnTo>
                <a:lnTo>
                  <a:pt x="1522902" y="127742"/>
                </a:lnTo>
                <a:lnTo>
                  <a:pt x="1522144" y="127024"/>
                </a:lnTo>
                <a:lnTo>
                  <a:pt x="1521401" y="126273"/>
                </a:lnTo>
                <a:lnTo>
                  <a:pt x="1520679" y="125492"/>
                </a:lnTo>
                <a:lnTo>
                  <a:pt x="1519984" y="124684"/>
                </a:lnTo>
                <a:lnTo>
                  <a:pt x="1519317" y="123847"/>
                </a:lnTo>
                <a:lnTo>
                  <a:pt x="1518676" y="122982"/>
                </a:lnTo>
                <a:lnTo>
                  <a:pt x="1518063" y="122089"/>
                </a:lnTo>
                <a:lnTo>
                  <a:pt x="1517477" y="121167"/>
                </a:lnTo>
                <a:lnTo>
                  <a:pt x="1516918" y="120218"/>
                </a:lnTo>
                <a:lnTo>
                  <a:pt x="1516387" y="119240"/>
                </a:lnTo>
                <a:lnTo>
                  <a:pt x="1515883" y="118234"/>
                </a:lnTo>
                <a:lnTo>
                  <a:pt x="1515406" y="117200"/>
                </a:lnTo>
                <a:lnTo>
                  <a:pt x="1514956" y="116138"/>
                </a:lnTo>
                <a:lnTo>
                  <a:pt x="1514533" y="115048"/>
                </a:lnTo>
                <a:lnTo>
                  <a:pt x="1514137" y="113929"/>
                </a:lnTo>
                <a:lnTo>
                  <a:pt x="1513769" y="112783"/>
                </a:lnTo>
                <a:lnTo>
                  <a:pt x="1513428" y="111608"/>
                </a:lnTo>
                <a:lnTo>
                  <a:pt x="1513114" y="110405"/>
                </a:lnTo>
                <a:lnTo>
                  <a:pt x="1512828" y="109174"/>
                </a:lnTo>
                <a:lnTo>
                  <a:pt x="1512568" y="107915"/>
                </a:lnTo>
                <a:lnTo>
                  <a:pt x="1512336" y="106628"/>
                </a:lnTo>
                <a:lnTo>
                  <a:pt x="1512131" y="105312"/>
                </a:lnTo>
                <a:lnTo>
                  <a:pt x="1511953" y="103969"/>
                </a:lnTo>
                <a:lnTo>
                  <a:pt x="1511802" y="102597"/>
                </a:lnTo>
                <a:lnTo>
                  <a:pt x="1511679" y="101197"/>
                </a:lnTo>
                <a:lnTo>
                  <a:pt x="1511583" y="99769"/>
                </a:lnTo>
                <a:lnTo>
                  <a:pt x="1590128" y="99769"/>
                </a:lnTo>
                <a:lnTo>
                  <a:pt x="1590136" y="99508"/>
                </a:lnTo>
                <a:lnTo>
                  <a:pt x="1590144" y="99252"/>
                </a:lnTo>
                <a:lnTo>
                  <a:pt x="1590151" y="99002"/>
                </a:lnTo>
                <a:lnTo>
                  <a:pt x="1590159" y="98757"/>
                </a:lnTo>
                <a:lnTo>
                  <a:pt x="1590165" y="98518"/>
                </a:lnTo>
                <a:lnTo>
                  <a:pt x="1590172" y="98284"/>
                </a:lnTo>
                <a:lnTo>
                  <a:pt x="1590178" y="98056"/>
                </a:lnTo>
                <a:lnTo>
                  <a:pt x="1590183" y="97833"/>
                </a:lnTo>
                <a:lnTo>
                  <a:pt x="1590189" y="97616"/>
                </a:lnTo>
                <a:lnTo>
                  <a:pt x="1590194" y="97404"/>
                </a:lnTo>
                <a:lnTo>
                  <a:pt x="1590198" y="97198"/>
                </a:lnTo>
                <a:lnTo>
                  <a:pt x="1590203" y="96997"/>
                </a:lnTo>
                <a:lnTo>
                  <a:pt x="1590207" y="96802"/>
                </a:lnTo>
                <a:lnTo>
                  <a:pt x="1590210" y="96612"/>
                </a:lnTo>
                <a:lnTo>
                  <a:pt x="1590213" y="96428"/>
                </a:lnTo>
                <a:lnTo>
                  <a:pt x="1590216" y="96250"/>
                </a:lnTo>
                <a:lnTo>
                  <a:pt x="1590219" y="96076"/>
                </a:lnTo>
                <a:lnTo>
                  <a:pt x="1590221" y="95909"/>
                </a:lnTo>
                <a:lnTo>
                  <a:pt x="1590223" y="95746"/>
                </a:lnTo>
                <a:lnTo>
                  <a:pt x="1590225" y="95590"/>
                </a:lnTo>
                <a:lnTo>
                  <a:pt x="1590226" y="95438"/>
                </a:lnTo>
                <a:lnTo>
                  <a:pt x="1590227" y="95293"/>
                </a:lnTo>
                <a:lnTo>
                  <a:pt x="1590227" y="95153"/>
                </a:lnTo>
                <a:lnTo>
                  <a:pt x="1590227" y="95018"/>
                </a:lnTo>
                <a:lnTo>
                  <a:pt x="1590204" y="92868"/>
                </a:lnTo>
                <a:lnTo>
                  <a:pt x="1590134" y="90759"/>
                </a:lnTo>
                <a:lnTo>
                  <a:pt x="1590018" y="88691"/>
                </a:lnTo>
                <a:lnTo>
                  <a:pt x="1589855" y="86663"/>
                </a:lnTo>
                <a:lnTo>
                  <a:pt x="1589646" y="84675"/>
                </a:lnTo>
                <a:lnTo>
                  <a:pt x="1589391" y="82728"/>
                </a:lnTo>
                <a:lnTo>
                  <a:pt x="1589088" y="80822"/>
                </a:lnTo>
                <a:lnTo>
                  <a:pt x="1588740" y="78956"/>
                </a:lnTo>
                <a:lnTo>
                  <a:pt x="1588345" y="77131"/>
                </a:lnTo>
                <a:lnTo>
                  <a:pt x="1587903" y="75347"/>
                </a:lnTo>
                <a:lnTo>
                  <a:pt x="1587415" y="73603"/>
                </a:lnTo>
                <a:lnTo>
                  <a:pt x="1586880" y="71899"/>
                </a:lnTo>
                <a:lnTo>
                  <a:pt x="1586299" y="70237"/>
                </a:lnTo>
                <a:lnTo>
                  <a:pt x="1585672" y="68614"/>
                </a:lnTo>
                <a:lnTo>
                  <a:pt x="1584998" y="67033"/>
                </a:lnTo>
                <a:lnTo>
                  <a:pt x="1584277" y="65492"/>
                </a:lnTo>
                <a:lnTo>
                  <a:pt x="1583510" y="63991"/>
                </a:lnTo>
                <a:lnTo>
                  <a:pt x="1582696" y="62531"/>
                </a:lnTo>
                <a:lnTo>
                  <a:pt x="1581836" y="61112"/>
                </a:lnTo>
                <a:lnTo>
                  <a:pt x="1580930" y="59733"/>
                </a:lnTo>
                <a:lnTo>
                  <a:pt x="1579977" y="58394"/>
                </a:lnTo>
                <a:lnTo>
                  <a:pt x="1578977" y="57097"/>
                </a:lnTo>
                <a:lnTo>
                  <a:pt x="1577931" y="55840"/>
                </a:lnTo>
                <a:lnTo>
                  <a:pt x="1576839" y="54623"/>
                </a:lnTo>
                <a:lnTo>
                  <a:pt x="1575710" y="53451"/>
                </a:lnTo>
                <a:lnTo>
                  <a:pt x="1574554" y="52330"/>
                </a:lnTo>
                <a:lnTo>
                  <a:pt x="1573371" y="51258"/>
                </a:lnTo>
                <a:lnTo>
                  <a:pt x="1572161" y="50236"/>
                </a:lnTo>
                <a:lnTo>
                  <a:pt x="1570925" y="49264"/>
                </a:lnTo>
                <a:lnTo>
                  <a:pt x="1569661" y="48341"/>
                </a:lnTo>
                <a:lnTo>
                  <a:pt x="1568371" y="47469"/>
                </a:lnTo>
                <a:lnTo>
                  <a:pt x="1567054" y="46646"/>
                </a:lnTo>
                <a:lnTo>
                  <a:pt x="1565710" y="45873"/>
                </a:lnTo>
                <a:lnTo>
                  <a:pt x="1564339" y="45150"/>
                </a:lnTo>
                <a:lnTo>
                  <a:pt x="1562941" y="44477"/>
                </a:lnTo>
                <a:lnTo>
                  <a:pt x="1561517" y="43854"/>
                </a:lnTo>
                <a:lnTo>
                  <a:pt x="1560065" y="43281"/>
                </a:lnTo>
                <a:lnTo>
                  <a:pt x="1558587" y="42757"/>
                </a:lnTo>
                <a:lnTo>
                  <a:pt x="1557082" y="42284"/>
                </a:lnTo>
                <a:lnTo>
                  <a:pt x="1555550" y="41860"/>
                </a:lnTo>
                <a:lnTo>
                  <a:pt x="1553991" y="41486"/>
                </a:lnTo>
                <a:lnTo>
                  <a:pt x="1552405" y="41162"/>
                </a:lnTo>
                <a:lnTo>
                  <a:pt x="1550792" y="40888"/>
                </a:lnTo>
                <a:lnTo>
                  <a:pt x="1549153" y="40663"/>
                </a:lnTo>
                <a:lnTo>
                  <a:pt x="1547487" y="40489"/>
                </a:lnTo>
                <a:lnTo>
                  <a:pt x="1545793" y="40364"/>
                </a:lnTo>
                <a:lnTo>
                  <a:pt x="1544073" y="40289"/>
                </a:lnTo>
                <a:lnTo>
                  <a:pt x="1542326" y="40265"/>
                </a:lnTo>
                <a:lnTo>
                  <a:pt x="1540522" y="40290"/>
                </a:lnTo>
                <a:lnTo>
                  <a:pt x="1538747" y="40366"/>
                </a:lnTo>
                <a:lnTo>
                  <a:pt x="1536999" y="40494"/>
                </a:lnTo>
                <a:lnTo>
                  <a:pt x="1535280" y="40672"/>
                </a:lnTo>
                <a:lnTo>
                  <a:pt x="1533588" y="40902"/>
                </a:lnTo>
                <a:lnTo>
                  <a:pt x="1531926" y="41182"/>
                </a:lnTo>
                <a:lnTo>
                  <a:pt x="1530291" y="41513"/>
                </a:lnTo>
                <a:lnTo>
                  <a:pt x="1528685" y="41895"/>
                </a:lnTo>
                <a:lnTo>
                  <a:pt x="1527106" y="42329"/>
                </a:lnTo>
                <a:lnTo>
                  <a:pt x="1525556" y="42813"/>
                </a:lnTo>
                <a:lnTo>
                  <a:pt x="1524035" y="43348"/>
                </a:lnTo>
                <a:lnTo>
                  <a:pt x="1522541" y="43934"/>
                </a:lnTo>
                <a:lnTo>
                  <a:pt x="1521076" y="44571"/>
                </a:lnTo>
                <a:lnTo>
                  <a:pt x="1519639" y="45259"/>
                </a:lnTo>
                <a:lnTo>
                  <a:pt x="1518230" y="45998"/>
                </a:lnTo>
                <a:lnTo>
                  <a:pt x="1516850" y="46788"/>
                </a:lnTo>
                <a:lnTo>
                  <a:pt x="1515498" y="47629"/>
                </a:lnTo>
                <a:lnTo>
                  <a:pt x="1514173" y="48521"/>
                </a:lnTo>
                <a:lnTo>
                  <a:pt x="1512878" y="49464"/>
                </a:lnTo>
                <a:lnTo>
                  <a:pt x="1511610" y="50457"/>
                </a:lnTo>
                <a:lnTo>
                  <a:pt x="1510371" y="51502"/>
                </a:lnTo>
                <a:lnTo>
                  <a:pt x="1509160" y="52598"/>
                </a:lnTo>
                <a:lnTo>
                  <a:pt x="1507977" y="53745"/>
                </a:lnTo>
                <a:lnTo>
                  <a:pt x="1506822" y="54942"/>
                </a:lnTo>
                <a:lnTo>
                  <a:pt x="1505705" y="56186"/>
                </a:lnTo>
                <a:lnTo>
                  <a:pt x="1504636" y="57471"/>
                </a:lnTo>
                <a:lnTo>
                  <a:pt x="1503615" y="58798"/>
                </a:lnTo>
                <a:lnTo>
                  <a:pt x="1502640" y="60165"/>
                </a:lnTo>
                <a:lnTo>
                  <a:pt x="1501714" y="61575"/>
                </a:lnTo>
                <a:lnTo>
                  <a:pt x="1500835" y="63025"/>
                </a:lnTo>
                <a:lnTo>
                  <a:pt x="1500003" y="64517"/>
                </a:lnTo>
                <a:lnTo>
                  <a:pt x="1499219" y="66050"/>
                </a:lnTo>
                <a:lnTo>
                  <a:pt x="1498482" y="67624"/>
                </a:lnTo>
                <a:lnTo>
                  <a:pt x="1497793" y="69240"/>
                </a:lnTo>
                <a:lnTo>
                  <a:pt x="1497152" y="70897"/>
                </a:lnTo>
                <a:lnTo>
                  <a:pt x="1496558" y="72595"/>
                </a:lnTo>
                <a:lnTo>
                  <a:pt x="1496011" y="74335"/>
                </a:lnTo>
                <a:lnTo>
                  <a:pt x="1495512" y="76116"/>
                </a:lnTo>
                <a:lnTo>
                  <a:pt x="1495061" y="77938"/>
                </a:lnTo>
                <a:lnTo>
                  <a:pt x="1494657" y="79802"/>
                </a:lnTo>
                <a:lnTo>
                  <a:pt x="1494300" y="81707"/>
                </a:lnTo>
                <a:lnTo>
                  <a:pt x="1493992" y="83653"/>
                </a:lnTo>
                <a:lnTo>
                  <a:pt x="1493730" y="85641"/>
                </a:lnTo>
                <a:lnTo>
                  <a:pt x="1493516" y="87670"/>
                </a:lnTo>
                <a:lnTo>
                  <a:pt x="1493350" y="89740"/>
                </a:lnTo>
                <a:lnTo>
                  <a:pt x="1493231" y="91851"/>
                </a:lnTo>
                <a:lnTo>
                  <a:pt x="1493160" y="94004"/>
                </a:lnTo>
                <a:lnTo>
                  <a:pt x="1493136" y="96199"/>
                </a:lnTo>
                <a:lnTo>
                  <a:pt x="1493160" y="98319"/>
                </a:lnTo>
                <a:lnTo>
                  <a:pt x="1493230" y="100400"/>
                </a:lnTo>
                <a:lnTo>
                  <a:pt x="1493348" y="102441"/>
                </a:lnTo>
                <a:lnTo>
                  <a:pt x="1493512" y="104442"/>
                </a:lnTo>
                <a:lnTo>
                  <a:pt x="1493724" y="106404"/>
                </a:lnTo>
                <a:lnTo>
                  <a:pt x="1493982" y="108326"/>
                </a:lnTo>
                <a:lnTo>
                  <a:pt x="1494288" y="110208"/>
                </a:lnTo>
                <a:lnTo>
                  <a:pt x="1494640" y="112050"/>
                </a:lnTo>
                <a:lnTo>
                  <a:pt x="1495040" y="113852"/>
                </a:lnTo>
                <a:lnTo>
                  <a:pt x="1495486" y="115615"/>
                </a:lnTo>
                <a:lnTo>
                  <a:pt x="1495980" y="117338"/>
                </a:lnTo>
                <a:lnTo>
                  <a:pt x="1496521" y="119021"/>
                </a:lnTo>
                <a:lnTo>
                  <a:pt x="1497108" y="120664"/>
                </a:lnTo>
                <a:lnTo>
                  <a:pt x="1497743" y="122268"/>
                </a:lnTo>
                <a:lnTo>
                  <a:pt x="1498424" y="123832"/>
                </a:lnTo>
                <a:lnTo>
                  <a:pt x="1499153" y="125356"/>
                </a:lnTo>
                <a:lnTo>
                  <a:pt x="1499928" y="126840"/>
                </a:lnTo>
                <a:lnTo>
                  <a:pt x="1500751" y="128284"/>
                </a:lnTo>
                <a:lnTo>
                  <a:pt x="1501620" y="129689"/>
                </a:lnTo>
                <a:lnTo>
                  <a:pt x="1502537" y="131054"/>
                </a:lnTo>
                <a:lnTo>
                  <a:pt x="1503501" y="132379"/>
                </a:lnTo>
                <a:lnTo>
                  <a:pt x="1504511" y="133665"/>
                </a:lnTo>
                <a:lnTo>
                  <a:pt x="1505569" y="134910"/>
                </a:lnTo>
                <a:lnTo>
                  <a:pt x="1506673" y="136116"/>
                </a:lnTo>
                <a:lnTo>
                  <a:pt x="1507818" y="137277"/>
                </a:lnTo>
                <a:lnTo>
                  <a:pt x="1508996" y="138389"/>
                </a:lnTo>
                <a:lnTo>
                  <a:pt x="1510207" y="139452"/>
                </a:lnTo>
                <a:lnTo>
                  <a:pt x="1511452" y="140465"/>
                </a:lnTo>
                <a:lnTo>
                  <a:pt x="1512729" y="141428"/>
                </a:lnTo>
                <a:lnTo>
                  <a:pt x="1514040" y="142342"/>
                </a:lnTo>
                <a:lnTo>
                  <a:pt x="1515384" y="143207"/>
                </a:lnTo>
                <a:lnTo>
                  <a:pt x="1516762" y="144022"/>
                </a:lnTo>
                <a:lnTo>
                  <a:pt x="1518172" y="144788"/>
                </a:lnTo>
                <a:lnTo>
                  <a:pt x="1519616" y="145505"/>
                </a:lnTo>
                <a:lnTo>
                  <a:pt x="1521093" y="146172"/>
                </a:lnTo>
                <a:lnTo>
                  <a:pt x="1522603" y="146790"/>
                </a:lnTo>
                <a:lnTo>
                  <a:pt x="1524147" y="147358"/>
                </a:lnTo>
                <a:lnTo>
                  <a:pt x="1525723" y="147877"/>
                </a:lnTo>
                <a:lnTo>
                  <a:pt x="1527333" y="148346"/>
                </a:lnTo>
                <a:lnTo>
                  <a:pt x="1528977" y="148766"/>
                </a:lnTo>
                <a:lnTo>
                  <a:pt x="1530653" y="149137"/>
                </a:lnTo>
                <a:lnTo>
                  <a:pt x="1532363" y="149458"/>
                </a:lnTo>
                <a:lnTo>
                  <a:pt x="1534105" y="149730"/>
                </a:lnTo>
                <a:lnTo>
                  <a:pt x="1535882" y="149952"/>
                </a:lnTo>
                <a:lnTo>
                  <a:pt x="1537691" y="150125"/>
                </a:lnTo>
                <a:lnTo>
                  <a:pt x="1539533" y="150249"/>
                </a:lnTo>
                <a:lnTo>
                  <a:pt x="1541409" y="150323"/>
                </a:lnTo>
                <a:lnTo>
                  <a:pt x="1543318" y="150347"/>
                </a:lnTo>
                <a:lnTo>
                  <a:pt x="1544836" y="150332"/>
                </a:lnTo>
                <a:lnTo>
                  <a:pt x="1546331" y="150285"/>
                </a:lnTo>
                <a:lnTo>
                  <a:pt x="1547803" y="150208"/>
                </a:lnTo>
                <a:lnTo>
                  <a:pt x="1549252" y="150100"/>
                </a:lnTo>
                <a:lnTo>
                  <a:pt x="1550679" y="149960"/>
                </a:lnTo>
                <a:lnTo>
                  <a:pt x="1552083" y="149790"/>
                </a:lnTo>
                <a:lnTo>
                  <a:pt x="1553464" y="149588"/>
                </a:lnTo>
                <a:lnTo>
                  <a:pt x="1554822" y="149356"/>
                </a:lnTo>
                <a:lnTo>
                  <a:pt x="1556158" y="149092"/>
                </a:lnTo>
                <a:lnTo>
                  <a:pt x="1557471" y="148798"/>
                </a:lnTo>
                <a:lnTo>
                  <a:pt x="1558761" y="148472"/>
                </a:lnTo>
                <a:lnTo>
                  <a:pt x="1560029" y="148116"/>
                </a:lnTo>
                <a:lnTo>
                  <a:pt x="1561274" y="147729"/>
                </a:lnTo>
                <a:lnTo>
                  <a:pt x="1562496" y="147310"/>
                </a:lnTo>
                <a:lnTo>
                  <a:pt x="1563695" y="146861"/>
                </a:lnTo>
                <a:lnTo>
                  <a:pt x="1564872" y="146381"/>
                </a:lnTo>
                <a:lnTo>
                  <a:pt x="1566026" y="145869"/>
                </a:lnTo>
                <a:lnTo>
                  <a:pt x="1567157" y="145327"/>
                </a:lnTo>
                <a:lnTo>
                  <a:pt x="1568266" y="144753"/>
                </a:lnTo>
                <a:lnTo>
                  <a:pt x="1569351" y="144149"/>
                </a:lnTo>
                <a:lnTo>
                  <a:pt x="1570414" y="143514"/>
                </a:lnTo>
                <a:lnTo>
                  <a:pt x="1571455" y="142847"/>
                </a:lnTo>
                <a:lnTo>
                  <a:pt x="1572472" y="142150"/>
                </a:lnTo>
                <a:lnTo>
                  <a:pt x="1573467" y="141422"/>
                </a:lnTo>
                <a:lnTo>
                  <a:pt x="1574438" y="140665"/>
                </a:lnTo>
                <a:lnTo>
                  <a:pt x="1575382" y="139884"/>
                </a:lnTo>
                <a:lnTo>
                  <a:pt x="1576301" y="139077"/>
                </a:lnTo>
                <a:lnTo>
                  <a:pt x="1577194" y="138246"/>
                </a:lnTo>
                <a:lnTo>
                  <a:pt x="1578062" y="137389"/>
                </a:lnTo>
                <a:lnTo>
                  <a:pt x="1578903" y="136507"/>
                </a:lnTo>
                <a:lnTo>
                  <a:pt x="1579719" y="135599"/>
                </a:lnTo>
                <a:lnTo>
                  <a:pt x="1580508" y="134667"/>
                </a:lnTo>
                <a:lnTo>
                  <a:pt x="1581272" y="133710"/>
                </a:lnTo>
                <a:lnTo>
                  <a:pt x="1582010" y="132727"/>
                </a:lnTo>
                <a:lnTo>
                  <a:pt x="1582723" y="131719"/>
                </a:lnTo>
                <a:lnTo>
                  <a:pt x="1583409" y="130686"/>
                </a:lnTo>
                <a:lnTo>
                  <a:pt x="1584070" y="129628"/>
                </a:lnTo>
                <a:lnTo>
                  <a:pt x="1584705" y="128545"/>
                </a:lnTo>
                <a:lnTo>
                  <a:pt x="1585314" y="127437"/>
                </a:lnTo>
                <a:lnTo>
                  <a:pt x="1585897" y="126303"/>
                </a:lnTo>
                <a:lnTo>
                  <a:pt x="1586454" y="125145"/>
                </a:lnTo>
                <a:lnTo>
                  <a:pt x="1586986" y="123961"/>
                </a:lnTo>
                <a:lnTo>
                  <a:pt x="1587491" y="122752"/>
                </a:lnTo>
                <a:lnTo>
                  <a:pt x="1587971" y="121518"/>
                </a:lnTo>
                <a:lnTo>
                  <a:pt x="1588425" y="120259"/>
                </a:lnTo>
                <a:lnTo>
                  <a:pt x="1588853" y="118975"/>
                </a:lnTo>
                <a:lnTo>
                  <a:pt x="1589256" y="117665"/>
                </a:lnTo>
                <a:lnTo>
                  <a:pt x="1589632" y="116331"/>
                </a:lnTo>
                <a:lnTo>
                  <a:pt x="1571186" y="114050"/>
                </a:lnTo>
                <a:lnTo>
                  <a:pt x="1570842" y="114973"/>
                </a:lnTo>
                <a:lnTo>
                  <a:pt x="1570488" y="115875"/>
                </a:lnTo>
                <a:lnTo>
                  <a:pt x="1570125" y="116756"/>
                </a:lnTo>
                <a:lnTo>
                  <a:pt x="1569751" y="117615"/>
                </a:lnTo>
                <a:lnTo>
                  <a:pt x="1569367" y="118454"/>
                </a:lnTo>
                <a:lnTo>
                  <a:pt x="1568973" y="119271"/>
                </a:lnTo>
                <a:close/>
                <a:moveTo>
                  <a:pt x="1513489" y="78455"/>
                </a:moveTo>
                <a:lnTo>
                  <a:pt x="1513732" y="77448"/>
                </a:lnTo>
                <a:lnTo>
                  <a:pt x="1514001" y="76461"/>
                </a:lnTo>
                <a:lnTo>
                  <a:pt x="1514297" y="75492"/>
                </a:lnTo>
                <a:lnTo>
                  <a:pt x="1514618" y="74542"/>
                </a:lnTo>
                <a:lnTo>
                  <a:pt x="1514965" y="73612"/>
                </a:lnTo>
                <a:lnTo>
                  <a:pt x="1515339" y="72700"/>
                </a:lnTo>
                <a:lnTo>
                  <a:pt x="1515738" y="71807"/>
                </a:lnTo>
                <a:lnTo>
                  <a:pt x="1516163" y="70933"/>
                </a:lnTo>
                <a:lnTo>
                  <a:pt x="1516615" y="70078"/>
                </a:lnTo>
                <a:lnTo>
                  <a:pt x="1517092" y="69243"/>
                </a:lnTo>
                <a:lnTo>
                  <a:pt x="1517596" y="68426"/>
                </a:lnTo>
                <a:lnTo>
                  <a:pt x="1518125" y="67628"/>
                </a:lnTo>
                <a:lnTo>
                  <a:pt x="1518680" y="66849"/>
                </a:lnTo>
                <a:lnTo>
                  <a:pt x="1519262" y="66089"/>
                </a:lnTo>
                <a:lnTo>
                  <a:pt x="1519869" y="65348"/>
                </a:lnTo>
                <a:lnTo>
                  <a:pt x="1520502" y="64626"/>
                </a:lnTo>
                <a:lnTo>
                  <a:pt x="1521162" y="63923"/>
                </a:lnTo>
                <a:lnTo>
                  <a:pt x="1521847" y="63239"/>
                </a:lnTo>
                <a:lnTo>
                  <a:pt x="1522552" y="62578"/>
                </a:lnTo>
                <a:lnTo>
                  <a:pt x="1523271" y="61945"/>
                </a:lnTo>
                <a:lnTo>
                  <a:pt x="1524003" y="61341"/>
                </a:lnTo>
                <a:lnTo>
                  <a:pt x="1524749" y="60764"/>
                </a:lnTo>
                <a:lnTo>
                  <a:pt x="1525509" y="60216"/>
                </a:lnTo>
                <a:lnTo>
                  <a:pt x="1526282" y="59696"/>
                </a:lnTo>
                <a:lnTo>
                  <a:pt x="1527069" y="59204"/>
                </a:lnTo>
                <a:lnTo>
                  <a:pt x="1527869" y="58740"/>
                </a:lnTo>
                <a:lnTo>
                  <a:pt x="1528683" y="58304"/>
                </a:lnTo>
                <a:lnTo>
                  <a:pt x="1529511" y="57896"/>
                </a:lnTo>
                <a:lnTo>
                  <a:pt x="1530352" y="57517"/>
                </a:lnTo>
                <a:lnTo>
                  <a:pt x="1531207" y="57165"/>
                </a:lnTo>
                <a:lnTo>
                  <a:pt x="1532075" y="56842"/>
                </a:lnTo>
                <a:lnTo>
                  <a:pt x="1532957" y="56547"/>
                </a:lnTo>
                <a:lnTo>
                  <a:pt x="1533852" y="56279"/>
                </a:lnTo>
                <a:lnTo>
                  <a:pt x="1534762" y="56040"/>
                </a:lnTo>
                <a:lnTo>
                  <a:pt x="1535684" y="55830"/>
                </a:lnTo>
                <a:lnTo>
                  <a:pt x="1536621" y="55647"/>
                </a:lnTo>
                <a:lnTo>
                  <a:pt x="1537571" y="55492"/>
                </a:lnTo>
                <a:lnTo>
                  <a:pt x="1538534" y="55366"/>
                </a:lnTo>
                <a:lnTo>
                  <a:pt x="1539512" y="55267"/>
                </a:lnTo>
                <a:lnTo>
                  <a:pt x="1540502" y="55197"/>
                </a:lnTo>
                <a:lnTo>
                  <a:pt x="1541507" y="55155"/>
                </a:lnTo>
                <a:lnTo>
                  <a:pt x="1542525" y="55141"/>
                </a:lnTo>
                <a:lnTo>
                  <a:pt x="1543648" y="55158"/>
                </a:lnTo>
                <a:lnTo>
                  <a:pt x="1544754" y="55211"/>
                </a:lnTo>
                <a:lnTo>
                  <a:pt x="1545842" y="55299"/>
                </a:lnTo>
                <a:lnTo>
                  <a:pt x="1546913" y="55422"/>
                </a:lnTo>
                <a:lnTo>
                  <a:pt x="1547966" y="55581"/>
                </a:lnTo>
                <a:lnTo>
                  <a:pt x="1549002" y="55775"/>
                </a:lnTo>
                <a:lnTo>
                  <a:pt x="1550020" y="56004"/>
                </a:lnTo>
                <a:lnTo>
                  <a:pt x="1551021" y="56268"/>
                </a:lnTo>
                <a:lnTo>
                  <a:pt x="1552004" y="56567"/>
                </a:lnTo>
                <a:lnTo>
                  <a:pt x="1552969" y="56902"/>
                </a:lnTo>
                <a:lnTo>
                  <a:pt x="1553917" y="57271"/>
                </a:lnTo>
                <a:lnTo>
                  <a:pt x="1554847" y="57677"/>
                </a:lnTo>
                <a:lnTo>
                  <a:pt x="1555760" y="58117"/>
                </a:lnTo>
                <a:lnTo>
                  <a:pt x="1556655" y="58592"/>
                </a:lnTo>
                <a:lnTo>
                  <a:pt x="1557533" y="59103"/>
                </a:lnTo>
                <a:lnTo>
                  <a:pt x="1558393" y="59649"/>
                </a:lnTo>
                <a:lnTo>
                  <a:pt x="1559235" y="60230"/>
                </a:lnTo>
                <a:lnTo>
                  <a:pt x="1560060" y="60846"/>
                </a:lnTo>
                <a:lnTo>
                  <a:pt x="1560867" y="61498"/>
                </a:lnTo>
                <a:lnTo>
                  <a:pt x="1561657" y="62185"/>
                </a:lnTo>
                <a:lnTo>
                  <a:pt x="1562429" y="62907"/>
                </a:lnTo>
                <a:lnTo>
                  <a:pt x="1563184" y="63664"/>
                </a:lnTo>
                <a:lnTo>
                  <a:pt x="1563921" y="64457"/>
                </a:lnTo>
                <a:lnTo>
                  <a:pt x="1564641" y="65284"/>
                </a:lnTo>
                <a:lnTo>
                  <a:pt x="1565096" y="65840"/>
                </a:lnTo>
                <a:lnTo>
                  <a:pt x="1565536" y="66419"/>
                </a:lnTo>
                <a:lnTo>
                  <a:pt x="1565961" y="67020"/>
                </a:lnTo>
                <a:lnTo>
                  <a:pt x="1566371" y="67645"/>
                </a:lnTo>
                <a:lnTo>
                  <a:pt x="1566765" y="68291"/>
                </a:lnTo>
                <a:lnTo>
                  <a:pt x="1567145" y="68961"/>
                </a:lnTo>
                <a:lnTo>
                  <a:pt x="1567509" y="69653"/>
                </a:lnTo>
                <a:lnTo>
                  <a:pt x="1567858" y="70368"/>
                </a:lnTo>
                <a:lnTo>
                  <a:pt x="1568192" y="71106"/>
                </a:lnTo>
                <a:lnTo>
                  <a:pt x="1568511" y="71866"/>
                </a:lnTo>
                <a:lnTo>
                  <a:pt x="1568815" y="72649"/>
                </a:lnTo>
                <a:lnTo>
                  <a:pt x="1569103" y="73454"/>
                </a:lnTo>
                <a:lnTo>
                  <a:pt x="1569377" y="74283"/>
                </a:lnTo>
                <a:lnTo>
                  <a:pt x="1569635" y="75134"/>
                </a:lnTo>
                <a:lnTo>
                  <a:pt x="1569878" y="76008"/>
                </a:lnTo>
                <a:lnTo>
                  <a:pt x="1570106" y="76904"/>
                </a:lnTo>
                <a:lnTo>
                  <a:pt x="1570319" y="77823"/>
                </a:lnTo>
                <a:lnTo>
                  <a:pt x="1570517" y="78765"/>
                </a:lnTo>
                <a:lnTo>
                  <a:pt x="1570699" y="79730"/>
                </a:lnTo>
                <a:lnTo>
                  <a:pt x="1570866" y="80717"/>
                </a:lnTo>
                <a:lnTo>
                  <a:pt x="1571019" y="81727"/>
                </a:lnTo>
                <a:lnTo>
                  <a:pt x="1571156" y="82759"/>
                </a:lnTo>
                <a:lnTo>
                  <a:pt x="1571278" y="83815"/>
                </a:lnTo>
                <a:lnTo>
                  <a:pt x="1571384" y="84893"/>
                </a:lnTo>
                <a:lnTo>
                  <a:pt x="1512574" y="84893"/>
                </a:lnTo>
                <a:lnTo>
                  <a:pt x="1512662" y="83772"/>
                </a:lnTo>
                <a:lnTo>
                  <a:pt x="1512775" y="82671"/>
                </a:lnTo>
                <a:lnTo>
                  <a:pt x="1512914" y="81588"/>
                </a:lnTo>
                <a:lnTo>
                  <a:pt x="1513080" y="80525"/>
                </a:lnTo>
                <a:lnTo>
                  <a:pt x="1513271" y="79480"/>
                </a:lnTo>
                <a:lnTo>
                  <a:pt x="1513489" y="78455"/>
                </a:lnTo>
                <a:close/>
                <a:moveTo>
                  <a:pt x="439702" y="120067"/>
                </a:moveTo>
                <a:lnTo>
                  <a:pt x="439288" y="120842"/>
                </a:lnTo>
                <a:lnTo>
                  <a:pt x="438864" y="121596"/>
                </a:lnTo>
                <a:lnTo>
                  <a:pt x="438431" y="122328"/>
                </a:lnTo>
                <a:lnTo>
                  <a:pt x="437987" y="123040"/>
                </a:lnTo>
                <a:lnTo>
                  <a:pt x="437533" y="123730"/>
                </a:lnTo>
                <a:lnTo>
                  <a:pt x="437070" y="124399"/>
                </a:lnTo>
                <a:lnTo>
                  <a:pt x="436596" y="125047"/>
                </a:lnTo>
                <a:lnTo>
                  <a:pt x="436112" y="125674"/>
                </a:lnTo>
                <a:lnTo>
                  <a:pt x="435619" y="126280"/>
                </a:lnTo>
                <a:lnTo>
                  <a:pt x="435115" y="126864"/>
                </a:lnTo>
                <a:lnTo>
                  <a:pt x="434601" y="127428"/>
                </a:lnTo>
                <a:lnTo>
                  <a:pt x="434078" y="127970"/>
                </a:lnTo>
                <a:lnTo>
                  <a:pt x="433544" y="128491"/>
                </a:lnTo>
                <a:lnTo>
                  <a:pt x="433001" y="128991"/>
                </a:lnTo>
                <a:lnTo>
                  <a:pt x="432447" y="129470"/>
                </a:lnTo>
                <a:lnTo>
                  <a:pt x="431884" y="129928"/>
                </a:lnTo>
                <a:lnTo>
                  <a:pt x="431310" y="130364"/>
                </a:lnTo>
                <a:lnTo>
                  <a:pt x="430727" y="130781"/>
                </a:lnTo>
                <a:lnTo>
                  <a:pt x="430133" y="131180"/>
                </a:lnTo>
                <a:lnTo>
                  <a:pt x="429530" y="131561"/>
                </a:lnTo>
                <a:lnTo>
                  <a:pt x="428916" y="131925"/>
                </a:lnTo>
                <a:lnTo>
                  <a:pt x="428293" y="132270"/>
                </a:lnTo>
                <a:lnTo>
                  <a:pt x="427659" y="132598"/>
                </a:lnTo>
                <a:lnTo>
                  <a:pt x="427016" y="132909"/>
                </a:lnTo>
                <a:lnTo>
                  <a:pt x="426362" y="133201"/>
                </a:lnTo>
                <a:lnTo>
                  <a:pt x="425699" y="133476"/>
                </a:lnTo>
                <a:lnTo>
                  <a:pt x="425026" y="133733"/>
                </a:lnTo>
                <a:lnTo>
                  <a:pt x="424342" y="133973"/>
                </a:lnTo>
                <a:lnTo>
                  <a:pt x="423649" y="134195"/>
                </a:lnTo>
                <a:lnTo>
                  <a:pt x="422946" y="134398"/>
                </a:lnTo>
                <a:lnTo>
                  <a:pt x="422232" y="134585"/>
                </a:lnTo>
                <a:lnTo>
                  <a:pt x="421509" y="134753"/>
                </a:lnTo>
                <a:lnTo>
                  <a:pt x="420776" y="134904"/>
                </a:lnTo>
                <a:lnTo>
                  <a:pt x="420032" y="135037"/>
                </a:lnTo>
                <a:lnTo>
                  <a:pt x="419279" y="135152"/>
                </a:lnTo>
                <a:lnTo>
                  <a:pt x="418516" y="135250"/>
                </a:lnTo>
                <a:lnTo>
                  <a:pt x="417743" y="135330"/>
                </a:lnTo>
                <a:lnTo>
                  <a:pt x="416959" y="135392"/>
                </a:lnTo>
                <a:lnTo>
                  <a:pt x="416166" y="135436"/>
                </a:lnTo>
                <a:lnTo>
                  <a:pt x="415363" y="135463"/>
                </a:lnTo>
                <a:lnTo>
                  <a:pt x="414550" y="135471"/>
                </a:lnTo>
                <a:lnTo>
                  <a:pt x="413458" y="135455"/>
                </a:lnTo>
                <a:lnTo>
                  <a:pt x="412382" y="135408"/>
                </a:lnTo>
                <a:lnTo>
                  <a:pt x="411320" y="135328"/>
                </a:lnTo>
                <a:lnTo>
                  <a:pt x="410274" y="135216"/>
                </a:lnTo>
                <a:lnTo>
                  <a:pt x="409243" y="135072"/>
                </a:lnTo>
                <a:lnTo>
                  <a:pt x="408227" y="134897"/>
                </a:lnTo>
                <a:lnTo>
                  <a:pt x="407227" y="134689"/>
                </a:lnTo>
                <a:lnTo>
                  <a:pt x="406241" y="134449"/>
                </a:lnTo>
                <a:lnTo>
                  <a:pt x="405271" y="134178"/>
                </a:lnTo>
                <a:lnTo>
                  <a:pt x="404315" y="133874"/>
                </a:lnTo>
                <a:lnTo>
                  <a:pt x="403375" y="133539"/>
                </a:lnTo>
                <a:lnTo>
                  <a:pt x="402450" y="133172"/>
                </a:lnTo>
                <a:lnTo>
                  <a:pt x="401541" y="132773"/>
                </a:lnTo>
                <a:lnTo>
                  <a:pt x="400646" y="132341"/>
                </a:lnTo>
                <a:lnTo>
                  <a:pt x="399767" y="131878"/>
                </a:lnTo>
                <a:lnTo>
                  <a:pt x="398902" y="131383"/>
                </a:lnTo>
                <a:lnTo>
                  <a:pt x="398053" y="130856"/>
                </a:lnTo>
                <a:lnTo>
                  <a:pt x="397219" y="130297"/>
                </a:lnTo>
                <a:lnTo>
                  <a:pt x="396400" y="129706"/>
                </a:lnTo>
                <a:lnTo>
                  <a:pt x="395596" y="129084"/>
                </a:lnTo>
                <a:lnTo>
                  <a:pt x="394808" y="128429"/>
                </a:lnTo>
                <a:lnTo>
                  <a:pt x="394034" y="127742"/>
                </a:lnTo>
                <a:lnTo>
                  <a:pt x="393276" y="127024"/>
                </a:lnTo>
                <a:lnTo>
                  <a:pt x="392533" y="126273"/>
                </a:lnTo>
                <a:lnTo>
                  <a:pt x="391811" y="125492"/>
                </a:lnTo>
                <a:lnTo>
                  <a:pt x="391116" y="124684"/>
                </a:lnTo>
                <a:lnTo>
                  <a:pt x="390449" y="123847"/>
                </a:lnTo>
                <a:lnTo>
                  <a:pt x="389809" y="122982"/>
                </a:lnTo>
                <a:lnTo>
                  <a:pt x="389195" y="122089"/>
                </a:lnTo>
                <a:lnTo>
                  <a:pt x="388610" y="121167"/>
                </a:lnTo>
                <a:lnTo>
                  <a:pt x="388051" y="120218"/>
                </a:lnTo>
                <a:lnTo>
                  <a:pt x="387519" y="119240"/>
                </a:lnTo>
                <a:lnTo>
                  <a:pt x="387015" y="118234"/>
                </a:lnTo>
                <a:lnTo>
                  <a:pt x="386538" y="117200"/>
                </a:lnTo>
                <a:lnTo>
                  <a:pt x="386088" y="116138"/>
                </a:lnTo>
                <a:lnTo>
                  <a:pt x="385665" y="115048"/>
                </a:lnTo>
                <a:lnTo>
                  <a:pt x="385270" y="113929"/>
                </a:lnTo>
                <a:lnTo>
                  <a:pt x="384902" y="112783"/>
                </a:lnTo>
                <a:lnTo>
                  <a:pt x="384560" y="111608"/>
                </a:lnTo>
                <a:lnTo>
                  <a:pt x="384247" y="110405"/>
                </a:lnTo>
                <a:lnTo>
                  <a:pt x="383960" y="109174"/>
                </a:lnTo>
                <a:lnTo>
                  <a:pt x="383700" y="107915"/>
                </a:lnTo>
                <a:lnTo>
                  <a:pt x="383468" y="106628"/>
                </a:lnTo>
                <a:lnTo>
                  <a:pt x="383263" y="105312"/>
                </a:lnTo>
                <a:lnTo>
                  <a:pt x="383085" y="103969"/>
                </a:lnTo>
                <a:lnTo>
                  <a:pt x="382935" y="102597"/>
                </a:lnTo>
                <a:lnTo>
                  <a:pt x="382811" y="101197"/>
                </a:lnTo>
                <a:lnTo>
                  <a:pt x="382715" y="99769"/>
                </a:lnTo>
                <a:lnTo>
                  <a:pt x="461261" y="99769"/>
                </a:lnTo>
                <a:lnTo>
                  <a:pt x="461269" y="99508"/>
                </a:lnTo>
                <a:lnTo>
                  <a:pt x="461276" y="99252"/>
                </a:lnTo>
                <a:lnTo>
                  <a:pt x="461284" y="99002"/>
                </a:lnTo>
                <a:lnTo>
                  <a:pt x="461291" y="98757"/>
                </a:lnTo>
                <a:lnTo>
                  <a:pt x="461298" y="98518"/>
                </a:lnTo>
                <a:lnTo>
                  <a:pt x="461304" y="98284"/>
                </a:lnTo>
                <a:lnTo>
                  <a:pt x="461310" y="98056"/>
                </a:lnTo>
                <a:lnTo>
                  <a:pt x="461316" y="97833"/>
                </a:lnTo>
                <a:lnTo>
                  <a:pt x="461321" y="97616"/>
                </a:lnTo>
                <a:lnTo>
                  <a:pt x="461326" y="97404"/>
                </a:lnTo>
                <a:lnTo>
                  <a:pt x="461331" y="97198"/>
                </a:lnTo>
                <a:lnTo>
                  <a:pt x="461335" y="96997"/>
                </a:lnTo>
                <a:lnTo>
                  <a:pt x="461339" y="96802"/>
                </a:lnTo>
                <a:lnTo>
                  <a:pt x="461342" y="96612"/>
                </a:lnTo>
                <a:lnTo>
                  <a:pt x="461346" y="96428"/>
                </a:lnTo>
                <a:lnTo>
                  <a:pt x="461349" y="96250"/>
                </a:lnTo>
                <a:lnTo>
                  <a:pt x="461351" y="96076"/>
                </a:lnTo>
                <a:lnTo>
                  <a:pt x="461354" y="95909"/>
                </a:lnTo>
                <a:lnTo>
                  <a:pt x="461355" y="95746"/>
                </a:lnTo>
                <a:lnTo>
                  <a:pt x="461357" y="95590"/>
                </a:lnTo>
                <a:lnTo>
                  <a:pt x="461358" y="95438"/>
                </a:lnTo>
                <a:lnTo>
                  <a:pt x="461359" y="95293"/>
                </a:lnTo>
                <a:lnTo>
                  <a:pt x="461360" y="95153"/>
                </a:lnTo>
                <a:lnTo>
                  <a:pt x="461360" y="95018"/>
                </a:lnTo>
                <a:lnTo>
                  <a:pt x="461336" y="92868"/>
                </a:lnTo>
                <a:lnTo>
                  <a:pt x="461267" y="90759"/>
                </a:lnTo>
                <a:lnTo>
                  <a:pt x="461151" y="88691"/>
                </a:lnTo>
                <a:lnTo>
                  <a:pt x="460988" y="86663"/>
                </a:lnTo>
                <a:lnTo>
                  <a:pt x="460779" y="84675"/>
                </a:lnTo>
                <a:lnTo>
                  <a:pt x="460523" y="82728"/>
                </a:lnTo>
                <a:lnTo>
                  <a:pt x="460221" y="80822"/>
                </a:lnTo>
                <a:lnTo>
                  <a:pt x="459872" y="78956"/>
                </a:lnTo>
                <a:lnTo>
                  <a:pt x="459477" y="77131"/>
                </a:lnTo>
                <a:lnTo>
                  <a:pt x="459035" y="75347"/>
                </a:lnTo>
                <a:lnTo>
                  <a:pt x="458547" y="73603"/>
                </a:lnTo>
                <a:lnTo>
                  <a:pt x="458013" y="71899"/>
                </a:lnTo>
                <a:lnTo>
                  <a:pt x="457432" y="70237"/>
                </a:lnTo>
                <a:lnTo>
                  <a:pt x="456804" y="68614"/>
                </a:lnTo>
                <a:lnTo>
                  <a:pt x="456130" y="67033"/>
                </a:lnTo>
                <a:lnTo>
                  <a:pt x="455409" y="65492"/>
                </a:lnTo>
                <a:lnTo>
                  <a:pt x="454642" y="63991"/>
                </a:lnTo>
                <a:lnTo>
                  <a:pt x="453829" y="62531"/>
                </a:lnTo>
                <a:lnTo>
                  <a:pt x="452969" y="61112"/>
                </a:lnTo>
                <a:lnTo>
                  <a:pt x="452062" y="59733"/>
                </a:lnTo>
                <a:lnTo>
                  <a:pt x="451109" y="58394"/>
                </a:lnTo>
                <a:lnTo>
                  <a:pt x="450110" y="57097"/>
                </a:lnTo>
                <a:lnTo>
                  <a:pt x="449064" y="55840"/>
                </a:lnTo>
                <a:lnTo>
                  <a:pt x="447971" y="54623"/>
                </a:lnTo>
                <a:lnTo>
                  <a:pt x="446842" y="53451"/>
                </a:lnTo>
                <a:lnTo>
                  <a:pt x="445686" y="52330"/>
                </a:lnTo>
                <a:lnTo>
                  <a:pt x="444503" y="51258"/>
                </a:lnTo>
                <a:lnTo>
                  <a:pt x="443294" y="50236"/>
                </a:lnTo>
                <a:lnTo>
                  <a:pt x="442057" y="49264"/>
                </a:lnTo>
                <a:lnTo>
                  <a:pt x="440794" y="48341"/>
                </a:lnTo>
                <a:lnTo>
                  <a:pt x="439503" y="47469"/>
                </a:lnTo>
                <a:lnTo>
                  <a:pt x="438186" y="46646"/>
                </a:lnTo>
                <a:lnTo>
                  <a:pt x="436842" y="45873"/>
                </a:lnTo>
                <a:lnTo>
                  <a:pt x="435471" y="45150"/>
                </a:lnTo>
                <a:lnTo>
                  <a:pt x="434073" y="44477"/>
                </a:lnTo>
                <a:lnTo>
                  <a:pt x="432649" y="43854"/>
                </a:lnTo>
                <a:lnTo>
                  <a:pt x="431197" y="43281"/>
                </a:lnTo>
                <a:lnTo>
                  <a:pt x="429719" y="42757"/>
                </a:lnTo>
                <a:lnTo>
                  <a:pt x="428214" y="42284"/>
                </a:lnTo>
                <a:lnTo>
                  <a:pt x="426682" y="41860"/>
                </a:lnTo>
                <a:lnTo>
                  <a:pt x="425123" y="41486"/>
                </a:lnTo>
                <a:lnTo>
                  <a:pt x="423537" y="41162"/>
                </a:lnTo>
                <a:lnTo>
                  <a:pt x="421925" y="40888"/>
                </a:lnTo>
                <a:lnTo>
                  <a:pt x="420285" y="40663"/>
                </a:lnTo>
                <a:lnTo>
                  <a:pt x="418619" y="40489"/>
                </a:lnTo>
                <a:lnTo>
                  <a:pt x="416926" y="40364"/>
                </a:lnTo>
                <a:lnTo>
                  <a:pt x="415206" y="40289"/>
                </a:lnTo>
                <a:lnTo>
                  <a:pt x="413459" y="40265"/>
                </a:lnTo>
                <a:lnTo>
                  <a:pt x="411655" y="40290"/>
                </a:lnTo>
                <a:lnTo>
                  <a:pt x="409879" y="40366"/>
                </a:lnTo>
                <a:lnTo>
                  <a:pt x="408131" y="40494"/>
                </a:lnTo>
                <a:lnTo>
                  <a:pt x="406412" y="40672"/>
                </a:lnTo>
                <a:lnTo>
                  <a:pt x="404721" y="40902"/>
                </a:lnTo>
                <a:lnTo>
                  <a:pt x="403058" y="41182"/>
                </a:lnTo>
                <a:lnTo>
                  <a:pt x="401423" y="41513"/>
                </a:lnTo>
                <a:lnTo>
                  <a:pt x="399817" y="41895"/>
                </a:lnTo>
                <a:lnTo>
                  <a:pt x="398239" y="42329"/>
                </a:lnTo>
                <a:lnTo>
                  <a:pt x="396689" y="42813"/>
                </a:lnTo>
                <a:lnTo>
                  <a:pt x="395167" y="43348"/>
                </a:lnTo>
                <a:lnTo>
                  <a:pt x="393674" y="43934"/>
                </a:lnTo>
                <a:lnTo>
                  <a:pt x="392208" y="44571"/>
                </a:lnTo>
                <a:lnTo>
                  <a:pt x="390771" y="45259"/>
                </a:lnTo>
                <a:lnTo>
                  <a:pt x="389363" y="45998"/>
                </a:lnTo>
                <a:lnTo>
                  <a:pt x="387982" y="46788"/>
                </a:lnTo>
                <a:lnTo>
                  <a:pt x="386630" y="47629"/>
                </a:lnTo>
                <a:lnTo>
                  <a:pt x="385306" y="48521"/>
                </a:lnTo>
                <a:lnTo>
                  <a:pt x="384010" y="49464"/>
                </a:lnTo>
                <a:lnTo>
                  <a:pt x="382742" y="50457"/>
                </a:lnTo>
                <a:lnTo>
                  <a:pt x="381503" y="51502"/>
                </a:lnTo>
                <a:lnTo>
                  <a:pt x="380292" y="52598"/>
                </a:lnTo>
                <a:lnTo>
                  <a:pt x="379109" y="53745"/>
                </a:lnTo>
                <a:lnTo>
                  <a:pt x="377955" y="54942"/>
                </a:lnTo>
                <a:lnTo>
                  <a:pt x="376838" y="56186"/>
                </a:lnTo>
                <a:lnTo>
                  <a:pt x="375769" y="57471"/>
                </a:lnTo>
                <a:lnTo>
                  <a:pt x="374747" y="58798"/>
                </a:lnTo>
                <a:lnTo>
                  <a:pt x="373773" y="60165"/>
                </a:lnTo>
                <a:lnTo>
                  <a:pt x="372846" y="61575"/>
                </a:lnTo>
                <a:lnTo>
                  <a:pt x="371967" y="63025"/>
                </a:lnTo>
                <a:lnTo>
                  <a:pt x="371135" y="64517"/>
                </a:lnTo>
                <a:lnTo>
                  <a:pt x="370351" y="66050"/>
                </a:lnTo>
                <a:lnTo>
                  <a:pt x="369615" y="67624"/>
                </a:lnTo>
                <a:lnTo>
                  <a:pt x="368926" y="69240"/>
                </a:lnTo>
                <a:lnTo>
                  <a:pt x="368284" y="70897"/>
                </a:lnTo>
                <a:lnTo>
                  <a:pt x="367690" y="72595"/>
                </a:lnTo>
                <a:lnTo>
                  <a:pt x="367144" y="74335"/>
                </a:lnTo>
                <a:lnTo>
                  <a:pt x="366645" y="76116"/>
                </a:lnTo>
                <a:lnTo>
                  <a:pt x="366193" y="77938"/>
                </a:lnTo>
                <a:lnTo>
                  <a:pt x="365789" y="79802"/>
                </a:lnTo>
                <a:lnTo>
                  <a:pt x="365433" y="81707"/>
                </a:lnTo>
                <a:lnTo>
                  <a:pt x="365124" y="83653"/>
                </a:lnTo>
                <a:lnTo>
                  <a:pt x="364863" y="85641"/>
                </a:lnTo>
                <a:lnTo>
                  <a:pt x="364649" y="87670"/>
                </a:lnTo>
                <a:lnTo>
                  <a:pt x="364482" y="89740"/>
                </a:lnTo>
                <a:lnTo>
                  <a:pt x="364364" y="91851"/>
                </a:lnTo>
                <a:lnTo>
                  <a:pt x="364292" y="94004"/>
                </a:lnTo>
                <a:lnTo>
                  <a:pt x="364269" y="96199"/>
                </a:lnTo>
                <a:lnTo>
                  <a:pt x="364292" y="98319"/>
                </a:lnTo>
                <a:lnTo>
                  <a:pt x="364363" y="100400"/>
                </a:lnTo>
                <a:lnTo>
                  <a:pt x="364480" y="102441"/>
                </a:lnTo>
                <a:lnTo>
                  <a:pt x="364645" y="104442"/>
                </a:lnTo>
                <a:lnTo>
                  <a:pt x="364856" y="106404"/>
                </a:lnTo>
                <a:lnTo>
                  <a:pt x="365115" y="108326"/>
                </a:lnTo>
                <a:lnTo>
                  <a:pt x="365420" y="110208"/>
                </a:lnTo>
                <a:lnTo>
                  <a:pt x="365773" y="112050"/>
                </a:lnTo>
                <a:lnTo>
                  <a:pt x="366172" y="113852"/>
                </a:lnTo>
                <a:lnTo>
                  <a:pt x="366619" y="115615"/>
                </a:lnTo>
                <a:lnTo>
                  <a:pt x="367112" y="117338"/>
                </a:lnTo>
                <a:lnTo>
                  <a:pt x="367653" y="119021"/>
                </a:lnTo>
                <a:lnTo>
                  <a:pt x="368240" y="120664"/>
                </a:lnTo>
                <a:lnTo>
                  <a:pt x="368875" y="122268"/>
                </a:lnTo>
                <a:lnTo>
                  <a:pt x="369557" y="123832"/>
                </a:lnTo>
                <a:lnTo>
                  <a:pt x="370285" y="125356"/>
                </a:lnTo>
                <a:lnTo>
                  <a:pt x="371061" y="126840"/>
                </a:lnTo>
                <a:lnTo>
                  <a:pt x="371883" y="128284"/>
                </a:lnTo>
                <a:lnTo>
                  <a:pt x="372753" y="129689"/>
                </a:lnTo>
                <a:lnTo>
                  <a:pt x="373669" y="131054"/>
                </a:lnTo>
                <a:lnTo>
                  <a:pt x="374633" y="132379"/>
                </a:lnTo>
                <a:lnTo>
                  <a:pt x="375644" y="133665"/>
                </a:lnTo>
                <a:lnTo>
                  <a:pt x="376701" y="134910"/>
                </a:lnTo>
                <a:lnTo>
                  <a:pt x="377806" y="136116"/>
                </a:lnTo>
                <a:lnTo>
                  <a:pt x="378951" y="137277"/>
                </a:lnTo>
                <a:lnTo>
                  <a:pt x="380128" y="138389"/>
                </a:lnTo>
                <a:lnTo>
                  <a:pt x="381340" y="139452"/>
                </a:lnTo>
                <a:lnTo>
                  <a:pt x="382584" y="140465"/>
                </a:lnTo>
                <a:lnTo>
                  <a:pt x="383862" y="141428"/>
                </a:lnTo>
                <a:lnTo>
                  <a:pt x="385173" y="142342"/>
                </a:lnTo>
                <a:lnTo>
                  <a:pt x="386517" y="143207"/>
                </a:lnTo>
                <a:lnTo>
                  <a:pt x="387894" y="144022"/>
                </a:lnTo>
                <a:lnTo>
                  <a:pt x="389305" y="144788"/>
                </a:lnTo>
                <a:lnTo>
                  <a:pt x="390748" y="145505"/>
                </a:lnTo>
                <a:lnTo>
                  <a:pt x="392225" y="146172"/>
                </a:lnTo>
                <a:lnTo>
                  <a:pt x="393736" y="146790"/>
                </a:lnTo>
                <a:lnTo>
                  <a:pt x="395279" y="147358"/>
                </a:lnTo>
                <a:lnTo>
                  <a:pt x="396856" y="147877"/>
                </a:lnTo>
                <a:lnTo>
                  <a:pt x="398466" y="148346"/>
                </a:lnTo>
                <a:lnTo>
                  <a:pt x="400109" y="148766"/>
                </a:lnTo>
                <a:lnTo>
                  <a:pt x="401785" y="149137"/>
                </a:lnTo>
                <a:lnTo>
                  <a:pt x="403495" y="149458"/>
                </a:lnTo>
                <a:lnTo>
                  <a:pt x="405238" y="149730"/>
                </a:lnTo>
                <a:lnTo>
                  <a:pt x="407014" y="149952"/>
                </a:lnTo>
                <a:lnTo>
                  <a:pt x="408823" y="150125"/>
                </a:lnTo>
                <a:lnTo>
                  <a:pt x="410666" y="150249"/>
                </a:lnTo>
                <a:lnTo>
                  <a:pt x="412541" y="150323"/>
                </a:lnTo>
                <a:lnTo>
                  <a:pt x="414451" y="150347"/>
                </a:lnTo>
                <a:lnTo>
                  <a:pt x="415968" y="150332"/>
                </a:lnTo>
                <a:lnTo>
                  <a:pt x="417463" y="150285"/>
                </a:lnTo>
                <a:lnTo>
                  <a:pt x="418935" y="150208"/>
                </a:lnTo>
                <a:lnTo>
                  <a:pt x="420384" y="150100"/>
                </a:lnTo>
                <a:lnTo>
                  <a:pt x="421811" y="149960"/>
                </a:lnTo>
                <a:lnTo>
                  <a:pt x="423215" y="149790"/>
                </a:lnTo>
                <a:lnTo>
                  <a:pt x="424596" y="149588"/>
                </a:lnTo>
                <a:lnTo>
                  <a:pt x="425955" y="149356"/>
                </a:lnTo>
                <a:lnTo>
                  <a:pt x="427290" y="149092"/>
                </a:lnTo>
                <a:lnTo>
                  <a:pt x="428603" y="148798"/>
                </a:lnTo>
                <a:lnTo>
                  <a:pt x="429894" y="148472"/>
                </a:lnTo>
                <a:lnTo>
                  <a:pt x="431161" y="148116"/>
                </a:lnTo>
                <a:lnTo>
                  <a:pt x="432406" y="147729"/>
                </a:lnTo>
                <a:lnTo>
                  <a:pt x="433628" y="147310"/>
                </a:lnTo>
                <a:lnTo>
                  <a:pt x="434828" y="146861"/>
                </a:lnTo>
                <a:lnTo>
                  <a:pt x="436004" y="146381"/>
                </a:lnTo>
                <a:lnTo>
                  <a:pt x="437158" y="145869"/>
                </a:lnTo>
                <a:lnTo>
                  <a:pt x="438289" y="145327"/>
                </a:lnTo>
                <a:lnTo>
                  <a:pt x="439398" y="144753"/>
                </a:lnTo>
                <a:lnTo>
                  <a:pt x="440484" y="144149"/>
                </a:lnTo>
                <a:lnTo>
                  <a:pt x="441547" y="143514"/>
                </a:lnTo>
                <a:lnTo>
                  <a:pt x="442587" y="142847"/>
                </a:lnTo>
                <a:lnTo>
                  <a:pt x="443605" y="142150"/>
                </a:lnTo>
                <a:lnTo>
                  <a:pt x="444599" y="141422"/>
                </a:lnTo>
                <a:lnTo>
                  <a:pt x="445570" y="140665"/>
                </a:lnTo>
                <a:lnTo>
                  <a:pt x="446515" y="139884"/>
                </a:lnTo>
                <a:lnTo>
                  <a:pt x="447434" y="139077"/>
                </a:lnTo>
                <a:lnTo>
                  <a:pt x="448327" y="138246"/>
                </a:lnTo>
                <a:lnTo>
                  <a:pt x="449194" y="137389"/>
                </a:lnTo>
                <a:lnTo>
                  <a:pt x="450035" y="136507"/>
                </a:lnTo>
                <a:lnTo>
                  <a:pt x="450851" y="135599"/>
                </a:lnTo>
                <a:lnTo>
                  <a:pt x="451641" y="134667"/>
                </a:lnTo>
                <a:lnTo>
                  <a:pt x="452405" y="133710"/>
                </a:lnTo>
                <a:lnTo>
                  <a:pt x="453143" y="132727"/>
                </a:lnTo>
                <a:lnTo>
                  <a:pt x="453855" y="131719"/>
                </a:lnTo>
                <a:lnTo>
                  <a:pt x="454542" y="130686"/>
                </a:lnTo>
                <a:lnTo>
                  <a:pt x="455202" y="129628"/>
                </a:lnTo>
                <a:lnTo>
                  <a:pt x="455837" y="128545"/>
                </a:lnTo>
                <a:lnTo>
                  <a:pt x="456446" y="127437"/>
                </a:lnTo>
                <a:lnTo>
                  <a:pt x="457029" y="126303"/>
                </a:lnTo>
                <a:lnTo>
                  <a:pt x="457586" y="125145"/>
                </a:lnTo>
                <a:lnTo>
                  <a:pt x="458118" y="123961"/>
                </a:lnTo>
                <a:lnTo>
                  <a:pt x="458624" y="122752"/>
                </a:lnTo>
                <a:lnTo>
                  <a:pt x="459104" y="121518"/>
                </a:lnTo>
                <a:lnTo>
                  <a:pt x="459558" y="120259"/>
                </a:lnTo>
                <a:lnTo>
                  <a:pt x="459986" y="118975"/>
                </a:lnTo>
                <a:lnTo>
                  <a:pt x="460388" y="117665"/>
                </a:lnTo>
                <a:lnTo>
                  <a:pt x="460765" y="116331"/>
                </a:lnTo>
                <a:lnTo>
                  <a:pt x="442318" y="114050"/>
                </a:lnTo>
                <a:lnTo>
                  <a:pt x="441975" y="114973"/>
                </a:lnTo>
                <a:lnTo>
                  <a:pt x="441621" y="115875"/>
                </a:lnTo>
                <a:lnTo>
                  <a:pt x="441257" y="116756"/>
                </a:lnTo>
                <a:lnTo>
                  <a:pt x="440883" y="117615"/>
                </a:lnTo>
                <a:lnTo>
                  <a:pt x="440499" y="118454"/>
                </a:lnTo>
                <a:lnTo>
                  <a:pt x="440106" y="119271"/>
                </a:lnTo>
                <a:lnTo>
                  <a:pt x="439702" y="120067"/>
                </a:lnTo>
                <a:close/>
                <a:moveTo>
                  <a:pt x="384864" y="77448"/>
                </a:moveTo>
                <a:lnTo>
                  <a:pt x="385134" y="76461"/>
                </a:lnTo>
                <a:lnTo>
                  <a:pt x="385429" y="75492"/>
                </a:lnTo>
                <a:lnTo>
                  <a:pt x="385750" y="74542"/>
                </a:lnTo>
                <a:lnTo>
                  <a:pt x="386098" y="73612"/>
                </a:lnTo>
                <a:lnTo>
                  <a:pt x="386471" y="72700"/>
                </a:lnTo>
                <a:lnTo>
                  <a:pt x="386870" y="71807"/>
                </a:lnTo>
                <a:lnTo>
                  <a:pt x="387296" y="70933"/>
                </a:lnTo>
                <a:lnTo>
                  <a:pt x="387747" y="70078"/>
                </a:lnTo>
                <a:lnTo>
                  <a:pt x="388225" y="69243"/>
                </a:lnTo>
                <a:lnTo>
                  <a:pt x="388728" y="68426"/>
                </a:lnTo>
                <a:lnTo>
                  <a:pt x="389257" y="67628"/>
                </a:lnTo>
                <a:lnTo>
                  <a:pt x="389813" y="66849"/>
                </a:lnTo>
                <a:lnTo>
                  <a:pt x="390394" y="66089"/>
                </a:lnTo>
                <a:lnTo>
                  <a:pt x="391001" y="65348"/>
                </a:lnTo>
                <a:lnTo>
                  <a:pt x="391635" y="64626"/>
                </a:lnTo>
                <a:lnTo>
                  <a:pt x="392294" y="63923"/>
                </a:lnTo>
                <a:lnTo>
                  <a:pt x="392979" y="63239"/>
                </a:lnTo>
                <a:lnTo>
                  <a:pt x="393685" y="62578"/>
                </a:lnTo>
                <a:lnTo>
                  <a:pt x="394403" y="61945"/>
                </a:lnTo>
                <a:lnTo>
                  <a:pt x="395136" y="61341"/>
                </a:lnTo>
                <a:lnTo>
                  <a:pt x="395882" y="60764"/>
                </a:lnTo>
                <a:lnTo>
                  <a:pt x="396641" y="60216"/>
                </a:lnTo>
                <a:lnTo>
                  <a:pt x="397414" y="59696"/>
                </a:lnTo>
                <a:lnTo>
                  <a:pt x="398201" y="59204"/>
                </a:lnTo>
                <a:lnTo>
                  <a:pt x="399001" y="58740"/>
                </a:lnTo>
                <a:lnTo>
                  <a:pt x="399815" y="58304"/>
                </a:lnTo>
                <a:lnTo>
                  <a:pt x="400643" y="57896"/>
                </a:lnTo>
                <a:lnTo>
                  <a:pt x="401484" y="57517"/>
                </a:lnTo>
                <a:lnTo>
                  <a:pt x="402339" y="57165"/>
                </a:lnTo>
                <a:lnTo>
                  <a:pt x="403207" y="56842"/>
                </a:lnTo>
                <a:lnTo>
                  <a:pt x="404089" y="56547"/>
                </a:lnTo>
                <a:lnTo>
                  <a:pt x="404985" y="56279"/>
                </a:lnTo>
                <a:lnTo>
                  <a:pt x="405894" y="56040"/>
                </a:lnTo>
                <a:lnTo>
                  <a:pt x="406817" y="55830"/>
                </a:lnTo>
                <a:lnTo>
                  <a:pt x="407753" y="55647"/>
                </a:lnTo>
                <a:lnTo>
                  <a:pt x="408703" y="55492"/>
                </a:lnTo>
                <a:lnTo>
                  <a:pt x="409667" y="55366"/>
                </a:lnTo>
                <a:lnTo>
                  <a:pt x="410644" y="55267"/>
                </a:lnTo>
                <a:lnTo>
                  <a:pt x="411635" y="55197"/>
                </a:lnTo>
                <a:lnTo>
                  <a:pt x="412639" y="55155"/>
                </a:lnTo>
                <a:lnTo>
                  <a:pt x="413657" y="55141"/>
                </a:lnTo>
                <a:lnTo>
                  <a:pt x="414781" y="55158"/>
                </a:lnTo>
                <a:lnTo>
                  <a:pt x="415886" y="55211"/>
                </a:lnTo>
                <a:lnTo>
                  <a:pt x="416975" y="55299"/>
                </a:lnTo>
                <a:lnTo>
                  <a:pt x="418046" y="55422"/>
                </a:lnTo>
                <a:lnTo>
                  <a:pt x="419099" y="55581"/>
                </a:lnTo>
                <a:lnTo>
                  <a:pt x="420134" y="55775"/>
                </a:lnTo>
                <a:lnTo>
                  <a:pt x="421152" y="56004"/>
                </a:lnTo>
                <a:lnTo>
                  <a:pt x="422153" y="56268"/>
                </a:lnTo>
                <a:lnTo>
                  <a:pt x="423136" y="56567"/>
                </a:lnTo>
                <a:lnTo>
                  <a:pt x="424101" y="56902"/>
                </a:lnTo>
                <a:lnTo>
                  <a:pt x="425049" y="57271"/>
                </a:lnTo>
                <a:lnTo>
                  <a:pt x="425979" y="57677"/>
                </a:lnTo>
                <a:lnTo>
                  <a:pt x="426892" y="58117"/>
                </a:lnTo>
                <a:lnTo>
                  <a:pt x="427787" y="58592"/>
                </a:lnTo>
                <a:lnTo>
                  <a:pt x="428665" y="59103"/>
                </a:lnTo>
                <a:lnTo>
                  <a:pt x="429525" y="59649"/>
                </a:lnTo>
                <a:lnTo>
                  <a:pt x="430367" y="60230"/>
                </a:lnTo>
                <a:lnTo>
                  <a:pt x="431192" y="60846"/>
                </a:lnTo>
                <a:lnTo>
                  <a:pt x="432000" y="61498"/>
                </a:lnTo>
                <a:lnTo>
                  <a:pt x="432789" y="62185"/>
                </a:lnTo>
                <a:lnTo>
                  <a:pt x="433562" y="62907"/>
                </a:lnTo>
                <a:lnTo>
                  <a:pt x="434316" y="63664"/>
                </a:lnTo>
                <a:lnTo>
                  <a:pt x="435053" y="64457"/>
                </a:lnTo>
                <a:lnTo>
                  <a:pt x="435773" y="65284"/>
                </a:lnTo>
                <a:lnTo>
                  <a:pt x="436228" y="65840"/>
                </a:lnTo>
                <a:lnTo>
                  <a:pt x="436668" y="66419"/>
                </a:lnTo>
                <a:lnTo>
                  <a:pt x="437093" y="67020"/>
                </a:lnTo>
                <a:lnTo>
                  <a:pt x="437503" y="67645"/>
                </a:lnTo>
                <a:lnTo>
                  <a:pt x="437898" y="68291"/>
                </a:lnTo>
                <a:lnTo>
                  <a:pt x="438277" y="68961"/>
                </a:lnTo>
                <a:lnTo>
                  <a:pt x="438641" y="69653"/>
                </a:lnTo>
                <a:lnTo>
                  <a:pt x="438991" y="70368"/>
                </a:lnTo>
                <a:lnTo>
                  <a:pt x="439325" y="71106"/>
                </a:lnTo>
                <a:lnTo>
                  <a:pt x="439643" y="71866"/>
                </a:lnTo>
                <a:lnTo>
                  <a:pt x="439947" y="72649"/>
                </a:lnTo>
                <a:lnTo>
                  <a:pt x="440236" y="73454"/>
                </a:lnTo>
                <a:lnTo>
                  <a:pt x="440509" y="74283"/>
                </a:lnTo>
                <a:lnTo>
                  <a:pt x="440767" y="75134"/>
                </a:lnTo>
                <a:lnTo>
                  <a:pt x="441010" y="76008"/>
                </a:lnTo>
                <a:lnTo>
                  <a:pt x="441238" y="76904"/>
                </a:lnTo>
                <a:lnTo>
                  <a:pt x="441451" y="77823"/>
                </a:lnTo>
                <a:lnTo>
                  <a:pt x="441649" y="78765"/>
                </a:lnTo>
                <a:lnTo>
                  <a:pt x="441831" y="79730"/>
                </a:lnTo>
                <a:lnTo>
                  <a:pt x="441999" y="80717"/>
                </a:lnTo>
                <a:lnTo>
                  <a:pt x="442151" y="81727"/>
                </a:lnTo>
                <a:lnTo>
                  <a:pt x="442288" y="82759"/>
                </a:lnTo>
                <a:lnTo>
                  <a:pt x="442410" y="83815"/>
                </a:lnTo>
                <a:lnTo>
                  <a:pt x="442517" y="84893"/>
                </a:lnTo>
                <a:lnTo>
                  <a:pt x="383707" y="84893"/>
                </a:lnTo>
                <a:lnTo>
                  <a:pt x="383794" y="83772"/>
                </a:lnTo>
                <a:lnTo>
                  <a:pt x="383907" y="82671"/>
                </a:lnTo>
                <a:lnTo>
                  <a:pt x="384047" y="81588"/>
                </a:lnTo>
                <a:lnTo>
                  <a:pt x="384212" y="80525"/>
                </a:lnTo>
                <a:lnTo>
                  <a:pt x="384404" y="79480"/>
                </a:lnTo>
                <a:lnTo>
                  <a:pt x="384621" y="78455"/>
                </a:lnTo>
                <a:lnTo>
                  <a:pt x="384864" y="77448"/>
                </a:lnTo>
                <a:close/>
                <a:moveTo>
                  <a:pt x="270310" y="120067"/>
                </a:moveTo>
                <a:lnTo>
                  <a:pt x="269896" y="120842"/>
                </a:lnTo>
                <a:lnTo>
                  <a:pt x="269472" y="121596"/>
                </a:lnTo>
                <a:lnTo>
                  <a:pt x="269039" y="122328"/>
                </a:lnTo>
                <a:lnTo>
                  <a:pt x="268595" y="123040"/>
                </a:lnTo>
                <a:lnTo>
                  <a:pt x="268141" y="123730"/>
                </a:lnTo>
                <a:lnTo>
                  <a:pt x="267678" y="124399"/>
                </a:lnTo>
                <a:lnTo>
                  <a:pt x="267204" y="125047"/>
                </a:lnTo>
                <a:lnTo>
                  <a:pt x="266720" y="125674"/>
                </a:lnTo>
                <a:lnTo>
                  <a:pt x="266227" y="126280"/>
                </a:lnTo>
                <a:lnTo>
                  <a:pt x="265723" y="126864"/>
                </a:lnTo>
                <a:lnTo>
                  <a:pt x="265209" y="127428"/>
                </a:lnTo>
                <a:lnTo>
                  <a:pt x="264686" y="127970"/>
                </a:lnTo>
                <a:lnTo>
                  <a:pt x="264152" y="128491"/>
                </a:lnTo>
                <a:lnTo>
                  <a:pt x="263609" y="128991"/>
                </a:lnTo>
                <a:lnTo>
                  <a:pt x="263055" y="129470"/>
                </a:lnTo>
                <a:lnTo>
                  <a:pt x="262492" y="129928"/>
                </a:lnTo>
                <a:lnTo>
                  <a:pt x="261918" y="130364"/>
                </a:lnTo>
                <a:lnTo>
                  <a:pt x="261335" y="130781"/>
                </a:lnTo>
                <a:lnTo>
                  <a:pt x="260741" y="131180"/>
                </a:lnTo>
                <a:lnTo>
                  <a:pt x="260138" y="131561"/>
                </a:lnTo>
                <a:lnTo>
                  <a:pt x="259524" y="131925"/>
                </a:lnTo>
                <a:lnTo>
                  <a:pt x="258901" y="132270"/>
                </a:lnTo>
                <a:lnTo>
                  <a:pt x="258267" y="132598"/>
                </a:lnTo>
                <a:lnTo>
                  <a:pt x="257624" y="132909"/>
                </a:lnTo>
                <a:lnTo>
                  <a:pt x="256970" y="133201"/>
                </a:lnTo>
                <a:lnTo>
                  <a:pt x="256307" y="133476"/>
                </a:lnTo>
                <a:lnTo>
                  <a:pt x="255634" y="133733"/>
                </a:lnTo>
                <a:lnTo>
                  <a:pt x="254950" y="133973"/>
                </a:lnTo>
                <a:lnTo>
                  <a:pt x="254257" y="134195"/>
                </a:lnTo>
                <a:lnTo>
                  <a:pt x="253554" y="134398"/>
                </a:lnTo>
                <a:lnTo>
                  <a:pt x="252840" y="134585"/>
                </a:lnTo>
                <a:lnTo>
                  <a:pt x="252117" y="134753"/>
                </a:lnTo>
                <a:lnTo>
                  <a:pt x="251384" y="134904"/>
                </a:lnTo>
                <a:lnTo>
                  <a:pt x="250640" y="135037"/>
                </a:lnTo>
                <a:lnTo>
                  <a:pt x="249887" y="135152"/>
                </a:lnTo>
                <a:lnTo>
                  <a:pt x="249124" y="135250"/>
                </a:lnTo>
                <a:lnTo>
                  <a:pt x="248350" y="135330"/>
                </a:lnTo>
                <a:lnTo>
                  <a:pt x="247567" y="135392"/>
                </a:lnTo>
                <a:lnTo>
                  <a:pt x="246774" y="135436"/>
                </a:lnTo>
                <a:lnTo>
                  <a:pt x="245971" y="135463"/>
                </a:lnTo>
                <a:lnTo>
                  <a:pt x="245158" y="135471"/>
                </a:lnTo>
                <a:lnTo>
                  <a:pt x="244066" y="135455"/>
                </a:lnTo>
                <a:lnTo>
                  <a:pt x="242990" y="135408"/>
                </a:lnTo>
                <a:lnTo>
                  <a:pt x="241928" y="135328"/>
                </a:lnTo>
                <a:lnTo>
                  <a:pt x="240882" y="135216"/>
                </a:lnTo>
                <a:lnTo>
                  <a:pt x="239851" y="135072"/>
                </a:lnTo>
                <a:lnTo>
                  <a:pt x="238835" y="134897"/>
                </a:lnTo>
                <a:lnTo>
                  <a:pt x="237835" y="134689"/>
                </a:lnTo>
                <a:lnTo>
                  <a:pt x="236849" y="134449"/>
                </a:lnTo>
                <a:lnTo>
                  <a:pt x="235879" y="134178"/>
                </a:lnTo>
                <a:lnTo>
                  <a:pt x="234923" y="133874"/>
                </a:lnTo>
                <a:lnTo>
                  <a:pt x="233983" y="133539"/>
                </a:lnTo>
                <a:lnTo>
                  <a:pt x="233058" y="133172"/>
                </a:lnTo>
                <a:lnTo>
                  <a:pt x="232149" y="132773"/>
                </a:lnTo>
                <a:lnTo>
                  <a:pt x="231254" y="132341"/>
                </a:lnTo>
                <a:lnTo>
                  <a:pt x="230375" y="131878"/>
                </a:lnTo>
                <a:lnTo>
                  <a:pt x="229510" y="131383"/>
                </a:lnTo>
                <a:lnTo>
                  <a:pt x="228661" y="130856"/>
                </a:lnTo>
                <a:lnTo>
                  <a:pt x="227827" y="130297"/>
                </a:lnTo>
                <a:lnTo>
                  <a:pt x="227008" y="129706"/>
                </a:lnTo>
                <a:lnTo>
                  <a:pt x="226204" y="129084"/>
                </a:lnTo>
                <a:lnTo>
                  <a:pt x="225416" y="128429"/>
                </a:lnTo>
                <a:lnTo>
                  <a:pt x="224642" y="127742"/>
                </a:lnTo>
                <a:lnTo>
                  <a:pt x="223884" y="127024"/>
                </a:lnTo>
                <a:lnTo>
                  <a:pt x="223141" y="126273"/>
                </a:lnTo>
                <a:lnTo>
                  <a:pt x="222419" y="125492"/>
                </a:lnTo>
                <a:lnTo>
                  <a:pt x="221724" y="124684"/>
                </a:lnTo>
                <a:lnTo>
                  <a:pt x="221057" y="123847"/>
                </a:lnTo>
                <a:lnTo>
                  <a:pt x="220417" y="122982"/>
                </a:lnTo>
                <a:lnTo>
                  <a:pt x="219803" y="122089"/>
                </a:lnTo>
                <a:lnTo>
                  <a:pt x="219218" y="121167"/>
                </a:lnTo>
                <a:lnTo>
                  <a:pt x="218659" y="120218"/>
                </a:lnTo>
                <a:lnTo>
                  <a:pt x="218127" y="119240"/>
                </a:lnTo>
                <a:lnTo>
                  <a:pt x="217623" y="118234"/>
                </a:lnTo>
                <a:lnTo>
                  <a:pt x="217146" y="117200"/>
                </a:lnTo>
                <a:lnTo>
                  <a:pt x="216696" y="116138"/>
                </a:lnTo>
                <a:lnTo>
                  <a:pt x="216273" y="115048"/>
                </a:lnTo>
                <a:lnTo>
                  <a:pt x="215878" y="113929"/>
                </a:lnTo>
                <a:lnTo>
                  <a:pt x="215510" y="112783"/>
                </a:lnTo>
                <a:lnTo>
                  <a:pt x="215168" y="111608"/>
                </a:lnTo>
                <a:lnTo>
                  <a:pt x="214855" y="110405"/>
                </a:lnTo>
                <a:lnTo>
                  <a:pt x="214568" y="109174"/>
                </a:lnTo>
                <a:lnTo>
                  <a:pt x="214308" y="107915"/>
                </a:lnTo>
                <a:lnTo>
                  <a:pt x="214076" y="106628"/>
                </a:lnTo>
                <a:lnTo>
                  <a:pt x="213871" y="105312"/>
                </a:lnTo>
                <a:lnTo>
                  <a:pt x="213693" y="103969"/>
                </a:lnTo>
                <a:lnTo>
                  <a:pt x="213543" y="102597"/>
                </a:lnTo>
                <a:lnTo>
                  <a:pt x="213419" y="101197"/>
                </a:lnTo>
                <a:lnTo>
                  <a:pt x="213323" y="99769"/>
                </a:lnTo>
                <a:lnTo>
                  <a:pt x="291869" y="99769"/>
                </a:lnTo>
                <a:lnTo>
                  <a:pt x="291877" y="99508"/>
                </a:lnTo>
                <a:lnTo>
                  <a:pt x="291884" y="99252"/>
                </a:lnTo>
                <a:lnTo>
                  <a:pt x="291892" y="99002"/>
                </a:lnTo>
                <a:lnTo>
                  <a:pt x="291899" y="98757"/>
                </a:lnTo>
                <a:lnTo>
                  <a:pt x="291906" y="98518"/>
                </a:lnTo>
                <a:lnTo>
                  <a:pt x="291912" y="98284"/>
                </a:lnTo>
                <a:lnTo>
                  <a:pt x="291918" y="98056"/>
                </a:lnTo>
                <a:lnTo>
                  <a:pt x="291924" y="97833"/>
                </a:lnTo>
                <a:lnTo>
                  <a:pt x="291929" y="97616"/>
                </a:lnTo>
                <a:lnTo>
                  <a:pt x="291934" y="97404"/>
                </a:lnTo>
                <a:lnTo>
                  <a:pt x="291939" y="97198"/>
                </a:lnTo>
                <a:lnTo>
                  <a:pt x="291943" y="96997"/>
                </a:lnTo>
                <a:lnTo>
                  <a:pt x="291947" y="96802"/>
                </a:lnTo>
                <a:lnTo>
                  <a:pt x="291950" y="96612"/>
                </a:lnTo>
                <a:lnTo>
                  <a:pt x="291954" y="96428"/>
                </a:lnTo>
                <a:lnTo>
                  <a:pt x="291957" y="96250"/>
                </a:lnTo>
                <a:lnTo>
                  <a:pt x="291959" y="96076"/>
                </a:lnTo>
                <a:lnTo>
                  <a:pt x="291961" y="95909"/>
                </a:lnTo>
                <a:lnTo>
                  <a:pt x="291963" y="95746"/>
                </a:lnTo>
                <a:lnTo>
                  <a:pt x="291965" y="95590"/>
                </a:lnTo>
                <a:lnTo>
                  <a:pt x="291966" y="95438"/>
                </a:lnTo>
                <a:lnTo>
                  <a:pt x="291967" y="95293"/>
                </a:lnTo>
                <a:lnTo>
                  <a:pt x="291968" y="95153"/>
                </a:lnTo>
                <a:lnTo>
                  <a:pt x="291968" y="95018"/>
                </a:lnTo>
                <a:lnTo>
                  <a:pt x="291944" y="92868"/>
                </a:lnTo>
                <a:lnTo>
                  <a:pt x="291875" y="90759"/>
                </a:lnTo>
                <a:lnTo>
                  <a:pt x="291758" y="88691"/>
                </a:lnTo>
                <a:lnTo>
                  <a:pt x="291596" y="86663"/>
                </a:lnTo>
                <a:lnTo>
                  <a:pt x="291387" y="84675"/>
                </a:lnTo>
                <a:lnTo>
                  <a:pt x="291131" y="82728"/>
                </a:lnTo>
                <a:lnTo>
                  <a:pt x="290829" y="80822"/>
                </a:lnTo>
                <a:lnTo>
                  <a:pt x="290480" y="78956"/>
                </a:lnTo>
                <a:lnTo>
                  <a:pt x="290085" y="77131"/>
                </a:lnTo>
                <a:lnTo>
                  <a:pt x="289643" y="75347"/>
                </a:lnTo>
                <a:lnTo>
                  <a:pt x="289155" y="73603"/>
                </a:lnTo>
                <a:lnTo>
                  <a:pt x="288621" y="71899"/>
                </a:lnTo>
                <a:lnTo>
                  <a:pt x="288039" y="70237"/>
                </a:lnTo>
                <a:lnTo>
                  <a:pt x="287412" y="68614"/>
                </a:lnTo>
                <a:lnTo>
                  <a:pt x="286738" y="67033"/>
                </a:lnTo>
                <a:lnTo>
                  <a:pt x="286017" y="65492"/>
                </a:lnTo>
                <a:lnTo>
                  <a:pt x="285250" y="63991"/>
                </a:lnTo>
                <a:lnTo>
                  <a:pt x="284437" y="62531"/>
                </a:lnTo>
                <a:lnTo>
                  <a:pt x="283577" y="61112"/>
                </a:lnTo>
                <a:lnTo>
                  <a:pt x="282670" y="59733"/>
                </a:lnTo>
                <a:lnTo>
                  <a:pt x="281717" y="58394"/>
                </a:lnTo>
                <a:lnTo>
                  <a:pt x="280718" y="57097"/>
                </a:lnTo>
                <a:lnTo>
                  <a:pt x="279672" y="55840"/>
                </a:lnTo>
                <a:lnTo>
                  <a:pt x="278579" y="54623"/>
                </a:lnTo>
                <a:lnTo>
                  <a:pt x="277450" y="53451"/>
                </a:lnTo>
                <a:lnTo>
                  <a:pt x="276294" y="52330"/>
                </a:lnTo>
                <a:lnTo>
                  <a:pt x="275111" y="51258"/>
                </a:lnTo>
                <a:lnTo>
                  <a:pt x="273902" y="50236"/>
                </a:lnTo>
                <a:lnTo>
                  <a:pt x="272665" y="49264"/>
                </a:lnTo>
                <a:lnTo>
                  <a:pt x="271402" y="48341"/>
                </a:lnTo>
                <a:lnTo>
                  <a:pt x="270111" y="47469"/>
                </a:lnTo>
                <a:lnTo>
                  <a:pt x="268794" y="46646"/>
                </a:lnTo>
                <a:lnTo>
                  <a:pt x="267450" y="45873"/>
                </a:lnTo>
                <a:lnTo>
                  <a:pt x="266079" y="45150"/>
                </a:lnTo>
                <a:lnTo>
                  <a:pt x="264681" y="44477"/>
                </a:lnTo>
                <a:lnTo>
                  <a:pt x="263257" y="43854"/>
                </a:lnTo>
                <a:lnTo>
                  <a:pt x="261805" y="43281"/>
                </a:lnTo>
                <a:lnTo>
                  <a:pt x="260327" y="42757"/>
                </a:lnTo>
                <a:lnTo>
                  <a:pt x="258822" y="42284"/>
                </a:lnTo>
                <a:lnTo>
                  <a:pt x="257290" y="41860"/>
                </a:lnTo>
                <a:lnTo>
                  <a:pt x="255731" y="41486"/>
                </a:lnTo>
                <a:lnTo>
                  <a:pt x="254145" y="41162"/>
                </a:lnTo>
                <a:lnTo>
                  <a:pt x="252533" y="40888"/>
                </a:lnTo>
                <a:lnTo>
                  <a:pt x="250893" y="40663"/>
                </a:lnTo>
                <a:lnTo>
                  <a:pt x="249227" y="40489"/>
                </a:lnTo>
                <a:lnTo>
                  <a:pt x="247534" y="40364"/>
                </a:lnTo>
                <a:lnTo>
                  <a:pt x="245814" y="40289"/>
                </a:lnTo>
                <a:lnTo>
                  <a:pt x="244067" y="40265"/>
                </a:lnTo>
                <a:lnTo>
                  <a:pt x="242263" y="40290"/>
                </a:lnTo>
                <a:lnTo>
                  <a:pt x="240487" y="40366"/>
                </a:lnTo>
                <a:lnTo>
                  <a:pt x="238739" y="40494"/>
                </a:lnTo>
                <a:lnTo>
                  <a:pt x="237020" y="40672"/>
                </a:lnTo>
                <a:lnTo>
                  <a:pt x="235329" y="40902"/>
                </a:lnTo>
                <a:lnTo>
                  <a:pt x="233666" y="41182"/>
                </a:lnTo>
                <a:lnTo>
                  <a:pt x="232031" y="41513"/>
                </a:lnTo>
                <a:lnTo>
                  <a:pt x="230425" y="41895"/>
                </a:lnTo>
                <a:lnTo>
                  <a:pt x="228847" y="42329"/>
                </a:lnTo>
                <a:lnTo>
                  <a:pt x="227297" y="42813"/>
                </a:lnTo>
                <a:lnTo>
                  <a:pt x="225775" y="43348"/>
                </a:lnTo>
                <a:lnTo>
                  <a:pt x="224282" y="43934"/>
                </a:lnTo>
                <a:lnTo>
                  <a:pt x="222816" y="44571"/>
                </a:lnTo>
                <a:lnTo>
                  <a:pt x="221379" y="45259"/>
                </a:lnTo>
                <a:lnTo>
                  <a:pt x="219971" y="45998"/>
                </a:lnTo>
                <a:lnTo>
                  <a:pt x="218590" y="46788"/>
                </a:lnTo>
                <a:lnTo>
                  <a:pt x="217238" y="47629"/>
                </a:lnTo>
                <a:lnTo>
                  <a:pt x="215914" y="48521"/>
                </a:lnTo>
                <a:lnTo>
                  <a:pt x="214618" y="49464"/>
                </a:lnTo>
                <a:lnTo>
                  <a:pt x="213350" y="50457"/>
                </a:lnTo>
                <a:lnTo>
                  <a:pt x="212111" y="51502"/>
                </a:lnTo>
                <a:lnTo>
                  <a:pt x="210900" y="52598"/>
                </a:lnTo>
                <a:lnTo>
                  <a:pt x="209717" y="53745"/>
                </a:lnTo>
                <a:lnTo>
                  <a:pt x="208563" y="54942"/>
                </a:lnTo>
                <a:lnTo>
                  <a:pt x="207446" y="56186"/>
                </a:lnTo>
                <a:lnTo>
                  <a:pt x="206377" y="57471"/>
                </a:lnTo>
                <a:lnTo>
                  <a:pt x="205355" y="58798"/>
                </a:lnTo>
                <a:lnTo>
                  <a:pt x="204381" y="60165"/>
                </a:lnTo>
                <a:lnTo>
                  <a:pt x="203454" y="61575"/>
                </a:lnTo>
                <a:lnTo>
                  <a:pt x="202575" y="63025"/>
                </a:lnTo>
                <a:lnTo>
                  <a:pt x="201743" y="64517"/>
                </a:lnTo>
                <a:lnTo>
                  <a:pt x="200959" y="66050"/>
                </a:lnTo>
                <a:lnTo>
                  <a:pt x="200223" y="67624"/>
                </a:lnTo>
                <a:lnTo>
                  <a:pt x="199534" y="69240"/>
                </a:lnTo>
                <a:lnTo>
                  <a:pt x="198892" y="70897"/>
                </a:lnTo>
                <a:lnTo>
                  <a:pt x="198298" y="72595"/>
                </a:lnTo>
                <a:lnTo>
                  <a:pt x="197752" y="74335"/>
                </a:lnTo>
                <a:lnTo>
                  <a:pt x="197253" y="76116"/>
                </a:lnTo>
                <a:lnTo>
                  <a:pt x="196801" y="77938"/>
                </a:lnTo>
                <a:lnTo>
                  <a:pt x="196397" y="79802"/>
                </a:lnTo>
                <a:lnTo>
                  <a:pt x="196041" y="81707"/>
                </a:lnTo>
                <a:lnTo>
                  <a:pt x="195732" y="83653"/>
                </a:lnTo>
                <a:lnTo>
                  <a:pt x="195471" y="85641"/>
                </a:lnTo>
                <a:lnTo>
                  <a:pt x="195257" y="87670"/>
                </a:lnTo>
                <a:lnTo>
                  <a:pt x="195090" y="89740"/>
                </a:lnTo>
                <a:lnTo>
                  <a:pt x="194972" y="91851"/>
                </a:lnTo>
                <a:lnTo>
                  <a:pt x="194900" y="94004"/>
                </a:lnTo>
                <a:lnTo>
                  <a:pt x="194877" y="96199"/>
                </a:lnTo>
                <a:lnTo>
                  <a:pt x="194900" y="98319"/>
                </a:lnTo>
                <a:lnTo>
                  <a:pt x="194971" y="100400"/>
                </a:lnTo>
                <a:lnTo>
                  <a:pt x="195088" y="102441"/>
                </a:lnTo>
                <a:lnTo>
                  <a:pt x="195253" y="104442"/>
                </a:lnTo>
                <a:lnTo>
                  <a:pt x="195464" y="106404"/>
                </a:lnTo>
                <a:lnTo>
                  <a:pt x="195723" y="108326"/>
                </a:lnTo>
                <a:lnTo>
                  <a:pt x="196028" y="110208"/>
                </a:lnTo>
                <a:lnTo>
                  <a:pt x="196381" y="112050"/>
                </a:lnTo>
                <a:lnTo>
                  <a:pt x="196780" y="113852"/>
                </a:lnTo>
                <a:lnTo>
                  <a:pt x="197227" y="115615"/>
                </a:lnTo>
                <a:lnTo>
                  <a:pt x="197720" y="117338"/>
                </a:lnTo>
                <a:lnTo>
                  <a:pt x="198261" y="119021"/>
                </a:lnTo>
                <a:lnTo>
                  <a:pt x="198848" y="120664"/>
                </a:lnTo>
                <a:lnTo>
                  <a:pt x="199483" y="122268"/>
                </a:lnTo>
                <a:lnTo>
                  <a:pt x="200165" y="123832"/>
                </a:lnTo>
                <a:lnTo>
                  <a:pt x="200893" y="125356"/>
                </a:lnTo>
                <a:lnTo>
                  <a:pt x="201669" y="126840"/>
                </a:lnTo>
                <a:lnTo>
                  <a:pt x="202491" y="128284"/>
                </a:lnTo>
                <a:lnTo>
                  <a:pt x="203361" y="129689"/>
                </a:lnTo>
                <a:lnTo>
                  <a:pt x="204277" y="131054"/>
                </a:lnTo>
                <a:lnTo>
                  <a:pt x="205241" y="132379"/>
                </a:lnTo>
                <a:lnTo>
                  <a:pt x="206252" y="133665"/>
                </a:lnTo>
                <a:lnTo>
                  <a:pt x="207309" y="134910"/>
                </a:lnTo>
                <a:lnTo>
                  <a:pt x="208414" y="136116"/>
                </a:lnTo>
                <a:lnTo>
                  <a:pt x="209558" y="137277"/>
                </a:lnTo>
                <a:lnTo>
                  <a:pt x="210736" y="138389"/>
                </a:lnTo>
                <a:lnTo>
                  <a:pt x="211948" y="139452"/>
                </a:lnTo>
                <a:lnTo>
                  <a:pt x="213192" y="140465"/>
                </a:lnTo>
                <a:lnTo>
                  <a:pt x="214470" y="141428"/>
                </a:lnTo>
                <a:lnTo>
                  <a:pt x="215781" y="142342"/>
                </a:lnTo>
                <a:lnTo>
                  <a:pt x="217125" y="143207"/>
                </a:lnTo>
                <a:lnTo>
                  <a:pt x="218502" y="144022"/>
                </a:lnTo>
                <a:lnTo>
                  <a:pt x="219912" y="144788"/>
                </a:lnTo>
                <a:lnTo>
                  <a:pt x="221356" y="145505"/>
                </a:lnTo>
                <a:lnTo>
                  <a:pt x="222833" y="146172"/>
                </a:lnTo>
                <a:lnTo>
                  <a:pt x="224344" y="146790"/>
                </a:lnTo>
                <a:lnTo>
                  <a:pt x="225887" y="147358"/>
                </a:lnTo>
                <a:lnTo>
                  <a:pt x="227464" y="147877"/>
                </a:lnTo>
                <a:lnTo>
                  <a:pt x="229074" y="148346"/>
                </a:lnTo>
                <a:lnTo>
                  <a:pt x="230717" y="148766"/>
                </a:lnTo>
                <a:lnTo>
                  <a:pt x="232393" y="149137"/>
                </a:lnTo>
                <a:lnTo>
                  <a:pt x="234103" y="149458"/>
                </a:lnTo>
                <a:lnTo>
                  <a:pt x="235846" y="149730"/>
                </a:lnTo>
                <a:lnTo>
                  <a:pt x="237622" y="149952"/>
                </a:lnTo>
                <a:lnTo>
                  <a:pt x="239431" y="150125"/>
                </a:lnTo>
                <a:lnTo>
                  <a:pt x="241274" y="150249"/>
                </a:lnTo>
                <a:lnTo>
                  <a:pt x="243149" y="150323"/>
                </a:lnTo>
                <a:lnTo>
                  <a:pt x="245058" y="150347"/>
                </a:lnTo>
                <a:lnTo>
                  <a:pt x="246576" y="150332"/>
                </a:lnTo>
                <a:lnTo>
                  <a:pt x="248071" y="150285"/>
                </a:lnTo>
                <a:lnTo>
                  <a:pt x="249543" y="150208"/>
                </a:lnTo>
                <a:lnTo>
                  <a:pt x="250992" y="150100"/>
                </a:lnTo>
                <a:lnTo>
                  <a:pt x="252419" y="149960"/>
                </a:lnTo>
                <a:lnTo>
                  <a:pt x="253823" y="149790"/>
                </a:lnTo>
                <a:lnTo>
                  <a:pt x="255204" y="149588"/>
                </a:lnTo>
                <a:lnTo>
                  <a:pt x="256563" y="149356"/>
                </a:lnTo>
                <a:lnTo>
                  <a:pt x="257898" y="149092"/>
                </a:lnTo>
                <a:lnTo>
                  <a:pt x="259211" y="148798"/>
                </a:lnTo>
                <a:lnTo>
                  <a:pt x="260502" y="148472"/>
                </a:lnTo>
                <a:lnTo>
                  <a:pt x="261769" y="148116"/>
                </a:lnTo>
                <a:lnTo>
                  <a:pt x="263014" y="147729"/>
                </a:lnTo>
                <a:lnTo>
                  <a:pt x="264236" y="147310"/>
                </a:lnTo>
                <a:lnTo>
                  <a:pt x="265436" y="146861"/>
                </a:lnTo>
                <a:lnTo>
                  <a:pt x="266612" y="146381"/>
                </a:lnTo>
                <a:lnTo>
                  <a:pt x="267766" y="145869"/>
                </a:lnTo>
                <a:lnTo>
                  <a:pt x="268897" y="145327"/>
                </a:lnTo>
                <a:lnTo>
                  <a:pt x="270006" y="144753"/>
                </a:lnTo>
                <a:lnTo>
                  <a:pt x="271092" y="144149"/>
                </a:lnTo>
                <a:lnTo>
                  <a:pt x="272155" y="143514"/>
                </a:lnTo>
                <a:lnTo>
                  <a:pt x="273195" y="142847"/>
                </a:lnTo>
                <a:lnTo>
                  <a:pt x="274212" y="142150"/>
                </a:lnTo>
                <a:lnTo>
                  <a:pt x="275207" y="141422"/>
                </a:lnTo>
                <a:lnTo>
                  <a:pt x="276178" y="140665"/>
                </a:lnTo>
                <a:lnTo>
                  <a:pt x="277123" y="139884"/>
                </a:lnTo>
                <a:lnTo>
                  <a:pt x="278042" y="139077"/>
                </a:lnTo>
                <a:lnTo>
                  <a:pt x="278935" y="138246"/>
                </a:lnTo>
                <a:lnTo>
                  <a:pt x="279802" y="137389"/>
                </a:lnTo>
                <a:lnTo>
                  <a:pt x="280643" y="136507"/>
                </a:lnTo>
                <a:lnTo>
                  <a:pt x="281459" y="135599"/>
                </a:lnTo>
                <a:lnTo>
                  <a:pt x="282249" y="134667"/>
                </a:lnTo>
                <a:lnTo>
                  <a:pt x="283013" y="133710"/>
                </a:lnTo>
                <a:lnTo>
                  <a:pt x="283751" y="132727"/>
                </a:lnTo>
                <a:lnTo>
                  <a:pt x="284463" y="131719"/>
                </a:lnTo>
                <a:lnTo>
                  <a:pt x="285149" y="130686"/>
                </a:lnTo>
                <a:lnTo>
                  <a:pt x="285810" y="129628"/>
                </a:lnTo>
                <a:lnTo>
                  <a:pt x="286445" y="128545"/>
                </a:lnTo>
                <a:lnTo>
                  <a:pt x="287054" y="127437"/>
                </a:lnTo>
                <a:lnTo>
                  <a:pt x="287637" y="126303"/>
                </a:lnTo>
                <a:lnTo>
                  <a:pt x="288194" y="125145"/>
                </a:lnTo>
                <a:lnTo>
                  <a:pt x="288726" y="123961"/>
                </a:lnTo>
                <a:lnTo>
                  <a:pt x="289232" y="122752"/>
                </a:lnTo>
                <a:lnTo>
                  <a:pt x="289711" y="121518"/>
                </a:lnTo>
                <a:lnTo>
                  <a:pt x="290166" y="120259"/>
                </a:lnTo>
                <a:lnTo>
                  <a:pt x="290594" y="118975"/>
                </a:lnTo>
                <a:lnTo>
                  <a:pt x="290996" y="117665"/>
                </a:lnTo>
                <a:lnTo>
                  <a:pt x="291373" y="116331"/>
                </a:lnTo>
                <a:lnTo>
                  <a:pt x="272926" y="114050"/>
                </a:lnTo>
                <a:lnTo>
                  <a:pt x="272582" y="114973"/>
                </a:lnTo>
                <a:lnTo>
                  <a:pt x="272229" y="115875"/>
                </a:lnTo>
                <a:lnTo>
                  <a:pt x="271865" y="116756"/>
                </a:lnTo>
                <a:lnTo>
                  <a:pt x="271491" y="117615"/>
                </a:lnTo>
                <a:lnTo>
                  <a:pt x="271107" y="118454"/>
                </a:lnTo>
                <a:lnTo>
                  <a:pt x="270714" y="119271"/>
                </a:lnTo>
                <a:lnTo>
                  <a:pt x="270310" y="120067"/>
                </a:lnTo>
                <a:close/>
                <a:moveTo>
                  <a:pt x="215472" y="77448"/>
                </a:moveTo>
                <a:lnTo>
                  <a:pt x="215742" y="76461"/>
                </a:lnTo>
                <a:lnTo>
                  <a:pt x="216037" y="75492"/>
                </a:lnTo>
                <a:lnTo>
                  <a:pt x="216358" y="74542"/>
                </a:lnTo>
                <a:lnTo>
                  <a:pt x="216706" y="73612"/>
                </a:lnTo>
                <a:lnTo>
                  <a:pt x="217079" y="72700"/>
                </a:lnTo>
                <a:lnTo>
                  <a:pt x="217478" y="71807"/>
                </a:lnTo>
                <a:lnTo>
                  <a:pt x="217904" y="70933"/>
                </a:lnTo>
                <a:lnTo>
                  <a:pt x="218355" y="70078"/>
                </a:lnTo>
                <a:lnTo>
                  <a:pt x="218833" y="69243"/>
                </a:lnTo>
                <a:lnTo>
                  <a:pt x="219336" y="68426"/>
                </a:lnTo>
                <a:lnTo>
                  <a:pt x="219865" y="67628"/>
                </a:lnTo>
                <a:lnTo>
                  <a:pt x="220421" y="66849"/>
                </a:lnTo>
                <a:lnTo>
                  <a:pt x="221002" y="66089"/>
                </a:lnTo>
                <a:lnTo>
                  <a:pt x="221609" y="65348"/>
                </a:lnTo>
                <a:lnTo>
                  <a:pt x="222243" y="64626"/>
                </a:lnTo>
                <a:lnTo>
                  <a:pt x="222902" y="63923"/>
                </a:lnTo>
                <a:lnTo>
                  <a:pt x="223587" y="63239"/>
                </a:lnTo>
                <a:lnTo>
                  <a:pt x="224292" y="62578"/>
                </a:lnTo>
                <a:lnTo>
                  <a:pt x="225011" y="61945"/>
                </a:lnTo>
                <a:lnTo>
                  <a:pt x="225744" y="61341"/>
                </a:lnTo>
                <a:lnTo>
                  <a:pt x="226490" y="60764"/>
                </a:lnTo>
                <a:lnTo>
                  <a:pt x="227249" y="60216"/>
                </a:lnTo>
                <a:lnTo>
                  <a:pt x="228022" y="59696"/>
                </a:lnTo>
                <a:lnTo>
                  <a:pt x="228809" y="59204"/>
                </a:lnTo>
                <a:lnTo>
                  <a:pt x="229609" y="58740"/>
                </a:lnTo>
                <a:lnTo>
                  <a:pt x="230423" y="58304"/>
                </a:lnTo>
                <a:lnTo>
                  <a:pt x="231251" y="57896"/>
                </a:lnTo>
                <a:lnTo>
                  <a:pt x="232092" y="57517"/>
                </a:lnTo>
                <a:lnTo>
                  <a:pt x="232947" y="57165"/>
                </a:lnTo>
                <a:lnTo>
                  <a:pt x="233815" y="56842"/>
                </a:lnTo>
                <a:lnTo>
                  <a:pt x="234697" y="56547"/>
                </a:lnTo>
                <a:lnTo>
                  <a:pt x="235593" y="56279"/>
                </a:lnTo>
                <a:lnTo>
                  <a:pt x="236502" y="56040"/>
                </a:lnTo>
                <a:lnTo>
                  <a:pt x="237425" y="55830"/>
                </a:lnTo>
                <a:lnTo>
                  <a:pt x="238361" y="55647"/>
                </a:lnTo>
                <a:lnTo>
                  <a:pt x="239311" y="55492"/>
                </a:lnTo>
                <a:lnTo>
                  <a:pt x="240275" y="55366"/>
                </a:lnTo>
                <a:lnTo>
                  <a:pt x="241252" y="55267"/>
                </a:lnTo>
                <a:lnTo>
                  <a:pt x="242243" y="55197"/>
                </a:lnTo>
                <a:lnTo>
                  <a:pt x="243247" y="55155"/>
                </a:lnTo>
                <a:lnTo>
                  <a:pt x="244265" y="55141"/>
                </a:lnTo>
                <a:lnTo>
                  <a:pt x="245389" y="55158"/>
                </a:lnTo>
                <a:lnTo>
                  <a:pt x="246494" y="55211"/>
                </a:lnTo>
                <a:lnTo>
                  <a:pt x="247583" y="55299"/>
                </a:lnTo>
                <a:lnTo>
                  <a:pt x="248654" y="55422"/>
                </a:lnTo>
                <a:lnTo>
                  <a:pt x="249707" y="55581"/>
                </a:lnTo>
                <a:lnTo>
                  <a:pt x="250742" y="55775"/>
                </a:lnTo>
                <a:lnTo>
                  <a:pt x="251760" y="56004"/>
                </a:lnTo>
                <a:lnTo>
                  <a:pt x="252761" y="56268"/>
                </a:lnTo>
                <a:lnTo>
                  <a:pt x="253744" y="56567"/>
                </a:lnTo>
                <a:lnTo>
                  <a:pt x="254709" y="56902"/>
                </a:lnTo>
                <a:lnTo>
                  <a:pt x="255657" y="57271"/>
                </a:lnTo>
                <a:lnTo>
                  <a:pt x="256587" y="57677"/>
                </a:lnTo>
                <a:lnTo>
                  <a:pt x="257500" y="58117"/>
                </a:lnTo>
                <a:lnTo>
                  <a:pt x="258395" y="58592"/>
                </a:lnTo>
                <a:lnTo>
                  <a:pt x="259273" y="59103"/>
                </a:lnTo>
                <a:lnTo>
                  <a:pt x="260133" y="59649"/>
                </a:lnTo>
                <a:lnTo>
                  <a:pt x="260975" y="60230"/>
                </a:lnTo>
                <a:lnTo>
                  <a:pt x="261800" y="60846"/>
                </a:lnTo>
                <a:lnTo>
                  <a:pt x="262608" y="61498"/>
                </a:lnTo>
                <a:lnTo>
                  <a:pt x="263397" y="62185"/>
                </a:lnTo>
                <a:lnTo>
                  <a:pt x="264170" y="62907"/>
                </a:lnTo>
                <a:lnTo>
                  <a:pt x="264924" y="63664"/>
                </a:lnTo>
                <a:lnTo>
                  <a:pt x="265661" y="64457"/>
                </a:lnTo>
                <a:lnTo>
                  <a:pt x="266381" y="65284"/>
                </a:lnTo>
                <a:lnTo>
                  <a:pt x="266836" y="65840"/>
                </a:lnTo>
                <a:lnTo>
                  <a:pt x="267276" y="66419"/>
                </a:lnTo>
                <a:lnTo>
                  <a:pt x="267701" y="67020"/>
                </a:lnTo>
                <a:lnTo>
                  <a:pt x="268111" y="67645"/>
                </a:lnTo>
                <a:lnTo>
                  <a:pt x="268506" y="68291"/>
                </a:lnTo>
                <a:lnTo>
                  <a:pt x="268885" y="68961"/>
                </a:lnTo>
                <a:lnTo>
                  <a:pt x="269249" y="69653"/>
                </a:lnTo>
                <a:lnTo>
                  <a:pt x="269598" y="70368"/>
                </a:lnTo>
                <a:lnTo>
                  <a:pt x="269933" y="71106"/>
                </a:lnTo>
                <a:lnTo>
                  <a:pt x="270251" y="71866"/>
                </a:lnTo>
                <a:lnTo>
                  <a:pt x="270555" y="72649"/>
                </a:lnTo>
                <a:lnTo>
                  <a:pt x="270844" y="73454"/>
                </a:lnTo>
                <a:lnTo>
                  <a:pt x="271117" y="74283"/>
                </a:lnTo>
                <a:lnTo>
                  <a:pt x="271375" y="75134"/>
                </a:lnTo>
                <a:lnTo>
                  <a:pt x="271618" y="76008"/>
                </a:lnTo>
                <a:lnTo>
                  <a:pt x="271846" y="76904"/>
                </a:lnTo>
                <a:lnTo>
                  <a:pt x="272059" y="77823"/>
                </a:lnTo>
                <a:lnTo>
                  <a:pt x="272257" y="78765"/>
                </a:lnTo>
                <a:lnTo>
                  <a:pt x="272439" y="79730"/>
                </a:lnTo>
                <a:lnTo>
                  <a:pt x="272607" y="80717"/>
                </a:lnTo>
                <a:lnTo>
                  <a:pt x="272759" y="81727"/>
                </a:lnTo>
                <a:lnTo>
                  <a:pt x="272896" y="82759"/>
                </a:lnTo>
                <a:lnTo>
                  <a:pt x="273018" y="83815"/>
                </a:lnTo>
                <a:lnTo>
                  <a:pt x="273125" y="84893"/>
                </a:lnTo>
                <a:lnTo>
                  <a:pt x="214315" y="84893"/>
                </a:lnTo>
                <a:lnTo>
                  <a:pt x="214402" y="83772"/>
                </a:lnTo>
                <a:lnTo>
                  <a:pt x="214515" y="82671"/>
                </a:lnTo>
                <a:lnTo>
                  <a:pt x="214655" y="81588"/>
                </a:lnTo>
                <a:lnTo>
                  <a:pt x="214820" y="80525"/>
                </a:lnTo>
                <a:lnTo>
                  <a:pt x="215011" y="79480"/>
                </a:lnTo>
                <a:lnTo>
                  <a:pt x="215229" y="78455"/>
                </a:lnTo>
                <a:lnTo>
                  <a:pt x="215472" y="77448"/>
                </a:lnTo>
                <a:close/>
                <a:moveTo>
                  <a:pt x="966815" y="108836"/>
                </a:moveTo>
                <a:lnTo>
                  <a:pt x="966475" y="109782"/>
                </a:lnTo>
                <a:lnTo>
                  <a:pt x="966143" y="110717"/>
                </a:lnTo>
                <a:lnTo>
                  <a:pt x="965817" y="111639"/>
                </a:lnTo>
                <a:lnTo>
                  <a:pt x="965498" y="112550"/>
                </a:lnTo>
                <a:lnTo>
                  <a:pt x="965185" y="113449"/>
                </a:lnTo>
                <a:lnTo>
                  <a:pt x="964879" y="114336"/>
                </a:lnTo>
                <a:lnTo>
                  <a:pt x="964579" y="115212"/>
                </a:lnTo>
                <a:lnTo>
                  <a:pt x="964286" y="116076"/>
                </a:lnTo>
                <a:lnTo>
                  <a:pt x="963999" y="116928"/>
                </a:lnTo>
                <a:lnTo>
                  <a:pt x="963719" y="117769"/>
                </a:lnTo>
                <a:lnTo>
                  <a:pt x="963445" y="118598"/>
                </a:lnTo>
                <a:lnTo>
                  <a:pt x="963178" y="119415"/>
                </a:lnTo>
                <a:lnTo>
                  <a:pt x="962918" y="120220"/>
                </a:lnTo>
                <a:lnTo>
                  <a:pt x="962664" y="121014"/>
                </a:lnTo>
                <a:lnTo>
                  <a:pt x="962416" y="121796"/>
                </a:lnTo>
                <a:lnTo>
                  <a:pt x="962175" y="122566"/>
                </a:lnTo>
                <a:lnTo>
                  <a:pt x="961941" y="123325"/>
                </a:lnTo>
                <a:lnTo>
                  <a:pt x="961713" y="124072"/>
                </a:lnTo>
                <a:lnTo>
                  <a:pt x="961492" y="124807"/>
                </a:lnTo>
                <a:lnTo>
                  <a:pt x="961277" y="125531"/>
                </a:lnTo>
                <a:lnTo>
                  <a:pt x="961069" y="126242"/>
                </a:lnTo>
                <a:lnTo>
                  <a:pt x="960868" y="126942"/>
                </a:lnTo>
                <a:lnTo>
                  <a:pt x="960610" y="126026"/>
                </a:lnTo>
                <a:lnTo>
                  <a:pt x="960351" y="125113"/>
                </a:lnTo>
                <a:lnTo>
                  <a:pt x="960090" y="124203"/>
                </a:lnTo>
                <a:lnTo>
                  <a:pt x="959826" y="123295"/>
                </a:lnTo>
                <a:lnTo>
                  <a:pt x="959561" y="122390"/>
                </a:lnTo>
                <a:lnTo>
                  <a:pt x="959293" y="121488"/>
                </a:lnTo>
                <a:lnTo>
                  <a:pt x="959024" y="120588"/>
                </a:lnTo>
                <a:lnTo>
                  <a:pt x="958752" y="119692"/>
                </a:lnTo>
                <a:lnTo>
                  <a:pt x="958478" y="118798"/>
                </a:lnTo>
                <a:lnTo>
                  <a:pt x="958202" y="117907"/>
                </a:lnTo>
                <a:lnTo>
                  <a:pt x="957924" y="117018"/>
                </a:lnTo>
                <a:lnTo>
                  <a:pt x="957644" y="116133"/>
                </a:lnTo>
                <a:lnTo>
                  <a:pt x="957362" y="115250"/>
                </a:lnTo>
                <a:lnTo>
                  <a:pt x="957078" y="114369"/>
                </a:lnTo>
                <a:lnTo>
                  <a:pt x="956792" y="113492"/>
                </a:lnTo>
                <a:lnTo>
                  <a:pt x="956504" y="112617"/>
                </a:lnTo>
                <a:lnTo>
                  <a:pt x="956214" y="111745"/>
                </a:lnTo>
                <a:lnTo>
                  <a:pt x="955921" y="110876"/>
                </a:lnTo>
                <a:lnTo>
                  <a:pt x="955627" y="110010"/>
                </a:lnTo>
                <a:lnTo>
                  <a:pt x="955330" y="109146"/>
                </a:lnTo>
                <a:lnTo>
                  <a:pt x="955032" y="108285"/>
                </a:lnTo>
                <a:lnTo>
                  <a:pt x="954731" y="107427"/>
                </a:lnTo>
                <a:lnTo>
                  <a:pt x="954428" y="106572"/>
                </a:lnTo>
                <a:lnTo>
                  <a:pt x="954124" y="105719"/>
                </a:lnTo>
                <a:lnTo>
                  <a:pt x="931512" y="42645"/>
                </a:lnTo>
                <a:lnTo>
                  <a:pt x="912669" y="42645"/>
                </a:lnTo>
                <a:lnTo>
                  <a:pt x="952735" y="147967"/>
                </a:lnTo>
                <a:lnTo>
                  <a:pt x="969396" y="147967"/>
                </a:lnTo>
                <a:lnTo>
                  <a:pt x="1009264" y="42645"/>
                </a:lnTo>
                <a:lnTo>
                  <a:pt x="990917" y="42645"/>
                </a:lnTo>
                <a:lnTo>
                  <a:pt x="967512" y="106909"/>
                </a:lnTo>
                <a:lnTo>
                  <a:pt x="967160" y="107879"/>
                </a:lnTo>
                <a:lnTo>
                  <a:pt x="966815" y="108836"/>
                </a:lnTo>
                <a:close/>
                <a:moveTo>
                  <a:pt x="1155911" y="42645"/>
                </a:moveTo>
                <a:lnTo>
                  <a:pt x="1138060" y="42645"/>
                </a:lnTo>
                <a:lnTo>
                  <a:pt x="1138060" y="147967"/>
                </a:lnTo>
                <a:lnTo>
                  <a:pt x="1155911" y="147967"/>
                </a:lnTo>
                <a:lnTo>
                  <a:pt x="1155911" y="42645"/>
                </a:lnTo>
                <a:close/>
                <a:moveTo>
                  <a:pt x="670483" y="42645"/>
                </a:moveTo>
                <a:lnTo>
                  <a:pt x="652632" y="42645"/>
                </a:lnTo>
                <a:lnTo>
                  <a:pt x="652632" y="147967"/>
                </a:lnTo>
                <a:lnTo>
                  <a:pt x="670483" y="147967"/>
                </a:lnTo>
                <a:lnTo>
                  <a:pt x="670483" y="42645"/>
                </a:lnTo>
                <a:close/>
                <a:moveTo>
                  <a:pt x="1686429" y="42645"/>
                </a:moveTo>
                <a:lnTo>
                  <a:pt x="1668578" y="42645"/>
                </a:lnTo>
                <a:lnTo>
                  <a:pt x="1668578" y="147967"/>
                </a:lnTo>
                <a:lnTo>
                  <a:pt x="1686429" y="147967"/>
                </a:lnTo>
                <a:lnTo>
                  <a:pt x="1686429" y="42645"/>
                </a:lnTo>
                <a:close/>
                <a:moveTo>
                  <a:pt x="1880097" y="107737"/>
                </a:moveTo>
                <a:lnTo>
                  <a:pt x="1880751" y="107845"/>
                </a:lnTo>
                <a:lnTo>
                  <a:pt x="1881389" y="107962"/>
                </a:lnTo>
                <a:lnTo>
                  <a:pt x="1882010" y="108090"/>
                </a:lnTo>
                <a:lnTo>
                  <a:pt x="1882615" y="108228"/>
                </a:lnTo>
                <a:lnTo>
                  <a:pt x="1883204" y="108376"/>
                </a:lnTo>
                <a:lnTo>
                  <a:pt x="1883776" y="108535"/>
                </a:lnTo>
                <a:lnTo>
                  <a:pt x="1884332" y="108703"/>
                </a:lnTo>
                <a:lnTo>
                  <a:pt x="1884871" y="108882"/>
                </a:lnTo>
                <a:lnTo>
                  <a:pt x="1885395" y="109071"/>
                </a:lnTo>
                <a:lnTo>
                  <a:pt x="1885901" y="109270"/>
                </a:lnTo>
                <a:lnTo>
                  <a:pt x="1886392" y="109480"/>
                </a:lnTo>
                <a:lnTo>
                  <a:pt x="1886866" y="109699"/>
                </a:lnTo>
                <a:lnTo>
                  <a:pt x="1887324" y="109929"/>
                </a:lnTo>
                <a:lnTo>
                  <a:pt x="1887765" y="110168"/>
                </a:lnTo>
                <a:lnTo>
                  <a:pt x="1888190" y="110419"/>
                </a:lnTo>
                <a:lnTo>
                  <a:pt x="1888599" y="110679"/>
                </a:lnTo>
                <a:lnTo>
                  <a:pt x="1888991" y="110949"/>
                </a:lnTo>
                <a:lnTo>
                  <a:pt x="1889367" y="111230"/>
                </a:lnTo>
                <a:lnTo>
                  <a:pt x="1889731" y="111523"/>
                </a:lnTo>
                <a:lnTo>
                  <a:pt x="1890087" y="111832"/>
                </a:lnTo>
                <a:lnTo>
                  <a:pt x="1890435" y="112156"/>
                </a:lnTo>
                <a:lnTo>
                  <a:pt x="1890776" y="112497"/>
                </a:lnTo>
                <a:lnTo>
                  <a:pt x="1891109" y="112853"/>
                </a:lnTo>
                <a:lnTo>
                  <a:pt x="1891434" y="113224"/>
                </a:lnTo>
                <a:lnTo>
                  <a:pt x="1891752" y="113612"/>
                </a:lnTo>
                <a:lnTo>
                  <a:pt x="1892061" y="114015"/>
                </a:lnTo>
                <a:lnTo>
                  <a:pt x="1892363" y="114433"/>
                </a:lnTo>
                <a:lnTo>
                  <a:pt x="1892657" y="114868"/>
                </a:lnTo>
                <a:lnTo>
                  <a:pt x="1892944" y="115318"/>
                </a:lnTo>
                <a:lnTo>
                  <a:pt x="1893222" y="115784"/>
                </a:lnTo>
                <a:lnTo>
                  <a:pt x="1893493" y="116265"/>
                </a:lnTo>
                <a:lnTo>
                  <a:pt x="1893756" y="116763"/>
                </a:lnTo>
                <a:lnTo>
                  <a:pt x="1894012" y="117275"/>
                </a:lnTo>
                <a:lnTo>
                  <a:pt x="1894260" y="117804"/>
                </a:lnTo>
                <a:lnTo>
                  <a:pt x="1894500" y="118348"/>
                </a:lnTo>
                <a:lnTo>
                  <a:pt x="1894732" y="118908"/>
                </a:lnTo>
                <a:lnTo>
                  <a:pt x="1894956" y="119484"/>
                </a:lnTo>
                <a:lnTo>
                  <a:pt x="1895173" y="120075"/>
                </a:lnTo>
                <a:lnTo>
                  <a:pt x="1895382" y="120682"/>
                </a:lnTo>
                <a:lnTo>
                  <a:pt x="1895583" y="121305"/>
                </a:lnTo>
                <a:lnTo>
                  <a:pt x="1895776" y="121943"/>
                </a:lnTo>
                <a:lnTo>
                  <a:pt x="1895962" y="122597"/>
                </a:lnTo>
                <a:lnTo>
                  <a:pt x="1896092" y="123075"/>
                </a:lnTo>
                <a:lnTo>
                  <a:pt x="1896216" y="123596"/>
                </a:lnTo>
                <a:lnTo>
                  <a:pt x="1896334" y="124163"/>
                </a:lnTo>
                <a:lnTo>
                  <a:pt x="1896447" y="124773"/>
                </a:lnTo>
                <a:lnTo>
                  <a:pt x="1896554" y="125429"/>
                </a:lnTo>
                <a:lnTo>
                  <a:pt x="1896656" y="126128"/>
                </a:lnTo>
                <a:lnTo>
                  <a:pt x="1896753" y="126873"/>
                </a:lnTo>
                <a:lnTo>
                  <a:pt x="1896844" y="127661"/>
                </a:lnTo>
                <a:lnTo>
                  <a:pt x="1896929" y="128494"/>
                </a:lnTo>
                <a:lnTo>
                  <a:pt x="1897009" y="129372"/>
                </a:lnTo>
                <a:lnTo>
                  <a:pt x="1897083" y="130294"/>
                </a:lnTo>
                <a:lnTo>
                  <a:pt x="1897152" y="131260"/>
                </a:lnTo>
                <a:lnTo>
                  <a:pt x="1897216" y="132271"/>
                </a:lnTo>
                <a:lnTo>
                  <a:pt x="1897273" y="133327"/>
                </a:lnTo>
                <a:lnTo>
                  <a:pt x="1897326" y="134427"/>
                </a:lnTo>
                <a:lnTo>
                  <a:pt x="1897373" y="135571"/>
                </a:lnTo>
                <a:lnTo>
                  <a:pt x="1897414" y="136760"/>
                </a:lnTo>
                <a:lnTo>
                  <a:pt x="1897450" y="137994"/>
                </a:lnTo>
                <a:lnTo>
                  <a:pt x="1897480" y="139271"/>
                </a:lnTo>
                <a:lnTo>
                  <a:pt x="1897505" y="140594"/>
                </a:lnTo>
                <a:lnTo>
                  <a:pt x="1897524" y="141961"/>
                </a:lnTo>
                <a:lnTo>
                  <a:pt x="1897538" y="143372"/>
                </a:lnTo>
                <a:lnTo>
                  <a:pt x="1897546" y="144828"/>
                </a:lnTo>
                <a:lnTo>
                  <a:pt x="1897549" y="146328"/>
                </a:lnTo>
                <a:lnTo>
                  <a:pt x="1897552" y="147621"/>
                </a:lnTo>
                <a:lnTo>
                  <a:pt x="1897561" y="148884"/>
                </a:lnTo>
                <a:lnTo>
                  <a:pt x="1897575" y="150119"/>
                </a:lnTo>
                <a:lnTo>
                  <a:pt x="1897596" y="151324"/>
                </a:lnTo>
                <a:lnTo>
                  <a:pt x="1897622" y="152500"/>
                </a:lnTo>
                <a:lnTo>
                  <a:pt x="1897654" y="153648"/>
                </a:lnTo>
                <a:lnTo>
                  <a:pt x="1897692" y="154766"/>
                </a:lnTo>
                <a:lnTo>
                  <a:pt x="1897736" y="155854"/>
                </a:lnTo>
                <a:lnTo>
                  <a:pt x="1897786" y="156914"/>
                </a:lnTo>
                <a:lnTo>
                  <a:pt x="1897842" y="157945"/>
                </a:lnTo>
                <a:lnTo>
                  <a:pt x="1897903" y="158946"/>
                </a:lnTo>
                <a:lnTo>
                  <a:pt x="1897970" y="159919"/>
                </a:lnTo>
                <a:lnTo>
                  <a:pt x="1898044" y="160862"/>
                </a:lnTo>
                <a:lnTo>
                  <a:pt x="1898123" y="161776"/>
                </a:lnTo>
                <a:lnTo>
                  <a:pt x="1898207" y="162661"/>
                </a:lnTo>
                <a:lnTo>
                  <a:pt x="1898298" y="163517"/>
                </a:lnTo>
                <a:lnTo>
                  <a:pt x="1898395" y="164343"/>
                </a:lnTo>
                <a:lnTo>
                  <a:pt x="1898497" y="165141"/>
                </a:lnTo>
                <a:lnTo>
                  <a:pt x="1898605" y="165909"/>
                </a:lnTo>
                <a:lnTo>
                  <a:pt x="1898720" y="166649"/>
                </a:lnTo>
                <a:lnTo>
                  <a:pt x="1898840" y="167359"/>
                </a:lnTo>
                <a:lnTo>
                  <a:pt x="1898966" y="168040"/>
                </a:lnTo>
                <a:lnTo>
                  <a:pt x="1899097" y="168692"/>
                </a:lnTo>
                <a:lnTo>
                  <a:pt x="1899235" y="169314"/>
                </a:lnTo>
                <a:lnTo>
                  <a:pt x="1899381" y="169919"/>
                </a:lnTo>
                <a:lnTo>
                  <a:pt x="1899538" y="170515"/>
                </a:lnTo>
                <a:lnTo>
                  <a:pt x="1899707" y="171103"/>
                </a:lnTo>
                <a:lnTo>
                  <a:pt x="1899886" y="171682"/>
                </a:lnTo>
                <a:lnTo>
                  <a:pt x="1900077" y="172254"/>
                </a:lnTo>
                <a:lnTo>
                  <a:pt x="1900279" y="172818"/>
                </a:lnTo>
                <a:lnTo>
                  <a:pt x="1900492" y="173373"/>
                </a:lnTo>
                <a:lnTo>
                  <a:pt x="1900717" y="173921"/>
                </a:lnTo>
                <a:lnTo>
                  <a:pt x="1900953" y="174460"/>
                </a:lnTo>
                <a:lnTo>
                  <a:pt x="1901199" y="174991"/>
                </a:lnTo>
                <a:lnTo>
                  <a:pt x="1901457" y="175514"/>
                </a:lnTo>
                <a:lnTo>
                  <a:pt x="1901727" y="176029"/>
                </a:lnTo>
                <a:lnTo>
                  <a:pt x="1902007" y="176536"/>
                </a:lnTo>
                <a:lnTo>
                  <a:pt x="1902299" y="177034"/>
                </a:lnTo>
                <a:lnTo>
                  <a:pt x="1902601" y="177525"/>
                </a:lnTo>
                <a:lnTo>
                  <a:pt x="1902915" y="178007"/>
                </a:lnTo>
                <a:lnTo>
                  <a:pt x="1903240" y="178482"/>
                </a:lnTo>
                <a:lnTo>
                  <a:pt x="1903577" y="178948"/>
                </a:lnTo>
                <a:lnTo>
                  <a:pt x="1903924" y="179406"/>
                </a:lnTo>
                <a:lnTo>
                  <a:pt x="1904283" y="179856"/>
                </a:lnTo>
                <a:lnTo>
                  <a:pt x="1904653" y="180298"/>
                </a:lnTo>
                <a:lnTo>
                  <a:pt x="1905034" y="180732"/>
                </a:lnTo>
                <a:lnTo>
                  <a:pt x="1905426" y="181157"/>
                </a:lnTo>
                <a:lnTo>
                  <a:pt x="1905830" y="181575"/>
                </a:lnTo>
                <a:lnTo>
                  <a:pt x="1906243" y="181984"/>
                </a:lnTo>
                <a:lnTo>
                  <a:pt x="1906664" y="182383"/>
                </a:lnTo>
                <a:lnTo>
                  <a:pt x="1907092" y="182772"/>
                </a:lnTo>
                <a:lnTo>
                  <a:pt x="1907528" y="183151"/>
                </a:lnTo>
                <a:lnTo>
                  <a:pt x="1907972" y="183521"/>
                </a:lnTo>
                <a:lnTo>
                  <a:pt x="1908424" y="183880"/>
                </a:lnTo>
                <a:lnTo>
                  <a:pt x="1908883" y="184230"/>
                </a:lnTo>
                <a:lnTo>
                  <a:pt x="1909351" y="184570"/>
                </a:lnTo>
                <a:lnTo>
                  <a:pt x="1909825" y="184901"/>
                </a:lnTo>
                <a:lnTo>
                  <a:pt x="1910308" y="185221"/>
                </a:lnTo>
                <a:lnTo>
                  <a:pt x="1910799" y="185532"/>
                </a:lnTo>
                <a:lnTo>
                  <a:pt x="1911297" y="185832"/>
                </a:lnTo>
                <a:lnTo>
                  <a:pt x="1911803" y="186123"/>
                </a:lnTo>
                <a:lnTo>
                  <a:pt x="1912316" y="186404"/>
                </a:lnTo>
                <a:lnTo>
                  <a:pt x="1912838" y="186676"/>
                </a:lnTo>
                <a:lnTo>
                  <a:pt x="1913367" y="186937"/>
                </a:lnTo>
                <a:lnTo>
                  <a:pt x="1913904" y="187189"/>
                </a:lnTo>
                <a:lnTo>
                  <a:pt x="1914449" y="187431"/>
                </a:lnTo>
                <a:lnTo>
                  <a:pt x="1915001" y="187663"/>
                </a:lnTo>
                <a:lnTo>
                  <a:pt x="1915561" y="187885"/>
                </a:lnTo>
                <a:lnTo>
                  <a:pt x="1916129" y="188097"/>
                </a:lnTo>
                <a:lnTo>
                  <a:pt x="1916705" y="188300"/>
                </a:lnTo>
                <a:lnTo>
                  <a:pt x="1917288" y="188492"/>
                </a:lnTo>
                <a:lnTo>
                  <a:pt x="1917879" y="188675"/>
                </a:lnTo>
                <a:lnTo>
                  <a:pt x="1918485" y="188849"/>
                </a:lnTo>
                <a:lnTo>
                  <a:pt x="1919113" y="189016"/>
                </a:lnTo>
                <a:lnTo>
                  <a:pt x="1919762" y="189176"/>
                </a:lnTo>
                <a:lnTo>
                  <a:pt x="1920433" y="189328"/>
                </a:lnTo>
                <a:lnTo>
                  <a:pt x="1921126" y="189472"/>
                </a:lnTo>
                <a:lnTo>
                  <a:pt x="1921840" y="189609"/>
                </a:lnTo>
                <a:lnTo>
                  <a:pt x="1922576" y="189739"/>
                </a:lnTo>
                <a:lnTo>
                  <a:pt x="1923334" y="189861"/>
                </a:lnTo>
                <a:lnTo>
                  <a:pt x="1924113" y="189976"/>
                </a:lnTo>
                <a:lnTo>
                  <a:pt x="1924915" y="190084"/>
                </a:lnTo>
                <a:lnTo>
                  <a:pt x="1925737" y="190184"/>
                </a:lnTo>
                <a:lnTo>
                  <a:pt x="1926582" y="190277"/>
                </a:lnTo>
                <a:lnTo>
                  <a:pt x="1927448" y="190362"/>
                </a:lnTo>
                <a:lnTo>
                  <a:pt x="1928336" y="190440"/>
                </a:lnTo>
                <a:lnTo>
                  <a:pt x="1929246" y="190510"/>
                </a:lnTo>
                <a:lnTo>
                  <a:pt x="1930177" y="190573"/>
                </a:lnTo>
                <a:lnTo>
                  <a:pt x="1931130" y="190629"/>
                </a:lnTo>
                <a:lnTo>
                  <a:pt x="1932105" y="190677"/>
                </a:lnTo>
                <a:lnTo>
                  <a:pt x="1933101" y="190718"/>
                </a:lnTo>
                <a:lnTo>
                  <a:pt x="1934119" y="190751"/>
                </a:lnTo>
                <a:lnTo>
                  <a:pt x="1935159" y="190777"/>
                </a:lnTo>
                <a:lnTo>
                  <a:pt x="1936220" y="190796"/>
                </a:lnTo>
                <a:lnTo>
                  <a:pt x="1937304" y="190807"/>
                </a:lnTo>
                <a:lnTo>
                  <a:pt x="1938408" y="190810"/>
                </a:lnTo>
                <a:lnTo>
                  <a:pt x="1943665" y="190810"/>
                </a:lnTo>
                <a:lnTo>
                  <a:pt x="1943665" y="167009"/>
                </a:lnTo>
                <a:lnTo>
                  <a:pt x="1942785" y="167006"/>
                </a:lnTo>
                <a:lnTo>
                  <a:pt x="1941932" y="166999"/>
                </a:lnTo>
                <a:lnTo>
                  <a:pt x="1941104" y="166988"/>
                </a:lnTo>
                <a:lnTo>
                  <a:pt x="1940302" y="166971"/>
                </a:lnTo>
                <a:lnTo>
                  <a:pt x="1939527" y="166950"/>
                </a:lnTo>
                <a:lnTo>
                  <a:pt x="1938777" y="166925"/>
                </a:lnTo>
                <a:lnTo>
                  <a:pt x="1938054" y="166895"/>
                </a:lnTo>
                <a:lnTo>
                  <a:pt x="1937356" y="166860"/>
                </a:lnTo>
                <a:lnTo>
                  <a:pt x="1936685" y="166820"/>
                </a:lnTo>
                <a:lnTo>
                  <a:pt x="1936039" y="166776"/>
                </a:lnTo>
                <a:lnTo>
                  <a:pt x="1935419" y="166727"/>
                </a:lnTo>
                <a:lnTo>
                  <a:pt x="1934826" y="166673"/>
                </a:lnTo>
                <a:lnTo>
                  <a:pt x="1934258" y="166615"/>
                </a:lnTo>
                <a:lnTo>
                  <a:pt x="1933717" y="166552"/>
                </a:lnTo>
                <a:lnTo>
                  <a:pt x="1933201" y="166484"/>
                </a:lnTo>
                <a:lnTo>
                  <a:pt x="1932711" y="166412"/>
                </a:lnTo>
                <a:lnTo>
                  <a:pt x="1932248" y="166335"/>
                </a:lnTo>
                <a:lnTo>
                  <a:pt x="1931810" y="166254"/>
                </a:lnTo>
                <a:lnTo>
                  <a:pt x="1931399" y="166168"/>
                </a:lnTo>
                <a:lnTo>
                  <a:pt x="1931013" y="166077"/>
                </a:lnTo>
                <a:lnTo>
                  <a:pt x="1930654" y="165981"/>
                </a:lnTo>
                <a:lnTo>
                  <a:pt x="1930320" y="165881"/>
                </a:lnTo>
                <a:lnTo>
                  <a:pt x="1930012" y="165776"/>
                </a:lnTo>
                <a:lnTo>
                  <a:pt x="1929731" y="165667"/>
                </a:lnTo>
                <a:lnTo>
                  <a:pt x="1929465" y="165553"/>
                </a:lnTo>
                <a:lnTo>
                  <a:pt x="1929205" y="165435"/>
                </a:lnTo>
                <a:lnTo>
                  <a:pt x="1928951" y="165313"/>
                </a:lnTo>
                <a:lnTo>
                  <a:pt x="1928702" y="165186"/>
                </a:lnTo>
                <a:lnTo>
                  <a:pt x="1928459" y="165055"/>
                </a:lnTo>
                <a:lnTo>
                  <a:pt x="1928221" y="164919"/>
                </a:lnTo>
                <a:lnTo>
                  <a:pt x="1927990" y="164780"/>
                </a:lnTo>
                <a:lnTo>
                  <a:pt x="1927764" y="164636"/>
                </a:lnTo>
                <a:lnTo>
                  <a:pt x="1927543" y="164487"/>
                </a:lnTo>
                <a:lnTo>
                  <a:pt x="1927329" y="164335"/>
                </a:lnTo>
                <a:lnTo>
                  <a:pt x="1927120" y="164178"/>
                </a:lnTo>
                <a:lnTo>
                  <a:pt x="1926917" y="164016"/>
                </a:lnTo>
                <a:lnTo>
                  <a:pt x="1926719" y="163851"/>
                </a:lnTo>
                <a:lnTo>
                  <a:pt x="1926527" y="163681"/>
                </a:lnTo>
                <a:lnTo>
                  <a:pt x="1926341" y="163507"/>
                </a:lnTo>
                <a:lnTo>
                  <a:pt x="1926160" y="163328"/>
                </a:lnTo>
                <a:lnTo>
                  <a:pt x="1925986" y="163145"/>
                </a:lnTo>
                <a:lnTo>
                  <a:pt x="1925816" y="162958"/>
                </a:lnTo>
                <a:lnTo>
                  <a:pt x="1925653" y="162766"/>
                </a:lnTo>
                <a:lnTo>
                  <a:pt x="1925495" y="162570"/>
                </a:lnTo>
                <a:lnTo>
                  <a:pt x="1925343" y="162370"/>
                </a:lnTo>
                <a:lnTo>
                  <a:pt x="1925197" y="162165"/>
                </a:lnTo>
                <a:lnTo>
                  <a:pt x="1925056" y="161956"/>
                </a:lnTo>
                <a:lnTo>
                  <a:pt x="1924921" y="161743"/>
                </a:lnTo>
                <a:lnTo>
                  <a:pt x="1924791" y="161521"/>
                </a:lnTo>
                <a:lnTo>
                  <a:pt x="1924667" y="161285"/>
                </a:lnTo>
                <a:lnTo>
                  <a:pt x="1924549" y="161036"/>
                </a:lnTo>
                <a:lnTo>
                  <a:pt x="1924436" y="160772"/>
                </a:lnTo>
                <a:lnTo>
                  <a:pt x="1924329" y="160495"/>
                </a:lnTo>
                <a:lnTo>
                  <a:pt x="1924227" y="160204"/>
                </a:lnTo>
                <a:lnTo>
                  <a:pt x="1924130" y="159899"/>
                </a:lnTo>
                <a:lnTo>
                  <a:pt x="1924039" y="159581"/>
                </a:lnTo>
                <a:lnTo>
                  <a:pt x="1923954" y="159249"/>
                </a:lnTo>
                <a:lnTo>
                  <a:pt x="1923874" y="158903"/>
                </a:lnTo>
                <a:lnTo>
                  <a:pt x="1923800" y="158543"/>
                </a:lnTo>
                <a:lnTo>
                  <a:pt x="1923731" y="158169"/>
                </a:lnTo>
                <a:lnTo>
                  <a:pt x="1923667" y="157782"/>
                </a:lnTo>
                <a:lnTo>
                  <a:pt x="1923610" y="157380"/>
                </a:lnTo>
                <a:lnTo>
                  <a:pt x="1923557" y="156965"/>
                </a:lnTo>
                <a:lnTo>
                  <a:pt x="1923510" y="156537"/>
                </a:lnTo>
                <a:lnTo>
                  <a:pt x="1923469" y="156094"/>
                </a:lnTo>
                <a:lnTo>
                  <a:pt x="1923433" y="155638"/>
                </a:lnTo>
                <a:lnTo>
                  <a:pt x="1923403" y="155167"/>
                </a:lnTo>
                <a:lnTo>
                  <a:pt x="1923378" y="154683"/>
                </a:lnTo>
                <a:lnTo>
                  <a:pt x="1923359" y="154186"/>
                </a:lnTo>
                <a:lnTo>
                  <a:pt x="1923345" y="153674"/>
                </a:lnTo>
                <a:lnTo>
                  <a:pt x="1923337" y="153149"/>
                </a:lnTo>
                <a:lnTo>
                  <a:pt x="1923334" y="152610"/>
                </a:lnTo>
                <a:lnTo>
                  <a:pt x="1923333" y="152209"/>
                </a:lnTo>
                <a:lnTo>
                  <a:pt x="1923329" y="151766"/>
                </a:lnTo>
                <a:lnTo>
                  <a:pt x="1923323" y="151282"/>
                </a:lnTo>
                <a:lnTo>
                  <a:pt x="1923315" y="150756"/>
                </a:lnTo>
                <a:lnTo>
                  <a:pt x="1923304" y="150189"/>
                </a:lnTo>
                <a:lnTo>
                  <a:pt x="1923291" y="149581"/>
                </a:lnTo>
                <a:lnTo>
                  <a:pt x="1923275" y="148931"/>
                </a:lnTo>
                <a:lnTo>
                  <a:pt x="1923257" y="148240"/>
                </a:lnTo>
                <a:lnTo>
                  <a:pt x="1923236" y="147508"/>
                </a:lnTo>
                <a:lnTo>
                  <a:pt x="1923214" y="146734"/>
                </a:lnTo>
                <a:lnTo>
                  <a:pt x="1923188" y="145918"/>
                </a:lnTo>
                <a:lnTo>
                  <a:pt x="1923160" y="145062"/>
                </a:lnTo>
                <a:lnTo>
                  <a:pt x="1923130" y="144164"/>
                </a:lnTo>
                <a:lnTo>
                  <a:pt x="1923098" y="143224"/>
                </a:lnTo>
                <a:lnTo>
                  <a:pt x="1923063" y="142244"/>
                </a:lnTo>
                <a:lnTo>
                  <a:pt x="1923025" y="141221"/>
                </a:lnTo>
                <a:lnTo>
                  <a:pt x="1922986" y="140158"/>
                </a:lnTo>
                <a:lnTo>
                  <a:pt x="1922944" y="139053"/>
                </a:lnTo>
                <a:lnTo>
                  <a:pt x="1922899" y="137907"/>
                </a:lnTo>
                <a:lnTo>
                  <a:pt x="1922852" y="136719"/>
                </a:lnTo>
                <a:lnTo>
                  <a:pt x="1922803" y="135490"/>
                </a:lnTo>
                <a:lnTo>
                  <a:pt x="1922751" y="134219"/>
                </a:lnTo>
                <a:lnTo>
                  <a:pt x="1922696" y="132907"/>
                </a:lnTo>
                <a:lnTo>
                  <a:pt x="1922640" y="131554"/>
                </a:lnTo>
                <a:lnTo>
                  <a:pt x="1922588" y="130660"/>
                </a:lnTo>
                <a:lnTo>
                  <a:pt x="1922531" y="129780"/>
                </a:lnTo>
                <a:lnTo>
                  <a:pt x="1922469" y="128916"/>
                </a:lnTo>
                <a:lnTo>
                  <a:pt x="1922403" y="128067"/>
                </a:lnTo>
                <a:lnTo>
                  <a:pt x="1922332" y="127233"/>
                </a:lnTo>
                <a:lnTo>
                  <a:pt x="1922256" y="126415"/>
                </a:lnTo>
                <a:lnTo>
                  <a:pt x="1922175" y="125611"/>
                </a:lnTo>
                <a:lnTo>
                  <a:pt x="1922089" y="124823"/>
                </a:lnTo>
                <a:lnTo>
                  <a:pt x="1921998" y="124050"/>
                </a:lnTo>
                <a:lnTo>
                  <a:pt x="1921903" y="123292"/>
                </a:lnTo>
                <a:lnTo>
                  <a:pt x="1921803" y="122549"/>
                </a:lnTo>
                <a:lnTo>
                  <a:pt x="1921698" y="121822"/>
                </a:lnTo>
                <a:lnTo>
                  <a:pt x="1921588" y="121110"/>
                </a:lnTo>
                <a:lnTo>
                  <a:pt x="1921473" y="120412"/>
                </a:lnTo>
                <a:lnTo>
                  <a:pt x="1921354" y="119730"/>
                </a:lnTo>
                <a:lnTo>
                  <a:pt x="1921229" y="119064"/>
                </a:lnTo>
                <a:lnTo>
                  <a:pt x="1921100" y="118412"/>
                </a:lnTo>
                <a:lnTo>
                  <a:pt x="1920966" y="117776"/>
                </a:lnTo>
                <a:lnTo>
                  <a:pt x="1920827" y="117154"/>
                </a:lnTo>
                <a:lnTo>
                  <a:pt x="1920684" y="116548"/>
                </a:lnTo>
                <a:lnTo>
                  <a:pt x="1920535" y="115958"/>
                </a:lnTo>
                <a:lnTo>
                  <a:pt x="1920382" y="115382"/>
                </a:lnTo>
                <a:lnTo>
                  <a:pt x="1920224" y="114821"/>
                </a:lnTo>
                <a:lnTo>
                  <a:pt x="1920061" y="114276"/>
                </a:lnTo>
                <a:lnTo>
                  <a:pt x="1919893" y="113742"/>
                </a:lnTo>
                <a:lnTo>
                  <a:pt x="1919719" y="113214"/>
                </a:lnTo>
                <a:lnTo>
                  <a:pt x="1919538" y="112692"/>
                </a:lnTo>
                <a:lnTo>
                  <a:pt x="1919352" y="112178"/>
                </a:lnTo>
                <a:lnTo>
                  <a:pt x="1919160" y="111670"/>
                </a:lnTo>
                <a:lnTo>
                  <a:pt x="1918961" y="111169"/>
                </a:lnTo>
                <a:lnTo>
                  <a:pt x="1918757" y="110675"/>
                </a:lnTo>
                <a:lnTo>
                  <a:pt x="1918546" y="110188"/>
                </a:lnTo>
                <a:lnTo>
                  <a:pt x="1918330" y="109707"/>
                </a:lnTo>
                <a:lnTo>
                  <a:pt x="1918107" y="109233"/>
                </a:lnTo>
                <a:lnTo>
                  <a:pt x="1917879" y="108765"/>
                </a:lnTo>
                <a:lnTo>
                  <a:pt x="1917644" y="108305"/>
                </a:lnTo>
                <a:lnTo>
                  <a:pt x="1917403" y="107851"/>
                </a:lnTo>
                <a:lnTo>
                  <a:pt x="1917157" y="107404"/>
                </a:lnTo>
                <a:lnTo>
                  <a:pt x="1916904" y="106963"/>
                </a:lnTo>
                <a:lnTo>
                  <a:pt x="1916645" y="106530"/>
                </a:lnTo>
                <a:lnTo>
                  <a:pt x="1916381" y="106103"/>
                </a:lnTo>
                <a:lnTo>
                  <a:pt x="1916110" y="105682"/>
                </a:lnTo>
                <a:lnTo>
                  <a:pt x="1915833" y="105269"/>
                </a:lnTo>
                <a:lnTo>
                  <a:pt x="1915550" y="104862"/>
                </a:lnTo>
                <a:lnTo>
                  <a:pt x="1915261" y="104462"/>
                </a:lnTo>
                <a:lnTo>
                  <a:pt x="1914967" y="104068"/>
                </a:lnTo>
                <a:lnTo>
                  <a:pt x="1914666" y="103682"/>
                </a:lnTo>
                <a:lnTo>
                  <a:pt x="1914359" y="103302"/>
                </a:lnTo>
                <a:lnTo>
                  <a:pt x="1914045" y="102927"/>
                </a:lnTo>
                <a:lnTo>
                  <a:pt x="1913724" y="102557"/>
                </a:lnTo>
                <a:lnTo>
                  <a:pt x="1913396" y="102190"/>
                </a:lnTo>
                <a:lnTo>
                  <a:pt x="1913060" y="101827"/>
                </a:lnTo>
                <a:lnTo>
                  <a:pt x="1912717" y="101469"/>
                </a:lnTo>
                <a:lnTo>
                  <a:pt x="1912366" y="101114"/>
                </a:lnTo>
                <a:lnTo>
                  <a:pt x="1912008" y="100763"/>
                </a:lnTo>
                <a:lnTo>
                  <a:pt x="1911643" y="100416"/>
                </a:lnTo>
                <a:lnTo>
                  <a:pt x="1911270" y="100073"/>
                </a:lnTo>
                <a:lnTo>
                  <a:pt x="1910889" y="99734"/>
                </a:lnTo>
                <a:lnTo>
                  <a:pt x="1910502" y="99399"/>
                </a:lnTo>
                <a:lnTo>
                  <a:pt x="1910107" y="99068"/>
                </a:lnTo>
                <a:lnTo>
                  <a:pt x="1909704" y="98741"/>
                </a:lnTo>
                <a:lnTo>
                  <a:pt x="1909294" y="98418"/>
                </a:lnTo>
                <a:lnTo>
                  <a:pt x="1908877" y="98099"/>
                </a:lnTo>
                <a:lnTo>
                  <a:pt x="1908452" y="97784"/>
                </a:lnTo>
                <a:lnTo>
                  <a:pt x="1908020" y="97473"/>
                </a:lnTo>
                <a:lnTo>
                  <a:pt x="1907581" y="97166"/>
                </a:lnTo>
                <a:lnTo>
                  <a:pt x="1907134" y="96862"/>
                </a:lnTo>
                <a:lnTo>
                  <a:pt x="1906680" y="96563"/>
                </a:lnTo>
                <a:lnTo>
                  <a:pt x="1906218" y="96268"/>
                </a:lnTo>
                <a:lnTo>
                  <a:pt x="1905749" y="95976"/>
                </a:lnTo>
                <a:lnTo>
                  <a:pt x="1905272" y="95689"/>
                </a:lnTo>
                <a:lnTo>
                  <a:pt x="1904789" y="95405"/>
                </a:lnTo>
                <a:lnTo>
                  <a:pt x="1905336" y="95050"/>
                </a:lnTo>
                <a:lnTo>
                  <a:pt x="1905872" y="94697"/>
                </a:lnTo>
                <a:lnTo>
                  <a:pt x="1906396" y="94344"/>
                </a:lnTo>
                <a:lnTo>
                  <a:pt x="1906908" y="93992"/>
                </a:lnTo>
                <a:lnTo>
                  <a:pt x="1907409" y="93641"/>
                </a:lnTo>
                <a:lnTo>
                  <a:pt x="1907897" y="93292"/>
                </a:lnTo>
                <a:lnTo>
                  <a:pt x="1908374" y="92943"/>
                </a:lnTo>
                <a:lnTo>
                  <a:pt x="1908838" y="92595"/>
                </a:lnTo>
                <a:lnTo>
                  <a:pt x="1909291" y="92249"/>
                </a:lnTo>
                <a:lnTo>
                  <a:pt x="1909732" y="91903"/>
                </a:lnTo>
                <a:lnTo>
                  <a:pt x="1910161" y="91559"/>
                </a:lnTo>
                <a:lnTo>
                  <a:pt x="1910578" y="91215"/>
                </a:lnTo>
                <a:lnTo>
                  <a:pt x="1910983" y="90873"/>
                </a:lnTo>
                <a:lnTo>
                  <a:pt x="1911376" y="90531"/>
                </a:lnTo>
                <a:lnTo>
                  <a:pt x="1911758" y="90191"/>
                </a:lnTo>
                <a:lnTo>
                  <a:pt x="1912127" y="89851"/>
                </a:lnTo>
                <a:lnTo>
                  <a:pt x="1912485" y="89513"/>
                </a:lnTo>
                <a:lnTo>
                  <a:pt x="1912831" y="89176"/>
                </a:lnTo>
                <a:lnTo>
                  <a:pt x="1913165" y="88840"/>
                </a:lnTo>
                <a:lnTo>
                  <a:pt x="1913487" y="88504"/>
                </a:lnTo>
                <a:lnTo>
                  <a:pt x="1913797" y="88170"/>
                </a:lnTo>
                <a:lnTo>
                  <a:pt x="1914095" y="87837"/>
                </a:lnTo>
                <a:lnTo>
                  <a:pt x="1914382" y="87505"/>
                </a:lnTo>
                <a:lnTo>
                  <a:pt x="1914656" y="87174"/>
                </a:lnTo>
                <a:lnTo>
                  <a:pt x="1914923" y="86839"/>
                </a:lnTo>
                <a:lnTo>
                  <a:pt x="1915186" y="86498"/>
                </a:lnTo>
                <a:lnTo>
                  <a:pt x="1915444" y="86149"/>
                </a:lnTo>
                <a:lnTo>
                  <a:pt x="1915699" y="85792"/>
                </a:lnTo>
                <a:lnTo>
                  <a:pt x="1915950" y="85428"/>
                </a:lnTo>
                <a:lnTo>
                  <a:pt x="1916197" y="85057"/>
                </a:lnTo>
                <a:lnTo>
                  <a:pt x="1916439" y="84678"/>
                </a:lnTo>
                <a:lnTo>
                  <a:pt x="1916678" y="84292"/>
                </a:lnTo>
                <a:lnTo>
                  <a:pt x="1916913" y="83899"/>
                </a:lnTo>
                <a:lnTo>
                  <a:pt x="1917144" y="83498"/>
                </a:lnTo>
                <a:lnTo>
                  <a:pt x="1917371" y="83089"/>
                </a:lnTo>
                <a:lnTo>
                  <a:pt x="1917594" y="82674"/>
                </a:lnTo>
                <a:lnTo>
                  <a:pt x="1917813" y="82251"/>
                </a:lnTo>
                <a:lnTo>
                  <a:pt x="1918029" y="81820"/>
                </a:lnTo>
                <a:lnTo>
                  <a:pt x="1918240" y="81382"/>
                </a:lnTo>
                <a:lnTo>
                  <a:pt x="1918447" y="80937"/>
                </a:lnTo>
                <a:lnTo>
                  <a:pt x="1918650" y="80484"/>
                </a:lnTo>
                <a:lnTo>
                  <a:pt x="1918850" y="80024"/>
                </a:lnTo>
                <a:lnTo>
                  <a:pt x="1919045" y="79556"/>
                </a:lnTo>
                <a:lnTo>
                  <a:pt x="1919236" y="79081"/>
                </a:lnTo>
                <a:lnTo>
                  <a:pt x="1919424" y="78599"/>
                </a:lnTo>
                <a:lnTo>
                  <a:pt x="1919607" y="78109"/>
                </a:lnTo>
                <a:lnTo>
                  <a:pt x="1919787" y="77612"/>
                </a:lnTo>
                <a:lnTo>
                  <a:pt x="1919962" y="77108"/>
                </a:lnTo>
                <a:lnTo>
                  <a:pt x="1920133" y="76593"/>
                </a:lnTo>
                <a:lnTo>
                  <a:pt x="1920298" y="76065"/>
                </a:lnTo>
                <a:lnTo>
                  <a:pt x="1920458" y="75525"/>
                </a:lnTo>
                <a:lnTo>
                  <a:pt x="1920612" y="74971"/>
                </a:lnTo>
                <a:lnTo>
                  <a:pt x="1920761" y="74405"/>
                </a:lnTo>
                <a:lnTo>
                  <a:pt x="1920904" y="73826"/>
                </a:lnTo>
                <a:lnTo>
                  <a:pt x="1921042" y="73233"/>
                </a:lnTo>
                <a:lnTo>
                  <a:pt x="1921174" y="72628"/>
                </a:lnTo>
                <a:lnTo>
                  <a:pt x="1921301" y="72010"/>
                </a:lnTo>
                <a:lnTo>
                  <a:pt x="1921422" y="71379"/>
                </a:lnTo>
                <a:lnTo>
                  <a:pt x="1921538" y="70735"/>
                </a:lnTo>
                <a:lnTo>
                  <a:pt x="1921648" y="70079"/>
                </a:lnTo>
                <a:lnTo>
                  <a:pt x="1921753" y="69409"/>
                </a:lnTo>
                <a:lnTo>
                  <a:pt x="1921852" y="68726"/>
                </a:lnTo>
                <a:lnTo>
                  <a:pt x="1921946" y="68031"/>
                </a:lnTo>
                <a:lnTo>
                  <a:pt x="1922034" y="67322"/>
                </a:lnTo>
                <a:lnTo>
                  <a:pt x="1922116" y="66601"/>
                </a:lnTo>
                <a:lnTo>
                  <a:pt x="1922194" y="65867"/>
                </a:lnTo>
                <a:lnTo>
                  <a:pt x="1922265" y="65120"/>
                </a:lnTo>
                <a:lnTo>
                  <a:pt x="1922331" y="64360"/>
                </a:lnTo>
                <a:lnTo>
                  <a:pt x="1922392" y="63587"/>
                </a:lnTo>
                <a:lnTo>
                  <a:pt x="1922447" y="62801"/>
                </a:lnTo>
                <a:lnTo>
                  <a:pt x="1922497" y="62002"/>
                </a:lnTo>
                <a:lnTo>
                  <a:pt x="1922541" y="61190"/>
                </a:lnTo>
                <a:lnTo>
                  <a:pt x="1922613" y="59755"/>
                </a:lnTo>
                <a:lnTo>
                  <a:pt x="1922683" y="58359"/>
                </a:lnTo>
                <a:lnTo>
                  <a:pt x="1922750" y="57002"/>
                </a:lnTo>
                <a:lnTo>
                  <a:pt x="1922813" y="55683"/>
                </a:lnTo>
                <a:lnTo>
                  <a:pt x="1922874" y="54404"/>
                </a:lnTo>
                <a:lnTo>
                  <a:pt x="1922931" y="53163"/>
                </a:lnTo>
                <a:lnTo>
                  <a:pt x="1922985" y="51962"/>
                </a:lnTo>
                <a:lnTo>
                  <a:pt x="1923037" y="50799"/>
                </a:lnTo>
                <a:lnTo>
                  <a:pt x="1923085" y="49675"/>
                </a:lnTo>
                <a:lnTo>
                  <a:pt x="1923129" y="48590"/>
                </a:lnTo>
                <a:lnTo>
                  <a:pt x="1923171" y="47544"/>
                </a:lnTo>
                <a:lnTo>
                  <a:pt x="1923210" y="46537"/>
                </a:lnTo>
                <a:lnTo>
                  <a:pt x="1923246" y="45569"/>
                </a:lnTo>
                <a:lnTo>
                  <a:pt x="1923278" y="44640"/>
                </a:lnTo>
                <a:lnTo>
                  <a:pt x="1923308" y="43750"/>
                </a:lnTo>
                <a:lnTo>
                  <a:pt x="1923334" y="42898"/>
                </a:lnTo>
                <a:lnTo>
                  <a:pt x="1923357" y="42086"/>
                </a:lnTo>
                <a:lnTo>
                  <a:pt x="1923377" y="41312"/>
                </a:lnTo>
                <a:lnTo>
                  <a:pt x="1923394" y="40577"/>
                </a:lnTo>
                <a:lnTo>
                  <a:pt x="1923408" y="39882"/>
                </a:lnTo>
                <a:lnTo>
                  <a:pt x="1923419" y="39225"/>
                </a:lnTo>
                <a:lnTo>
                  <a:pt x="1923427" y="38607"/>
                </a:lnTo>
                <a:lnTo>
                  <a:pt x="1923432" y="38028"/>
                </a:lnTo>
                <a:lnTo>
                  <a:pt x="1923433" y="37488"/>
                </a:lnTo>
                <a:lnTo>
                  <a:pt x="1923436" y="36982"/>
                </a:lnTo>
                <a:lnTo>
                  <a:pt x="1923444" y="36488"/>
                </a:lnTo>
                <a:lnTo>
                  <a:pt x="1923456" y="36007"/>
                </a:lnTo>
                <a:lnTo>
                  <a:pt x="1923475" y="35539"/>
                </a:lnTo>
                <a:lnTo>
                  <a:pt x="1923498" y="35083"/>
                </a:lnTo>
                <a:lnTo>
                  <a:pt x="1923526" y="34640"/>
                </a:lnTo>
                <a:lnTo>
                  <a:pt x="1923560" y="34209"/>
                </a:lnTo>
                <a:lnTo>
                  <a:pt x="1923598" y="33791"/>
                </a:lnTo>
                <a:lnTo>
                  <a:pt x="1923642" y="33385"/>
                </a:lnTo>
                <a:lnTo>
                  <a:pt x="1923691" y="32992"/>
                </a:lnTo>
                <a:lnTo>
                  <a:pt x="1923746" y="32612"/>
                </a:lnTo>
                <a:lnTo>
                  <a:pt x="1923805" y="32244"/>
                </a:lnTo>
                <a:lnTo>
                  <a:pt x="1923870" y="31889"/>
                </a:lnTo>
                <a:lnTo>
                  <a:pt x="1923939" y="31546"/>
                </a:lnTo>
                <a:lnTo>
                  <a:pt x="1924014" y="31216"/>
                </a:lnTo>
                <a:lnTo>
                  <a:pt x="1924094" y="30898"/>
                </a:lnTo>
                <a:lnTo>
                  <a:pt x="1924180" y="30593"/>
                </a:lnTo>
                <a:lnTo>
                  <a:pt x="1924270" y="30301"/>
                </a:lnTo>
                <a:lnTo>
                  <a:pt x="1924366" y="30021"/>
                </a:lnTo>
                <a:lnTo>
                  <a:pt x="1924466" y="29754"/>
                </a:lnTo>
                <a:lnTo>
                  <a:pt x="1924572" y="29499"/>
                </a:lnTo>
                <a:lnTo>
                  <a:pt x="1924683" y="29257"/>
                </a:lnTo>
                <a:lnTo>
                  <a:pt x="1924799" y="29027"/>
                </a:lnTo>
                <a:lnTo>
                  <a:pt x="1924921" y="28810"/>
                </a:lnTo>
                <a:lnTo>
                  <a:pt x="1925048" y="28601"/>
                </a:lnTo>
                <a:lnTo>
                  <a:pt x="1925180" y="28397"/>
                </a:lnTo>
                <a:lnTo>
                  <a:pt x="1925318" y="28198"/>
                </a:lnTo>
                <a:lnTo>
                  <a:pt x="1925462" y="28003"/>
                </a:lnTo>
                <a:lnTo>
                  <a:pt x="1925612" y="27812"/>
                </a:lnTo>
                <a:lnTo>
                  <a:pt x="1925767" y="27626"/>
                </a:lnTo>
                <a:lnTo>
                  <a:pt x="1925928" y="27444"/>
                </a:lnTo>
                <a:lnTo>
                  <a:pt x="1926094" y="27267"/>
                </a:lnTo>
                <a:lnTo>
                  <a:pt x="1926267" y="27095"/>
                </a:lnTo>
                <a:lnTo>
                  <a:pt x="1926445" y="26926"/>
                </a:lnTo>
                <a:lnTo>
                  <a:pt x="1926628" y="26763"/>
                </a:lnTo>
                <a:lnTo>
                  <a:pt x="1926818" y="26603"/>
                </a:lnTo>
                <a:lnTo>
                  <a:pt x="1927012" y="26449"/>
                </a:lnTo>
                <a:lnTo>
                  <a:pt x="1927213" y="26298"/>
                </a:lnTo>
                <a:lnTo>
                  <a:pt x="1927420" y="26152"/>
                </a:lnTo>
                <a:lnTo>
                  <a:pt x="1927632" y="26011"/>
                </a:lnTo>
                <a:lnTo>
                  <a:pt x="1927849" y="25874"/>
                </a:lnTo>
                <a:lnTo>
                  <a:pt x="1928073" y="25742"/>
                </a:lnTo>
                <a:lnTo>
                  <a:pt x="1928302" y="25614"/>
                </a:lnTo>
                <a:lnTo>
                  <a:pt x="1928537" y="25490"/>
                </a:lnTo>
                <a:lnTo>
                  <a:pt x="1928777" y="25371"/>
                </a:lnTo>
                <a:lnTo>
                  <a:pt x="1929023" y="25257"/>
                </a:lnTo>
                <a:lnTo>
                  <a:pt x="1929275" y="25147"/>
                </a:lnTo>
                <a:lnTo>
                  <a:pt x="1929532" y="25041"/>
                </a:lnTo>
                <a:lnTo>
                  <a:pt x="1929806" y="24940"/>
                </a:lnTo>
                <a:lnTo>
                  <a:pt x="1930108" y="24843"/>
                </a:lnTo>
                <a:lnTo>
                  <a:pt x="1930437" y="24751"/>
                </a:lnTo>
                <a:lnTo>
                  <a:pt x="1930793" y="24663"/>
                </a:lnTo>
                <a:lnTo>
                  <a:pt x="1931176" y="24579"/>
                </a:lnTo>
                <a:lnTo>
                  <a:pt x="1931587" y="24499"/>
                </a:lnTo>
                <a:lnTo>
                  <a:pt x="1932025" y="24424"/>
                </a:lnTo>
                <a:lnTo>
                  <a:pt x="1932491" y="24353"/>
                </a:lnTo>
                <a:lnTo>
                  <a:pt x="1932984" y="24286"/>
                </a:lnTo>
                <a:lnTo>
                  <a:pt x="1933505" y="24224"/>
                </a:lnTo>
                <a:lnTo>
                  <a:pt x="1934052" y="24165"/>
                </a:lnTo>
                <a:lnTo>
                  <a:pt x="1934627" y="24112"/>
                </a:lnTo>
                <a:lnTo>
                  <a:pt x="1935230" y="24062"/>
                </a:lnTo>
                <a:lnTo>
                  <a:pt x="1935860" y="24017"/>
                </a:lnTo>
                <a:lnTo>
                  <a:pt x="1936517" y="23976"/>
                </a:lnTo>
                <a:lnTo>
                  <a:pt x="1937202" y="23939"/>
                </a:lnTo>
                <a:lnTo>
                  <a:pt x="1937914" y="23907"/>
                </a:lnTo>
                <a:lnTo>
                  <a:pt x="1938653" y="23879"/>
                </a:lnTo>
                <a:lnTo>
                  <a:pt x="1939420" y="23856"/>
                </a:lnTo>
                <a:lnTo>
                  <a:pt x="1940214" y="23836"/>
                </a:lnTo>
                <a:lnTo>
                  <a:pt x="1941036" y="23821"/>
                </a:lnTo>
                <a:lnTo>
                  <a:pt x="1941885" y="23810"/>
                </a:lnTo>
                <a:lnTo>
                  <a:pt x="1942761" y="23804"/>
                </a:lnTo>
                <a:lnTo>
                  <a:pt x="1943665" y="23802"/>
                </a:lnTo>
                <a:lnTo>
                  <a:pt x="1943665" y="0"/>
                </a:lnTo>
                <a:lnTo>
                  <a:pt x="1938408" y="0"/>
                </a:lnTo>
                <a:lnTo>
                  <a:pt x="1937338" y="3"/>
                </a:lnTo>
                <a:lnTo>
                  <a:pt x="1936291" y="12"/>
                </a:lnTo>
                <a:lnTo>
                  <a:pt x="1935269" y="28"/>
                </a:lnTo>
                <a:lnTo>
                  <a:pt x="1934271" y="50"/>
                </a:lnTo>
                <a:lnTo>
                  <a:pt x="1933297" y="78"/>
                </a:lnTo>
                <a:lnTo>
                  <a:pt x="1932346" y="112"/>
                </a:lnTo>
                <a:lnTo>
                  <a:pt x="1931420" y="152"/>
                </a:lnTo>
                <a:lnTo>
                  <a:pt x="1930519" y="199"/>
                </a:lnTo>
                <a:lnTo>
                  <a:pt x="1929641" y="251"/>
                </a:lnTo>
                <a:lnTo>
                  <a:pt x="1928787" y="310"/>
                </a:lnTo>
                <a:lnTo>
                  <a:pt x="1927958" y="376"/>
                </a:lnTo>
                <a:lnTo>
                  <a:pt x="1927152" y="447"/>
                </a:lnTo>
                <a:lnTo>
                  <a:pt x="1926371" y="525"/>
                </a:lnTo>
                <a:lnTo>
                  <a:pt x="1925614" y="608"/>
                </a:lnTo>
                <a:lnTo>
                  <a:pt x="1924881" y="699"/>
                </a:lnTo>
                <a:lnTo>
                  <a:pt x="1924171" y="795"/>
                </a:lnTo>
                <a:lnTo>
                  <a:pt x="1923487" y="897"/>
                </a:lnTo>
                <a:lnTo>
                  <a:pt x="1922826" y="1006"/>
                </a:lnTo>
                <a:lnTo>
                  <a:pt x="1922189" y="1121"/>
                </a:lnTo>
                <a:lnTo>
                  <a:pt x="1921576" y="1242"/>
                </a:lnTo>
                <a:lnTo>
                  <a:pt x="1920988" y="1369"/>
                </a:lnTo>
                <a:lnTo>
                  <a:pt x="1920424" y="1503"/>
                </a:lnTo>
                <a:lnTo>
                  <a:pt x="1919883" y="1642"/>
                </a:lnTo>
                <a:lnTo>
                  <a:pt x="1919367" y="1788"/>
                </a:lnTo>
                <a:lnTo>
                  <a:pt x="1918631" y="2015"/>
                </a:lnTo>
                <a:lnTo>
                  <a:pt x="1917909" y="2248"/>
                </a:lnTo>
                <a:lnTo>
                  <a:pt x="1917202" y="2489"/>
                </a:lnTo>
                <a:lnTo>
                  <a:pt x="1916510" y="2736"/>
                </a:lnTo>
                <a:lnTo>
                  <a:pt x="1915833" y="2989"/>
                </a:lnTo>
                <a:lnTo>
                  <a:pt x="1915171" y="3250"/>
                </a:lnTo>
                <a:lnTo>
                  <a:pt x="1914523" y="3517"/>
                </a:lnTo>
                <a:lnTo>
                  <a:pt x="1913890" y="3791"/>
                </a:lnTo>
                <a:lnTo>
                  <a:pt x="1913273" y="4071"/>
                </a:lnTo>
                <a:lnTo>
                  <a:pt x="1912669" y="4358"/>
                </a:lnTo>
                <a:lnTo>
                  <a:pt x="1912081" y="4653"/>
                </a:lnTo>
                <a:lnTo>
                  <a:pt x="1911508" y="4953"/>
                </a:lnTo>
                <a:lnTo>
                  <a:pt x="1910949" y="5261"/>
                </a:lnTo>
                <a:lnTo>
                  <a:pt x="1910405" y="5575"/>
                </a:lnTo>
                <a:lnTo>
                  <a:pt x="1909876" y="5896"/>
                </a:lnTo>
                <a:lnTo>
                  <a:pt x="1909362" y="6223"/>
                </a:lnTo>
                <a:lnTo>
                  <a:pt x="1908862" y="6558"/>
                </a:lnTo>
                <a:lnTo>
                  <a:pt x="1908377" y="6899"/>
                </a:lnTo>
                <a:lnTo>
                  <a:pt x="1907908" y="7247"/>
                </a:lnTo>
                <a:lnTo>
                  <a:pt x="1907452" y="7601"/>
                </a:lnTo>
                <a:lnTo>
                  <a:pt x="1907012" y="7963"/>
                </a:lnTo>
                <a:lnTo>
                  <a:pt x="1906587" y="8331"/>
                </a:lnTo>
                <a:lnTo>
                  <a:pt x="1906176" y="8705"/>
                </a:lnTo>
                <a:lnTo>
                  <a:pt x="1905780" y="9087"/>
                </a:lnTo>
                <a:lnTo>
                  <a:pt x="1905397" y="9477"/>
                </a:lnTo>
                <a:lnTo>
                  <a:pt x="1905023" y="9877"/>
                </a:lnTo>
                <a:lnTo>
                  <a:pt x="1904660" y="10287"/>
                </a:lnTo>
                <a:lnTo>
                  <a:pt x="1904306" y="10708"/>
                </a:lnTo>
                <a:lnTo>
                  <a:pt x="1903963" y="11139"/>
                </a:lnTo>
                <a:lnTo>
                  <a:pt x="1903629" y="11580"/>
                </a:lnTo>
                <a:lnTo>
                  <a:pt x="1903306" y="12032"/>
                </a:lnTo>
                <a:lnTo>
                  <a:pt x="1902992" y="12495"/>
                </a:lnTo>
                <a:lnTo>
                  <a:pt x="1902689" y="12967"/>
                </a:lnTo>
                <a:lnTo>
                  <a:pt x="1902395" y="13450"/>
                </a:lnTo>
                <a:lnTo>
                  <a:pt x="1902112" y="13943"/>
                </a:lnTo>
                <a:lnTo>
                  <a:pt x="1901838" y="14447"/>
                </a:lnTo>
                <a:lnTo>
                  <a:pt x="1901575" y="14961"/>
                </a:lnTo>
                <a:lnTo>
                  <a:pt x="1901321" y="15485"/>
                </a:lnTo>
                <a:lnTo>
                  <a:pt x="1901077" y="16020"/>
                </a:lnTo>
                <a:lnTo>
                  <a:pt x="1900844" y="16565"/>
                </a:lnTo>
                <a:lnTo>
                  <a:pt x="1900620" y="17120"/>
                </a:lnTo>
                <a:lnTo>
                  <a:pt x="1900406" y="17686"/>
                </a:lnTo>
                <a:lnTo>
                  <a:pt x="1900203" y="18262"/>
                </a:lnTo>
                <a:lnTo>
                  <a:pt x="1900009" y="18848"/>
                </a:lnTo>
                <a:lnTo>
                  <a:pt x="1899825" y="19445"/>
                </a:lnTo>
                <a:lnTo>
                  <a:pt x="1899651" y="20052"/>
                </a:lnTo>
                <a:lnTo>
                  <a:pt x="1899488" y="20670"/>
                </a:lnTo>
                <a:lnTo>
                  <a:pt x="1899334" y="21298"/>
                </a:lnTo>
                <a:lnTo>
                  <a:pt x="1899188" y="21951"/>
                </a:lnTo>
                <a:lnTo>
                  <a:pt x="1899049" y="22645"/>
                </a:lnTo>
                <a:lnTo>
                  <a:pt x="1898916" y="23379"/>
                </a:lnTo>
                <a:lnTo>
                  <a:pt x="1898789" y="24154"/>
                </a:lnTo>
                <a:lnTo>
                  <a:pt x="1898668" y="24969"/>
                </a:lnTo>
                <a:lnTo>
                  <a:pt x="1898553" y="25825"/>
                </a:lnTo>
                <a:lnTo>
                  <a:pt x="1898445" y="26721"/>
                </a:lnTo>
                <a:lnTo>
                  <a:pt x="1898342" y="27658"/>
                </a:lnTo>
                <a:lnTo>
                  <a:pt x="1898246" y="28635"/>
                </a:lnTo>
                <a:lnTo>
                  <a:pt x="1898156" y="29653"/>
                </a:lnTo>
                <a:lnTo>
                  <a:pt x="1898073" y="30711"/>
                </a:lnTo>
                <a:lnTo>
                  <a:pt x="1897995" y="31810"/>
                </a:lnTo>
                <a:lnTo>
                  <a:pt x="1897924" y="32949"/>
                </a:lnTo>
                <a:lnTo>
                  <a:pt x="1897859" y="34129"/>
                </a:lnTo>
                <a:lnTo>
                  <a:pt x="1897800" y="35349"/>
                </a:lnTo>
                <a:lnTo>
                  <a:pt x="1897747" y="36610"/>
                </a:lnTo>
                <a:lnTo>
                  <a:pt x="1897701" y="37912"/>
                </a:lnTo>
                <a:lnTo>
                  <a:pt x="1897660" y="39253"/>
                </a:lnTo>
                <a:lnTo>
                  <a:pt x="1897626" y="40636"/>
                </a:lnTo>
                <a:lnTo>
                  <a:pt x="1897598" y="42059"/>
                </a:lnTo>
                <a:lnTo>
                  <a:pt x="1897577" y="43522"/>
                </a:lnTo>
                <a:lnTo>
                  <a:pt x="1897561" y="45026"/>
                </a:lnTo>
                <a:lnTo>
                  <a:pt x="1897552" y="46570"/>
                </a:lnTo>
                <a:lnTo>
                  <a:pt x="1897549" y="48155"/>
                </a:lnTo>
                <a:lnTo>
                  <a:pt x="1897547" y="49128"/>
                </a:lnTo>
                <a:lnTo>
                  <a:pt x="1897543" y="50076"/>
                </a:lnTo>
                <a:lnTo>
                  <a:pt x="1897536" y="50999"/>
                </a:lnTo>
                <a:lnTo>
                  <a:pt x="1897527" y="51898"/>
                </a:lnTo>
                <a:lnTo>
                  <a:pt x="1897514" y="52773"/>
                </a:lnTo>
                <a:lnTo>
                  <a:pt x="1897499" y="53623"/>
                </a:lnTo>
                <a:lnTo>
                  <a:pt x="1897481" y="54449"/>
                </a:lnTo>
                <a:lnTo>
                  <a:pt x="1897461" y="55250"/>
                </a:lnTo>
                <a:lnTo>
                  <a:pt x="1897437" y="56026"/>
                </a:lnTo>
                <a:lnTo>
                  <a:pt x="1897411" y="56779"/>
                </a:lnTo>
                <a:lnTo>
                  <a:pt x="1897382" y="57506"/>
                </a:lnTo>
                <a:lnTo>
                  <a:pt x="1897350" y="58210"/>
                </a:lnTo>
                <a:lnTo>
                  <a:pt x="1897316" y="58888"/>
                </a:lnTo>
                <a:lnTo>
                  <a:pt x="1897279" y="59543"/>
                </a:lnTo>
                <a:lnTo>
                  <a:pt x="1897239" y="60172"/>
                </a:lnTo>
                <a:lnTo>
                  <a:pt x="1897196" y="60778"/>
                </a:lnTo>
                <a:lnTo>
                  <a:pt x="1897151" y="61359"/>
                </a:lnTo>
                <a:lnTo>
                  <a:pt x="1897103" y="61915"/>
                </a:lnTo>
                <a:lnTo>
                  <a:pt x="1897052" y="62447"/>
                </a:lnTo>
                <a:lnTo>
                  <a:pt x="1896998" y="62954"/>
                </a:lnTo>
                <a:lnTo>
                  <a:pt x="1896941" y="63437"/>
                </a:lnTo>
                <a:lnTo>
                  <a:pt x="1896882" y="63895"/>
                </a:lnTo>
                <a:lnTo>
                  <a:pt x="1896820" y="64329"/>
                </a:lnTo>
                <a:lnTo>
                  <a:pt x="1896755" y="64739"/>
                </a:lnTo>
                <a:lnTo>
                  <a:pt x="1896670" y="65265"/>
                </a:lnTo>
                <a:lnTo>
                  <a:pt x="1896578" y="65783"/>
                </a:lnTo>
                <a:lnTo>
                  <a:pt x="1896481" y="66294"/>
                </a:lnTo>
                <a:lnTo>
                  <a:pt x="1896378" y="66797"/>
                </a:lnTo>
                <a:lnTo>
                  <a:pt x="1896269" y="67293"/>
                </a:lnTo>
                <a:lnTo>
                  <a:pt x="1896154" y="67782"/>
                </a:lnTo>
                <a:lnTo>
                  <a:pt x="1896034" y="68264"/>
                </a:lnTo>
                <a:lnTo>
                  <a:pt x="1895907" y="68737"/>
                </a:lnTo>
                <a:lnTo>
                  <a:pt x="1895775" y="69204"/>
                </a:lnTo>
                <a:lnTo>
                  <a:pt x="1895636" y="69663"/>
                </a:lnTo>
                <a:lnTo>
                  <a:pt x="1895492" y="70115"/>
                </a:lnTo>
                <a:lnTo>
                  <a:pt x="1895342" y="70559"/>
                </a:lnTo>
                <a:lnTo>
                  <a:pt x="1895186" y="70996"/>
                </a:lnTo>
                <a:lnTo>
                  <a:pt x="1895025" y="71425"/>
                </a:lnTo>
                <a:lnTo>
                  <a:pt x="1894857" y="71848"/>
                </a:lnTo>
                <a:lnTo>
                  <a:pt x="1894684" y="72262"/>
                </a:lnTo>
                <a:lnTo>
                  <a:pt x="1894505" y="72670"/>
                </a:lnTo>
                <a:lnTo>
                  <a:pt x="1894319" y="73069"/>
                </a:lnTo>
                <a:lnTo>
                  <a:pt x="1894129" y="73462"/>
                </a:lnTo>
                <a:lnTo>
                  <a:pt x="1893932" y="73847"/>
                </a:lnTo>
                <a:lnTo>
                  <a:pt x="1893729" y="74225"/>
                </a:lnTo>
                <a:lnTo>
                  <a:pt x="1893521" y="74595"/>
                </a:lnTo>
                <a:lnTo>
                  <a:pt x="1893306" y="74958"/>
                </a:lnTo>
                <a:lnTo>
                  <a:pt x="1893086" y="75313"/>
                </a:lnTo>
                <a:lnTo>
                  <a:pt x="1892861" y="75660"/>
                </a:lnTo>
                <a:lnTo>
                  <a:pt x="1892633" y="75999"/>
                </a:lnTo>
                <a:lnTo>
                  <a:pt x="1892401" y="76330"/>
                </a:lnTo>
                <a:lnTo>
                  <a:pt x="1892166" y="76652"/>
                </a:lnTo>
                <a:lnTo>
                  <a:pt x="1891927" y="76965"/>
                </a:lnTo>
                <a:lnTo>
                  <a:pt x="1891685" y="77270"/>
                </a:lnTo>
                <a:lnTo>
                  <a:pt x="1891440" y="77567"/>
                </a:lnTo>
                <a:lnTo>
                  <a:pt x="1891191" y="77855"/>
                </a:lnTo>
                <a:lnTo>
                  <a:pt x="1890938" y="78135"/>
                </a:lnTo>
                <a:lnTo>
                  <a:pt x="1890682" y="78406"/>
                </a:lnTo>
                <a:lnTo>
                  <a:pt x="1890423" y="78669"/>
                </a:lnTo>
                <a:lnTo>
                  <a:pt x="1890160" y="78924"/>
                </a:lnTo>
                <a:lnTo>
                  <a:pt x="1889894" y="79170"/>
                </a:lnTo>
                <a:lnTo>
                  <a:pt x="1889625" y="79407"/>
                </a:lnTo>
                <a:lnTo>
                  <a:pt x="1889352" y="79637"/>
                </a:lnTo>
                <a:lnTo>
                  <a:pt x="1889075" y="79857"/>
                </a:lnTo>
                <a:lnTo>
                  <a:pt x="1888795" y="80070"/>
                </a:lnTo>
                <a:lnTo>
                  <a:pt x="1888512" y="80273"/>
                </a:lnTo>
                <a:lnTo>
                  <a:pt x="1888225" y="80469"/>
                </a:lnTo>
                <a:lnTo>
                  <a:pt x="1887934" y="80656"/>
                </a:lnTo>
                <a:lnTo>
                  <a:pt x="1887641" y="80834"/>
                </a:lnTo>
                <a:lnTo>
                  <a:pt x="1887344" y="81005"/>
                </a:lnTo>
                <a:lnTo>
                  <a:pt x="1887043" y="81166"/>
                </a:lnTo>
                <a:lnTo>
                  <a:pt x="1886739" y="81319"/>
                </a:lnTo>
                <a:lnTo>
                  <a:pt x="1886427" y="81466"/>
                </a:lnTo>
                <a:lnTo>
                  <a:pt x="1886103" y="81608"/>
                </a:lnTo>
                <a:lnTo>
                  <a:pt x="1885766" y="81745"/>
                </a:lnTo>
                <a:lnTo>
                  <a:pt x="1885417" y="81877"/>
                </a:lnTo>
                <a:lnTo>
                  <a:pt x="1885055" y="82004"/>
                </a:lnTo>
                <a:lnTo>
                  <a:pt x="1884681" y="82127"/>
                </a:lnTo>
                <a:lnTo>
                  <a:pt x="1884295" y="82244"/>
                </a:lnTo>
                <a:lnTo>
                  <a:pt x="1883896" y="82357"/>
                </a:lnTo>
                <a:lnTo>
                  <a:pt x="1883485" y="82465"/>
                </a:lnTo>
                <a:lnTo>
                  <a:pt x="1883061" y="82568"/>
                </a:lnTo>
                <a:lnTo>
                  <a:pt x="1882625" y="82666"/>
                </a:lnTo>
                <a:lnTo>
                  <a:pt x="1882177" y="82760"/>
                </a:lnTo>
                <a:lnTo>
                  <a:pt x="1881716" y="82848"/>
                </a:lnTo>
                <a:lnTo>
                  <a:pt x="1881243" y="82932"/>
                </a:lnTo>
                <a:lnTo>
                  <a:pt x="1880757" y="83011"/>
                </a:lnTo>
                <a:lnTo>
                  <a:pt x="1880260" y="83085"/>
                </a:lnTo>
                <a:lnTo>
                  <a:pt x="1879749" y="83155"/>
                </a:lnTo>
                <a:lnTo>
                  <a:pt x="1879226" y="83219"/>
                </a:lnTo>
                <a:lnTo>
                  <a:pt x="1878691" y="83279"/>
                </a:lnTo>
                <a:lnTo>
                  <a:pt x="1878144" y="83333"/>
                </a:lnTo>
                <a:lnTo>
                  <a:pt x="1877584" y="83383"/>
                </a:lnTo>
                <a:lnTo>
                  <a:pt x="1877012" y="83429"/>
                </a:lnTo>
                <a:lnTo>
                  <a:pt x="1876427" y="83469"/>
                </a:lnTo>
                <a:lnTo>
                  <a:pt x="1875830" y="83504"/>
                </a:lnTo>
                <a:lnTo>
                  <a:pt x="1875830" y="107306"/>
                </a:lnTo>
                <a:lnTo>
                  <a:pt x="1876582" y="107352"/>
                </a:lnTo>
                <a:lnTo>
                  <a:pt x="1877318" y="107409"/>
                </a:lnTo>
                <a:lnTo>
                  <a:pt x="1878037" y="107476"/>
                </a:lnTo>
                <a:lnTo>
                  <a:pt x="1878740" y="107553"/>
                </a:lnTo>
                <a:lnTo>
                  <a:pt x="1879427" y="107640"/>
                </a:lnTo>
                <a:lnTo>
                  <a:pt x="1880097" y="107737"/>
                </a:lnTo>
                <a:close/>
                <a:moveTo>
                  <a:pt x="554154" y="151528"/>
                </a:moveTo>
                <a:lnTo>
                  <a:pt x="554084" y="152196"/>
                </a:lnTo>
                <a:lnTo>
                  <a:pt x="554005" y="152850"/>
                </a:lnTo>
                <a:lnTo>
                  <a:pt x="553919" y="153489"/>
                </a:lnTo>
                <a:lnTo>
                  <a:pt x="553823" y="154114"/>
                </a:lnTo>
                <a:lnTo>
                  <a:pt x="553720" y="154724"/>
                </a:lnTo>
                <a:lnTo>
                  <a:pt x="553609" y="155319"/>
                </a:lnTo>
                <a:lnTo>
                  <a:pt x="553489" y="155900"/>
                </a:lnTo>
                <a:lnTo>
                  <a:pt x="553361" y="156467"/>
                </a:lnTo>
                <a:lnTo>
                  <a:pt x="553224" y="157019"/>
                </a:lnTo>
                <a:lnTo>
                  <a:pt x="553080" y="157556"/>
                </a:lnTo>
                <a:lnTo>
                  <a:pt x="552927" y="158079"/>
                </a:lnTo>
                <a:lnTo>
                  <a:pt x="552766" y="158587"/>
                </a:lnTo>
                <a:lnTo>
                  <a:pt x="552596" y="159081"/>
                </a:lnTo>
                <a:lnTo>
                  <a:pt x="552419" y="159560"/>
                </a:lnTo>
                <a:lnTo>
                  <a:pt x="552233" y="160024"/>
                </a:lnTo>
                <a:lnTo>
                  <a:pt x="552038" y="160474"/>
                </a:lnTo>
                <a:lnTo>
                  <a:pt x="551836" y="160910"/>
                </a:lnTo>
                <a:lnTo>
                  <a:pt x="551625" y="161331"/>
                </a:lnTo>
                <a:lnTo>
                  <a:pt x="551406" y="161737"/>
                </a:lnTo>
                <a:lnTo>
                  <a:pt x="551178" y="162132"/>
                </a:lnTo>
                <a:lnTo>
                  <a:pt x="550939" y="162519"/>
                </a:lnTo>
                <a:lnTo>
                  <a:pt x="550690" y="162898"/>
                </a:lnTo>
                <a:lnTo>
                  <a:pt x="550431" y="163269"/>
                </a:lnTo>
                <a:lnTo>
                  <a:pt x="550161" y="163631"/>
                </a:lnTo>
                <a:lnTo>
                  <a:pt x="549881" y="163986"/>
                </a:lnTo>
                <a:lnTo>
                  <a:pt x="549591" y="164333"/>
                </a:lnTo>
                <a:lnTo>
                  <a:pt x="549290" y="164671"/>
                </a:lnTo>
                <a:lnTo>
                  <a:pt x="548979" y="165002"/>
                </a:lnTo>
                <a:lnTo>
                  <a:pt x="548658" y="165324"/>
                </a:lnTo>
                <a:lnTo>
                  <a:pt x="548327" y="165639"/>
                </a:lnTo>
                <a:lnTo>
                  <a:pt x="547985" y="165945"/>
                </a:lnTo>
                <a:lnTo>
                  <a:pt x="547632" y="166243"/>
                </a:lnTo>
                <a:lnTo>
                  <a:pt x="547270" y="166533"/>
                </a:lnTo>
                <a:lnTo>
                  <a:pt x="546897" y="166816"/>
                </a:lnTo>
                <a:lnTo>
                  <a:pt x="546514" y="167090"/>
                </a:lnTo>
                <a:lnTo>
                  <a:pt x="546120" y="167356"/>
                </a:lnTo>
                <a:lnTo>
                  <a:pt x="545716" y="167614"/>
                </a:lnTo>
                <a:lnTo>
                  <a:pt x="545302" y="167864"/>
                </a:lnTo>
                <a:lnTo>
                  <a:pt x="544877" y="168105"/>
                </a:lnTo>
                <a:lnTo>
                  <a:pt x="544442" y="168339"/>
                </a:lnTo>
                <a:lnTo>
                  <a:pt x="543997" y="168565"/>
                </a:lnTo>
                <a:lnTo>
                  <a:pt x="543541" y="168783"/>
                </a:lnTo>
                <a:lnTo>
                  <a:pt x="543076" y="168992"/>
                </a:lnTo>
                <a:lnTo>
                  <a:pt x="548034" y="176728"/>
                </a:lnTo>
                <a:lnTo>
                  <a:pt x="548745" y="176408"/>
                </a:lnTo>
                <a:lnTo>
                  <a:pt x="549440" y="176077"/>
                </a:lnTo>
                <a:lnTo>
                  <a:pt x="550118" y="175735"/>
                </a:lnTo>
                <a:lnTo>
                  <a:pt x="550781" y="175382"/>
                </a:lnTo>
                <a:lnTo>
                  <a:pt x="551427" y="175019"/>
                </a:lnTo>
                <a:lnTo>
                  <a:pt x="552057" y="174644"/>
                </a:lnTo>
                <a:lnTo>
                  <a:pt x="552671" y="174259"/>
                </a:lnTo>
                <a:lnTo>
                  <a:pt x="553268" y="173863"/>
                </a:lnTo>
                <a:lnTo>
                  <a:pt x="553850" y="173456"/>
                </a:lnTo>
                <a:lnTo>
                  <a:pt x="554415" y="173038"/>
                </a:lnTo>
                <a:lnTo>
                  <a:pt x="554964" y="172609"/>
                </a:lnTo>
                <a:lnTo>
                  <a:pt x="555497" y="172170"/>
                </a:lnTo>
                <a:lnTo>
                  <a:pt x="556014" y="171719"/>
                </a:lnTo>
                <a:lnTo>
                  <a:pt x="556514" y="171258"/>
                </a:lnTo>
                <a:lnTo>
                  <a:pt x="556999" y="170785"/>
                </a:lnTo>
                <a:lnTo>
                  <a:pt x="557467" y="170302"/>
                </a:lnTo>
                <a:lnTo>
                  <a:pt x="557919" y="169808"/>
                </a:lnTo>
                <a:lnTo>
                  <a:pt x="558354" y="169303"/>
                </a:lnTo>
                <a:lnTo>
                  <a:pt x="558774" y="168787"/>
                </a:lnTo>
                <a:lnTo>
                  <a:pt x="559177" y="168260"/>
                </a:lnTo>
                <a:lnTo>
                  <a:pt x="559565" y="167723"/>
                </a:lnTo>
                <a:lnTo>
                  <a:pt x="559936" y="167174"/>
                </a:lnTo>
                <a:lnTo>
                  <a:pt x="560291" y="166615"/>
                </a:lnTo>
                <a:lnTo>
                  <a:pt x="560629" y="166045"/>
                </a:lnTo>
                <a:lnTo>
                  <a:pt x="560953" y="165462"/>
                </a:lnTo>
                <a:lnTo>
                  <a:pt x="561263" y="164864"/>
                </a:lnTo>
                <a:lnTo>
                  <a:pt x="561559" y="164251"/>
                </a:lnTo>
                <a:lnTo>
                  <a:pt x="561841" y="163623"/>
                </a:lnTo>
                <a:lnTo>
                  <a:pt x="562110" y="162980"/>
                </a:lnTo>
                <a:lnTo>
                  <a:pt x="562365" y="162322"/>
                </a:lnTo>
                <a:lnTo>
                  <a:pt x="562606" y="161649"/>
                </a:lnTo>
                <a:lnTo>
                  <a:pt x="562833" y="160961"/>
                </a:lnTo>
                <a:lnTo>
                  <a:pt x="563047" y="160258"/>
                </a:lnTo>
                <a:lnTo>
                  <a:pt x="563246" y="159540"/>
                </a:lnTo>
                <a:lnTo>
                  <a:pt x="563432" y="158806"/>
                </a:lnTo>
                <a:lnTo>
                  <a:pt x="563605" y="158058"/>
                </a:lnTo>
                <a:lnTo>
                  <a:pt x="563763" y="157295"/>
                </a:lnTo>
                <a:lnTo>
                  <a:pt x="563908" y="156517"/>
                </a:lnTo>
                <a:lnTo>
                  <a:pt x="564038" y="155724"/>
                </a:lnTo>
                <a:lnTo>
                  <a:pt x="564155" y="154915"/>
                </a:lnTo>
                <a:lnTo>
                  <a:pt x="564259" y="154092"/>
                </a:lnTo>
                <a:lnTo>
                  <a:pt x="564348" y="153254"/>
                </a:lnTo>
                <a:lnTo>
                  <a:pt x="564424" y="152400"/>
                </a:lnTo>
                <a:lnTo>
                  <a:pt x="564486" y="151532"/>
                </a:lnTo>
                <a:lnTo>
                  <a:pt x="564534" y="150649"/>
                </a:lnTo>
                <a:lnTo>
                  <a:pt x="564569" y="149750"/>
                </a:lnTo>
                <a:lnTo>
                  <a:pt x="564589" y="148837"/>
                </a:lnTo>
                <a:lnTo>
                  <a:pt x="564596" y="147908"/>
                </a:lnTo>
                <a:lnTo>
                  <a:pt x="564596" y="127538"/>
                </a:lnTo>
                <a:lnTo>
                  <a:pt x="544266" y="127538"/>
                </a:lnTo>
                <a:lnTo>
                  <a:pt x="544266" y="147967"/>
                </a:lnTo>
                <a:lnTo>
                  <a:pt x="554381" y="147967"/>
                </a:lnTo>
                <a:lnTo>
                  <a:pt x="554352" y="148708"/>
                </a:lnTo>
                <a:lnTo>
                  <a:pt x="554315" y="149435"/>
                </a:lnTo>
                <a:lnTo>
                  <a:pt x="554270" y="150147"/>
                </a:lnTo>
                <a:lnTo>
                  <a:pt x="554216" y="150845"/>
                </a:lnTo>
                <a:lnTo>
                  <a:pt x="554154" y="151528"/>
                </a:lnTo>
                <a:close/>
                <a:moveTo>
                  <a:pt x="4061127" y="45077"/>
                </a:moveTo>
                <a:lnTo>
                  <a:pt x="4060352" y="44650"/>
                </a:lnTo>
                <a:lnTo>
                  <a:pt x="4059579" y="44242"/>
                </a:lnTo>
                <a:lnTo>
                  <a:pt x="4058807" y="43854"/>
                </a:lnTo>
                <a:lnTo>
                  <a:pt x="4058036" y="43486"/>
                </a:lnTo>
                <a:lnTo>
                  <a:pt x="4057266" y="43138"/>
                </a:lnTo>
                <a:lnTo>
                  <a:pt x="4056496" y="42810"/>
                </a:lnTo>
                <a:lnTo>
                  <a:pt x="4055728" y="42502"/>
                </a:lnTo>
                <a:lnTo>
                  <a:pt x="4054961" y="42213"/>
                </a:lnTo>
                <a:lnTo>
                  <a:pt x="4054195" y="41945"/>
                </a:lnTo>
                <a:lnTo>
                  <a:pt x="4053430" y="41696"/>
                </a:lnTo>
                <a:lnTo>
                  <a:pt x="4052666" y="41468"/>
                </a:lnTo>
                <a:lnTo>
                  <a:pt x="4051903" y="41259"/>
                </a:lnTo>
                <a:lnTo>
                  <a:pt x="4051142" y="41070"/>
                </a:lnTo>
                <a:lnTo>
                  <a:pt x="4050381" y="40901"/>
                </a:lnTo>
                <a:lnTo>
                  <a:pt x="4049621" y="40752"/>
                </a:lnTo>
                <a:lnTo>
                  <a:pt x="4048862" y="40623"/>
                </a:lnTo>
                <a:lnTo>
                  <a:pt x="4048104" y="40513"/>
                </a:lnTo>
                <a:lnTo>
                  <a:pt x="4047348" y="40424"/>
                </a:lnTo>
                <a:lnTo>
                  <a:pt x="4046592" y="40354"/>
                </a:lnTo>
                <a:lnTo>
                  <a:pt x="4045837" y="40304"/>
                </a:lnTo>
                <a:lnTo>
                  <a:pt x="4045084" y="40274"/>
                </a:lnTo>
                <a:lnTo>
                  <a:pt x="4044331" y="40265"/>
                </a:lnTo>
                <a:lnTo>
                  <a:pt x="4043812" y="40271"/>
                </a:lnTo>
                <a:lnTo>
                  <a:pt x="4043297" y="40289"/>
                </a:lnTo>
                <a:lnTo>
                  <a:pt x="4042785" y="40320"/>
                </a:lnTo>
                <a:lnTo>
                  <a:pt x="4042277" y="40363"/>
                </a:lnTo>
                <a:lnTo>
                  <a:pt x="4041773" y="40419"/>
                </a:lnTo>
                <a:lnTo>
                  <a:pt x="4041272" y="40487"/>
                </a:lnTo>
                <a:lnTo>
                  <a:pt x="4040775" y="40567"/>
                </a:lnTo>
                <a:lnTo>
                  <a:pt x="4040282" y="40659"/>
                </a:lnTo>
                <a:lnTo>
                  <a:pt x="4039792" y="40764"/>
                </a:lnTo>
                <a:lnTo>
                  <a:pt x="4039305" y="40881"/>
                </a:lnTo>
                <a:lnTo>
                  <a:pt x="4038823" y="41011"/>
                </a:lnTo>
                <a:lnTo>
                  <a:pt x="4038344" y="41152"/>
                </a:lnTo>
                <a:lnTo>
                  <a:pt x="4037868" y="41307"/>
                </a:lnTo>
                <a:lnTo>
                  <a:pt x="4037396" y="41473"/>
                </a:lnTo>
                <a:lnTo>
                  <a:pt x="4036928" y="41652"/>
                </a:lnTo>
                <a:lnTo>
                  <a:pt x="4036463" y="41843"/>
                </a:lnTo>
                <a:lnTo>
                  <a:pt x="4036002" y="42047"/>
                </a:lnTo>
                <a:lnTo>
                  <a:pt x="4035545" y="42262"/>
                </a:lnTo>
                <a:lnTo>
                  <a:pt x="4035091" y="42491"/>
                </a:lnTo>
                <a:lnTo>
                  <a:pt x="4034641" y="42731"/>
                </a:lnTo>
                <a:lnTo>
                  <a:pt x="4034194" y="42984"/>
                </a:lnTo>
                <a:lnTo>
                  <a:pt x="4033752" y="43249"/>
                </a:lnTo>
                <a:lnTo>
                  <a:pt x="4033312" y="43526"/>
                </a:lnTo>
                <a:lnTo>
                  <a:pt x="4032877" y="43816"/>
                </a:lnTo>
                <a:lnTo>
                  <a:pt x="4032441" y="44125"/>
                </a:lnTo>
                <a:lnTo>
                  <a:pt x="4032002" y="44461"/>
                </a:lnTo>
                <a:lnTo>
                  <a:pt x="4031560" y="44823"/>
                </a:lnTo>
                <a:lnTo>
                  <a:pt x="4031115" y="45211"/>
                </a:lnTo>
                <a:lnTo>
                  <a:pt x="4030666" y="45626"/>
                </a:lnTo>
                <a:lnTo>
                  <a:pt x="4030214" y="46067"/>
                </a:lnTo>
                <a:lnTo>
                  <a:pt x="4029759" y="46534"/>
                </a:lnTo>
                <a:lnTo>
                  <a:pt x="4029301" y="47028"/>
                </a:lnTo>
                <a:lnTo>
                  <a:pt x="4028839" y="47548"/>
                </a:lnTo>
                <a:lnTo>
                  <a:pt x="4028374" y="48094"/>
                </a:lnTo>
                <a:lnTo>
                  <a:pt x="4027906" y="48667"/>
                </a:lnTo>
                <a:lnTo>
                  <a:pt x="4027434" y="49266"/>
                </a:lnTo>
                <a:lnTo>
                  <a:pt x="4026960" y="49892"/>
                </a:lnTo>
                <a:lnTo>
                  <a:pt x="4026482" y="50544"/>
                </a:lnTo>
                <a:lnTo>
                  <a:pt x="4026000" y="51222"/>
                </a:lnTo>
                <a:lnTo>
                  <a:pt x="4025516" y="51926"/>
                </a:lnTo>
                <a:lnTo>
                  <a:pt x="4025028" y="52657"/>
                </a:lnTo>
                <a:lnTo>
                  <a:pt x="4024537" y="53415"/>
                </a:lnTo>
                <a:lnTo>
                  <a:pt x="4024042" y="54198"/>
                </a:lnTo>
                <a:lnTo>
                  <a:pt x="4023545" y="55009"/>
                </a:lnTo>
                <a:lnTo>
                  <a:pt x="4023044" y="55845"/>
                </a:lnTo>
                <a:lnTo>
                  <a:pt x="4022539" y="56708"/>
                </a:lnTo>
                <a:lnTo>
                  <a:pt x="4022032" y="57597"/>
                </a:lnTo>
                <a:lnTo>
                  <a:pt x="4021521" y="58513"/>
                </a:lnTo>
                <a:lnTo>
                  <a:pt x="4021521" y="42645"/>
                </a:lnTo>
                <a:lnTo>
                  <a:pt x="4005455" y="42645"/>
                </a:lnTo>
                <a:lnTo>
                  <a:pt x="4005455" y="147967"/>
                </a:lnTo>
                <a:lnTo>
                  <a:pt x="4023306" y="147967"/>
                </a:lnTo>
                <a:lnTo>
                  <a:pt x="4023306" y="92765"/>
                </a:lnTo>
                <a:lnTo>
                  <a:pt x="4023311" y="91825"/>
                </a:lnTo>
                <a:lnTo>
                  <a:pt x="4023327" y="90891"/>
                </a:lnTo>
                <a:lnTo>
                  <a:pt x="4023353" y="89963"/>
                </a:lnTo>
                <a:lnTo>
                  <a:pt x="4023389" y="89042"/>
                </a:lnTo>
                <a:lnTo>
                  <a:pt x="4023435" y="88126"/>
                </a:lnTo>
                <a:lnTo>
                  <a:pt x="4023492" y="87217"/>
                </a:lnTo>
                <a:lnTo>
                  <a:pt x="4023559" y="86315"/>
                </a:lnTo>
                <a:lnTo>
                  <a:pt x="4023637" y="85418"/>
                </a:lnTo>
                <a:lnTo>
                  <a:pt x="4023725" y="84528"/>
                </a:lnTo>
                <a:lnTo>
                  <a:pt x="4023823" y="83643"/>
                </a:lnTo>
                <a:lnTo>
                  <a:pt x="4023931" y="82765"/>
                </a:lnTo>
                <a:lnTo>
                  <a:pt x="4024050" y="81894"/>
                </a:lnTo>
                <a:lnTo>
                  <a:pt x="4024179" y="81028"/>
                </a:lnTo>
                <a:lnTo>
                  <a:pt x="4024319" y="80169"/>
                </a:lnTo>
                <a:lnTo>
                  <a:pt x="4024468" y="79315"/>
                </a:lnTo>
                <a:lnTo>
                  <a:pt x="4024629" y="78469"/>
                </a:lnTo>
                <a:lnTo>
                  <a:pt x="4024799" y="77628"/>
                </a:lnTo>
                <a:lnTo>
                  <a:pt x="4024980" y="76793"/>
                </a:lnTo>
                <a:lnTo>
                  <a:pt x="4025171" y="75965"/>
                </a:lnTo>
                <a:lnTo>
                  <a:pt x="4025372" y="75143"/>
                </a:lnTo>
                <a:lnTo>
                  <a:pt x="4025584" y="74327"/>
                </a:lnTo>
                <a:lnTo>
                  <a:pt x="4025806" y="73517"/>
                </a:lnTo>
                <a:lnTo>
                  <a:pt x="4026039" y="72714"/>
                </a:lnTo>
                <a:lnTo>
                  <a:pt x="4026282" y="71916"/>
                </a:lnTo>
                <a:lnTo>
                  <a:pt x="4026451" y="71400"/>
                </a:lnTo>
                <a:lnTo>
                  <a:pt x="4026631" y="70893"/>
                </a:lnTo>
                <a:lnTo>
                  <a:pt x="4026819" y="70396"/>
                </a:lnTo>
                <a:lnTo>
                  <a:pt x="4027017" y="69908"/>
                </a:lnTo>
                <a:lnTo>
                  <a:pt x="4027224" y="69429"/>
                </a:lnTo>
                <a:lnTo>
                  <a:pt x="4027441" y="68960"/>
                </a:lnTo>
                <a:lnTo>
                  <a:pt x="4027666" y="68501"/>
                </a:lnTo>
                <a:lnTo>
                  <a:pt x="4027901" y="68050"/>
                </a:lnTo>
                <a:lnTo>
                  <a:pt x="4028146" y="67610"/>
                </a:lnTo>
                <a:lnTo>
                  <a:pt x="4028399" y="67179"/>
                </a:lnTo>
                <a:lnTo>
                  <a:pt x="4028662" y="66757"/>
                </a:lnTo>
                <a:lnTo>
                  <a:pt x="4028934" y="66345"/>
                </a:lnTo>
                <a:lnTo>
                  <a:pt x="4029216" y="65942"/>
                </a:lnTo>
                <a:lnTo>
                  <a:pt x="4029507" y="65549"/>
                </a:lnTo>
                <a:lnTo>
                  <a:pt x="4029807" y="65165"/>
                </a:lnTo>
                <a:lnTo>
                  <a:pt x="4030116" y="64791"/>
                </a:lnTo>
                <a:lnTo>
                  <a:pt x="4030435" y="64426"/>
                </a:lnTo>
                <a:lnTo>
                  <a:pt x="4030763" y="64071"/>
                </a:lnTo>
                <a:lnTo>
                  <a:pt x="4031100" y="63725"/>
                </a:lnTo>
                <a:lnTo>
                  <a:pt x="4031447" y="63389"/>
                </a:lnTo>
                <a:lnTo>
                  <a:pt x="4031803" y="63062"/>
                </a:lnTo>
                <a:lnTo>
                  <a:pt x="4032168" y="62745"/>
                </a:lnTo>
                <a:lnTo>
                  <a:pt x="4032542" y="62437"/>
                </a:lnTo>
                <a:lnTo>
                  <a:pt x="4032926" y="62139"/>
                </a:lnTo>
                <a:lnTo>
                  <a:pt x="4033317" y="61851"/>
                </a:lnTo>
                <a:lnTo>
                  <a:pt x="4033711" y="61575"/>
                </a:lnTo>
                <a:lnTo>
                  <a:pt x="4034110" y="61312"/>
                </a:lnTo>
                <a:lnTo>
                  <a:pt x="4034513" y="61061"/>
                </a:lnTo>
                <a:lnTo>
                  <a:pt x="4034920" y="60822"/>
                </a:lnTo>
                <a:lnTo>
                  <a:pt x="4035331" y="60596"/>
                </a:lnTo>
                <a:lnTo>
                  <a:pt x="4035746" y="60381"/>
                </a:lnTo>
                <a:lnTo>
                  <a:pt x="4036166" y="60179"/>
                </a:lnTo>
                <a:lnTo>
                  <a:pt x="4036589" y="59989"/>
                </a:lnTo>
                <a:lnTo>
                  <a:pt x="4037017" y="59812"/>
                </a:lnTo>
                <a:lnTo>
                  <a:pt x="4037449" y="59647"/>
                </a:lnTo>
                <a:lnTo>
                  <a:pt x="4037885" y="59493"/>
                </a:lnTo>
                <a:lnTo>
                  <a:pt x="4038325" y="59353"/>
                </a:lnTo>
                <a:lnTo>
                  <a:pt x="4038769" y="59224"/>
                </a:lnTo>
                <a:lnTo>
                  <a:pt x="4039217" y="59108"/>
                </a:lnTo>
                <a:lnTo>
                  <a:pt x="4039670" y="59004"/>
                </a:lnTo>
                <a:lnTo>
                  <a:pt x="4040127" y="58912"/>
                </a:lnTo>
                <a:lnTo>
                  <a:pt x="4040587" y="58832"/>
                </a:lnTo>
                <a:lnTo>
                  <a:pt x="4041052" y="58765"/>
                </a:lnTo>
                <a:lnTo>
                  <a:pt x="4041521" y="58710"/>
                </a:lnTo>
                <a:lnTo>
                  <a:pt x="4041994" y="58667"/>
                </a:lnTo>
                <a:lnTo>
                  <a:pt x="4042472" y="58636"/>
                </a:lnTo>
                <a:lnTo>
                  <a:pt x="4042953" y="58618"/>
                </a:lnTo>
                <a:lnTo>
                  <a:pt x="4043439" y="58612"/>
                </a:lnTo>
                <a:lnTo>
                  <a:pt x="4043984" y="58618"/>
                </a:lnTo>
                <a:lnTo>
                  <a:pt x="4044529" y="58639"/>
                </a:lnTo>
                <a:lnTo>
                  <a:pt x="4045075" y="58672"/>
                </a:lnTo>
                <a:lnTo>
                  <a:pt x="4045620" y="58719"/>
                </a:lnTo>
                <a:lnTo>
                  <a:pt x="4046166" y="58780"/>
                </a:lnTo>
                <a:lnTo>
                  <a:pt x="4046711" y="58853"/>
                </a:lnTo>
                <a:lnTo>
                  <a:pt x="4047257" y="58941"/>
                </a:lnTo>
                <a:lnTo>
                  <a:pt x="4047802" y="59041"/>
                </a:lnTo>
                <a:lnTo>
                  <a:pt x="4048348" y="59156"/>
                </a:lnTo>
                <a:lnTo>
                  <a:pt x="4048893" y="59283"/>
                </a:lnTo>
                <a:lnTo>
                  <a:pt x="4049439" y="59424"/>
                </a:lnTo>
                <a:lnTo>
                  <a:pt x="4049984" y="59579"/>
                </a:lnTo>
                <a:lnTo>
                  <a:pt x="4050530" y="59747"/>
                </a:lnTo>
                <a:lnTo>
                  <a:pt x="4051075" y="59928"/>
                </a:lnTo>
                <a:lnTo>
                  <a:pt x="4051620" y="60123"/>
                </a:lnTo>
                <a:lnTo>
                  <a:pt x="4052166" y="60331"/>
                </a:lnTo>
                <a:lnTo>
                  <a:pt x="4052711" y="60552"/>
                </a:lnTo>
                <a:lnTo>
                  <a:pt x="4053257" y="60787"/>
                </a:lnTo>
                <a:lnTo>
                  <a:pt x="4053802" y="61036"/>
                </a:lnTo>
                <a:lnTo>
                  <a:pt x="4054348" y="61298"/>
                </a:lnTo>
                <a:lnTo>
                  <a:pt x="4054893" y="61573"/>
                </a:lnTo>
                <a:lnTo>
                  <a:pt x="4055439" y="61862"/>
                </a:lnTo>
                <a:lnTo>
                  <a:pt x="4055984" y="62164"/>
                </a:lnTo>
                <a:lnTo>
                  <a:pt x="4056530" y="62479"/>
                </a:lnTo>
                <a:lnTo>
                  <a:pt x="4062042" y="47698"/>
                </a:lnTo>
                <a:lnTo>
                  <a:pt x="4092727" y="147967"/>
                </a:lnTo>
                <a:lnTo>
                  <a:pt x="4111371" y="147967"/>
                </a:lnTo>
                <a:lnTo>
                  <a:pt x="4132694" y="66942"/>
                </a:lnTo>
                <a:lnTo>
                  <a:pt x="4136760" y="84859"/>
                </a:lnTo>
                <a:lnTo>
                  <a:pt x="4153520" y="147967"/>
                </a:lnTo>
                <a:lnTo>
                  <a:pt x="4172066" y="147967"/>
                </a:lnTo>
                <a:lnTo>
                  <a:pt x="4204991" y="42645"/>
                </a:lnTo>
                <a:lnTo>
                  <a:pt x="4187636" y="42645"/>
                </a:lnTo>
                <a:lnTo>
                  <a:pt x="4169586" y="103534"/>
                </a:lnTo>
                <a:lnTo>
                  <a:pt x="4163537" y="123868"/>
                </a:lnTo>
                <a:lnTo>
                  <a:pt x="4158281" y="103723"/>
                </a:lnTo>
                <a:lnTo>
                  <a:pt x="4142512" y="42645"/>
                </a:lnTo>
                <a:lnTo>
                  <a:pt x="4124165" y="42645"/>
                </a:lnTo>
                <a:lnTo>
                  <a:pt x="4107404" y="104353"/>
                </a:lnTo>
                <a:lnTo>
                  <a:pt x="4106991" y="105989"/>
                </a:lnTo>
                <a:lnTo>
                  <a:pt x="4106594" y="107561"/>
                </a:lnTo>
                <a:lnTo>
                  <a:pt x="4106213" y="109070"/>
                </a:lnTo>
                <a:lnTo>
                  <a:pt x="4105848" y="110515"/>
                </a:lnTo>
                <a:lnTo>
                  <a:pt x="4105499" y="111896"/>
                </a:lnTo>
                <a:lnTo>
                  <a:pt x="4105167" y="113214"/>
                </a:lnTo>
                <a:lnTo>
                  <a:pt x="4104851" y="114468"/>
                </a:lnTo>
                <a:lnTo>
                  <a:pt x="4104550" y="115659"/>
                </a:lnTo>
                <a:lnTo>
                  <a:pt x="4104267" y="116786"/>
                </a:lnTo>
                <a:lnTo>
                  <a:pt x="4103999" y="117849"/>
                </a:lnTo>
                <a:lnTo>
                  <a:pt x="4103747" y="118848"/>
                </a:lnTo>
                <a:lnTo>
                  <a:pt x="4103512" y="119784"/>
                </a:lnTo>
                <a:lnTo>
                  <a:pt x="4103293" y="120656"/>
                </a:lnTo>
                <a:lnTo>
                  <a:pt x="4103090" y="121465"/>
                </a:lnTo>
                <a:lnTo>
                  <a:pt x="4102903" y="122210"/>
                </a:lnTo>
                <a:lnTo>
                  <a:pt x="4102732" y="122891"/>
                </a:lnTo>
                <a:lnTo>
                  <a:pt x="4102578" y="123509"/>
                </a:lnTo>
                <a:lnTo>
                  <a:pt x="4102440" y="124063"/>
                </a:lnTo>
                <a:lnTo>
                  <a:pt x="4102317" y="124553"/>
                </a:lnTo>
                <a:lnTo>
                  <a:pt x="4102212" y="124980"/>
                </a:lnTo>
                <a:lnTo>
                  <a:pt x="4102122" y="125343"/>
                </a:lnTo>
                <a:lnTo>
                  <a:pt x="4102048" y="125642"/>
                </a:lnTo>
                <a:lnTo>
                  <a:pt x="4101991" y="125878"/>
                </a:lnTo>
                <a:lnTo>
                  <a:pt x="4101950" y="126050"/>
                </a:lnTo>
                <a:lnTo>
                  <a:pt x="4095702" y="103429"/>
                </a:lnTo>
                <a:lnTo>
                  <a:pt x="4078942" y="42645"/>
                </a:lnTo>
                <a:lnTo>
                  <a:pt x="4060495" y="42645"/>
                </a:lnTo>
                <a:lnTo>
                  <a:pt x="4061264" y="45156"/>
                </a:lnTo>
                <a:lnTo>
                  <a:pt x="4061127" y="45077"/>
                </a:lnTo>
                <a:close/>
                <a:moveTo>
                  <a:pt x="2331470" y="42645"/>
                </a:moveTo>
                <a:lnTo>
                  <a:pt x="2310644" y="42645"/>
                </a:lnTo>
                <a:lnTo>
                  <a:pt x="2310644" y="35173"/>
                </a:lnTo>
                <a:lnTo>
                  <a:pt x="2310648" y="34509"/>
                </a:lnTo>
                <a:lnTo>
                  <a:pt x="2310662" y="33864"/>
                </a:lnTo>
                <a:lnTo>
                  <a:pt x="2310685" y="33237"/>
                </a:lnTo>
                <a:lnTo>
                  <a:pt x="2310717" y="32628"/>
                </a:lnTo>
                <a:lnTo>
                  <a:pt x="2310758" y="32037"/>
                </a:lnTo>
                <a:lnTo>
                  <a:pt x="2310808" y="31464"/>
                </a:lnTo>
                <a:lnTo>
                  <a:pt x="2310867" y="30910"/>
                </a:lnTo>
                <a:lnTo>
                  <a:pt x="2310936" y="30374"/>
                </a:lnTo>
                <a:lnTo>
                  <a:pt x="2311013" y="29856"/>
                </a:lnTo>
                <a:lnTo>
                  <a:pt x="2311100" y="29356"/>
                </a:lnTo>
                <a:lnTo>
                  <a:pt x="2311196" y="28874"/>
                </a:lnTo>
                <a:lnTo>
                  <a:pt x="2311301" y="28410"/>
                </a:lnTo>
                <a:lnTo>
                  <a:pt x="2311415" y="27965"/>
                </a:lnTo>
                <a:lnTo>
                  <a:pt x="2311538" y="27537"/>
                </a:lnTo>
                <a:lnTo>
                  <a:pt x="2311670" y="27128"/>
                </a:lnTo>
                <a:lnTo>
                  <a:pt x="2311812" y="26737"/>
                </a:lnTo>
                <a:lnTo>
                  <a:pt x="2311962" y="26365"/>
                </a:lnTo>
                <a:lnTo>
                  <a:pt x="2312122" y="26010"/>
                </a:lnTo>
                <a:lnTo>
                  <a:pt x="2312291" y="25673"/>
                </a:lnTo>
                <a:lnTo>
                  <a:pt x="2312469" y="25355"/>
                </a:lnTo>
                <a:lnTo>
                  <a:pt x="2312656" y="25055"/>
                </a:lnTo>
                <a:lnTo>
                  <a:pt x="2312852" y="24773"/>
                </a:lnTo>
                <a:lnTo>
                  <a:pt x="2313058" y="24509"/>
                </a:lnTo>
                <a:lnTo>
                  <a:pt x="2313272" y="24263"/>
                </a:lnTo>
                <a:lnTo>
                  <a:pt x="2313497" y="24032"/>
                </a:lnTo>
                <a:lnTo>
                  <a:pt x="2313734" y="23810"/>
                </a:lnTo>
                <a:lnTo>
                  <a:pt x="2313982" y="23597"/>
                </a:lnTo>
                <a:lnTo>
                  <a:pt x="2314243" y="23395"/>
                </a:lnTo>
                <a:lnTo>
                  <a:pt x="2314515" y="23203"/>
                </a:lnTo>
                <a:lnTo>
                  <a:pt x="2314800" y="23020"/>
                </a:lnTo>
                <a:lnTo>
                  <a:pt x="2315096" y="22847"/>
                </a:lnTo>
                <a:lnTo>
                  <a:pt x="2315404" y="22685"/>
                </a:lnTo>
                <a:lnTo>
                  <a:pt x="2315724" y="22532"/>
                </a:lnTo>
                <a:lnTo>
                  <a:pt x="2316056" y="22389"/>
                </a:lnTo>
                <a:lnTo>
                  <a:pt x="2316400" y="22255"/>
                </a:lnTo>
                <a:lnTo>
                  <a:pt x="2316755" y="22132"/>
                </a:lnTo>
                <a:lnTo>
                  <a:pt x="2317123" y="22019"/>
                </a:lnTo>
                <a:lnTo>
                  <a:pt x="2317502" y="21915"/>
                </a:lnTo>
                <a:lnTo>
                  <a:pt x="2317894" y="21821"/>
                </a:lnTo>
                <a:lnTo>
                  <a:pt x="2318297" y="21737"/>
                </a:lnTo>
                <a:lnTo>
                  <a:pt x="2318712" y="21663"/>
                </a:lnTo>
                <a:lnTo>
                  <a:pt x="2319139" y="21599"/>
                </a:lnTo>
                <a:lnTo>
                  <a:pt x="2319577" y="21545"/>
                </a:lnTo>
                <a:lnTo>
                  <a:pt x="2320028" y="21500"/>
                </a:lnTo>
                <a:lnTo>
                  <a:pt x="2320491" y="21466"/>
                </a:lnTo>
                <a:lnTo>
                  <a:pt x="2320965" y="21441"/>
                </a:lnTo>
                <a:lnTo>
                  <a:pt x="2321451" y="21426"/>
                </a:lnTo>
                <a:lnTo>
                  <a:pt x="2321950" y="21422"/>
                </a:lnTo>
                <a:lnTo>
                  <a:pt x="2322463" y="21424"/>
                </a:lnTo>
                <a:lnTo>
                  <a:pt x="2322978" y="21433"/>
                </a:lnTo>
                <a:lnTo>
                  <a:pt x="2323495" y="21446"/>
                </a:lnTo>
                <a:lnTo>
                  <a:pt x="2324013" y="21466"/>
                </a:lnTo>
                <a:lnTo>
                  <a:pt x="2324533" y="21490"/>
                </a:lnTo>
                <a:lnTo>
                  <a:pt x="2325055" y="21521"/>
                </a:lnTo>
                <a:lnTo>
                  <a:pt x="2325579" y="21557"/>
                </a:lnTo>
                <a:lnTo>
                  <a:pt x="2326104" y="21598"/>
                </a:lnTo>
                <a:lnTo>
                  <a:pt x="2326631" y="21645"/>
                </a:lnTo>
                <a:lnTo>
                  <a:pt x="2327160" y="21697"/>
                </a:lnTo>
                <a:lnTo>
                  <a:pt x="2327690" y="21755"/>
                </a:lnTo>
                <a:lnTo>
                  <a:pt x="2328222" y="21818"/>
                </a:lnTo>
                <a:lnTo>
                  <a:pt x="2328756" y="21887"/>
                </a:lnTo>
                <a:lnTo>
                  <a:pt x="2329292" y="21961"/>
                </a:lnTo>
                <a:lnTo>
                  <a:pt x="2329829" y="22041"/>
                </a:lnTo>
                <a:lnTo>
                  <a:pt x="2330368" y="22127"/>
                </a:lnTo>
                <a:lnTo>
                  <a:pt x="2330909" y="22218"/>
                </a:lnTo>
                <a:lnTo>
                  <a:pt x="2331452" y="22314"/>
                </a:lnTo>
                <a:lnTo>
                  <a:pt x="2331996" y="22416"/>
                </a:lnTo>
                <a:lnTo>
                  <a:pt x="2332542" y="22523"/>
                </a:lnTo>
                <a:lnTo>
                  <a:pt x="2333090" y="22636"/>
                </a:lnTo>
                <a:lnTo>
                  <a:pt x="2333639" y="22755"/>
                </a:lnTo>
                <a:lnTo>
                  <a:pt x="2334190" y="22879"/>
                </a:lnTo>
                <a:lnTo>
                  <a:pt x="2334743" y="23008"/>
                </a:lnTo>
                <a:lnTo>
                  <a:pt x="2338512" y="3570"/>
                </a:lnTo>
                <a:lnTo>
                  <a:pt x="2337560" y="3279"/>
                </a:lnTo>
                <a:lnTo>
                  <a:pt x="2336607" y="3000"/>
                </a:lnTo>
                <a:lnTo>
                  <a:pt x="2335653" y="2733"/>
                </a:lnTo>
                <a:lnTo>
                  <a:pt x="2334696" y="2479"/>
                </a:lnTo>
                <a:lnTo>
                  <a:pt x="2333738" y="2238"/>
                </a:lnTo>
                <a:lnTo>
                  <a:pt x="2332778" y="2008"/>
                </a:lnTo>
                <a:lnTo>
                  <a:pt x="2331817" y="1791"/>
                </a:lnTo>
                <a:lnTo>
                  <a:pt x="2330853" y="1587"/>
                </a:lnTo>
                <a:lnTo>
                  <a:pt x="2329888" y="1395"/>
                </a:lnTo>
                <a:lnTo>
                  <a:pt x="2328921" y="1215"/>
                </a:lnTo>
                <a:lnTo>
                  <a:pt x="2327953" y="1048"/>
                </a:lnTo>
                <a:lnTo>
                  <a:pt x="2326983" y="893"/>
                </a:lnTo>
                <a:lnTo>
                  <a:pt x="2326011" y="750"/>
                </a:lnTo>
                <a:lnTo>
                  <a:pt x="2325037" y="620"/>
                </a:lnTo>
                <a:lnTo>
                  <a:pt x="2324062" y="502"/>
                </a:lnTo>
                <a:lnTo>
                  <a:pt x="2323085" y="397"/>
                </a:lnTo>
                <a:lnTo>
                  <a:pt x="2322106" y="304"/>
                </a:lnTo>
                <a:lnTo>
                  <a:pt x="2321125" y="223"/>
                </a:lnTo>
                <a:lnTo>
                  <a:pt x="2320143" y="155"/>
                </a:lnTo>
                <a:lnTo>
                  <a:pt x="2319159" y="99"/>
                </a:lnTo>
                <a:lnTo>
                  <a:pt x="2318173" y="56"/>
                </a:lnTo>
                <a:lnTo>
                  <a:pt x="2317186" y="25"/>
                </a:lnTo>
                <a:lnTo>
                  <a:pt x="2316197" y="6"/>
                </a:lnTo>
                <a:lnTo>
                  <a:pt x="2315206" y="0"/>
                </a:lnTo>
                <a:lnTo>
                  <a:pt x="2314246" y="7"/>
                </a:lnTo>
                <a:lnTo>
                  <a:pt x="2313300" y="29"/>
                </a:lnTo>
                <a:lnTo>
                  <a:pt x="2312368" y="64"/>
                </a:lnTo>
                <a:lnTo>
                  <a:pt x="2311450" y="115"/>
                </a:lnTo>
                <a:lnTo>
                  <a:pt x="2310545" y="179"/>
                </a:lnTo>
                <a:lnTo>
                  <a:pt x="2309655" y="258"/>
                </a:lnTo>
                <a:lnTo>
                  <a:pt x="2308779" y="351"/>
                </a:lnTo>
                <a:lnTo>
                  <a:pt x="2307917" y="458"/>
                </a:lnTo>
                <a:lnTo>
                  <a:pt x="2307068" y="580"/>
                </a:lnTo>
                <a:lnTo>
                  <a:pt x="2306234" y="716"/>
                </a:lnTo>
                <a:lnTo>
                  <a:pt x="2305413" y="867"/>
                </a:lnTo>
                <a:lnTo>
                  <a:pt x="2304607" y="1031"/>
                </a:lnTo>
                <a:lnTo>
                  <a:pt x="2303814" y="1210"/>
                </a:lnTo>
                <a:lnTo>
                  <a:pt x="2303035" y="1404"/>
                </a:lnTo>
                <a:lnTo>
                  <a:pt x="2302271" y="1611"/>
                </a:lnTo>
                <a:lnTo>
                  <a:pt x="2301520" y="1833"/>
                </a:lnTo>
                <a:lnTo>
                  <a:pt x="2300783" y="2070"/>
                </a:lnTo>
                <a:lnTo>
                  <a:pt x="2300060" y="2320"/>
                </a:lnTo>
                <a:lnTo>
                  <a:pt x="2299351" y="2585"/>
                </a:lnTo>
                <a:lnTo>
                  <a:pt x="2298656" y="2865"/>
                </a:lnTo>
                <a:lnTo>
                  <a:pt x="2297975" y="3158"/>
                </a:lnTo>
                <a:lnTo>
                  <a:pt x="2297308" y="3466"/>
                </a:lnTo>
                <a:lnTo>
                  <a:pt x="2296655" y="3788"/>
                </a:lnTo>
                <a:lnTo>
                  <a:pt x="2296016" y="4125"/>
                </a:lnTo>
                <a:lnTo>
                  <a:pt x="2295392" y="4473"/>
                </a:lnTo>
                <a:lnTo>
                  <a:pt x="2294784" y="4829"/>
                </a:lnTo>
                <a:lnTo>
                  <a:pt x="2294193" y="5194"/>
                </a:lnTo>
                <a:lnTo>
                  <a:pt x="2293619" y="5568"/>
                </a:lnTo>
                <a:lnTo>
                  <a:pt x="2293061" y="5949"/>
                </a:lnTo>
                <a:lnTo>
                  <a:pt x="2292520" y="6340"/>
                </a:lnTo>
                <a:lnTo>
                  <a:pt x="2291995" y="6738"/>
                </a:lnTo>
                <a:lnTo>
                  <a:pt x="2291487" y="7146"/>
                </a:lnTo>
                <a:lnTo>
                  <a:pt x="2290995" y="7561"/>
                </a:lnTo>
                <a:lnTo>
                  <a:pt x="2290520" y="7985"/>
                </a:lnTo>
                <a:lnTo>
                  <a:pt x="2290061" y="8418"/>
                </a:lnTo>
                <a:lnTo>
                  <a:pt x="2289619" y="8859"/>
                </a:lnTo>
                <a:lnTo>
                  <a:pt x="2289193" y="9308"/>
                </a:lnTo>
                <a:lnTo>
                  <a:pt x="2288784" y="9766"/>
                </a:lnTo>
                <a:lnTo>
                  <a:pt x="2288392" y="10233"/>
                </a:lnTo>
                <a:lnTo>
                  <a:pt x="2288016" y="10708"/>
                </a:lnTo>
                <a:lnTo>
                  <a:pt x="2287656" y="11191"/>
                </a:lnTo>
                <a:lnTo>
                  <a:pt x="2287313" y="11683"/>
                </a:lnTo>
                <a:lnTo>
                  <a:pt x="2286987" y="12183"/>
                </a:lnTo>
                <a:lnTo>
                  <a:pt x="2286677" y="12692"/>
                </a:lnTo>
                <a:lnTo>
                  <a:pt x="2286383" y="13209"/>
                </a:lnTo>
                <a:lnTo>
                  <a:pt x="2286107" y="13734"/>
                </a:lnTo>
                <a:lnTo>
                  <a:pt x="2285846" y="14268"/>
                </a:lnTo>
                <a:lnTo>
                  <a:pt x="2285602" y="14811"/>
                </a:lnTo>
                <a:lnTo>
                  <a:pt x="2285372" y="15369"/>
                </a:lnTo>
                <a:lnTo>
                  <a:pt x="2285151" y="15951"/>
                </a:lnTo>
                <a:lnTo>
                  <a:pt x="2284940" y="16557"/>
                </a:lnTo>
                <a:lnTo>
                  <a:pt x="2284739" y="17186"/>
                </a:lnTo>
                <a:lnTo>
                  <a:pt x="2284547" y="17838"/>
                </a:lnTo>
                <a:lnTo>
                  <a:pt x="2284366" y="18514"/>
                </a:lnTo>
                <a:lnTo>
                  <a:pt x="2284194" y="19213"/>
                </a:lnTo>
                <a:lnTo>
                  <a:pt x="2284032" y="19936"/>
                </a:lnTo>
                <a:lnTo>
                  <a:pt x="2283880" y="20682"/>
                </a:lnTo>
                <a:lnTo>
                  <a:pt x="2283738" y="21452"/>
                </a:lnTo>
                <a:lnTo>
                  <a:pt x="2283605" y="22245"/>
                </a:lnTo>
                <a:lnTo>
                  <a:pt x="2283483" y="23062"/>
                </a:lnTo>
                <a:lnTo>
                  <a:pt x="2283370" y="23902"/>
                </a:lnTo>
                <a:lnTo>
                  <a:pt x="2283267" y="24765"/>
                </a:lnTo>
                <a:lnTo>
                  <a:pt x="2283173" y="25653"/>
                </a:lnTo>
                <a:lnTo>
                  <a:pt x="2283090" y="26563"/>
                </a:lnTo>
                <a:lnTo>
                  <a:pt x="2283016" y="27497"/>
                </a:lnTo>
                <a:lnTo>
                  <a:pt x="2282953" y="28455"/>
                </a:lnTo>
                <a:lnTo>
                  <a:pt x="2282899" y="29435"/>
                </a:lnTo>
                <a:lnTo>
                  <a:pt x="2282855" y="30440"/>
                </a:lnTo>
                <a:lnTo>
                  <a:pt x="2282820" y="31468"/>
                </a:lnTo>
                <a:lnTo>
                  <a:pt x="2282796" y="32519"/>
                </a:lnTo>
                <a:lnTo>
                  <a:pt x="2282781" y="33594"/>
                </a:lnTo>
                <a:lnTo>
                  <a:pt x="2282776" y="34692"/>
                </a:lnTo>
                <a:lnTo>
                  <a:pt x="2282776" y="42645"/>
                </a:lnTo>
                <a:lnTo>
                  <a:pt x="2267305" y="42645"/>
                </a:lnTo>
                <a:lnTo>
                  <a:pt x="2267305" y="64661"/>
                </a:lnTo>
                <a:lnTo>
                  <a:pt x="2282776" y="64661"/>
                </a:lnTo>
                <a:lnTo>
                  <a:pt x="2282776" y="147967"/>
                </a:lnTo>
                <a:lnTo>
                  <a:pt x="2310644" y="147967"/>
                </a:lnTo>
                <a:lnTo>
                  <a:pt x="2310644" y="64661"/>
                </a:lnTo>
                <a:lnTo>
                  <a:pt x="2331470" y="64661"/>
                </a:lnTo>
                <a:lnTo>
                  <a:pt x="2331470" y="42645"/>
                </a:lnTo>
                <a:close/>
                <a:moveTo>
                  <a:pt x="3159774" y="2579"/>
                </a:moveTo>
                <a:lnTo>
                  <a:pt x="3159774" y="147967"/>
                </a:lnTo>
                <a:lnTo>
                  <a:pt x="3187641" y="147967"/>
                </a:lnTo>
                <a:lnTo>
                  <a:pt x="3187641" y="2579"/>
                </a:lnTo>
                <a:lnTo>
                  <a:pt x="3159774" y="2579"/>
                </a:lnTo>
                <a:close/>
                <a:moveTo>
                  <a:pt x="3797731" y="86364"/>
                </a:moveTo>
                <a:lnTo>
                  <a:pt x="3797778" y="85414"/>
                </a:lnTo>
                <a:lnTo>
                  <a:pt x="3797835" y="84484"/>
                </a:lnTo>
                <a:lnTo>
                  <a:pt x="3797902" y="83571"/>
                </a:lnTo>
                <a:lnTo>
                  <a:pt x="3797979" y="82678"/>
                </a:lnTo>
                <a:lnTo>
                  <a:pt x="3798067" y="81803"/>
                </a:lnTo>
                <a:lnTo>
                  <a:pt x="3798165" y="80946"/>
                </a:lnTo>
                <a:lnTo>
                  <a:pt x="3798274" y="80109"/>
                </a:lnTo>
                <a:lnTo>
                  <a:pt x="3798393" y="79289"/>
                </a:lnTo>
                <a:lnTo>
                  <a:pt x="3798522" y="78489"/>
                </a:lnTo>
                <a:lnTo>
                  <a:pt x="3798661" y="77707"/>
                </a:lnTo>
                <a:lnTo>
                  <a:pt x="3798811" y="76943"/>
                </a:lnTo>
                <a:lnTo>
                  <a:pt x="3798971" y="76199"/>
                </a:lnTo>
                <a:lnTo>
                  <a:pt x="3799141" y="75472"/>
                </a:lnTo>
                <a:lnTo>
                  <a:pt x="3799322" y="74765"/>
                </a:lnTo>
                <a:lnTo>
                  <a:pt x="3799513" y="74076"/>
                </a:lnTo>
                <a:lnTo>
                  <a:pt x="3799715" y="73405"/>
                </a:lnTo>
                <a:lnTo>
                  <a:pt x="3799927" y="72753"/>
                </a:lnTo>
                <a:lnTo>
                  <a:pt x="3800149" y="72120"/>
                </a:lnTo>
                <a:lnTo>
                  <a:pt x="3800381" y="71505"/>
                </a:lnTo>
                <a:lnTo>
                  <a:pt x="3800624" y="70909"/>
                </a:lnTo>
                <a:lnTo>
                  <a:pt x="3800879" y="70328"/>
                </a:lnTo>
                <a:lnTo>
                  <a:pt x="3801148" y="69756"/>
                </a:lnTo>
                <a:lnTo>
                  <a:pt x="3801430" y="69195"/>
                </a:lnTo>
                <a:lnTo>
                  <a:pt x="3801727" y="68643"/>
                </a:lnTo>
                <a:lnTo>
                  <a:pt x="3802038" y="68102"/>
                </a:lnTo>
                <a:lnTo>
                  <a:pt x="3802363" y="67571"/>
                </a:lnTo>
                <a:lnTo>
                  <a:pt x="3802701" y="67051"/>
                </a:lnTo>
                <a:lnTo>
                  <a:pt x="3803054" y="66540"/>
                </a:lnTo>
                <a:lnTo>
                  <a:pt x="3803420" y="66040"/>
                </a:lnTo>
                <a:lnTo>
                  <a:pt x="3803801" y="65549"/>
                </a:lnTo>
                <a:lnTo>
                  <a:pt x="3804195" y="65069"/>
                </a:lnTo>
                <a:lnTo>
                  <a:pt x="3804603" y="64599"/>
                </a:lnTo>
                <a:lnTo>
                  <a:pt x="3805026" y="64140"/>
                </a:lnTo>
                <a:lnTo>
                  <a:pt x="3805462" y="63690"/>
                </a:lnTo>
                <a:lnTo>
                  <a:pt x="3805912" y="63250"/>
                </a:lnTo>
                <a:lnTo>
                  <a:pt x="3806376" y="62821"/>
                </a:lnTo>
                <a:lnTo>
                  <a:pt x="3806854" y="62402"/>
                </a:lnTo>
                <a:lnTo>
                  <a:pt x="3807346" y="61993"/>
                </a:lnTo>
                <a:lnTo>
                  <a:pt x="3807852" y="61594"/>
                </a:lnTo>
                <a:lnTo>
                  <a:pt x="3808372" y="61205"/>
                </a:lnTo>
                <a:lnTo>
                  <a:pt x="3808906" y="60827"/>
                </a:lnTo>
                <a:lnTo>
                  <a:pt x="3809453" y="60458"/>
                </a:lnTo>
                <a:lnTo>
                  <a:pt x="3810015" y="60100"/>
                </a:lnTo>
                <a:lnTo>
                  <a:pt x="3810591" y="59752"/>
                </a:lnTo>
                <a:lnTo>
                  <a:pt x="3811175" y="59416"/>
                </a:lnTo>
                <a:lnTo>
                  <a:pt x="3811763" y="59095"/>
                </a:lnTo>
                <a:lnTo>
                  <a:pt x="3812354" y="58788"/>
                </a:lnTo>
                <a:lnTo>
                  <a:pt x="3812948" y="58495"/>
                </a:lnTo>
                <a:lnTo>
                  <a:pt x="3813545" y="58216"/>
                </a:lnTo>
                <a:lnTo>
                  <a:pt x="3814146" y="57952"/>
                </a:lnTo>
                <a:lnTo>
                  <a:pt x="3814750" y="57701"/>
                </a:lnTo>
                <a:lnTo>
                  <a:pt x="3815357" y="57466"/>
                </a:lnTo>
                <a:lnTo>
                  <a:pt x="3815967" y="57244"/>
                </a:lnTo>
                <a:lnTo>
                  <a:pt x="3816581" y="57037"/>
                </a:lnTo>
                <a:lnTo>
                  <a:pt x="3817198" y="56844"/>
                </a:lnTo>
                <a:lnTo>
                  <a:pt x="3817818" y="56665"/>
                </a:lnTo>
                <a:lnTo>
                  <a:pt x="3818442" y="56501"/>
                </a:lnTo>
                <a:lnTo>
                  <a:pt x="3819069" y="56351"/>
                </a:lnTo>
                <a:lnTo>
                  <a:pt x="3819699" y="56215"/>
                </a:lnTo>
                <a:lnTo>
                  <a:pt x="3820332" y="56094"/>
                </a:lnTo>
                <a:lnTo>
                  <a:pt x="3820969" y="55987"/>
                </a:lnTo>
                <a:lnTo>
                  <a:pt x="3821608" y="55894"/>
                </a:lnTo>
                <a:lnTo>
                  <a:pt x="3822252" y="55815"/>
                </a:lnTo>
                <a:lnTo>
                  <a:pt x="3822898" y="55751"/>
                </a:lnTo>
                <a:lnTo>
                  <a:pt x="3823548" y="55701"/>
                </a:lnTo>
                <a:lnTo>
                  <a:pt x="3824201" y="55665"/>
                </a:lnTo>
                <a:lnTo>
                  <a:pt x="3824857" y="55644"/>
                </a:lnTo>
                <a:lnTo>
                  <a:pt x="3825517" y="55636"/>
                </a:lnTo>
                <a:lnTo>
                  <a:pt x="3826392" y="55647"/>
                </a:lnTo>
                <a:lnTo>
                  <a:pt x="3827252" y="55679"/>
                </a:lnTo>
                <a:lnTo>
                  <a:pt x="3828094" y="55732"/>
                </a:lnTo>
                <a:lnTo>
                  <a:pt x="3828920" y="55806"/>
                </a:lnTo>
                <a:lnTo>
                  <a:pt x="3829729" y="55901"/>
                </a:lnTo>
                <a:lnTo>
                  <a:pt x="3830522" y="56018"/>
                </a:lnTo>
                <a:lnTo>
                  <a:pt x="3831297" y="56155"/>
                </a:lnTo>
                <a:lnTo>
                  <a:pt x="3832057" y="56314"/>
                </a:lnTo>
                <a:lnTo>
                  <a:pt x="3832799" y="56494"/>
                </a:lnTo>
                <a:lnTo>
                  <a:pt x="3833524" y="56695"/>
                </a:lnTo>
                <a:lnTo>
                  <a:pt x="3834233" y="56918"/>
                </a:lnTo>
                <a:lnTo>
                  <a:pt x="3834926" y="57161"/>
                </a:lnTo>
                <a:lnTo>
                  <a:pt x="3835601" y="57426"/>
                </a:lnTo>
                <a:lnTo>
                  <a:pt x="3836260" y="57712"/>
                </a:lnTo>
                <a:lnTo>
                  <a:pt x="3836902" y="58019"/>
                </a:lnTo>
                <a:lnTo>
                  <a:pt x="3837528" y="58347"/>
                </a:lnTo>
                <a:lnTo>
                  <a:pt x="3838136" y="58697"/>
                </a:lnTo>
                <a:lnTo>
                  <a:pt x="3838728" y="59067"/>
                </a:lnTo>
                <a:lnTo>
                  <a:pt x="3839304" y="59459"/>
                </a:lnTo>
                <a:lnTo>
                  <a:pt x="3839862" y="59872"/>
                </a:lnTo>
                <a:lnTo>
                  <a:pt x="3840404" y="60306"/>
                </a:lnTo>
                <a:lnTo>
                  <a:pt x="3840929" y="60762"/>
                </a:lnTo>
                <a:lnTo>
                  <a:pt x="3841438" y="61238"/>
                </a:lnTo>
                <a:lnTo>
                  <a:pt x="3841930" y="61736"/>
                </a:lnTo>
                <a:lnTo>
                  <a:pt x="3842403" y="62257"/>
                </a:lnTo>
                <a:lnTo>
                  <a:pt x="3842856" y="62803"/>
                </a:lnTo>
                <a:lnTo>
                  <a:pt x="3843290" y="63374"/>
                </a:lnTo>
                <a:lnTo>
                  <a:pt x="3843703" y="63971"/>
                </a:lnTo>
                <a:lnTo>
                  <a:pt x="3844095" y="64593"/>
                </a:lnTo>
                <a:lnTo>
                  <a:pt x="3844468" y="65241"/>
                </a:lnTo>
                <a:lnTo>
                  <a:pt x="3844821" y="65914"/>
                </a:lnTo>
                <a:lnTo>
                  <a:pt x="3845153" y="66612"/>
                </a:lnTo>
                <a:lnTo>
                  <a:pt x="3845465" y="67335"/>
                </a:lnTo>
                <a:lnTo>
                  <a:pt x="3845757" y="68084"/>
                </a:lnTo>
                <a:lnTo>
                  <a:pt x="3846029" y="68858"/>
                </a:lnTo>
                <a:lnTo>
                  <a:pt x="3846281" y="69657"/>
                </a:lnTo>
                <a:lnTo>
                  <a:pt x="3846513" y="70482"/>
                </a:lnTo>
                <a:lnTo>
                  <a:pt x="3846724" y="71332"/>
                </a:lnTo>
                <a:lnTo>
                  <a:pt x="3846916" y="72207"/>
                </a:lnTo>
                <a:lnTo>
                  <a:pt x="3847087" y="73108"/>
                </a:lnTo>
                <a:lnTo>
                  <a:pt x="3847238" y="74033"/>
                </a:lnTo>
                <a:lnTo>
                  <a:pt x="3847369" y="74985"/>
                </a:lnTo>
                <a:lnTo>
                  <a:pt x="3847480" y="75961"/>
                </a:lnTo>
                <a:lnTo>
                  <a:pt x="3847570" y="76963"/>
                </a:lnTo>
                <a:lnTo>
                  <a:pt x="3847641" y="77990"/>
                </a:lnTo>
                <a:lnTo>
                  <a:pt x="3847691" y="79043"/>
                </a:lnTo>
                <a:lnTo>
                  <a:pt x="3847721" y="80120"/>
                </a:lnTo>
                <a:lnTo>
                  <a:pt x="3847731" y="81223"/>
                </a:lnTo>
                <a:lnTo>
                  <a:pt x="3847731" y="147967"/>
                </a:lnTo>
                <a:lnTo>
                  <a:pt x="3865583" y="147967"/>
                </a:lnTo>
                <a:lnTo>
                  <a:pt x="3865583" y="81223"/>
                </a:lnTo>
                <a:lnTo>
                  <a:pt x="3865576" y="79947"/>
                </a:lnTo>
                <a:lnTo>
                  <a:pt x="3865557" y="78696"/>
                </a:lnTo>
                <a:lnTo>
                  <a:pt x="3865525" y="77470"/>
                </a:lnTo>
                <a:lnTo>
                  <a:pt x="3865479" y="76270"/>
                </a:lnTo>
                <a:lnTo>
                  <a:pt x="3865421" y="75096"/>
                </a:lnTo>
                <a:lnTo>
                  <a:pt x="3865350" y="73946"/>
                </a:lnTo>
                <a:lnTo>
                  <a:pt x="3865266" y="72823"/>
                </a:lnTo>
                <a:lnTo>
                  <a:pt x="3865170" y="71725"/>
                </a:lnTo>
                <a:lnTo>
                  <a:pt x="3865060" y="70652"/>
                </a:lnTo>
                <a:lnTo>
                  <a:pt x="3864937" y="69605"/>
                </a:lnTo>
                <a:lnTo>
                  <a:pt x="3864802" y="68583"/>
                </a:lnTo>
                <a:lnTo>
                  <a:pt x="3864653" y="67587"/>
                </a:lnTo>
                <a:lnTo>
                  <a:pt x="3864492" y="66616"/>
                </a:lnTo>
                <a:lnTo>
                  <a:pt x="3864317" y="65671"/>
                </a:lnTo>
                <a:lnTo>
                  <a:pt x="3864130" y="64751"/>
                </a:lnTo>
                <a:lnTo>
                  <a:pt x="3863930" y="63857"/>
                </a:lnTo>
                <a:lnTo>
                  <a:pt x="3863717" y="62988"/>
                </a:lnTo>
                <a:lnTo>
                  <a:pt x="3863491" y="62145"/>
                </a:lnTo>
                <a:lnTo>
                  <a:pt x="3863252" y="61327"/>
                </a:lnTo>
                <a:lnTo>
                  <a:pt x="3863000" y="60535"/>
                </a:lnTo>
                <a:lnTo>
                  <a:pt x="3862735" y="59768"/>
                </a:lnTo>
                <a:lnTo>
                  <a:pt x="3862458" y="59026"/>
                </a:lnTo>
                <a:lnTo>
                  <a:pt x="3862167" y="58310"/>
                </a:lnTo>
                <a:lnTo>
                  <a:pt x="3861864" y="57620"/>
                </a:lnTo>
                <a:lnTo>
                  <a:pt x="3861545" y="56948"/>
                </a:lnTo>
                <a:lnTo>
                  <a:pt x="3861210" y="56289"/>
                </a:lnTo>
                <a:lnTo>
                  <a:pt x="3860857" y="55642"/>
                </a:lnTo>
                <a:lnTo>
                  <a:pt x="3860488" y="55007"/>
                </a:lnTo>
                <a:lnTo>
                  <a:pt x="3860101" y="54384"/>
                </a:lnTo>
                <a:lnTo>
                  <a:pt x="3859697" y="53774"/>
                </a:lnTo>
                <a:lnTo>
                  <a:pt x="3859277" y="53176"/>
                </a:lnTo>
                <a:lnTo>
                  <a:pt x="3858839" y="52590"/>
                </a:lnTo>
                <a:lnTo>
                  <a:pt x="3858384" y="52016"/>
                </a:lnTo>
                <a:lnTo>
                  <a:pt x="3857912" y="51454"/>
                </a:lnTo>
                <a:lnTo>
                  <a:pt x="3857423" y="50905"/>
                </a:lnTo>
                <a:lnTo>
                  <a:pt x="3856917" y="50368"/>
                </a:lnTo>
                <a:lnTo>
                  <a:pt x="3856394" y="49843"/>
                </a:lnTo>
                <a:lnTo>
                  <a:pt x="3855854" y="49330"/>
                </a:lnTo>
                <a:lnTo>
                  <a:pt x="3855297" y="48830"/>
                </a:lnTo>
                <a:lnTo>
                  <a:pt x="3854723" y="48342"/>
                </a:lnTo>
                <a:lnTo>
                  <a:pt x="3854132" y="47866"/>
                </a:lnTo>
                <a:lnTo>
                  <a:pt x="3853524" y="47402"/>
                </a:lnTo>
                <a:lnTo>
                  <a:pt x="3852899" y="46950"/>
                </a:lnTo>
                <a:lnTo>
                  <a:pt x="3852256" y="46511"/>
                </a:lnTo>
                <a:lnTo>
                  <a:pt x="3851597" y="46084"/>
                </a:lnTo>
                <a:lnTo>
                  <a:pt x="3850921" y="45669"/>
                </a:lnTo>
                <a:lnTo>
                  <a:pt x="3850227" y="45267"/>
                </a:lnTo>
                <a:lnTo>
                  <a:pt x="3849517" y="44876"/>
                </a:lnTo>
                <a:lnTo>
                  <a:pt x="3848792" y="44500"/>
                </a:lnTo>
                <a:lnTo>
                  <a:pt x="3848057" y="44140"/>
                </a:lnTo>
                <a:lnTo>
                  <a:pt x="3847312" y="43795"/>
                </a:lnTo>
                <a:lnTo>
                  <a:pt x="3846555" y="43467"/>
                </a:lnTo>
                <a:lnTo>
                  <a:pt x="3845788" y="43155"/>
                </a:lnTo>
                <a:lnTo>
                  <a:pt x="3845010" y="42859"/>
                </a:lnTo>
                <a:lnTo>
                  <a:pt x="3844222" y="42578"/>
                </a:lnTo>
                <a:lnTo>
                  <a:pt x="3843423" y="42314"/>
                </a:lnTo>
                <a:lnTo>
                  <a:pt x="3842613" y="42066"/>
                </a:lnTo>
                <a:lnTo>
                  <a:pt x="3841793" y="41834"/>
                </a:lnTo>
                <a:lnTo>
                  <a:pt x="3840962" y="41618"/>
                </a:lnTo>
                <a:lnTo>
                  <a:pt x="3840120" y="41417"/>
                </a:lnTo>
                <a:lnTo>
                  <a:pt x="3839267" y="41233"/>
                </a:lnTo>
                <a:lnTo>
                  <a:pt x="3838404" y="41065"/>
                </a:lnTo>
                <a:lnTo>
                  <a:pt x="3837531" y="40913"/>
                </a:lnTo>
                <a:lnTo>
                  <a:pt x="3836646" y="40777"/>
                </a:lnTo>
                <a:lnTo>
                  <a:pt x="3835751" y="40657"/>
                </a:lnTo>
                <a:lnTo>
                  <a:pt x="3834845" y="40553"/>
                </a:lnTo>
                <a:lnTo>
                  <a:pt x="3833929" y="40465"/>
                </a:lnTo>
                <a:lnTo>
                  <a:pt x="3833001" y="40393"/>
                </a:lnTo>
                <a:lnTo>
                  <a:pt x="3832064" y="40337"/>
                </a:lnTo>
                <a:lnTo>
                  <a:pt x="3831115" y="40297"/>
                </a:lnTo>
                <a:lnTo>
                  <a:pt x="3830156" y="40273"/>
                </a:lnTo>
                <a:lnTo>
                  <a:pt x="3829186" y="40265"/>
                </a:lnTo>
                <a:lnTo>
                  <a:pt x="3827611" y="40290"/>
                </a:lnTo>
                <a:lnTo>
                  <a:pt x="3826058" y="40365"/>
                </a:lnTo>
                <a:lnTo>
                  <a:pt x="3824528" y="40491"/>
                </a:lnTo>
                <a:lnTo>
                  <a:pt x="3823021" y="40667"/>
                </a:lnTo>
                <a:lnTo>
                  <a:pt x="3821536" y="40893"/>
                </a:lnTo>
                <a:lnTo>
                  <a:pt x="3820074" y="41170"/>
                </a:lnTo>
                <a:lnTo>
                  <a:pt x="3818635" y="41496"/>
                </a:lnTo>
                <a:lnTo>
                  <a:pt x="3817219" y="41873"/>
                </a:lnTo>
                <a:lnTo>
                  <a:pt x="3815825" y="42301"/>
                </a:lnTo>
                <a:lnTo>
                  <a:pt x="3814455" y="42778"/>
                </a:lnTo>
                <a:lnTo>
                  <a:pt x="3813106" y="43306"/>
                </a:lnTo>
                <a:lnTo>
                  <a:pt x="3811781" y="43884"/>
                </a:lnTo>
                <a:lnTo>
                  <a:pt x="3810478" y="44513"/>
                </a:lnTo>
                <a:lnTo>
                  <a:pt x="3809198" y="45192"/>
                </a:lnTo>
                <a:lnTo>
                  <a:pt x="3807941" y="45921"/>
                </a:lnTo>
                <a:lnTo>
                  <a:pt x="3806707" y="46700"/>
                </a:lnTo>
                <a:lnTo>
                  <a:pt x="3805495" y="47529"/>
                </a:lnTo>
                <a:lnTo>
                  <a:pt x="3804306" y="48409"/>
                </a:lnTo>
                <a:lnTo>
                  <a:pt x="3803139" y="49339"/>
                </a:lnTo>
                <a:lnTo>
                  <a:pt x="3801996" y="50320"/>
                </a:lnTo>
                <a:lnTo>
                  <a:pt x="3800875" y="51350"/>
                </a:lnTo>
                <a:lnTo>
                  <a:pt x="3799777" y="52431"/>
                </a:lnTo>
                <a:lnTo>
                  <a:pt x="3798701" y="53562"/>
                </a:lnTo>
                <a:lnTo>
                  <a:pt x="3797649" y="54744"/>
                </a:lnTo>
                <a:lnTo>
                  <a:pt x="3797649" y="2579"/>
                </a:lnTo>
                <a:lnTo>
                  <a:pt x="3779797" y="2579"/>
                </a:lnTo>
                <a:lnTo>
                  <a:pt x="3779797" y="147967"/>
                </a:lnTo>
                <a:lnTo>
                  <a:pt x="3797649" y="147967"/>
                </a:lnTo>
                <a:lnTo>
                  <a:pt x="3797649" y="90347"/>
                </a:lnTo>
                <a:lnTo>
                  <a:pt x="3797654" y="89324"/>
                </a:lnTo>
                <a:lnTo>
                  <a:pt x="3797669" y="88318"/>
                </a:lnTo>
                <a:lnTo>
                  <a:pt x="3797695" y="87332"/>
                </a:lnTo>
                <a:lnTo>
                  <a:pt x="3797731" y="86364"/>
                </a:lnTo>
                <a:close/>
                <a:moveTo>
                  <a:pt x="2796442" y="51502"/>
                </a:moveTo>
                <a:lnTo>
                  <a:pt x="2795310" y="50457"/>
                </a:lnTo>
                <a:lnTo>
                  <a:pt x="2794161" y="49464"/>
                </a:lnTo>
                <a:lnTo>
                  <a:pt x="2792996" y="48521"/>
                </a:lnTo>
                <a:lnTo>
                  <a:pt x="2791814" y="47629"/>
                </a:lnTo>
                <a:lnTo>
                  <a:pt x="2790616" y="46788"/>
                </a:lnTo>
                <a:lnTo>
                  <a:pt x="2789401" y="45998"/>
                </a:lnTo>
                <a:lnTo>
                  <a:pt x="2788170" y="45259"/>
                </a:lnTo>
                <a:lnTo>
                  <a:pt x="2786922" y="44571"/>
                </a:lnTo>
                <a:lnTo>
                  <a:pt x="2785657" y="43934"/>
                </a:lnTo>
                <a:lnTo>
                  <a:pt x="2784376" y="43348"/>
                </a:lnTo>
                <a:lnTo>
                  <a:pt x="2783079" y="42813"/>
                </a:lnTo>
                <a:lnTo>
                  <a:pt x="2781765" y="42329"/>
                </a:lnTo>
                <a:lnTo>
                  <a:pt x="2780434" y="41895"/>
                </a:lnTo>
                <a:lnTo>
                  <a:pt x="2779087" y="41513"/>
                </a:lnTo>
                <a:lnTo>
                  <a:pt x="2777723" y="41182"/>
                </a:lnTo>
                <a:lnTo>
                  <a:pt x="2776343" y="40902"/>
                </a:lnTo>
                <a:lnTo>
                  <a:pt x="2774947" y="40672"/>
                </a:lnTo>
                <a:lnTo>
                  <a:pt x="2773533" y="40494"/>
                </a:lnTo>
                <a:lnTo>
                  <a:pt x="2772104" y="40366"/>
                </a:lnTo>
                <a:lnTo>
                  <a:pt x="2770657" y="40290"/>
                </a:lnTo>
                <a:lnTo>
                  <a:pt x="2769194" y="40265"/>
                </a:lnTo>
                <a:lnTo>
                  <a:pt x="2767603" y="40289"/>
                </a:lnTo>
                <a:lnTo>
                  <a:pt x="2766034" y="40361"/>
                </a:lnTo>
                <a:lnTo>
                  <a:pt x="2764488" y="40482"/>
                </a:lnTo>
                <a:lnTo>
                  <a:pt x="2762966" y="40652"/>
                </a:lnTo>
                <a:lnTo>
                  <a:pt x="2761466" y="40869"/>
                </a:lnTo>
                <a:lnTo>
                  <a:pt x="2759990" y="41135"/>
                </a:lnTo>
                <a:lnTo>
                  <a:pt x="2758537" y="41450"/>
                </a:lnTo>
                <a:lnTo>
                  <a:pt x="2757106" y="41813"/>
                </a:lnTo>
                <a:lnTo>
                  <a:pt x="2755699" y="42224"/>
                </a:lnTo>
                <a:lnTo>
                  <a:pt x="2754315" y="42684"/>
                </a:lnTo>
                <a:lnTo>
                  <a:pt x="2752954" y="43192"/>
                </a:lnTo>
                <a:lnTo>
                  <a:pt x="2751616" y="43748"/>
                </a:lnTo>
                <a:lnTo>
                  <a:pt x="2750301" y="44353"/>
                </a:lnTo>
                <a:lnTo>
                  <a:pt x="2749009" y="45006"/>
                </a:lnTo>
                <a:lnTo>
                  <a:pt x="2747740" y="45707"/>
                </a:lnTo>
                <a:lnTo>
                  <a:pt x="2746495" y="46457"/>
                </a:lnTo>
                <a:lnTo>
                  <a:pt x="2745272" y="47256"/>
                </a:lnTo>
                <a:lnTo>
                  <a:pt x="2744073" y="48102"/>
                </a:lnTo>
                <a:lnTo>
                  <a:pt x="2742896" y="48997"/>
                </a:lnTo>
                <a:lnTo>
                  <a:pt x="2741743" y="49941"/>
                </a:lnTo>
                <a:lnTo>
                  <a:pt x="2740612" y="50933"/>
                </a:lnTo>
                <a:lnTo>
                  <a:pt x="2739505" y="51973"/>
                </a:lnTo>
                <a:lnTo>
                  <a:pt x="2738421" y="53062"/>
                </a:lnTo>
                <a:lnTo>
                  <a:pt x="2737360" y="54198"/>
                </a:lnTo>
                <a:lnTo>
                  <a:pt x="2736332" y="55382"/>
                </a:lnTo>
                <a:lnTo>
                  <a:pt x="2735348" y="56610"/>
                </a:lnTo>
                <a:lnTo>
                  <a:pt x="2734408" y="57883"/>
                </a:lnTo>
                <a:lnTo>
                  <a:pt x="2733511" y="59200"/>
                </a:lnTo>
                <a:lnTo>
                  <a:pt x="2732658" y="60562"/>
                </a:lnTo>
                <a:lnTo>
                  <a:pt x="2731849" y="61968"/>
                </a:lnTo>
                <a:lnTo>
                  <a:pt x="2731084" y="63419"/>
                </a:lnTo>
                <a:lnTo>
                  <a:pt x="2730362" y="64915"/>
                </a:lnTo>
                <a:lnTo>
                  <a:pt x="2729685" y="66455"/>
                </a:lnTo>
                <a:lnTo>
                  <a:pt x="2729050" y="68040"/>
                </a:lnTo>
                <a:lnTo>
                  <a:pt x="2728460" y="69669"/>
                </a:lnTo>
                <a:lnTo>
                  <a:pt x="2727913" y="71343"/>
                </a:lnTo>
                <a:lnTo>
                  <a:pt x="2727410" y="73062"/>
                </a:lnTo>
                <a:lnTo>
                  <a:pt x="2726951" y="74825"/>
                </a:lnTo>
                <a:lnTo>
                  <a:pt x="2726536" y="76633"/>
                </a:lnTo>
                <a:lnTo>
                  <a:pt x="2726164" y="78485"/>
                </a:lnTo>
                <a:lnTo>
                  <a:pt x="2725836" y="80382"/>
                </a:lnTo>
                <a:lnTo>
                  <a:pt x="2725552" y="82324"/>
                </a:lnTo>
                <a:lnTo>
                  <a:pt x="2725311" y="84310"/>
                </a:lnTo>
                <a:lnTo>
                  <a:pt x="2725114" y="86340"/>
                </a:lnTo>
                <a:lnTo>
                  <a:pt x="2724961" y="88416"/>
                </a:lnTo>
                <a:lnTo>
                  <a:pt x="2724852" y="90536"/>
                </a:lnTo>
                <a:lnTo>
                  <a:pt x="2724786" y="92700"/>
                </a:lnTo>
                <a:lnTo>
                  <a:pt x="2724765" y="94909"/>
                </a:lnTo>
                <a:lnTo>
                  <a:pt x="2724787" y="97071"/>
                </a:lnTo>
                <a:lnTo>
                  <a:pt x="2724854" y="99193"/>
                </a:lnTo>
                <a:lnTo>
                  <a:pt x="2724967" y="101274"/>
                </a:lnTo>
                <a:lnTo>
                  <a:pt x="2725124" y="103316"/>
                </a:lnTo>
                <a:lnTo>
                  <a:pt x="2725326" y="105317"/>
                </a:lnTo>
                <a:lnTo>
                  <a:pt x="2725573" y="107278"/>
                </a:lnTo>
                <a:lnTo>
                  <a:pt x="2725866" y="109199"/>
                </a:lnTo>
                <a:lnTo>
                  <a:pt x="2726203" y="111080"/>
                </a:lnTo>
                <a:lnTo>
                  <a:pt x="2726585" y="112921"/>
                </a:lnTo>
                <a:lnTo>
                  <a:pt x="2727012" y="114722"/>
                </a:lnTo>
                <a:lnTo>
                  <a:pt x="2727483" y="116482"/>
                </a:lnTo>
                <a:lnTo>
                  <a:pt x="2728000" y="118203"/>
                </a:lnTo>
                <a:lnTo>
                  <a:pt x="2728562" y="119883"/>
                </a:lnTo>
                <a:lnTo>
                  <a:pt x="2729169" y="121523"/>
                </a:lnTo>
                <a:lnTo>
                  <a:pt x="2729820" y="123123"/>
                </a:lnTo>
                <a:lnTo>
                  <a:pt x="2730517" y="124684"/>
                </a:lnTo>
                <a:lnTo>
                  <a:pt x="2731258" y="126203"/>
                </a:lnTo>
                <a:lnTo>
                  <a:pt x="2732045" y="127683"/>
                </a:lnTo>
                <a:lnTo>
                  <a:pt x="2732876" y="129123"/>
                </a:lnTo>
                <a:lnTo>
                  <a:pt x="2733752" y="130522"/>
                </a:lnTo>
                <a:lnTo>
                  <a:pt x="2734673" y="131882"/>
                </a:lnTo>
                <a:lnTo>
                  <a:pt x="2735640" y="133201"/>
                </a:lnTo>
                <a:lnTo>
                  <a:pt x="2736651" y="134480"/>
                </a:lnTo>
                <a:lnTo>
                  <a:pt x="2737707" y="135719"/>
                </a:lnTo>
                <a:lnTo>
                  <a:pt x="2738794" y="136913"/>
                </a:lnTo>
                <a:lnTo>
                  <a:pt x="2739900" y="138056"/>
                </a:lnTo>
                <a:lnTo>
                  <a:pt x="2741024" y="139148"/>
                </a:lnTo>
                <a:lnTo>
                  <a:pt x="2742165" y="140189"/>
                </a:lnTo>
                <a:lnTo>
                  <a:pt x="2743325" y="141180"/>
                </a:lnTo>
                <a:lnTo>
                  <a:pt x="2744503" y="142119"/>
                </a:lnTo>
                <a:lnTo>
                  <a:pt x="2745699" y="143008"/>
                </a:lnTo>
                <a:lnTo>
                  <a:pt x="2746913" y="143846"/>
                </a:lnTo>
                <a:lnTo>
                  <a:pt x="2748146" y="144633"/>
                </a:lnTo>
                <a:lnTo>
                  <a:pt x="2749396" y="145370"/>
                </a:lnTo>
                <a:lnTo>
                  <a:pt x="2750664" y="146056"/>
                </a:lnTo>
                <a:lnTo>
                  <a:pt x="2751951" y="146690"/>
                </a:lnTo>
                <a:lnTo>
                  <a:pt x="2753255" y="147275"/>
                </a:lnTo>
                <a:lnTo>
                  <a:pt x="2754578" y="147808"/>
                </a:lnTo>
                <a:lnTo>
                  <a:pt x="2755918" y="148290"/>
                </a:lnTo>
                <a:lnTo>
                  <a:pt x="2757277" y="148722"/>
                </a:lnTo>
                <a:lnTo>
                  <a:pt x="2758654" y="149103"/>
                </a:lnTo>
                <a:lnTo>
                  <a:pt x="2760049" y="149433"/>
                </a:lnTo>
                <a:lnTo>
                  <a:pt x="2761462" y="149713"/>
                </a:lnTo>
                <a:lnTo>
                  <a:pt x="2762893" y="149941"/>
                </a:lnTo>
                <a:lnTo>
                  <a:pt x="2764342" y="150119"/>
                </a:lnTo>
                <a:lnTo>
                  <a:pt x="2765809" y="150246"/>
                </a:lnTo>
                <a:lnTo>
                  <a:pt x="2767294" y="150322"/>
                </a:lnTo>
                <a:lnTo>
                  <a:pt x="2768798" y="150347"/>
                </a:lnTo>
                <a:lnTo>
                  <a:pt x="2769541" y="150340"/>
                </a:lnTo>
                <a:lnTo>
                  <a:pt x="2770284" y="150317"/>
                </a:lnTo>
                <a:lnTo>
                  <a:pt x="2771027" y="150279"/>
                </a:lnTo>
                <a:lnTo>
                  <a:pt x="2771769" y="150225"/>
                </a:lnTo>
                <a:lnTo>
                  <a:pt x="2772510" y="150156"/>
                </a:lnTo>
                <a:lnTo>
                  <a:pt x="2773251" y="150072"/>
                </a:lnTo>
                <a:lnTo>
                  <a:pt x="2773992" y="149972"/>
                </a:lnTo>
                <a:lnTo>
                  <a:pt x="2774732" y="149857"/>
                </a:lnTo>
                <a:lnTo>
                  <a:pt x="2775471" y="149727"/>
                </a:lnTo>
                <a:lnTo>
                  <a:pt x="2776210" y="149581"/>
                </a:lnTo>
                <a:lnTo>
                  <a:pt x="2776948" y="149420"/>
                </a:lnTo>
                <a:lnTo>
                  <a:pt x="2777686" y="149244"/>
                </a:lnTo>
                <a:lnTo>
                  <a:pt x="2778424" y="149053"/>
                </a:lnTo>
                <a:lnTo>
                  <a:pt x="2779160" y="148846"/>
                </a:lnTo>
                <a:lnTo>
                  <a:pt x="2779897" y="148624"/>
                </a:lnTo>
                <a:lnTo>
                  <a:pt x="2780633" y="148386"/>
                </a:lnTo>
                <a:lnTo>
                  <a:pt x="2781368" y="148133"/>
                </a:lnTo>
                <a:lnTo>
                  <a:pt x="2782103" y="147865"/>
                </a:lnTo>
                <a:lnTo>
                  <a:pt x="2782837" y="147582"/>
                </a:lnTo>
                <a:lnTo>
                  <a:pt x="2783571" y="147283"/>
                </a:lnTo>
                <a:lnTo>
                  <a:pt x="2784304" y="146969"/>
                </a:lnTo>
                <a:lnTo>
                  <a:pt x="2785036" y="146639"/>
                </a:lnTo>
                <a:lnTo>
                  <a:pt x="2785769" y="146294"/>
                </a:lnTo>
                <a:lnTo>
                  <a:pt x="2786500" y="145934"/>
                </a:lnTo>
                <a:lnTo>
                  <a:pt x="2787228" y="145558"/>
                </a:lnTo>
                <a:lnTo>
                  <a:pt x="2787947" y="145167"/>
                </a:lnTo>
                <a:lnTo>
                  <a:pt x="2788658" y="144759"/>
                </a:lnTo>
                <a:lnTo>
                  <a:pt x="2789361" y="144335"/>
                </a:lnTo>
                <a:lnTo>
                  <a:pt x="2790056" y="143895"/>
                </a:lnTo>
                <a:lnTo>
                  <a:pt x="2790743" y="143439"/>
                </a:lnTo>
                <a:lnTo>
                  <a:pt x="2791422" y="142968"/>
                </a:lnTo>
                <a:lnTo>
                  <a:pt x="2792093" y="142480"/>
                </a:lnTo>
                <a:lnTo>
                  <a:pt x="2792755" y="141976"/>
                </a:lnTo>
                <a:lnTo>
                  <a:pt x="2793410" y="141456"/>
                </a:lnTo>
                <a:lnTo>
                  <a:pt x="2794056" y="140920"/>
                </a:lnTo>
                <a:lnTo>
                  <a:pt x="2794695" y="140368"/>
                </a:lnTo>
                <a:lnTo>
                  <a:pt x="2795325" y="139800"/>
                </a:lnTo>
                <a:lnTo>
                  <a:pt x="2795947" y="139216"/>
                </a:lnTo>
                <a:lnTo>
                  <a:pt x="2796561" y="138616"/>
                </a:lnTo>
                <a:lnTo>
                  <a:pt x="2797167" y="138000"/>
                </a:lnTo>
                <a:lnTo>
                  <a:pt x="2797765" y="137368"/>
                </a:lnTo>
                <a:lnTo>
                  <a:pt x="2798355" y="136720"/>
                </a:lnTo>
                <a:lnTo>
                  <a:pt x="2798936" y="136056"/>
                </a:lnTo>
                <a:lnTo>
                  <a:pt x="2799510" y="135376"/>
                </a:lnTo>
                <a:lnTo>
                  <a:pt x="2800075" y="134680"/>
                </a:lnTo>
                <a:lnTo>
                  <a:pt x="2800633" y="133968"/>
                </a:lnTo>
                <a:lnTo>
                  <a:pt x="2801182" y="133240"/>
                </a:lnTo>
                <a:lnTo>
                  <a:pt x="2801723" y="132496"/>
                </a:lnTo>
                <a:lnTo>
                  <a:pt x="2801723" y="147967"/>
                </a:lnTo>
                <a:lnTo>
                  <a:pt x="2827608" y="147967"/>
                </a:lnTo>
                <a:lnTo>
                  <a:pt x="2827608" y="2579"/>
                </a:lnTo>
                <a:lnTo>
                  <a:pt x="2799740" y="2579"/>
                </a:lnTo>
                <a:lnTo>
                  <a:pt x="2799740" y="54942"/>
                </a:lnTo>
                <a:lnTo>
                  <a:pt x="2798657" y="53745"/>
                </a:lnTo>
                <a:lnTo>
                  <a:pt x="2797558" y="52598"/>
                </a:lnTo>
                <a:lnTo>
                  <a:pt x="2796442" y="51502"/>
                </a:lnTo>
                <a:close/>
                <a:moveTo>
                  <a:pt x="2753646" y="85740"/>
                </a:moveTo>
                <a:lnTo>
                  <a:pt x="2753797" y="84611"/>
                </a:lnTo>
                <a:lnTo>
                  <a:pt x="2753971" y="83510"/>
                </a:lnTo>
                <a:lnTo>
                  <a:pt x="2754169" y="82435"/>
                </a:lnTo>
                <a:lnTo>
                  <a:pt x="2754390" y="81388"/>
                </a:lnTo>
                <a:lnTo>
                  <a:pt x="2754634" y="80367"/>
                </a:lnTo>
                <a:lnTo>
                  <a:pt x="2754901" y="79374"/>
                </a:lnTo>
                <a:lnTo>
                  <a:pt x="2755192" y="78407"/>
                </a:lnTo>
                <a:lnTo>
                  <a:pt x="2755505" y="77468"/>
                </a:lnTo>
                <a:lnTo>
                  <a:pt x="2755842" y="76555"/>
                </a:lnTo>
                <a:lnTo>
                  <a:pt x="2756203" y="75670"/>
                </a:lnTo>
                <a:lnTo>
                  <a:pt x="2756586" y="74811"/>
                </a:lnTo>
                <a:lnTo>
                  <a:pt x="2756993" y="73980"/>
                </a:lnTo>
                <a:lnTo>
                  <a:pt x="2757423" y="73175"/>
                </a:lnTo>
                <a:lnTo>
                  <a:pt x="2757876" y="72398"/>
                </a:lnTo>
                <a:lnTo>
                  <a:pt x="2758353" y="71647"/>
                </a:lnTo>
                <a:lnTo>
                  <a:pt x="2758853" y="70924"/>
                </a:lnTo>
                <a:lnTo>
                  <a:pt x="2759375" y="70228"/>
                </a:lnTo>
                <a:lnTo>
                  <a:pt x="2759922" y="69558"/>
                </a:lnTo>
                <a:lnTo>
                  <a:pt x="2760485" y="68916"/>
                </a:lnTo>
                <a:lnTo>
                  <a:pt x="2761060" y="68301"/>
                </a:lnTo>
                <a:lnTo>
                  <a:pt x="2761646" y="67713"/>
                </a:lnTo>
                <a:lnTo>
                  <a:pt x="2762243" y="67153"/>
                </a:lnTo>
                <a:lnTo>
                  <a:pt x="2762851" y="66620"/>
                </a:lnTo>
                <a:lnTo>
                  <a:pt x="2763470" y="66114"/>
                </a:lnTo>
                <a:lnTo>
                  <a:pt x="2764101" y="65636"/>
                </a:lnTo>
                <a:lnTo>
                  <a:pt x="2764743" y="65185"/>
                </a:lnTo>
                <a:lnTo>
                  <a:pt x="2765396" y="64761"/>
                </a:lnTo>
                <a:lnTo>
                  <a:pt x="2766060" y="64365"/>
                </a:lnTo>
                <a:lnTo>
                  <a:pt x="2766735" y="63996"/>
                </a:lnTo>
                <a:lnTo>
                  <a:pt x="2767422" y="63654"/>
                </a:lnTo>
                <a:lnTo>
                  <a:pt x="2768119" y="63340"/>
                </a:lnTo>
                <a:lnTo>
                  <a:pt x="2768828" y="63053"/>
                </a:lnTo>
                <a:lnTo>
                  <a:pt x="2769549" y="62793"/>
                </a:lnTo>
                <a:lnTo>
                  <a:pt x="2770280" y="62561"/>
                </a:lnTo>
                <a:lnTo>
                  <a:pt x="2771022" y="62356"/>
                </a:lnTo>
                <a:lnTo>
                  <a:pt x="2771776" y="62178"/>
                </a:lnTo>
                <a:lnTo>
                  <a:pt x="2772541" y="62028"/>
                </a:lnTo>
                <a:lnTo>
                  <a:pt x="2773317" y="61905"/>
                </a:lnTo>
                <a:lnTo>
                  <a:pt x="2774104" y="61809"/>
                </a:lnTo>
                <a:lnTo>
                  <a:pt x="2774903" y="61741"/>
                </a:lnTo>
                <a:lnTo>
                  <a:pt x="2775712" y="61700"/>
                </a:lnTo>
                <a:lnTo>
                  <a:pt x="2776533" y="61686"/>
                </a:lnTo>
                <a:lnTo>
                  <a:pt x="2777378" y="61700"/>
                </a:lnTo>
                <a:lnTo>
                  <a:pt x="2778210" y="61741"/>
                </a:lnTo>
                <a:lnTo>
                  <a:pt x="2779030" y="61811"/>
                </a:lnTo>
                <a:lnTo>
                  <a:pt x="2779836" y="61908"/>
                </a:lnTo>
                <a:lnTo>
                  <a:pt x="2780630" y="62032"/>
                </a:lnTo>
                <a:lnTo>
                  <a:pt x="2781411" y="62184"/>
                </a:lnTo>
                <a:lnTo>
                  <a:pt x="2782180" y="62364"/>
                </a:lnTo>
                <a:lnTo>
                  <a:pt x="2782936" y="62572"/>
                </a:lnTo>
                <a:lnTo>
                  <a:pt x="2783678" y="62807"/>
                </a:lnTo>
                <a:lnTo>
                  <a:pt x="2784409" y="63070"/>
                </a:lnTo>
                <a:lnTo>
                  <a:pt x="2785126" y="63361"/>
                </a:lnTo>
                <a:lnTo>
                  <a:pt x="2785831" y="63679"/>
                </a:lnTo>
                <a:lnTo>
                  <a:pt x="2786523" y="64025"/>
                </a:lnTo>
                <a:lnTo>
                  <a:pt x="2787202" y="64398"/>
                </a:lnTo>
                <a:lnTo>
                  <a:pt x="2787869" y="64800"/>
                </a:lnTo>
                <a:lnTo>
                  <a:pt x="2788522" y="65229"/>
                </a:lnTo>
                <a:lnTo>
                  <a:pt x="2789163" y="65685"/>
                </a:lnTo>
                <a:lnTo>
                  <a:pt x="2789792" y="66170"/>
                </a:lnTo>
                <a:lnTo>
                  <a:pt x="2790407" y="66682"/>
                </a:lnTo>
                <a:lnTo>
                  <a:pt x="2791010" y="67222"/>
                </a:lnTo>
                <a:lnTo>
                  <a:pt x="2791600" y="67789"/>
                </a:lnTo>
                <a:lnTo>
                  <a:pt x="2792177" y="68384"/>
                </a:lnTo>
                <a:lnTo>
                  <a:pt x="2792742" y="69007"/>
                </a:lnTo>
                <a:lnTo>
                  <a:pt x="2793294" y="69657"/>
                </a:lnTo>
                <a:lnTo>
                  <a:pt x="2793828" y="70339"/>
                </a:lnTo>
                <a:lnTo>
                  <a:pt x="2794339" y="71056"/>
                </a:lnTo>
                <a:lnTo>
                  <a:pt x="2794828" y="71809"/>
                </a:lnTo>
                <a:lnTo>
                  <a:pt x="2795294" y="72596"/>
                </a:lnTo>
                <a:lnTo>
                  <a:pt x="2795737" y="73419"/>
                </a:lnTo>
                <a:lnTo>
                  <a:pt x="2796157" y="74277"/>
                </a:lnTo>
                <a:lnTo>
                  <a:pt x="2796555" y="75171"/>
                </a:lnTo>
                <a:lnTo>
                  <a:pt x="2796930" y="76099"/>
                </a:lnTo>
                <a:lnTo>
                  <a:pt x="2797282" y="77063"/>
                </a:lnTo>
                <a:lnTo>
                  <a:pt x="2797612" y="78062"/>
                </a:lnTo>
                <a:lnTo>
                  <a:pt x="2797919" y="79097"/>
                </a:lnTo>
                <a:lnTo>
                  <a:pt x="2798203" y="80167"/>
                </a:lnTo>
                <a:lnTo>
                  <a:pt x="2798464" y="81271"/>
                </a:lnTo>
                <a:lnTo>
                  <a:pt x="2798703" y="82412"/>
                </a:lnTo>
                <a:lnTo>
                  <a:pt x="2798919" y="83587"/>
                </a:lnTo>
                <a:lnTo>
                  <a:pt x="2799112" y="84798"/>
                </a:lnTo>
                <a:lnTo>
                  <a:pt x="2799282" y="86044"/>
                </a:lnTo>
                <a:lnTo>
                  <a:pt x="2799430" y="87325"/>
                </a:lnTo>
                <a:lnTo>
                  <a:pt x="2799555" y="88641"/>
                </a:lnTo>
                <a:lnTo>
                  <a:pt x="2799657" y="89993"/>
                </a:lnTo>
                <a:lnTo>
                  <a:pt x="2799737" y="91380"/>
                </a:lnTo>
                <a:lnTo>
                  <a:pt x="2799794" y="92802"/>
                </a:lnTo>
                <a:lnTo>
                  <a:pt x="2799828" y="94260"/>
                </a:lnTo>
                <a:lnTo>
                  <a:pt x="2799839" y="95752"/>
                </a:lnTo>
                <a:lnTo>
                  <a:pt x="2799827" y="97092"/>
                </a:lnTo>
                <a:lnTo>
                  <a:pt x="2799792" y="98403"/>
                </a:lnTo>
                <a:lnTo>
                  <a:pt x="2799734" y="99686"/>
                </a:lnTo>
                <a:lnTo>
                  <a:pt x="2799652" y="100941"/>
                </a:lnTo>
                <a:lnTo>
                  <a:pt x="2799546" y="102169"/>
                </a:lnTo>
                <a:lnTo>
                  <a:pt x="2799418" y="103368"/>
                </a:lnTo>
                <a:lnTo>
                  <a:pt x="2799265" y="104539"/>
                </a:lnTo>
                <a:lnTo>
                  <a:pt x="2799090" y="105682"/>
                </a:lnTo>
                <a:lnTo>
                  <a:pt x="2798891" y="106797"/>
                </a:lnTo>
                <a:lnTo>
                  <a:pt x="2798668" y="107884"/>
                </a:lnTo>
                <a:lnTo>
                  <a:pt x="2798423" y="108943"/>
                </a:lnTo>
                <a:lnTo>
                  <a:pt x="2798153" y="109974"/>
                </a:lnTo>
                <a:lnTo>
                  <a:pt x="2797861" y="110977"/>
                </a:lnTo>
                <a:lnTo>
                  <a:pt x="2797544" y="111952"/>
                </a:lnTo>
                <a:lnTo>
                  <a:pt x="2797205" y="112899"/>
                </a:lnTo>
                <a:lnTo>
                  <a:pt x="2796842" y="113818"/>
                </a:lnTo>
                <a:lnTo>
                  <a:pt x="2796456" y="114709"/>
                </a:lnTo>
                <a:lnTo>
                  <a:pt x="2796046" y="115572"/>
                </a:lnTo>
                <a:lnTo>
                  <a:pt x="2795613" y="116407"/>
                </a:lnTo>
                <a:lnTo>
                  <a:pt x="2795156" y="117214"/>
                </a:lnTo>
                <a:lnTo>
                  <a:pt x="2794676" y="117993"/>
                </a:lnTo>
                <a:lnTo>
                  <a:pt x="2794172" y="118744"/>
                </a:lnTo>
                <a:lnTo>
                  <a:pt x="2793646" y="119467"/>
                </a:lnTo>
                <a:lnTo>
                  <a:pt x="2793095" y="120161"/>
                </a:lnTo>
                <a:lnTo>
                  <a:pt x="2792528" y="120828"/>
                </a:lnTo>
                <a:lnTo>
                  <a:pt x="2791951" y="121466"/>
                </a:lnTo>
                <a:lnTo>
                  <a:pt x="2791364" y="122076"/>
                </a:lnTo>
                <a:lnTo>
                  <a:pt x="2790768" y="122658"/>
                </a:lnTo>
                <a:lnTo>
                  <a:pt x="2790161" y="123211"/>
                </a:lnTo>
                <a:lnTo>
                  <a:pt x="2789544" y="123736"/>
                </a:lnTo>
                <a:lnTo>
                  <a:pt x="2788917" y="124232"/>
                </a:lnTo>
                <a:lnTo>
                  <a:pt x="2788280" y="124700"/>
                </a:lnTo>
                <a:lnTo>
                  <a:pt x="2787633" y="125140"/>
                </a:lnTo>
                <a:lnTo>
                  <a:pt x="2786976" y="125551"/>
                </a:lnTo>
                <a:lnTo>
                  <a:pt x="2786309" y="125934"/>
                </a:lnTo>
                <a:lnTo>
                  <a:pt x="2785633" y="126289"/>
                </a:lnTo>
                <a:lnTo>
                  <a:pt x="2784946" y="126615"/>
                </a:lnTo>
                <a:lnTo>
                  <a:pt x="2784249" y="126913"/>
                </a:lnTo>
                <a:lnTo>
                  <a:pt x="2783542" y="127182"/>
                </a:lnTo>
                <a:lnTo>
                  <a:pt x="2782825" y="127423"/>
                </a:lnTo>
                <a:lnTo>
                  <a:pt x="2782099" y="127636"/>
                </a:lnTo>
                <a:lnTo>
                  <a:pt x="2781362" y="127820"/>
                </a:lnTo>
                <a:lnTo>
                  <a:pt x="2780615" y="127976"/>
                </a:lnTo>
                <a:lnTo>
                  <a:pt x="2779858" y="128104"/>
                </a:lnTo>
                <a:lnTo>
                  <a:pt x="2779092" y="128203"/>
                </a:lnTo>
                <a:lnTo>
                  <a:pt x="2778315" y="128274"/>
                </a:lnTo>
                <a:lnTo>
                  <a:pt x="2777528" y="128317"/>
                </a:lnTo>
                <a:lnTo>
                  <a:pt x="2776732" y="128331"/>
                </a:lnTo>
                <a:lnTo>
                  <a:pt x="2775733" y="128312"/>
                </a:lnTo>
                <a:lnTo>
                  <a:pt x="2774752" y="128255"/>
                </a:lnTo>
                <a:lnTo>
                  <a:pt x="2773791" y="128161"/>
                </a:lnTo>
                <a:lnTo>
                  <a:pt x="2772847" y="128028"/>
                </a:lnTo>
                <a:lnTo>
                  <a:pt x="2771923" y="127858"/>
                </a:lnTo>
                <a:lnTo>
                  <a:pt x="2771017" y="127650"/>
                </a:lnTo>
                <a:lnTo>
                  <a:pt x="2770129" y="127404"/>
                </a:lnTo>
                <a:lnTo>
                  <a:pt x="2769261" y="127120"/>
                </a:lnTo>
                <a:lnTo>
                  <a:pt x="2768410" y="126799"/>
                </a:lnTo>
                <a:lnTo>
                  <a:pt x="2767579" y="126440"/>
                </a:lnTo>
                <a:lnTo>
                  <a:pt x="2766766" y="126042"/>
                </a:lnTo>
                <a:lnTo>
                  <a:pt x="2765971" y="125607"/>
                </a:lnTo>
                <a:lnTo>
                  <a:pt x="2765195" y="125135"/>
                </a:lnTo>
                <a:lnTo>
                  <a:pt x="2764438" y="124624"/>
                </a:lnTo>
                <a:lnTo>
                  <a:pt x="2763700" y="124076"/>
                </a:lnTo>
                <a:lnTo>
                  <a:pt x="2762980" y="123489"/>
                </a:lnTo>
                <a:lnTo>
                  <a:pt x="2762278" y="122865"/>
                </a:lnTo>
                <a:lnTo>
                  <a:pt x="2761595" y="122203"/>
                </a:lnTo>
                <a:lnTo>
                  <a:pt x="2760931" y="121503"/>
                </a:lnTo>
                <a:lnTo>
                  <a:pt x="2760285" y="120766"/>
                </a:lnTo>
                <a:lnTo>
                  <a:pt x="2759658" y="119990"/>
                </a:lnTo>
                <a:lnTo>
                  <a:pt x="2759050" y="119177"/>
                </a:lnTo>
                <a:lnTo>
                  <a:pt x="2758460" y="118326"/>
                </a:lnTo>
                <a:lnTo>
                  <a:pt x="2757889" y="117437"/>
                </a:lnTo>
                <a:lnTo>
                  <a:pt x="2757508" y="116794"/>
                </a:lnTo>
                <a:lnTo>
                  <a:pt x="2757144" y="116118"/>
                </a:lnTo>
                <a:lnTo>
                  <a:pt x="2756796" y="115411"/>
                </a:lnTo>
                <a:lnTo>
                  <a:pt x="2756464" y="114670"/>
                </a:lnTo>
                <a:lnTo>
                  <a:pt x="2756149" y="113898"/>
                </a:lnTo>
                <a:lnTo>
                  <a:pt x="2755849" y="113093"/>
                </a:lnTo>
                <a:lnTo>
                  <a:pt x="2755566" y="112256"/>
                </a:lnTo>
                <a:lnTo>
                  <a:pt x="2755299" y="111386"/>
                </a:lnTo>
                <a:lnTo>
                  <a:pt x="2755048" y="110484"/>
                </a:lnTo>
                <a:lnTo>
                  <a:pt x="2754814" y="109550"/>
                </a:lnTo>
                <a:lnTo>
                  <a:pt x="2754595" y="108584"/>
                </a:lnTo>
                <a:lnTo>
                  <a:pt x="2754393" y="107585"/>
                </a:lnTo>
                <a:lnTo>
                  <a:pt x="2754207" y="106554"/>
                </a:lnTo>
                <a:lnTo>
                  <a:pt x="2754037" y="105490"/>
                </a:lnTo>
                <a:lnTo>
                  <a:pt x="2753883" y="104395"/>
                </a:lnTo>
                <a:lnTo>
                  <a:pt x="2753745" y="103266"/>
                </a:lnTo>
                <a:lnTo>
                  <a:pt x="2753624" y="102106"/>
                </a:lnTo>
                <a:lnTo>
                  <a:pt x="2753519" y="100913"/>
                </a:lnTo>
                <a:lnTo>
                  <a:pt x="2753430" y="99688"/>
                </a:lnTo>
                <a:lnTo>
                  <a:pt x="2753357" y="98431"/>
                </a:lnTo>
                <a:lnTo>
                  <a:pt x="2753300" y="97141"/>
                </a:lnTo>
                <a:lnTo>
                  <a:pt x="2753260" y="95819"/>
                </a:lnTo>
                <a:lnTo>
                  <a:pt x="2753236" y="94464"/>
                </a:lnTo>
                <a:lnTo>
                  <a:pt x="2753227" y="93078"/>
                </a:lnTo>
                <a:lnTo>
                  <a:pt x="2753239" y="91787"/>
                </a:lnTo>
                <a:lnTo>
                  <a:pt x="2753274" y="90524"/>
                </a:lnTo>
                <a:lnTo>
                  <a:pt x="2753332" y="89287"/>
                </a:lnTo>
                <a:lnTo>
                  <a:pt x="2753413" y="88078"/>
                </a:lnTo>
                <a:lnTo>
                  <a:pt x="2753518" y="86895"/>
                </a:lnTo>
                <a:lnTo>
                  <a:pt x="2753646" y="85740"/>
                </a:lnTo>
                <a:close/>
                <a:moveTo>
                  <a:pt x="3759997" y="132416"/>
                </a:moveTo>
                <a:lnTo>
                  <a:pt x="3759635" y="132446"/>
                </a:lnTo>
                <a:lnTo>
                  <a:pt x="3759279" y="132474"/>
                </a:lnTo>
                <a:lnTo>
                  <a:pt x="3758929" y="132501"/>
                </a:lnTo>
                <a:lnTo>
                  <a:pt x="3758587" y="132526"/>
                </a:lnTo>
                <a:lnTo>
                  <a:pt x="3758250" y="132549"/>
                </a:lnTo>
                <a:lnTo>
                  <a:pt x="3757921" y="132571"/>
                </a:lnTo>
                <a:lnTo>
                  <a:pt x="3757597" y="132590"/>
                </a:lnTo>
                <a:lnTo>
                  <a:pt x="3757281" y="132608"/>
                </a:lnTo>
                <a:lnTo>
                  <a:pt x="3756971" y="132625"/>
                </a:lnTo>
                <a:lnTo>
                  <a:pt x="3756667" y="132639"/>
                </a:lnTo>
                <a:lnTo>
                  <a:pt x="3756370" y="132652"/>
                </a:lnTo>
                <a:lnTo>
                  <a:pt x="3756080" y="132664"/>
                </a:lnTo>
                <a:lnTo>
                  <a:pt x="3755796" y="132673"/>
                </a:lnTo>
                <a:lnTo>
                  <a:pt x="3755518" y="132681"/>
                </a:lnTo>
                <a:lnTo>
                  <a:pt x="3755248" y="132687"/>
                </a:lnTo>
                <a:lnTo>
                  <a:pt x="3754983" y="132691"/>
                </a:lnTo>
                <a:lnTo>
                  <a:pt x="3754726" y="132694"/>
                </a:lnTo>
                <a:lnTo>
                  <a:pt x="3754474" y="132695"/>
                </a:lnTo>
                <a:lnTo>
                  <a:pt x="3754147" y="132692"/>
                </a:lnTo>
                <a:lnTo>
                  <a:pt x="3753826" y="132686"/>
                </a:lnTo>
                <a:lnTo>
                  <a:pt x="3753511" y="132674"/>
                </a:lnTo>
                <a:lnTo>
                  <a:pt x="3753203" y="132659"/>
                </a:lnTo>
                <a:lnTo>
                  <a:pt x="3752901" y="132639"/>
                </a:lnTo>
                <a:lnTo>
                  <a:pt x="3752606" y="132614"/>
                </a:lnTo>
                <a:lnTo>
                  <a:pt x="3752316" y="132585"/>
                </a:lnTo>
                <a:lnTo>
                  <a:pt x="3752034" y="132551"/>
                </a:lnTo>
                <a:lnTo>
                  <a:pt x="3751757" y="132513"/>
                </a:lnTo>
                <a:lnTo>
                  <a:pt x="3751487" y="132471"/>
                </a:lnTo>
                <a:lnTo>
                  <a:pt x="3751223" y="132424"/>
                </a:lnTo>
                <a:lnTo>
                  <a:pt x="3750966" y="132372"/>
                </a:lnTo>
                <a:lnTo>
                  <a:pt x="3750715" y="132316"/>
                </a:lnTo>
                <a:lnTo>
                  <a:pt x="3750471" y="132256"/>
                </a:lnTo>
                <a:lnTo>
                  <a:pt x="3750232" y="132191"/>
                </a:lnTo>
                <a:lnTo>
                  <a:pt x="3750001" y="132122"/>
                </a:lnTo>
                <a:lnTo>
                  <a:pt x="3749775" y="132048"/>
                </a:lnTo>
                <a:lnTo>
                  <a:pt x="3749556" y="131969"/>
                </a:lnTo>
                <a:lnTo>
                  <a:pt x="3749343" y="131887"/>
                </a:lnTo>
                <a:lnTo>
                  <a:pt x="3749137" y="131799"/>
                </a:lnTo>
                <a:lnTo>
                  <a:pt x="3748937" y="131707"/>
                </a:lnTo>
                <a:lnTo>
                  <a:pt x="3748743" y="131611"/>
                </a:lnTo>
                <a:lnTo>
                  <a:pt x="3748556" y="131510"/>
                </a:lnTo>
                <a:lnTo>
                  <a:pt x="3748375" y="131405"/>
                </a:lnTo>
                <a:lnTo>
                  <a:pt x="3748200" y="131296"/>
                </a:lnTo>
                <a:lnTo>
                  <a:pt x="3748028" y="131184"/>
                </a:lnTo>
                <a:lnTo>
                  <a:pt x="3747861" y="131069"/>
                </a:lnTo>
                <a:lnTo>
                  <a:pt x="3747697" y="130951"/>
                </a:lnTo>
                <a:lnTo>
                  <a:pt x="3747538" y="130829"/>
                </a:lnTo>
                <a:lnTo>
                  <a:pt x="3747383" y="130705"/>
                </a:lnTo>
                <a:lnTo>
                  <a:pt x="3747233" y="130577"/>
                </a:lnTo>
                <a:lnTo>
                  <a:pt x="3747086" y="130447"/>
                </a:lnTo>
                <a:lnTo>
                  <a:pt x="3746943" y="130313"/>
                </a:lnTo>
                <a:lnTo>
                  <a:pt x="3746805" y="130176"/>
                </a:lnTo>
                <a:lnTo>
                  <a:pt x="3746671" y="130036"/>
                </a:lnTo>
                <a:lnTo>
                  <a:pt x="3746540" y="129893"/>
                </a:lnTo>
                <a:lnTo>
                  <a:pt x="3746414" y="129747"/>
                </a:lnTo>
                <a:lnTo>
                  <a:pt x="3746293" y="129597"/>
                </a:lnTo>
                <a:lnTo>
                  <a:pt x="3746175" y="129445"/>
                </a:lnTo>
                <a:lnTo>
                  <a:pt x="3746061" y="129290"/>
                </a:lnTo>
                <a:lnTo>
                  <a:pt x="3745952" y="129131"/>
                </a:lnTo>
                <a:lnTo>
                  <a:pt x="3745846" y="128969"/>
                </a:lnTo>
                <a:lnTo>
                  <a:pt x="3745745" y="128805"/>
                </a:lnTo>
                <a:lnTo>
                  <a:pt x="3745648" y="128637"/>
                </a:lnTo>
                <a:lnTo>
                  <a:pt x="3745555" y="128466"/>
                </a:lnTo>
                <a:lnTo>
                  <a:pt x="3745466" y="128292"/>
                </a:lnTo>
                <a:lnTo>
                  <a:pt x="3745381" y="128114"/>
                </a:lnTo>
                <a:lnTo>
                  <a:pt x="3745301" y="127934"/>
                </a:lnTo>
                <a:lnTo>
                  <a:pt x="3745224" y="127743"/>
                </a:lnTo>
                <a:lnTo>
                  <a:pt x="3745150" y="127533"/>
                </a:lnTo>
                <a:lnTo>
                  <a:pt x="3745080" y="127304"/>
                </a:lnTo>
                <a:lnTo>
                  <a:pt x="3745013" y="127055"/>
                </a:lnTo>
                <a:lnTo>
                  <a:pt x="3744949" y="126788"/>
                </a:lnTo>
                <a:lnTo>
                  <a:pt x="3744889" y="126502"/>
                </a:lnTo>
                <a:lnTo>
                  <a:pt x="3744831" y="126197"/>
                </a:lnTo>
                <a:lnTo>
                  <a:pt x="3744777" y="125874"/>
                </a:lnTo>
                <a:lnTo>
                  <a:pt x="3744727" y="125531"/>
                </a:lnTo>
                <a:lnTo>
                  <a:pt x="3744679" y="125169"/>
                </a:lnTo>
                <a:lnTo>
                  <a:pt x="3744635" y="124788"/>
                </a:lnTo>
                <a:lnTo>
                  <a:pt x="3744594" y="124389"/>
                </a:lnTo>
                <a:lnTo>
                  <a:pt x="3744557" y="123970"/>
                </a:lnTo>
                <a:lnTo>
                  <a:pt x="3744522" y="123533"/>
                </a:lnTo>
                <a:lnTo>
                  <a:pt x="3744491" y="123076"/>
                </a:lnTo>
                <a:lnTo>
                  <a:pt x="3744463" y="122601"/>
                </a:lnTo>
                <a:lnTo>
                  <a:pt x="3744439" y="122107"/>
                </a:lnTo>
                <a:lnTo>
                  <a:pt x="3744418" y="121593"/>
                </a:lnTo>
                <a:lnTo>
                  <a:pt x="3744400" y="121061"/>
                </a:lnTo>
                <a:lnTo>
                  <a:pt x="3744385" y="120510"/>
                </a:lnTo>
                <a:lnTo>
                  <a:pt x="3744373" y="119940"/>
                </a:lnTo>
                <a:lnTo>
                  <a:pt x="3744365" y="119351"/>
                </a:lnTo>
                <a:lnTo>
                  <a:pt x="3744360" y="118743"/>
                </a:lnTo>
                <a:lnTo>
                  <a:pt x="3744359" y="118116"/>
                </a:lnTo>
                <a:lnTo>
                  <a:pt x="3744359" y="56529"/>
                </a:lnTo>
                <a:lnTo>
                  <a:pt x="3762309" y="56529"/>
                </a:lnTo>
                <a:lnTo>
                  <a:pt x="3762309" y="42645"/>
                </a:lnTo>
                <a:lnTo>
                  <a:pt x="3744359" y="42645"/>
                </a:lnTo>
                <a:lnTo>
                  <a:pt x="3744359" y="5752"/>
                </a:lnTo>
                <a:lnTo>
                  <a:pt x="3726607" y="16491"/>
                </a:lnTo>
                <a:lnTo>
                  <a:pt x="3726607" y="42645"/>
                </a:lnTo>
                <a:lnTo>
                  <a:pt x="3713516" y="42645"/>
                </a:lnTo>
                <a:lnTo>
                  <a:pt x="3713516" y="56529"/>
                </a:lnTo>
                <a:lnTo>
                  <a:pt x="3726607" y="56529"/>
                </a:lnTo>
                <a:lnTo>
                  <a:pt x="3726607" y="117124"/>
                </a:lnTo>
                <a:lnTo>
                  <a:pt x="3726610" y="118444"/>
                </a:lnTo>
                <a:lnTo>
                  <a:pt x="3726622" y="119725"/>
                </a:lnTo>
                <a:lnTo>
                  <a:pt x="3726641" y="120968"/>
                </a:lnTo>
                <a:lnTo>
                  <a:pt x="3726667" y="122172"/>
                </a:lnTo>
                <a:lnTo>
                  <a:pt x="3726701" y="123339"/>
                </a:lnTo>
                <a:lnTo>
                  <a:pt x="3726743" y="124466"/>
                </a:lnTo>
                <a:lnTo>
                  <a:pt x="3726792" y="125555"/>
                </a:lnTo>
                <a:lnTo>
                  <a:pt x="3726849" y="126606"/>
                </a:lnTo>
                <a:lnTo>
                  <a:pt x="3726913" y="127619"/>
                </a:lnTo>
                <a:lnTo>
                  <a:pt x="3726985" y="128593"/>
                </a:lnTo>
                <a:lnTo>
                  <a:pt x="3727065" y="129529"/>
                </a:lnTo>
                <a:lnTo>
                  <a:pt x="3727152" y="130426"/>
                </a:lnTo>
                <a:lnTo>
                  <a:pt x="3727247" y="131285"/>
                </a:lnTo>
                <a:lnTo>
                  <a:pt x="3727349" y="132105"/>
                </a:lnTo>
                <a:lnTo>
                  <a:pt x="3727459" y="132887"/>
                </a:lnTo>
                <a:lnTo>
                  <a:pt x="3727576" y="133631"/>
                </a:lnTo>
                <a:lnTo>
                  <a:pt x="3727701" y="134337"/>
                </a:lnTo>
                <a:lnTo>
                  <a:pt x="3727834" y="135003"/>
                </a:lnTo>
                <a:lnTo>
                  <a:pt x="3727974" y="135632"/>
                </a:lnTo>
                <a:lnTo>
                  <a:pt x="3728122" y="136222"/>
                </a:lnTo>
                <a:lnTo>
                  <a:pt x="3728277" y="136774"/>
                </a:lnTo>
                <a:lnTo>
                  <a:pt x="3728440" y="137287"/>
                </a:lnTo>
                <a:lnTo>
                  <a:pt x="3728610" y="137762"/>
                </a:lnTo>
                <a:lnTo>
                  <a:pt x="3728788" y="138199"/>
                </a:lnTo>
                <a:lnTo>
                  <a:pt x="3728976" y="138613"/>
                </a:lnTo>
                <a:lnTo>
                  <a:pt x="3729174" y="139020"/>
                </a:lnTo>
                <a:lnTo>
                  <a:pt x="3729383" y="139421"/>
                </a:lnTo>
                <a:lnTo>
                  <a:pt x="3729604" y="139814"/>
                </a:lnTo>
                <a:lnTo>
                  <a:pt x="3729835" y="140202"/>
                </a:lnTo>
                <a:lnTo>
                  <a:pt x="3730078" y="140582"/>
                </a:lnTo>
                <a:lnTo>
                  <a:pt x="3730331" y="140956"/>
                </a:lnTo>
                <a:lnTo>
                  <a:pt x="3730596" y="141323"/>
                </a:lnTo>
                <a:lnTo>
                  <a:pt x="3730871" y="141683"/>
                </a:lnTo>
                <a:lnTo>
                  <a:pt x="3731158" y="142037"/>
                </a:lnTo>
                <a:lnTo>
                  <a:pt x="3731455" y="142383"/>
                </a:lnTo>
                <a:lnTo>
                  <a:pt x="3731764" y="142723"/>
                </a:lnTo>
                <a:lnTo>
                  <a:pt x="3732083" y="143057"/>
                </a:lnTo>
                <a:lnTo>
                  <a:pt x="3732414" y="143384"/>
                </a:lnTo>
                <a:lnTo>
                  <a:pt x="3732755" y="143704"/>
                </a:lnTo>
                <a:lnTo>
                  <a:pt x="3733108" y="144017"/>
                </a:lnTo>
                <a:lnTo>
                  <a:pt x="3733472" y="144323"/>
                </a:lnTo>
                <a:lnTo>
                  <a:pt x="3733846" y="144623"/>
                </a:lnTo>
                <a:lnTo>
                  <a:pt x="3734232" y="144916"/>
                </a:lnTo>
                <a:lnTo>
                  <a:pt x="3734629" y="145203"/>
                </a:lnTo>
                <a:lnTo>
                  <a:pt x="3735036" y="145483"/>
                </a:lnTo>
                <a:lnTo>
                  <a:pt x="3735455" y="145756"/>
                </a:lnTo>
                <a:lnTo>
                  <a:pt x="3735885" y="146022"/>
                </a:lnTo>
                <a:lnTo>
                  <a:pt x="3736326" y="146281"/>
                </a:lnTo>
                <a:lnTo>
                  <a:pt x="3736779" y="146532"/>
                </a:lnTo>
                <a:lnTo>
                  <a:pt x="3737248" y="146772"/>
                </a:lnTo>
                <a:lnTo>
                  <a:pt x="3737733" y="147002"/>
                </a:lnTo>
                <a:lnTo>
                  <a:pt x="3738232" y="147221"/>
                </a:lnTo>
                <a:lnTo>
                  <a:pt x="3738746" y="147429"/>
                </a:lnTo>
                <a:lnTo>
                  <a:pt x="3739276" y="147626"/>
                </a:lnTo>
                <a:lnTo>
                  <a:pt x="3739821" y="147813"/>
                </a:lnTo>
                <a:lnTo>
                  <a:pt x="3740381" y="147989"/>
                </a:lnTo>
                <a:lnTo>
                  <a:pt x="3740956" y="148155"/>
                </a:lnTo>
                <a:lnTo>
                  <a:pt x="3741546" y="148310"/>
                </a:lnTo>
                <a:lnTo>
                  <a:pt x="3742151" y="148454"/>
                </a:lnTo>
                <a:lnTo>
                  <a:pt x="3742772" y="148587"/>
                </a:lnTo>
                <a:lnTo>
                  <a:pt x="3743408" y="148710"/>
                </a:lnTo>
                <a:lnTo>
                  <a:pt x="3744058" y="148822"/>
                </a:lnTo>
                <a:lnTo>
                  <a:pt x="3744724" y="148923"/>
                </a:lnTo>
                <a:lnTo>
                  <a:pt x="3745405" y="149014"/>
                </a:lnTo>
                <a:lnTo>
                  <a:pt x="3746102" y="149094"/>
                </a:lnTo>
                <a:lnTo>
                  <a:pt x="3746813" y="149164"/>
                </a:lnTo>
                <a:lnTo>
                  <a:pt x="3747540" y="149222"/>
                </a:lnTo>
                <a:lnTo>
                  <a:pt x="3748282" y="149270"/>
                </a:lnTo>
                <a:lnTo>
                  <a:pt x="3749038" y="149308"/>
                </a:lnTo>
                <a:lnTo>
                  <a:pt x="3749810" y="149334"/>
                </a:lnTo>
                <a:lnTo>
                  <a:pt x="3750598" y="149350"/>
                </a:lnTo>
                <a:lnTo>
                  <a:pt x="3751400" y="149356"/>
                </a:lnTo>
                <a:lnTo>
                  <a:pt x="3751899" y="149353"/>
                </a:lnTo>
                <a:lnTo>
                  <a:pt x="3752403" y="149346"/>
                </a:lnTo>
                <a:lnTo>
                  <a:pt x="3752912" y="149334"/>
                </a:lnTo>
                <a:lnTo>
                  <a:pt x="3753428" y="149317"/>
                </a:lnTo>
                <a:lnTo>
                  <a:pt x="3753948" y="149295"/>
                </a:lnTo>
                <a:lnTo>
                  <a:pt x="3754474" y="149269"/>
                </a:lnTo>
                <a:lnTo>
                  <a:pt x="3755006" y="149238"/>
                </a:lnTo>
                <a:lnTo>
                  <a:pt x="3755543" y="149201"/>
                </a:lnTo>
                <a:lnTo>
                  <a:pt x="3756086" y="149160"/>
                </a:lnTo>
                <a:lnTo>
                  <a:pt x="3756634" y="149115"/>
                </a:lnTo>
                <a:lnTo>
                  <a:pt x="3757188" y="149064"/>
                </a:lnTo>
                <a:lnTo>
                  <a:pt x="3757747" y="149009"/>
                </a:lnTo>
                <a:lnTo>
                  <a:pt x="3758312" y="148948"/>
                </a:lnTo>
                <a:lnTo>
                  <a:pt x="3758882" y="148883"/>
                </a:lnTo>
                <a:lnTo>
                  <a:pt x="3759458" y="148813"/>
                </a:lnTo>
                <a:lnTo>
                  <a:pt x="3760039" y="148739"/>
                </a:lnTo>
                <a:lnTo>
                  <a:pt x="3760626" y="148659"/>
                </a:lnTo>
                <a:lnTo>
                  <a:pt x="3761218" y="148575"/>
                </a:lnTo>
                <a:lnTo>
                  <a:pt x="3761816" y="148486"/>
                </a:lnTo>
                <a:lnTo>
                  <a:pt x="3762419" y="148392"/>
                </a:lnTo>
                <a:lnTo>
                  <a:pt x="3763028" y="148293"/>
                </a:lnTo>
                <a:lnTo>
                  <a:pt x="3763642" y="148189"/>
                </a:lnTo>
                <a:lnTo>
                  <a:pt x="3764262" y="148081"/>
                </a:lnTo>
                <a:lnTo>
                  <a:pt x="3764888" y="147967"/>
                </a:lnTo>
                <a:lnTo>
                  <a:pt x="3762309" y="132199"/>
                </a:lnTo>
                <a:lnTo>
                  <a:pt x="3761907" y="132239"/>
                </a:lnTo>
                <a:lnTo>
                  <a:pt x="3761512" y="132278"/>
                </a:lnTo>
                <a:lnTo>
                  <a:pt x="3761124" y="132315"/>
                </a:lnTo>
                <a:lnTo>
                  <a:pt x="3760742" y="132350"/>
                </a:lnTo>
                <a:lnTo>
                  <a:pt x="3760366" y="132384"/>
                </a:lnTo>
                <a:lnTo>
                  <a:pt x="3759997" y="132416"/>
                </a:lnTo>
                <a:close/>
                <a:moveTo>
                  <a:pt x="2114345" y="105041"/>
                </a:moveTo>
                <a:lnTo>
                  <a:pt x="2114389" y="103153"/>
                </a:lnTo>
                <a:lnTo>
                  <a:pt x="2114442" y="101330"/>
                </a:lnTo>
                <a:lnTo>
                  <a:pt x="2114503" y="99570"/>
                </a:lnTo>
                <a:lnTo>
                  <a:pt x="2114571" y="97875"/>
                </a:lnTo>
                <a:lnTo>
                  <a:pt x="2114648" y="96244"/>
                </a:lnTo>
                <a:lnTo>
                  <a:pt x="2114733" y="94677"/>
                </a:lnTo>
                <a:lnTo>
                  <a:pt x="2114826" y="93174"/>
                </a:lnTo>
                <a:lnTo>
                  <a:pt x="2114927" y="91735"/>
                </a:lnTo>
                <a:lnTo>
                  <a:pt x="2115037" y="90360"/>
                </a:lnTo>
                <a:lnTo>
                  <a:pt x="2115154" y="89049"/>
                </a:lnTo>
                <a:lnTo>
                  <a:pt x="2115279" y="87802"/>
                </a:lnTo>
                <a:lnTo>
                  <a:pt x="2115413" y="86619"/>
                </a:lnTo>
                <a:lnTo>
                  <a:pt x="2115555" y="85500"/>
                </a:lnTo>
                <a:lnTo>
                  <a:pt x="2115704" y="84445"/>
                </a:lnTo>
                <a:lnTo>
                  <a:pt x="2115862" y="83455"/>
                </a:lnTo>
                <a:lnTo>
                  <a:pt x="2116028" y="82528"/>
                </a:lnTo>
                <a:lnTo>
                  <a:pt x="2116202" y="81665"/>
                </a:lnTo>
                <a:lnTo>
                  <a:pt x="2116384" y="80867"/>
                </a:lnTo>
                <a:lnTo>
                  <a:pt x="2116574" y="80132"/>
                </a:lnTo>
                <a:lnTo>
                  <a:pt x="2116771" y="79439"/>
                </a:lnTo>
                <a:lnTo>
                  <a:pt x="2116975" y="78764"/>
                </a:lnTo>
                <a:lnTo>
                  <a:pt x="2117184" y="78106"/>
                </a:lnTo>
                <a:lnTo>
                  <a:pt x="2117399" y="77467"/>
                </a:lnTo>
                <a:lnTo>
                  <a:pt x="2117621" y="76846"/>
                </a:lnTo>
                <a:lnTo>
                  <a:pt x="2117848" y="76243"/>
                </a:lnTo>
                <a:lnTo>
                  <a:pt x="2118081" y="75658"/>
                </a:lnTo>
                <a:lnTo>
                  <a:pt x="2118321" y="75091"/>
                </a:lnTo>
                <a:lnTo>
                  <a:pt x="2118566" y="74542"/>
                </a:lnTo>
                <a:lnTo>
                  <a:pt x="2118818" y="74012"/>
                </a:lnTo>
                <a:lnTo>
                  <a:pt x="2119075" y="73499"/>
                </a:lnTo>
                <a:lnTo>
                  <a:pt x="2119339" y="73004"/>
                </a:lnTo>
                <a:lnTo>
                  <a:pt x="2119608" y="72528"/>
                </a:lnTo>
                <a:lnTo>
                  <a:pt x="2119884" y="72069"/>
                </a:lnTo>
                <a:lnTo>
                  <a:pt x="2120165" y="71629"/>
                </a:lnTo>
                <a:lnTo>
                  <a:pt x="2120453" y="71207"/>
                </a:lnTo>
                <a:lnTo>
                  <a:pt x="2120747" y="70803"/>
                </a:lnTo>
                <a:lnTo>
                  <a:pt x="2121046" y="70416"/>
                </a:lnTo>
                <a:lnTo>
                  <a:pt x="2121352" y="70048"/>
                </a:lnTo>
                <a:lnTo>
                  <a:pt x="2121664" y="69699"/>
                </a:lnTo>
                <a:lnTo>
                  <a:pt x="2121981" y="69367"/>
                </a:lnTo>
                <a:lnTo>
                  <a:pt x="2122305" y="69053"/>
                </a:lnTo>
                <a:lnTo>
                  <a:pt x="2122635" y="68757"/>
                </a:lnTo>
                <a:lnTo>
                  <a:pt x="2122971" y="68480"/>
                </a:lnTo>
                <a:lnTo>
                  <a:pt x="2123313" y="68217"/>
                </a:lnTo>
                <a:lnTo>
                  <a:pt x="2123661" y="67965"/>
                </a:lnTo>
                <a:lnTo>
                  <a:pt x="2124015" y="67724"/>
                </a:lnTo>
                <a:lnTo>
                  <a:pt x="2124376" y="67495"/>
                </a:lnTo>
                <a:lnTo>
                  <a:pt x="2124743" y="67276"/>
                </a:lnTo>
                <a:lnTo>
                  <a:pt x="2125116" y="67069"/>
                </a:lnTo>
                <a:lnTo>
                  <a:pt x="2125495" y="66874"/>
                </a:lnTo>
                <a:lnTo>
                  <a:pt x="2125880" y="66689"/>
                </a:lnTo>
                <a:lnTo>
                  <a:pt x="2126272" y="66515"/>
                </a:lnTo>
                <a:lnTo>
                  <a:pt x="2126669" y="66353"/>
                </a:lnTo>
                <a:lnTo>
                  <a:pt x="2127073" y="66202"/>
                </a:lnTo>
                <a:lnTo>
                  <a:pt x="2127483" y="66062"/>
                </a:lnTo>
                <a:lnTo>
                  <a:pt x="2127900" y="65933"/>
                </a:lnTo>
                <a:lnTo>
                  <a:pt x="2128322" y="65816"/>
                </a:lnTo>
                <a:lnTo>
                  <a:pt x="2128751" y="65710"/>
                </a:lnTo>
                <a:lnTo>
                  <a:pt x="2129186" y="65614"/>
                </a:lnTo>
                <a:lnTo>
                  <a:pt x="2129627" y="65531"/>
                </a:lnTo>
                <a:lnTo>
                  <a:pt x="2130074" y="65458"/>
                </a:lnTo>
                <a:lnTo>
                  <a:pt x="2130528" y="65396"/>
                </a:lnTo>
                <a:lnTo>
                  <a:pt x="2130987" y="65346"/>
                </a:lnTo>
                <a:lnTo>
                  <a:pt x="2131453" y="65307"/>
                </a:lnTo>
                <a:lnTo>
                  <a:pt x="2131925" y="65279"/>
                </a:lnTo>
                <a:lnTo>
                  <a:pt x="2132404" y="65262"/>
                </a:lnTo>
                <a:lnTo>
                  <a:pt x="2132888" y="65256"/>
                </a:lnTo>
                <a:lnTo>
                  <a:pt x="2133394" y="65264"/>
                </a:lnTo>
                <a:lnTo>
                  <a:pt x="2133903" y="65288"/>
                </a:lnTo>
                <a:lnTo>
                  <a:pt x="2134416" y="65328"/>
                </a:lnTo>
                <a:lnTo>
                  <a:pt x="2134932" y="65383"/>
                </a:lnTo>
                <a:lnTo>
                  <a:pt x="2135452" y="65454"/>
                </a:lnTo>
                <a:lnTo>
                  <a:pt x="2135975" y="65541"/>
                </a:lnTo>
                <a:lnTo>
                  <a:pt x="2136502" y="65644"/>
                </a:lnTo>
                <a:lnTo>
                  <a:pt x="2137032" y="65763"/>
                </a:lnTo>
                <a:lnTo>
                  <a:pt x="2137565" y="65898"/>
                </a:lnTo>
                <a:lnTo>
                  <a:pt x="2138102" y="66048"/>
                </a:lnTo>
                <a:lnTo>
                  <a:pt x="2138642" y="66215"/>
                </a:lnTo>
                <a:lnTo>
                  <a:pt x="2139186" y="66397"/>
                </a:lnTo>
                <a:lnTo>
                  <a:pt x="2139733" y="66595"/>
                </a:lnTo>
                <a:lnTo>
                  <a:pt x="2140284" y="66809"/>
                </a:lnTo>
                <a:lnTo>
                  <a:pt x="2140838" y="67038"/>
                </a:lnTo>
                <a:lnTo>
                  <a:pt x="2141395" y="67284"/>
                </a:lnTo>
                <a:lnTo>
                  <a:pt x="2141956" y="67545"/>
                </a:lnTo>
                <a:lnTo>
                  <a:pt x="2142521" y="67822"/>
                </a:lnTo>
                <a:lnTo>
                  <a:pt x="2143088" y="68116"/>
                </a:lnTo>
                <a:lnTo>
                  <a:pt x="2143660" y="68424"/>
                </a:lnTo>
                <a:lnTo>
                  <a:pt x="2144234" y="68749"/>
                </a:lnTo>
                <a:lnTo>
                  <a:pt x="2144813" y="69090"/>
                </a:lnTo>
                <a:lnTo>
                  <a:pt x="2145394" y="69446"/>
                </a:lnTo>
                <a:lnTo>
                  <a:pt x="2145979" y="69818"/>
                </a:lnTo>
                <a:lnTo>
                  <a:pt x="2154607" y="45521"/>
                </a:lnTo>
                <a:lnTo>
                  <a:pt x="2153871" y="45092"/>
                </a:lnTo>
                <a:lnTo>
                  <a:pt x="2153131" y="44681"/>
                </a:lnTo>
                <a:lnTo>
                  <a:pt x="2152390" y="44289"/>
                </a:lnTo>
                <a:lnTo>
                  <a:pt x="2151646" y="43915"/>
                </a:lnTo>
                <a:lnTo>
                  <a:pt x="2150900" y="43559"/>
                </a:lnTo>
                <a:lnTo>
                  <a:pt x="2150151" y="43221"/>
                </a:lnTo>
                <a:lnTo>
                  <a:pt x="2149400" y="42902"/>
                </a:lnTo>
                <a:lnTo>
                  <a:pt x="2148646" y="42601"/>
                </a:lnTo>
                <a:lnTo>
                  <a:pt x="2147890" y="42318"/>
                </a:lnTo>
                <a:lnTo>
                  <a:pt x="2147131" y="42053"/>
                </a:lnTo>
                <a:lnTo>
                  <a:pt x="2146371" y="41807"/>
                </a:lnTo>
                <a:lnTo>
                  <a:pt x="2145607" y="41579"/>
                </a:lnTo>
                <a:lnTo>
                  <a:pt x="2144842" y="41369"/>
                </a:lnTo>
                <a:lnTo>
                  <a:pt x="2144074" y="41177"/>
                </a:lnTo>
                <a:lnTo>
                  <a:pt x="2143303" y="41004"/>
                </a:lnTo>
                <a:lnTo>
                  <a:pt x="2142530" y="40849"/>
                </a:lnTo>
                <a:lnTo>
                  <a:pt x="2141755" y="40712"/>
                </a:lnTo>
                <a:lnTo>
                  <a:pt x="2140977" y="40593"/>
                </a:lnTo>
                <a:lnTo>
                  <a:pt x="2140197" y="40493"/>
                </a:lnTo>
                <a:lnTo>
                  <a:pt x="2139414" y="40411"/>
                </a:lnTo>
                <a:lnTo>
                  <a:pt x="2138630" y="40347"/>
                </a:lnTo>
                <a:lnTo>
                  <a:pt x="2137842" y="40301"/>
                </a:lnTo>
                <a:lnTo>
                  <a:pt x="2137052" y="40274"/>
                </a:lnTo>
                <a:lnTo>
                  <a:pt x="2136260" y="40265"/>
                </a:lnTo>
                <a:lnTo>
                  <a:pt x="2135701" y="40270"/>
                </a:lnTo>
                <a:lnTo>
                  <a:pt x="2135146" y="40288"/>
                </a:lnTo>
                <a:lnTo>
                  <a:pt x="2134597" y="40317"/>
                </a:lnTo>
                <a:lnTo>
                  <a:pt x="2134052" y="40358"/>
                </a:lnTo>
                <a:lnTo>
                  <a:pt x="2133513" y="40411"/>
                </a:lnTo>
                <a:lnTo>
                  <a:pt x="2132978" y="40475"/>
                </a:lnTo>
                <a:lnTo>
                  <a:pt x="2132449" y="40551"/>
                </a:lnTo>
                <a:lnTo>
                  <a:pt x="2131924" y="40639"/>
                </a:lnTo>
                <a:lnTo>
                  <a:pt x="2131405" y="40739"/>
                </a:lnTo>
                <a:lnTo>
                  <a:pt x="2130890" y="40850"/>
                </a:lnTo>
                <a:lnTo>
                  <a:pt x="2130380" y="40973"/>
                </a:lnTo>
                <a:lnTo>
                  <a:pt x="2129876" y="41108"/>
                </a:lnTo>
                <a:lnTo>
                  <a:pt x="2129376" y="41254"/>
                </a:lnTo>
                <a:lnTo>
                  <a:pt x="2128882" y="41412"/>
                </a:lnTo>
                <a:lnTo>
                  <a:pt x="2128392" y="41582"/>
                </a:lnTo>
                <a:lnTo>
                  <a:pt x="2127908" y="41763"/>
                </a:lnTo>
                <a:lnTo>
                  <a:pt x="2127428" y="41956"/>
                </a:lnTo>
                <a:lnTo>
                  <a:pt x="2126953" y="42161"/>
                </a:lnTo>
                <a:lnTo>
                  <a:pt x="2126484" y="42378"/>
                </a:lnTo>
                <a:lnTo>
                  <a:pt x="2126019" y="42606"/>
                </a:lnTo>
                <a:lnTo>
                  <a:pt x="2125559" y="42846"/>
                </a:lnTo>
                <a:lnTo>
                  <a:pt x="2125105" y="43098"/>
                </a:lnTo>
                <a:lnTo>
                  <a:pt x="2124655" y="43361"/>
                </a:lnTo>
                <a:lnTo>
                  <a:pt x="2124211" y="43636"/>
                </a:lnTo>
                <a:lnTo>
                  <a:pt x="2123766" y="43930"/>
                </a:lnTo>
                <a:lnTo>
                  <a:pt x="2123317" y="44249"/>
                </a:lnTo>
                <a:lnTo>
                  <a:pt x="2122863" y="44593"/>
                </a:lnTo>
                <a:lnTo>
                  <a:pt x="2122405" y="44962"/>
                </a:lnTo>
                <a:lnTo>
                  <a:pt x="2121942" y="45356"/>
                </a:lnTo>
                <a:lnTo>
                  <a:pt x="2121474" y="45775"/>
                </a:lnTo>
                <a:lnTo>
                  <a:pt x="2121002" y="46219"/>
                </a:lnTo>
                <a:lnTo>
                  <a:pt x="2120525" y="46689"/>
                </a:lnTo>
                <a:lnTo>
                  <a:pt x="2120043" y="47183"/>
                </a:lnTo>
                <a:lnTo>
                  <a:pt x="2119557" y="47703"/>
                </a:lnTo>
                <a:lnTo>
                  <a:pt x="2119066" y="48248"/>
                </a:lnTo>
                <a:lnTo>
                  <a:pt x="2118570" y="48818"/>
                </a:lnTo>
                <a:lnTo>
                  <a:pt x="2118070" y="49414"/>
                </a:lnTo>
                <a:lnTo>
                  <a:pt x="2117565" y="50034"/>
                </a:lnTo>
                <a:lnTo>
                  <a:pt x="2117055" y="50679"/>
                </a:lnTo>
                <a:lnTo>
                  <a:pt x="2116541" y="51350"/>
                </a:lnTo>
                <a:lnTo>
                  <a:pt x="2116022" y="52046"/>
                </a:lnTo>
                <a:lnTo>
                  <a:pt x="2115499" y="52767"/>
                </a:lnTo>
                <a:lnTo>
                  <a:pt x="2114971" y="53513"/>
                </a:lnTo>
                <a:lnTo>
                  <a:pt x="2114438" y="54284"/>
                </a:lnTo>
                <a:lnTo>
                  <a:pt x="2113900" y="55080"/>
                </a:lnTo>
                <a:lnTo>
                  <a:pt x="2113358" y="55902"/>
                </a:lnTo>
                <a:lnTo>
                  <a:pt x="2112812" y="56748"/>
                </a:lnTo>
                <a:lnTo>
                  <a:pt x="2112260" y="57620"/>
                </a:lnTo>
                <a:lnTo>
                  <a:pt x="2112260" y="42645"/>
                </a:lnTo>
                <a:lnTo>
                  <a:pt x="2086376" y="42645"/>
                </a:lnTo>
                <a:lnTo>
                  <a:pt x="2086376" y="147967"/>
                </a:lnTo>
                <a:lnTo>
                  <a:pt x="2114244" y="147967"/>
                </a:lnTo>
                <a:lnTo>
                  <a:pt x="2114244" y="115438"/>
                </a:lnTo>
                <a:lnTo>
                  <a:pt x="2114248" y="113231"/>
                </a:lnTo>
                <a:lnTo>
                  <a:pt x="2114260" y="111087"/>
                </a:lnTo>
                <a:lnTo>
                  <a:pt x="2114280" y="109008"/>
                </a:lnTo>
                <a:lnTo>
                  <a:pt x="2114308" y="106992"/>
                </a:lnTo>
                <a:lnTo>
                  <a:pt x="2114345" y="105041"/>
                </a:lnTo>
                <a:close/>
                <a:moveTo>
                  <a:pt x="2486845" y="105041"/>
                </a:moveTo>
                <a:lnTo>
                  <a:pt x="2486890" y="103153"/>
                </a:lnTo>
                <a:lnTo>
                  <a:pt x="2486942" y="101330"/>
                </a:lnTo>
                <a:lnTo>
                  <a:pt x="2487003" y="99570"/>
                </a:lnTo>
                <a:lnTo>
                  <a:pt x="2487072" y="97875"/>
                </a:lnTo>
                <a:lnTo>
                  <a:pt x="2487148" y="96244"/>
                </a:lnTo>
                <a:lnTo>
                  <a:pt x="2487233" y="94677"/>
                </a:lnTo>
                <a:lnTo>
                  <a:pt x="2487327" y="93174"/>
                </a:lnTo>
                <a:lnTo>
                  <a:pt x="2487428" y="91735"/>
                </a:lnTo>
                <a:lnTo>
                  <a:pt x="2487537" y="90360"/>
                </a:lnTo>
                <a:lnTo>
                  <a:pt x="2487654" y="89049"/>
                </a:lnTo>
                <a:lnTo>
                  <a:pt x="2487780" y="87802"/>
                </a:lnTo>
                <a:lnTo>
                  <a:pt x="2487913" y="86619"/>
                </a:lnTo>
                <a:lnTo>
                  <a:pt x="2488055" y="85500"/>
                </a:lnTo>
                <a:lnTo>
                  <a:pt x="2488205" y="84445"/>
                </a:lnTo>
                <a:lnTo>
                  <a:pt x="2488362" y="83455"/>
                </a:lnTo>
                <a:lnTo>
                  <a:pt x="2488528" y="82528"/>
                </a:lnTo>
                <a:lnTo>
                  <a:pt x="2488702" y="81665"/>
                </a:lnTo>
                <a:lnTo>
                  <a:pt x="2488884" y="80867"/>
                </a:lnTo>
                <a:lnTo>
                  <a:pt x="2489074" y="80132"/>
                </a:lnTo>
                <a:lnTo>
                  <a:pt x="2489272" y="79439"/>
                </a:lnTo>
                <a:lnTo>
                  <a:pt x="2489475" y="78764"/>
                </a:lnTo>
                <a:lnTo>
                  <a:pt x="2489684" y="78106"/>
                </a:lnTo>
                <a:lnTo>
                  <a:pt x="2489900" y="77467"/>
                </a:lnTo>
                <a:lnTo>
                  <a:pt x="2490121" y="76846"/>
                </a:lnTo>
                <a:lnTo>
                  <a:pt x="2490348" y="76243"/>
                </a:lnTo>
                <a:lnTo>
                  <a:pt x="2490582" y="75658"/>
                </a:lnTo>
                <a:lnTo>
                  <a:pt x="2490821" y="75091"/>
                </a:lnTo>
                <a:lnTo>
                  <a:pt x="2491066" y="74542"/>
                </a:lnTo>
                <a:lnTo>
                  <a:pt x="2491318" y="74012"/>
                </a:lnTo>
                <a:lnTo>
                  <a:pt x="2491575" y="73499"/>
                </a:lnTo>
                <a:lnTo>
                  <a:pt x="2491839" y="73004"/>
                </a:lnTo>
                <a:lnTo>
                  <a:pt x="2492108" y="72528"/>
                </a:lnTo>
                <a:lnTo>
                  <a:pt x="2492384" y="72069"/>
                </a:lnTo>
                <a:lnTo>
                  <a:pt x="2492666" y="71629"/>
                </a:lnTo>
                <a:lnTo>
                  <a:pt x="2492953" y="71207"/>
                </a:lnTo>
                <a:lnTo>
                  <a:pt x="2493247" y="70803"/>
                </a:lnTo>
                <a:lnTo>
                  <a:pt x="2493547" y="70416"/>
                </a:lnTo>
                <a:lnTo>
                  <a:pt x="2493852" y="70048"/>
                </a:lnTo>
                <a:lnTo>
                  <a:pt x="2494164" y="69699"/>
                </a:lnTo>
                <a:lnTo>
                  <a:pt x="2494482" y="69367"/>
                </a:lnTo>
                <a:lnTo>
                  <a:pt x="2494806" y="69053"/>
                </a:lnTo>
                <a:lnTo>
                  <a:pt x="2495135" y="68757"/>
                </a:lnTo>
                <a:lnTo>
                  <a:pt x="2495471" y="68480"/>
                </a:lnTo>
                <a:lnTo>
                  <a:pt x="2495813" y="68217"/>
                </a:lnTo>
                <a:lnTo>
                  <a:pt x="2496161" y="67965"/>
                </a:lnTo>
                <a:lnTo>
                  <a:pt x="2496516" y="67724"/>
                </a:lnTo>
                <a:lnTo>
                  <a:pt x="2496876" y="67495"/>
                </a:lnTo>
                <a:lnTo>
                  <a:pt x="2497243" y="67276"/>
                </a:lnTo>
                <a:lnTo>
                  <a:pt x="2497616" y="67069"/>
                </a:lnTo>
                <a:lnTo>
                  <a:pt x="2497995" y="66874"/>
                </a:lnTo>
                <a:lnTo>
                  <a:pt x="2498380" y="66689"/>
                </a:lnTo>
                <a:lnTo>
                  <a:pt x="2498772" y="66515"/>
                </a:lnTo>
                <a:lnTo>
                  <a:pt x="2499170" y="66353"/>
                </a:lnTo>
                <a:lnTo>
                  <a:pt x="2499573" y="66202"/>
                </a:lnTo>
                <a:lnTo>
                  <a:pt x="2499984" y="66062"/>
                </a:lnTo>
                <a:lnTo>
                  <a:pt x="2500400" y="65933"/>
                </a:lnTo>
                <a:lnTo>
                  <a:pt x="2500822" y="65816"/>
                </a:lnTo>
                <a:lnTo>
                  <a:pt x="2501251" y="65710"/>
                </a:lnTo>
                <a:lnTo>
                  <a:pt x="2501686" y="65614"/>
                </a:lnTo>
                <a:lnTo>
                  <a:pt x="2502127" y="65531"/>
                </a:lnTo>
                <a:lnTo>
                  <a:pt x="2502574" y="65458"/>
                </a:lnTo>
                <a:lnTo>
                  <a:pt x="2503028" y="65396"/>
                </a:lnTo>
                <a:lnTo>
                  <a:pt x="2503488" y="65346"/>
                </a:lnTo>
                <a:lnTo>
                  <a:pt x="2503954" y="65307"/>
                </a:lnTo>
                <a:lnTo>
                  <a:pt x="2504426" y="65279"/>
                </a:lnTo>
                <a:lnTo>
                  <a:pt x="2504904" y="65262"/>
                </a:lnTo>
                <a:lnTo>
                  <a:pt x="2505389" y="65256"/>
                </a:lnTo>
                <a:lnTo>
                  <a:pt x="2505894" y="65264"/>
                </a:lnTo>
                <a:lnTo>
                  <a:pt x="2506404" y="65288"/>
                </a:lnTo>
                <a:lnTo>
                  <a:pt x="2506916" y="65328"/>
                </a:lnTo>
                <a:lnTo>
                  <a:pt x="2507433" y="65383"/>
                </a:lnTo>
                <a:lnTo>
                  <a:pt x="2507952" y="65454"/>
                </a:lnTo>
                <a:lnTo>
                  <a:pt x="2508475" y="65541"/>
                </a:lnTo>
                <a:lnTo>
                  <a:pt x="2509002" y="65644"/>
                </a:lnTo>
                <a:lnTo>
                  <a:pt x="2509532" y="65763"/>
                </a:lnTo>
                <a:lnTo>
                  <a:pt x="2510065" y="65898"/>
                </a:lnTo>
                <a:lnTo>
                  <a:pt x="2510602" y="66048"/>
                </a:lnTo>
                <a:lnTo>
                  <a:pt x="2511142" y="66215"/>
                </a:lnTo>
                <a:lnTo>
                  <a:pt x="2511686" y="66397"/>
                </a:lnTo>
                <a:lnTo>
                  <a:pt x="2512233" y="66595"/>
                </a:lnTo>
                <a:lnTo>
                  <a:pt x="2512784" y="66809"/>
                </a:lnTo>
                <a:lnTo>
                  <a:pt x="2513338" y="67038"/>
                </a:lnTo>
                <a:lnTo>
                  <a:pt x="2513895" y="67284"/>
                </a:lnTo>
                <a:lnTo>
                  <a:pt x="2514456" y="67545"/>
                </a:lnTo>
                <a:lnTo>
                  <a:pt x="2515021" y="67822"/>
                </a:lnTo>
                <a:lnTo>
                  <a:pt x="2515589" y="68116"/>
                </a:lnTo>
                <a:lnTo>
                  <a:pt x="2516160" y="68424"/>
                </a:lnTo>
                <a:lnTo>
                  <a:pt x="2516735" y="68749"/>
                </a:lnTo>
                <a:lnTo>
                  <a:pt x="2517313" y="69090"/>
                </a:lnTo>
                <a:lnTo>
                  <a:pt x="2517894" y="69446"/>
                </a:lnTo>
                <a:lnTo>
                  <a:pt x="2518479" y="69818"/>
                </a:lnTo>
                <a:lnTo>
                  <a:pt x="2527108" y="45521"/>
                </a:lnTo>
                <a:lnTo>
                  <a:pt x="2526371" y="45092"/>
                </a:lnTo>
                <a:lnTo>
                  <a:pt x="2525632" y="44681"/>
                </a:lnTo>
                <a:lnTo>
                  <a:pt x="2524890" y="44289"/>
                </a:lnTo>
                <a:lnTo>
                  <a:pt x="2524146" y="43915"/>
                </a:lnTo>
                <a:lnTo>
                  <a:pt x="2523400" y="43559"/>
                </a:lnTo>
                <a:lnTo>
                  <a:pt x="2522651" y="43221"/>
                </a:lnTo>
                <a:lnTo>
                  <a:pt x="2521900" y="42902"/>
                </a:lnTo>
                <a:lnTo>
                  <a:pt x="2521146" y="42601"/>
                </a:lnTo>
                <a:lnTo>
                  <a:pt x="2520390" y="42318"/>
                </a:lnTo>
                <a:lnTo>
                  <a:pt x="2519632" y="42053"/>
                </a:lnTo>
                <a:lnTo>
                  <a:pt x="2518871" y="41807"/>
                </a:lnTo>
                <a:lnTo>
                  <a:pt x="2518108" y="41579"/>
                </a:lnTo>
                <a:lnTo>
                  <a:pt x="2517342" y="41369"/>
                </a:lnTo>
                <a:lnTo>
                  <a:pt x="2516574" y="41177"/>
                </a:lnTo>
                <a:lnTo>
                  <a:pt x="2515803" y="41004"/>
                </a:lnTo>
                <a:lnTo>
                  <a:pt x="2515030" y="40849"/>
                </a:lnTo>
                <a:lnTo>
                  <a:pt x="2514255" y="40712"/>
                </a:lnTo>
                <a:lnTo>
                  <a:pt x="2513477" y="40593"/>
                </a:lnTo>
                <a:lnTo>
                  <a:pt x="2512697" y="40493"/>
                </a:lnTo>
                <a:lnTo>
                  <a:pt x="2511915" y="40411"/>
                </a:lnTo>
                <a:lnTo>
                  <a:pt x="2511130" y="40347"/>
                </a:lnTo>
                <a:lnTo>
                  <a:pt x="2510342" y="40301"/>
                </a:lnTo>
                <a:lnTo>
                  <a:pt x="2509553" y="40274"/>
                </a:lnTo>
                <a:lnTo>
                  <a:pt x="2508760" y="40265"/>
                </a:lnTo>
                <a:lnTo>
                  <a:pt x="2508201" y="40270"/>
                </a:lnTo>
                <a:lnTo>
                  <a:pt x="2507646" y="40288"/>
                </a:lnTo>
                <a:lnTo>
                  <a:pt x="2507097" y="40317"/>
                </a:lnTo>
                <a:lnTo>
                  <a:pt x="2506552" y="40358"/>
                </a:lnTo>
                <a:lnTo>
                  <a:pt x="2506013" y="40411"/>
                </a:lnTo>
                <a:lnTo>
                  <a:pt x="2505478" y="40475"/>
                </a:lnTo>
                <a:lnTo>
                  <a:pt x="2504949" y="40551"/>
                </a:lnTo>
                <a:lnTo>
                  <a:pt x="2504424" y="40639"/>
                </a:lnTo>
                <a:lnTo>
                  <a:pt x="2503905" y="40739"/>
                </a:lnTo>
                <a:lnTo>
                  <a:pt x="2503390" y="40850"/>
                </a:lnTo>
                <a:lnTo>
                  <a:pt x="2502881" y="40973"/>
                </a:lnTo>
                <a:lnTo>
                  <a:pt x="2502376" y="41108"/>
                </a:lnTo>
                <a:lnTo>
                  <a:pt x="2501877" y="41254"/>
                </a:lnTo>
                <a:lnTo>
                  <a:pt x="2501382" y="41412"/>
                </a:lnTo>
                <a:lnTo>
                  <a:pt x="2500892" y="41582"/>
                </a:lnTo>
                <a:lnTo>
                  <a:pt x="2500408" y="41763"/>
                </a:lnTo>
                <a:lnTo>
                  <a:pt x="2499928" y="41956"/>
                </a:lnTo>
                <a:lnTo>
                  <a:pt x="2499454" y="42161"/>
                </a:lnTo>
                <a:lnTo>
                  <a:pt x="2498984" y="42378"/>
                </a:lnTo>
                <a:lnTo>
                  <a:pt x="2498519" y="42606"/>
                </a:lnTo>
                <a:lnTo>
                  <a:pt x="2498060" y="42846"/>
                </a:lnTo>
                <a:lnTo>
                  <a:pt x="2497605" y="43098"/>
                </a:lnTo>
                <a:lnTo>
                  <a:pt x="2497155" y="43361"/>
                </a:lnTo>
                <a:lnTo>
                  <a:pt x="2496711" y="43636"/>
                </a:lnTo>
                <a:lnTo>
                  <a:pt x="2496266" y="43930"/>
                </a:lnTo>
                <a:lnTo>
                  <a:pt x="2495817" y="44249"/>
                </a:lnTo>
                <a:lnTo>
                  <a:pt x="2495363" y="44593"/>
                </a:lnTo>
                <a:lnTo>
                  <a:pt x="2494905" y="44962"/>
                </a:lnTo>
                <a:lnTo>
                  <a:pt x="2494442" y="45356"/>
                </a:lnTo>
                <a:lnTo>
                  <a:pt x="2493974" y="45775"/>
                </a:lnTo>
                <a:lnTo>
                  <a:pt x="2493502" y="46219"/>
                </a:lnTo>
                <a:lnTo>
                  <a:pt x="2493025" y="46689"/>
                </a:lnTo>
                <a:lnTo>
                  <a:pt x="2492543" y="47183"/>
                </a:lnTo>
                <a:lnTo>
                  <a:pt x="2492057" y="47703"/>
                </a:lnTo>
                <a:lnTo>
                  <a:pt x="2491566" y="48248"/>
                </a:lnTo>
                <a:lnTo>
                  <a:pt x="2491070" y="48818"/>
                </a:lnTo>
                <a:lnTo>
                  <a:pt x="2490570" y="49414"/>
                </a:lnTo>
                <a:lnTo>
                  <a:pt x="2490065" y="50034"/>
                </a:lnTo>
                <a:lnTo>
                  <a:pt x="2489556" y="50679"/>
                </a:lnTo>
                <a:lnTo>
                  <a:pt x="2489041" y="51350"/>
                </a:lnTo>
                <a:lnTo>
                  <a:pt x="2488523" y="52046"/>
                </a:lnTo>
                <a:lnTo>
                  <a:pt x="2487999" y="52767"/>
                </a:lnTo>
                <a:lnTo>
                  <a:pt x="2487471" y="53513"/>
                </a:lnTo>
                <a:lnTo>
                  <a:pt x="2486938" y="54284"/>
                </a:lnTo>
                <a:lnTo>
                  <a:pt x="2486401" y="55080"/>
                </a:lnTo>
                <a:lnTo>
                  <a:pt x="2485859" y="55902"/>
                </a:lnTo>
                <a:lnTo>
                  <a:pt x="2485312" y="56748"/>
                </a:lnTo>
                <a:lnTo>
                  <a:pt x="2484760" y="57620"/>
                </a:lnTo>
                <a:lnTo>
                  <a:pt x="2484760" y="42645"/>
                </a:lnTo>
                <a:lnTo>
                  <a:pt x="2458876" y="42645"/>
                </a:lnTo>
                <a:lnTo>
                  <a:pt x="2458876" y="147967"/>
                </a:lnTo>
                <a:lnTo>
                  <a:pt x="2486744" y="147967"/>
                </a:lnTo>
                <a:lnTo>
                  <a:pt x="2486744" y="115438"/>
                </a:lnTo>
                <a:lnTo>
                  <a:pt x="2486748" y="113231"/>
                </a:lnTo>
                <a:lnTo>
                  <a:pt x="2486760" y="111087"/>
                </a:lnTo>
                <a:lnTo>
                  <a:pt x="2486780" y="109008"/>
                </a:lnTo>
                <a:lnTo>
                  <a:pt x="2486809" y="106992"/>
                </a:lnTo>
                <a:lnTo>
                  <a:pt x="2486845" y="105041"/>
                </a:lnTo>
                <a:close/>
                <a:moveTo>
                  <a:pt x="2565854" y="105041"/>
                </a:moveTo>
                <a:lnTo>
                  <a:pt x="2565898" y="103153"/>
                </a:lnTo>
                <a:lnTo>
                  <a:pt x="2565951" y="101330"/>
                </a:lnTo>
                <a:lnTo>
                  <a:pt x="2566012" y="99570"/>
                </a:lnTo>
                <a:lnTo>
                  <a:pt x="2566080" y="97875"/>
                </a:lnTo>
                <a:lnTo>
                  <a:pt x="2566157" y="96244"/>
                </a:lnTo>
                <a:lnTo>
                  <a:pt x="2566242" y="94677"/>
                </a:lnTo>
                <a:lnTo>
                  <a:pt x="2566335" y="93174"/>
                </a:lnTo>
                <a:lnTo>
                  <a:pt x="2566436" y="91735"/>
                </a:lnTo>
                <a:lnTo>
                  <a:pt x="2566546" y="90360"/>
                </a:lnTo>
                <a:lnTo>
                  <a:pt x="2566663" y="89049"/>
                </a:lnTo>
                <a:lnTo>
                  <a:pt x="2566788" y="87802"/>
                </a:lnTo>
                <a:lnTo>
                  <a:pt x="2566922" y="86619"/>
                </a:lnTo>
                <a:lnTo>
                  <a:pt x="2567064" y="85500"/>
                </a:lnTo>
                <a:lnTo>
                  <a:pt x="2567213" y="84445"/>
                </a:lnTo>
                <a:lnTo>
                  <a:pt x="2567371" y="83455"/>
                </a:lnTo>
                <a:lnTo>
                  <a:pt x="2567537" y="82528"/>
                </a:lnTo>
                <a:lnTo>
                  <a:pt x="2567711" y="81665"/>
                </a:lnTo>
                <a:lnTo>
                  <a:pt x="2567893" y="80867"/>
                </a:lnTo>
                <a:lnTo>
                  <a:pt x="2568083" y="80132"/>
                </a:lnTo>
                <a:lnTo>
                  <a:pt x="2568280" y="79439"/>
                </a:lnTo>
                <a:lnTo>
                  <a:pt x="2568484" y="78764"/>
                </a:lnTo>
                <a:lnTo>
                  <a:pt x="2568693" y="78106"/>
                </a:lnTo>
                <a:lnTo>
                  <a:pt x="2568908" y="77467"/>
                </a:lnTo>
                <a:lnTo>
                  <a:pt x="2569130" y="76846"/>
                </a:lnTo>
                <a:lnTo>
                  <a:pt x="2569357" y="76243"/>
                </a:lnTo>
                <a:lnTo>
                  <a:pt x="2569590" y="75658"/>
                </a:lnTo>
                <a:lnTo>
                  <a:pt x="2569830" y="75091"/>
                </a:lnTo>
                <a:lnTo>
                  <a:pt x="2570075" y="74542"/>
                </a:lnTo>
                <a:lnTo>
                  <a:pt x="2570327" y="74012"/>
                </a:lnTo>
                <a:lnTo>
                  <a:pt x="2570584" y="73499"/>
                </a:lnTo>
                <a:lnTo>
                  <a:pt x="2570848" y="73004"/>
                </a:lnTo>
                <a:lnTo>
                  <a:pt x="2571117" y="72528"/>
                </a:lnTo>
                <a:lnTo>
                  <a:pt x="2571393" y="72069"/>
                </a:lnTo>
                <a:lnTo>
                  <a:pt x="2571674" y="71629"/>
                </a:lnTo>
                <a:lnTo>
                  <a:pt x="2571962" y="71207"/>
                </a:lnTo>
                <a:lnTo>
                  <a:pt x="2572256" y="70803"/>
                </a:lnTo>
                <a:lnTo>
                  <a:pt x="2572555" y="70416"/>
                </a:lnTo>
                <a:lnTo>
                  <a:pt x="2572861" y="70048"/>
                </a:lnTo>
                <a:lnTo>
                  <a:pt x="2573173" y="69699"/>
                </a:lnTo>
                <a:lnTo>
                  <a:pt x="2573490" y="69367"/>
                </a:lnTo>
                <a:lnTo>
                  <a:pt x="2573814" y="69053"/>
                </a:lnTo>
                <a:lnTo>
                  <a:pt x="2574144" y="68757"/>
                </a:lnTo>
                <a:lnTo>
                  <a:pt x="2574480" y="68480"/>
                </a:lnTo>
                <a:lnTo>
                  <a:pt x="2574822" y="68217"/>
                </a:lnTo>
                <a:lnTo>
                  <a:pt x="2575170" y="67965"/>
                </a:lnTo>
                <a:lnTo>
                  <a:pt x="2575524" y="67724"/>
                </a:lnTo>
                <a:lnTo>
                  <a:pt x="2575885" y="67495"/>
                </a:lnTo>
                <a:lnTo>
                  <a:pt x="2576252" y="67276"/>
                </a:lnTo>
                <a:lnTo>
                  <a:pt x="2576625" y="67069"/>
                </a:lnTo>
                <a:lnTo>
                  <a:pt x="2577004" y="66874"/>
                </a:lnTo>
                <a:lnTo>
                  <a:pt x="2577389" y="66689"/>
                </a:lnTo>
                <a:lnTo>
                  <a:pt x="2577781" y="66515"/>
                </a:lnTo>
                <a:lnTo>
                  <a:pt x="2578178" y="66353"/>
                </a:lnTo>
                <a:lnTo>
                  <a:pt x="2578582" y="66202"/>
                </a:lnTo>
                <a:lnTo>
                  <a:pt x="2578992" y="66062"/>
                </a:lnTo>
                <a:lnTo>
                  <a:pt x="2579409" y="65933"/>
                </a:lnTo>
                <a:lnTo>
                  <a:pt x="2579831" y="65816"/>
                </a:lnTo>
                <a:lnTo>
                  <a:pt x="2580260" y="65710"/>
                </a:lnTo>
                <a:lnTo>
                  <a:pt x="2580695" y="65614"/>
                </a:lnTo>
                <a:lnTo>
                  <a:pt x="2581136" y="65531"/>
                </a:lnTo>
                <a:lnTo>
                  <a:pt x="2581583" y="65458"/>
                </a:lnTo>
                <a:lnTo>
                  <a:pt x="2582037" y="65396"/>
                </a:lnTo>
                <a:lnTo>
                  <a:pt x="2582496" y="65346"/>
                </a:lnTo>
                <a:lnTo>
                  <a:pt x="2582962" y="65307"/>
                </a:lnTo>
                <a:lnTo>
                  <a:pt x="2583434" y="65279"/>
                </a:lnTo>
                <a:lnTo>
                  <a:pt x="2583913" y="65262"/>
                </a:lnTo>
                <a:lnTo>
                  <a:pt x="2584397" y="65256"/>
                </a:lnTo>
                <a:lnTo>
                  <a:pt x="2584903" y="65264"/>
                </a:lnTo>
                <a:lnTo>
                  <a:pt x="2585412" y="65288"/>
                </a:lnTo>
                <a:lnTo>
                  <a:pt x="2585925" y="65328"/>
                </a:lnTo>
                <a:lnTo>
                  <a:pt x="2586441" y="65383"/>
                </a:lnTo>
                <a:lnTo>
                  <a:pt x="2586961" y="65454"/>
                </a:lnTo>
                <a:lnTo>
                  <a:pt x="2587484" y="65541"/>
                </a:lnTo>
                <a:lnTo>
                  <a:pt x="2588011" y="65644"/>
                </a:lnTo>
                <a:lnTo>
                  <a:pt x="2588541" y="65763"/>
                </a:lnTo>
                <a:lnTo>
                  <a:pt x="2589074" y="65898"/>
                </a:lnTo>
                <a:lnTo>
                  <a:pt x="2589611" y="66048"/>
                </a:lnTo>
                <a:lnTo>
                  <a:pt x="2590151" y="66215"/>
                </a:lnTo>
                <a:lnTo>
                  <a:pt x="2590695" y="66397"/>
                </a:lnTo>
                <a:lnTo>
                  <a:pt x="2591242" y="66595"/>
                </a:lnTo>
                <a:lnTo>
                  <a:pt x="2591793" y="66809"/>
                </a:lnTo>
                <a:lnTo>
                  <a:pt x="2592347" y="67038"/>
                </a:lnTo>
                <a:lnTo>
                  <a:pt x="2592904" y="67284"/>
                </a:lnTo>
                <a:lnTo>
                  <a:pt x="2593465" y="67545"/>
                </a:lnTo>
                <a:lnTo>
                  <a:pt x="2594030" y="67822"/>
                </a:lnTo>
                <a:lnTo>
                  <a:pt x="2594597" y="68116"/>
                </a:lnTo>
                <a:lnTo>
                  <a:pt x="2595169" y="68424"/>
                </a:lnTo>
                <a:lnTo>
                  <a:pt x="2595743" y="68749"/>
                </a:lnTo>
                <a:lnTo>
                  <a:pt x="2596322" y="69090"/>
                </a:lnTo>
                <a:lnTo>
                  <a:pt x="2596903" y="69446"/>
                </a:lnTo>
                <a:lnTo>
                  <a:pt x="2597488" y="69818"/>
                </a:lnTo>
                <a:lnTo>
                  <a:pt x="2606116" y="45521"/>
                </a:lnTo>
                <a:lnTo>
                  <a:pt x="2605380" y="45092"/>
                </a:lnTo>
                <a:lnTo>
                  <a:pt x="2604640" y="44681"/>
                </a:lnTo>
                <a:lnTo>
                  <a:pt x="2603899" y="44289"/>
                </a:lnTo>
                <a:lnTo>
                  <a:pt x="2603155" y="43915"/>
                </a:lnTo>
                <a:lnTo>
                  <a:pt x="2602409" y="43559"/>
                </a:lnTo>
                <a:lnTo>
                  <a:pt x="2601660" y="43221"/>
                </a:lnTo>
                <a:lnTo>
                  <a:pt x="2600909" y="42902"/>
                </a:lnTo>
                <a:lnTo>
                  <a:pt x="2600155" y="42601"/>
                </a:lnTo>
                <a:lnTo>
                  <a:pt x="2599399" y="42318"/>
                </a:lnTo>
                <a:lnTo>
                  <a:pt x="2598640" y="42053"/>
                </a:lnTo>
                <a:lnTo>
                  <a:pt x="2597880" y="41807"/>
                </a:lnTo>
                <a:lnTo>
                  <a:pt x="2597116" y="41579"/>
                </a:lnTo>
                <a:lnTo>
                  <a:pt x="2596351" y="41369"/>
                </a:lnTo>
                <a:lnTo>
                  <a:pt x="2595583" y="41177"/>
                </a:lnTo>
                <a:lnTo>
                  <a:pt x="2594812" y="41004"/>
                </a:lnTo>
                <a:lnTo>
                  <a:pt x="2594039" y="40849"/>
                </a:lnTo>
                <a:lnTo>
                  <a:pt x="2593264" y="40712"/>
                </a:lnTo>
                <a:lnTo>
                  <a:pt x="2592486" y="40593"/>
                </a:lnTo>
                <a:lnTo>
                  <a:pt x="2591706" y="40493"/>
                </a:lnTo>
                <a:lnTo>
                  <a:pt x="2590923" y="40411"/>
                </a:lnTo>
                <a:lnTo>
                  <a:pt x="2590139" y="40347"/>
                </a:lnTo>
                <a:lnTo>
                  <a:pt x="2589351" y="40301"/>
                </a:lnTo>
                <a:lnTo>
                  <a:pt x="2588561" y="40274"/>
                </a:lnTo>
                <a:lnTo>
                  <a:pt x="2587769" y="40265"/>
                </a:lnTo>
                <a:lnTo>
                  <a:pt x="2587210" y="40270"/>
                </a:lnTo>
                <a:lnTo>
                  <a:pt x="2586655" y="40288"/>
                </a:lnTo>
                <a:lnTo>
                  <a:pt x="2586106" y="40317"/>
                </a:lnTo>
                <a:lnTo>
                  <a:pt x="2585561" y="40358"/>
                </a:lnTo>
                <a:lnTo>
                  <a:pt x="2585022" y="40411"/>
                </a:lnTo>
                <a:lnTo>
                  <a:pt x="2584487" y="40475"/>
                </a:lnTo>
                <a:lnTo>
                  <a:pt x="2583958" y="40551"/>
                </a:lnTo>
                <a:lnTo>
                  <a:pt x="2583433" y="40639"/>
                </a:lnTo>
                <a:lnTo>
                  <a:pt x="2582914" y="40739"/>
                </a:lnTo>
                <a:lnTo>
                  <a:pt x="2582399" y="40850"/>
                </a:lnTo>
                <a:lnTo>
                  <a:pt x="2581889" y="40973"/>
                </a:lnTo>
                <a:lnTo>
                  <a:pt x="2581385" y="41108"/>
                </a:lnTo>
                <a:lnTo>
                  <a:pt x="2580885" y="41254"/>
                </a:lnTo>
                <a:lnTo>
                  <a:pt x="2580391" y="41412"/>
                </a:lnTo>
                <a:lnTo>
                  <a:pt x="2579901" y="41582"/>
                </a:lnTo>
                <a:lnTo>
                  <a:pt x="2579417" y="41763"/>
                </a:lnTo>
                <a:lnTo>
                  <a:pt x="2578937" y="41956"/>
                </a:lnTo>
                <a:lnTo>
                  <a:pt x="2578462" y="42161"/>
                </a:lnTo>
                <a:lnTo>
                  <a:pt x="2577993" y="42378"/>
                </a:lnTo>
                <a:lnTo>
                  <a:pt x="2577528" y="42606"/>
                </a:lnTo>
                <a:lnTo>
                  <a:pt x="2577068" y="42846"/>
                </a:lnTo>
                <a:lnTo>
                  <a:pt x="2576614" y="43098"/>
                </a:lnTo>
                <a:lnTo>
                  <a:pt x="2576164" y="43361"/>
                </a:lnTo>
                <a:lnTo>
                  <a:pt x="2575720" y="43636"/>
                </a:lnTo>
                <a:lnTo>
                  <a:pt x="2575275" y="43930"/>
                </a:lnTo>
                <a:lnTo>
                  <a:pt x="2574826" y="44249"/>
                </a:lnTo>
                <a:lnTo>
                  <a:pt x="2574372" y="44593"/>
                </a:lnTo>
                <a:lnTo>
                  <a:pt x="2573914" y="44962"/>
                </a:lnTo>
                <a:lnTo>
                  <a:pt x="2573451" y="45356"/>
                </a:lnTo>
                <a:lnTo>
                  <a:pt x="2572983" y="45775"/>
                </a:lnTo>
                <a:lnTo>
                  <a:pt x="2572511" y="46219"/>
                </a:lnTo>
                <a:lnTo>
                  <a:pt x="2572034" y="46689"/>
                </a:lnTo>
                <a:lnTo>
                  <a:pt x="2571552" y="47183"/>
                </a:lnTo>
                <a:lnTo>
                  <a:pt x="2571066" y="47703"/>
                </a:lnTo>
                <a:lnTo>
                  <a:pt x="2570575" y="48248"/>
                </a:lnTo>
                <a:lnTo>
                  <a:pt x="2570079" y="48818"/>
                </a:lnTo>
                <a:lnTo>
                  <a:pt x="2569579" y="49414"/>
                </a:lnTo>
                <a:lnTo>
                  <a:pt x="2569074" y="50034"/>
                </a:lnTo>
                <a:lnTo>
                  <a:pt x="2568564" y="50679"/>
                </a:lnTo>
                <a:lnTo>
                  <a:pt x="2568050" y="51350"/>
                </a:lnTo>
                <a:lnTo>
                  <a:pt x="2567531" y="52046"/>
                </a:lnTo>
                <a:lnTo>
                  <a:pt x="2567008" y="52767"/>
                </a:lnTo>
                <a:lnTo>
                  <a:pt x="2566480" y="53513"/>
                </a:lnTo>
                <a:lnTo>
                  <a:pt x="2565947" y="54284"/>
                </a:lnTo>
                <a:lnTo>
                  <a:pt x="2565409" y="55080"/>
                </a:lnTo>
                <a:lnTo>
                  <a:pt x="2564867" y="55902"/>
                </a:lnTo>
                <a:lnTo>
                  <a:pt x="2564321" y="56748"/>
                </a:lnTo>
                <a:lnTo>
                  <a:pt x="2563769" y="57620"/>
                </a:lnTo>
                <a:lnTo>
                  <a:pt x="2563769" y="42645"/>
                </a:lnTo>
                <a:lnTo>
                  <a:pt x="2537885" y="42645"/>
                </a:lnTo>
                <a:lnTo>
                  <a:pt x="2537885" y="147967"/>
                </a:lnTo>
                <a:lnTo>
                  <a:pt x="2565753" y="147967"/>
                </a:lnTo>
                <a:lnTo>
                  <a:pt x="2565753" y="115438"/>
                </a:lnTo>
                <a:lnTo>
                  <a:pt x="2565757" y="113231"/>
                </a:lnTo>
                <a:lnTo>
                  <a:pt x="2565769" y="111087"/>
                </a:lnTo>
                <a:lnTo>
                  <a:pt x="2565789" y="109008"/>
                </a:lnTo>
                <a:lnTo>
                  <a:pt x="2565817" y="106992"/>
                </a:lnTo>
                <a:lnTo>
                  <a:pt x="2565854" y="105041"/>
                </a:lnTo>
                <a:close/>
                <a:moveTo>
                  <a:pt x="3367115" y="105041"/>
                </a:moveTo>
                <a:lnTo>
                  <a:pt x="3367160" y="103153"/>
                </a:lnTo>
                <a:lnTo>
                  <a:pt x="3367212" y="101330"/>
                </a:lnTo>
                <a:lnTo>
                  <a:pt x="3367273" y="99570"/>
                </a:lnTo>
                <a:lnTo>
                  <a:pt x="3367342" y="97875"/>
                </a:lnTo>
                <a:lnTo>
                  <a:pt x="3367419" y="96244"/>
                </a:lnTo>
                <a:lnTo>
                  <a:pt x="3367503" y="94677"/>
                </a:lnTo>
                <a:lnTo>
                  <a:pt x="3367597" y="93174"/>
                </a:lnTo>
                <a:lnTo>
                  <a:pt x="3367698" y="91735"/>
                </a:lnTo>
                <a:lnTo>
                  <a:pt x="3367807" y="90360"/>
                </a:lnTo>
                <a:lnTo>
                  <a:pt x="3367924" y="89049"/>
                </a:lnTo>
                <a:lnTo>
                  <a:pt x="3368050" y="87802"/>
                </a:lnTo>
                <a:lnTo>
                  <a:pt x="3368183" y="86619"/>
                </a:lnTo>
                <a:lnTo>
                  <a:pt x="3368325" y="85500"/>
                </a:lnTo>
                <a:lnTo>
                  <a:pt x="3368475" y="84445"/>
                </a:lnTo>
                <a:lnTo>
                  <a:pt x="3368632" y="83455"/>
                </a:lnTo>
                <a:lnTo>
                  <a:pt x="3368798" y="82528"/>
                </a:lnTo>
                <a:lnTo>
                  <a:pt x="3368972" y="81665"/>
                </a:lnTo>
                <a:lnTo>
                  <a:pt x="3369154" y="80867"/>
                </a:lnTo>
                <a:lnTo>
                  <a:pt x="3369344" y="80132"/>
                </a:lnTo>
                <a:lnTo>
                  <a:pt x="3369542" y="79439"/>
                </a:lnTo>
                <a:lnTo>
                  <a:pt x="3369745" y="78764"/>
                </a:lnTo>
                <a:lnTo>
                  <a:pt x="3369954" y="78106"/>
                </a:lnTo>
                <a:lnTo>
                  <a:pt x="3370170" y="77467"/>
                </a:lnTo>
                <a:lnTo>
                  <a:pt x="3370391" y="76846"/>
                </a:lnTo>
                <a:lnTo>
                  <a:pt x="3370618" y="76243"/>
                </a:lnTo>
                <a:lnTo>
                  <a:pt x="3370852" y="75658"/>
                </a:lnTo>
                <a:lnTo>
                  <a:pt x="3371091" y="75091"/>
                </a:lnTo>
                <a:lnTo>
                  <a:pt x="3371336" y="74542"/>
                </a:lnTo>
                <a:lnTo>
                  <a:pt x="3371588" y="74012"/>
                </a:lnTo>
                <a:lnTo>
                  <a:pt x="3371845" y="73499"/>
                </a:lnTo>
                <a:lnTo>
                  <a:pt x="3372109" y="73004"/>
                </a:lnTo>
                <a:lnTo>
                  <a:pt x="3372378" y="72528"/>
                </a:lnTo>
                <a:lnTo>
                  <a:pt x="3372654" y="72069"/>
                </a:lnTo>
                <a:lnTo>
                  <a:pt x="3372936" y="71629"/>
                </a:lnTo>
                <a:lnTo>
                  <a:pt x="3373223" y="71207"/>
                </a:lnTo>
                <a:lnTo>
                  <a:pt x="3373517" y="70803"/>
                </a:lnTo>
                <a:lnTo>
                  <a:pt x="3373817" y="70416"/>
                </a:lnTo>
                <a:lnTo>
                  <a:pt x="3374122" y="70048"/>
                </a:lnTo>
                <a:lnTo>
                  <a:pt x="3374434" y="69699"/>
                </a:lnTo>
                <a:lnTo>
                  <a:pt x="3374752" y="69367"/>
                </a:lnTo>
                <a:lnTo>
                  <a:pt x="3375076" y="69053"/>
                </a:lnTo>
                <a:lnTo>
                  <a:pt x="3375405" y="68757"/>
                </a:lnTo>
                <a:lnTo>
                  <a:pt x="3375741" y="68480"/>
                </a:lnTo>
                <a:lnTo>
                  <a:pt x="3376083" y="68217"/>
                </a:lnTo>
                <a:lnTo>
                  <a:pt x="3376431" y="67965"/>
                </a:lnTo>
                <a:lnTo>
                  <a:pt x="3376786" y="67724"/>
                </a:lnTo>
                <a:lnTo>
                  <a:pt x="3377146" y="67495"/>
                </a:lnTo>
                <a:lnTo>
                  <a:pt x="3377513" y="67276"/>
                </a:lnTo>
                <a:lnTo>
                  <a:pt x="3377886" y="67069"/>
                </a:lnTo>
                <a:lnTo>
                  <a:pt x="3378265" y="66874"/>
                </a:lnTo>
                <a:lnTo>
                  <a:pt x="3378650" y="66689"/>
                </a:lnTo>
                <a:lnTo>
                  <a:pt x="3379042" y="66515"/>
                </a:lnTo>
                <a:lnTo>
                  <a:pt x="3379440" y="66353"/>
                </a:lnTo>
                <a:lnTo>
                  <a:pt x="3379843" y="66202"/>
                </a:lnTo>
                <a:lnTo>
                  <a:pt x="3380254" y="66062"/>
                </a:lnTo>
                <a:lnTo>
                  <a:pt x="3380670" y="65933"/>
                </a:lnTo>
                <a:lnTo>
                  <a:pt x="3381092" y="65816"/>
                </a:lnTo>
                <a:lnTo>
                  <a:pt x="3381521" y="65710"/>
                </a:lnTo>
                <a:lnTo>
                  <a:pt x="3381956" y="65614"/>
                </a:lnTo>
                <a:lnTo>
                  <a:pt x="3382397" y="65531"/>
                </a:lnTo>
                <a:lnTo>
                  <a:pt x="3382845" y="65458"/>
                </a:lnTo>
                <a:lnTo>
                  <a:pt x="3383298" y="65396"/>
                </a:lnTo>
                <a:lnTo>
                  <a:pt x="3383758" y="65346"/>
                </a:lnTo>
                <a:lnTo>
                  <a:pt x="3384224" y="65307"/>
                </a:lnTo>
                <a:lnTo>
                  <a:pt x="3384696" y="65279"/>
                </a:lnTo>
                <a:lnTo>
                  <a:pt x="3385174" y="65262"/>
                </a:lnTo>
                <a:lnTo>
                  <a:pt x="3385659" y="65256"/>
                </a:lnTo>
                <a:lnTo>
                  <a:pt x="3386164" y="65264"/>
                </a:lnTo>
                <a:lnTo>
                  <a:pt x="3386674" y="65288"/>
                </a:lnTo>
                <a:lnTo>
                  <a:pt x="3387186" y="65328"/>
                </a:lnTo>
                <a:lnTo>
                  <a:pt x="3387703" y="65383"/>
                </a:lnTo>
                <a:lnTo>
                  <a:pt x="3388222" y="65454"/>
                </a:lnTo>
                <a:lnTo>
                  <a:pt x="3388745" y="65541"/>
                </a:lnTo>
                <a:lnTo>
                  <a:pt x="3389272" y="65644"/>
                </a:lnTo>
                <a:lnTo>
                  <a:pt x="3389802" y="65763"/>
                </a:lnTo>
                <a:lnTo>
                  <a:pt x="3390335" y="65898"/>
                </a:lnTo>
                <a:lnTo>
                  <a:pt x="3390872" y="66048"/>
                </a:lnTo>
                <a:lnTo>
                  <a:pt x="3391412" y="66215"/>
                </a:lnTo>
                <a:lnTo>
                  <a:pt x="3391956" y="66397"/>
                </a:lnTo>
                <a:lnTo>
                  <a:pt x="3392503" y="66595"/>
                </a:lnTo>
                <a:lnTo>
                  <a:pt x="3393054" y="66809"/>
                </a:lnTo>
                <a:lnTo>
                  <a:pt x="3393608" y="67038"/>
                </a:lnTo>
                <a:lnTo>
                  <a:pt x="3394165" y="67284"/>
                </a:lnTo>
                <a:lnTo>
                  <a:pt x="3394726" y="67545"/>
                </a:lnTo>
                <a:lnTo>
                  <a:pt x="3395291" y="67822"/>
                </a:lnTo>
                <a:lnTo>
                  <a:pt x="3395859" y="68116"/>
                </a:lnTo>
                <a:lnTo>
                  <a:pt x="3396430" y="68424"/>
                </a:lnTo>
                <a:lnTo>
                  <a:pt x="3397005" y="68749"/>
                </a:lnTo>
                <a:lnTo>
                  <a:pt x="3397583" y="69090"/>
                </a:lnTo>
                <a:lnTo>
                  <a:pt x="3398164" y="69446"/>
                </a:lnTo>
                <a:lnTo>
                  <a:pt x="3398750" y="69818"/>
                </a:lnTo>
                <a:lnTo>
                  <a:pt x="3407378" y="45521"/>
                </a:lnTo>
                <a:lnTo>
                  <a:pt x="3406641" y="45092"/>
                </a:lnTo>
                <a:lnTo>
                  <a:pt x="3405902" y="44681"/>
                </a:lnTo>
                <a:lnTo>
                  <a:pt x="3405160" y="44289"/>
                </a:lnTo>
                <a:lnTo>
                  <a:pt x="3404416" y="43915"/>
                </a:lnTo>
                <a:lnTo>
                  <a:pt x="3403670" y="43559"/>
                </a:lnTo>
                <a:lnTo>
                  <a:pt x="3402921" y="43221"/>
                </a:lnTo>
                <a:lnTo>
                  <a:pt x="3402170" y="42902"/>
                </a:lnTo>
                <a:lnTo>
                  <a:pt x="3401416" y="42601"/>
                </a:lnTo>
                <a:lnTo>
                  <a:pt x="3400660" y="42318"/>
                </a:lnTo>
                <a:lnTo>
                  <a:pt x="3399902" y="42053"/>
                </a:lnTo>
                <a:lnTo>
                  <a:pt x="3399141" y="41807"/>
                </a:lnTo>
                <a:lnTo>
                  <a:pt x="3398378" y="41579"/>
                </a:lnTo>
                <a:lnTo>
                  <a:pt x="3397612" y="41369"/>
                </a:lnTo>
                <a:lnTo>
                  <a:pt x="3396844" y="41177"/>
                </a:lnTo>
                <a:lnTo>
                  <a:pt x="3396073" y="41004"/>
                </a:lnTo>
                <a:lnTo>
                  <a:pt x="3395300" y="40849"/>
                </a:lnTo>
                <a:lnTo>
                  <a:pt x="3394525" y="40712"/>
                </a:lnTo>
                <a:lnTo>
                  <a:pt x="3393747" y="40593"/>
                </a:lnTo>
                <a:lnTo>
                  <a:pt x="3392967" y="40493"/>
                </a:lnTo>
                <a:lnTo>
                  <a:pt x="3392185" y="40411"/>
                </a:lnTo>
                <a:lnTo>
                  <a:pt x="3391400" y="40347"/>
                </a:lnTo>
                <a:lnTo>
                  <a:pt x="3390612" y="40301"/>
                </a:lnTo>
                <a:lnTo>
                  <a:pt x="3389823" y="40274"/>
                </a:lnTo>
                <a:lnTo>
                  <a:pt x="3389030" y="40265"/>
                </a:lnTo>
                <a:lnTo>
                  <a:pt x="3388471" y="40270"/>
                </a:lnTo>
                <a:lnTo>
                  <a:pt x="3387916" y="40288"/>
                </a:lnTo>
                <a:lnTo>
                  <a:pt x="3387367" y="40317"/>
                </a:lnTo>
                <a:lnTo>
                  <a:pt x="3386822" y="40358"/>
                </a:lnTo>
                <a:lnTo>
                  <a:pt x="3386283" y="40411"/>
                </a:lnTo>
                <a:lnTo>
                  <a:pt x="3385748" y="40475"/>
                </a:lnTo>
                <a:lnTo>
                  <a:pt x="3385219" y="40551"/>
                </a:lnTo>
                <a:lnTo>
                  <a:pt x="3384694" y="40639"/>
                </a:lnTo>
                <a:lnTo>
                  <a:pt x="3384175" y="40739"/>
                </a:lnTo>
                <a:lnTo>
                  <a:pt x="3383660" y="40850"/>
                </a:lnTo>
                <a:lnTo>
                  <a:pt x="3383151" y="40973"/>
                </a:lnTo>
                <a:lnTo>
                  <a:pt x="3382646" y="41108"/>
                </a:lnTo>
                <a:lnTo>
                  <a:pt x="3382147" y="41254"/>
                </a:lnTo>
                <a:lnTo>
                  <a:pt x="3381652" y="41412"/>
                </a:lnTo>
                <a:lnTo>
                  <a:pt x="3381162" y="41582"/>
                </a:lnTo>
                <a:lnTo>
                  <a:pt x="3380678" y="41763"/>
                </a:lnTo>
                <a:lnTo>
                  <a:pt x="3380198" y="41956"/>
                </a:lnTo>
                <a:lnTo>
                  <a:pt x="3379724" y="42161"/>
                </a:lnTo>
                <a:lnTo>
                  <a:pt x="3379254" y="42378"/>
                </a:lnTo>
                <a:lnTo>
                  <a:pt x="3378789" y="42606"/>
                </a:lnTo>
                <a:lnTo>
                  <a:pt x="3378330" y="42846"/>
                </a:lnTo>
                <a:lnTo>
                  <a:pt x="3377875" y="43098"/>
                </a:lnTo>
                <a:lnTo>
                  <a:pt x="3377426" y="43361"/>
                </a:lnTo>
                <a:lnTo>
                  <a:pt x="3376981" y="43636"/>
                </a:lnTo>
                <a:lnTo>
                  <a:pt x="3376536" y="43930"/>
                </a:lnTo>
                <a:lnTo>
                  <a:pt x="3376087" y="44249"/>
                </a:lnTo>
                <a:lnTo>
                  <a:pt x="3375633" y="44593"/>
                </a:lnTo>
                <a:lnTo>
                  <a:pt x="3375175" y="44962"/>
                </a:lnTo>
                <a:lnTo>
                  <a:pt x="3374712" y="45356"/>
                </a:lnTo>
                <a:lnTo>
                  <a:pt x="3374244" y="45775"/>
                </a:lnTo>
                <a:lnTo>
                  <a:pt x="3373772" y="46219"/>
                </a:lnTo>
                <a:lnTo>
                  <a:pt x="3373295" y="46689"/>
                </a:lnTo>
                <a:lnTo>
                  <a:pt x="3372813" y="47183"/>
                </a:lnTo>
                <a:lnTo>
                  <a:pt x="3372327" y="47703"/>
                </a:lnTo>
                <a:lnTo>
                  <a:pt x="3371836" y="48248"/>
                </a:lnTo>
                <a:lnTo>
                  <a:pt x="3371340" y="48818"/>
                </a:lnTo>
                <a:lnTo>
                  <a:pt x="3370840" y="49414"/>
                </a:lnTo>
                <a:lnTo>
                  <a:pt x="3370335" y="50034"/>
                </a:lnTo>
                <a:lnTo>
                  <a:pt x="3369826" y="50679"/>
                </a:lnTo>
                <a:lnTo>
                  <a:pt x="3369311" y="51350"/>
                </a:lnTo>
                <a:lnTo>
                  <a:pt x="3368793" y="52046"/>
                </a:lnTo>
                <a:lnTo>
                  <a:pt x="3368269" y="52767"/>
                </a:lnTo>
                <a:lnTo>
                  <a:pt x="3367741" y="53513"/>
                </a:lnTo>
                <a:lnTo>
                  <a:pt x="3367208" y="54284"/>
                </a:lnTo>
                <a:lnTo>
                  <a:pt x="3366671" y="55080"/>
                </a:lnTo>
                <a:lnTo>
                  <a:pt x="3366129" y="55902"/>
                </a:lnTo>
                <a:lnTo>
                  <a:pt x="3365582" y="56748"/>
                </a:lnTo>
                <a:lnTo>
                  <a:pt x="3365030" y="57620"/>
                </a:lnTo>
                <a:lnTo>
                  <a:pt x="3365030" y="42645"/>
                </a:lnTo>
                <a:lnTo>
                  <a:pt x="3339146" y="42645"/>
                </a:lnTo>
                <a:lnTo>
                  <a:pt x="3339146" y="147967"/>
                </a:lnTo>
                <a:lnTo>
                  <a:pt x="3367014" y="147967"/>
                </a:lnTo>
                <a:lnTo>
                  <a:pt x="3367014" y="115438"/>
                </a:lnTo>
                <a:lnTo>
                  <a:pt x="3367018" y="113231"/>
                </a:lnTo>
                <a:lnTo>
                  <a:pt x="3367030" y="111087"/>
                </a:lnTo>
                <a:lnTo>
                  <a:pt x="3367050" y="109008"/>
                </a:lnTo>
                <a:lnTo>
                  <a:pt x="3367079" y="106992"/>
                </a:lnTo>
                <a:lnTo>
                  <a:pt x="3367115" y="105041"/>
                </a:lnTo>
                <a:close/>
                <a:moveTo>
                  <a:pt x="2851938" y="81124"/>
                </a:moveTo>
                <a:lnTo>
                  <a:pt x="2851938" y="109091"/>
                </a:lnTo>
                <a:lnTo>
                  <a:pt x="2906682" y="109091"/>
                </a:lnTo>
                <a:lnTo>
                  <a:pt x="2906682" y="81124"/>
                </a:lnTo>
                <a:lnTo>
                  <a:pt x="2851938" y="81124"/>
                </a:lnTo>
                <a:close/>
                <a:moveTo>
                  <a:pt x="3962612" y="119271"/>
                </a:moveTo>
                <a:lnTo>
                  <a:pt x="3962208" y="120067"/>
                </a:lnTo>
                <a:lnTo>
                  <a:pt x="3961794" y="120842"/>
                </a:lnTo>
                <a:lnTo>
                  <a:pt x="3961370" y="121596"/>
                </a:lnTo>
                <a:lnTo>
                  <a:pt x="3960937" y="122328"/>
                </a:lnTo>
                <a:lnTo>
                  <a:pt x="3960493" y="123040"/>
                </a:lnTo>
                <a:lnTo>
                  <a:pt x="3960039" y="123730"/>
                </a:lnTo>
                <a:lnTo>
                  <a:pt x="3959576" y="124399"/>
                </a:lnTo>
                <a:lnTo>
                  <a:pt x="3959102" y="125047"/>
                </a:lnTo>
                <a:lnTo>
                  <a:pt x="3958618" y="125674"/>
                </a:lnTo>
                <a:lnTo>
                  <a:pt x="3958125" y="126280"/>
                </a:lnTo>
                <a:lnTo>
                  <a:pt x="3957621" y="126864"/>
                </a:lnTo>
                <a:lnTo>
                  <a:pt x="3957107" y="127428"/>
                </a:lnTo>
                <a:lnTo>
                  <a:pt x="3956584" y="127970"/>
                </a:lnTo>
                <a:lnTo>
                  <a:pt x="3956050" y="128491"/>
                </a:lnTo>
                <a:lnTo>
                  <a:pt x="3955507" y="128991"/>
                </a:lnTo>
                <a:lnTo>
                  <a:pt x="3954953" y="129470"/>
                </a:lnTo>
                <a:lnTo>
                  <a:pt x="3954390" y="129928"/>
                </a:lnTo>
                <a:lnTo>
                  <a:pt x="3953816" y="130364"/>
                </a:lnTo>
                <a:lnTo>
                  <a:pt x="3953233" y="130781"/>
                </a:lnTo>
                <a:lnTo>
                  <a:pt x="3952639" y="131180"/>
                </a:lnTo>
                <a:lnTo>
                  <a:pt x="3952036" y="131561"/>
                </a:lnTo>
                <a:lnTo>
                  <a:pt x="3951422" y="131925"/>
                </a:lnTo>
                <a:lnTo>
                  <a:pt x="3950799" y="132270"/>
                </a:lnTo>
                <a:lnTo>
                  <a:pt x="3950165" y="132598"/>
                </a:lnTo>
                <a:lnTo>
                  <a:pt x="3949522" y="132909"/>
                </a:lnTo>
                <a:lnTo>
                  <a:pt x="3948868" y="133201"/>
                </a:lnTo>
                <a:lnTo>
                  <a:pt x="3948205" y="133476"/>
                </a:lnTo>
                <a:lnTo>
                  <a:pt x="3947532" y="133733"/>
                </a:lnTo>
                <a:lnTo>
                  <a:pt x="3946848" y="133973"/>
                </a:lnTo>
                <a:lnTo>
                  <a:pt x="3946155" y="134195"/>
                </a:lnTo>
                <a:lnTo>
                  <a:pt x="3945452" y="134398"/>
                </a:lnTo>
                <a:lnTo>
                  <a:pt x="3944738" y="134585"/>
                </a:lnTo>
                <a:lnTo>
                  <a:pt x="3944015" y="134753"/>
                </a:lnTo>
                <a:lnTo>
                  <a:pt x="3943282" y="134904"/>
                </a:lnTo>
                <a:lnTo>
                  <a:pt x="3942538" y="135037"/>
                </a:lnTo>
                <a:lnTo>
                  <a:pt x="3941785" y="135152"/>
                </a:lnTo>
                <a:lnTo>
                  <a:pt x="3941022" y="135250"/>
                </a:lnTo>
                <a:lnTo>
                  <a:pt x="3940248" y="135330"/>
                </a:lnTo>
                <a:lnTo>
                  <a:pt x="3939465" y="135392"/>
                </a:lnTo>
                <a:lnTo>
                  <a:pt x="3938672" y="135436"/>
                </a:lnTo>
                <a:lnTo>
                  <a:pt x="3937869" y="135463"/>
                </a:lnTo>
                <a:lnTo>
                  <a:pt x="3937056" y="135471"/>
                </a:lnTo>
                <a:lnTo>
                  <a:pt x="3935964" y="135455"/>
                </a:lnTo>
                <a:lnTo>
                  <a:pt x="3934888" y="135408"/>
                </a:lnTo>
                <a:lnTo>
                  <a:pt x="3933826" y="135328"/>
                </a:lnTo>
                <a:lnTo>
                  <a:pt x="3932780" y="135216"/>
                </a:lnTo>
                <a:lnTo>
                  <a:pt x="3931749" y="135072"/>
                </a:lnTo>
                <a:lnTo>
                  <a:pt x="3930733" y="134897"/>
                </a:lnTo>
                <a:lnTo>
                  <a:pt x="3929733" y="134689"/>
                </a:lnTo>
                <a:lnTo>
                  <a:pt x="3928747" y="134449"/>
                </a:lnTo>
                <a:lnTo>
                  <a:pt x="3927777" y="134178"/>
                </a:lnTo>
                <a:lnTo>
                  <a:pt x="3926821" y="133874"/>
                </a:lnTo>
                <a:lnTo>
                  <a:pt x="3925881" y="133539"/>
                </a:lnTo>
                <a:lnTo>
                  <a:pt x="3924956" y="133172"/>
                </a:lnTo>
                <a:lnTo>
                  <a:pt x="3924047" y="132773"/>
                </a:lnTo>
                <a:lnTo>
                  <a:pt x="3923152" y="132341"/>
                </a:lnTo>
                <a:lnTo>
                  <a:pt x="3922273" y="131878"/>
                </a:lnTo>
                <a:lnTo>
                  <a:pt x="3921408" y="131383"/>
                </a:lnTo>
                <a:lnTo>
                  <a:pt x="3920559" y="130856"/>
                </a:lnTo>
                <a:lnTo>
                  <a:pt x="3919725" y="130297"/>
                </a:lnTo>
                <a:lnTo>
                  <a:pt x="3918906" y="129706"/>
                </a:lnTo>
                <a:lnTo>
                  <a:pt x="3918102" y="129084"/>
                </a:lnTo>
                <a:lnTo>
                  <a:pt x="3917314" y="128429"/>
                </a:lnTo>
                <a:lnTo>
                  <a:pt x="3916540" y="127742"/>
                </a:lnTo>
                <a:lnTo>
                  <a:pt x="3915782" y="127024"/>
                </a:lnTo>
                <a:lnTo>
                  <a:pt x="3915039" y="126273"/>
                </a:lnTo>
                <a:lnTo>
                  <a:pt x="3914317" y="125492"/>
                </a:lnTo>
                <a:lnTo>
                  <a:pt x="3913622" y="124684"/>
                </a:lnTo>
                <a:lnTo>
                  <a:pt x="3912955" y="123847"/>
                </a:lnTo>
                <a:lnTo>
                  <a:pt x="3912315" y="122982"/>
                </a:lnTo>
                <a:lnTo>
                  <a:pt x="3911701" y="122089"/>
                </a:lnTo>
                <a:lnTo>
                  <a:pt x="3911116" y="121167"/>
                </a:lnTo>
                <a:lnTo>
                  <a:pt x="3910557" y="120218"/>
                </a:lnTo>
                <a:lnTo>
                  <a:pt x="3910025" y="119240"/>
                </a:lnTo>
                <a:lnTo>
                  <a:pt x="3909521" y="118234"/>
                </a:lnTo>
                <a:lnTo>
                  <a:pt x="3909044" y="117200"/>
                </a:lnTo>
                <a:lnTo>
                  <a:pt x="3908594" y="116138"/>
                </a:lnTo>
                <a:lnTo>
                  <a:pt x="3908171" y="115048"/>
                </a:lnTo>
                <a:lnTo>
                  <a:pt x="3907776" y="113929"/>
                </a:lnTo>
                <a:lnTo>
                  <a:pt x="3907408" y="112783"/>
                </a:lnTo>
                <a:lnTo>
                  <a:pt x="3907066" y="111608"/>
                </a:lnTo>
                <a:lnTo>
                  <a:pt x="3906753" y="110405"/>
                </a:lnTo>
                <a:lnTo>
                  <a:pt x="3906466" y="109174"/>
                </a:lnTo>
                <a:lnTo>
                  <a:pt x="3906206" y="107915"/>
                </a:lnTo>
                <a:lnTo>
                  <a:pt x="3905974" y="106628"/>
                </a:lnTo>
                <a:lnTo>
                  <a:pt x="3905769" y="105312"/>
                </a:lnTo>
                <a:lnTo>
                  <a:pt x="3905591" y="103969"/>
                </a:lnTo>
                <a:lnTo>
                  <a:pt x="3905441" y="102597"/>
                </a:lnTo>
                <a:lnTo>
                  <a:pt x="3905317" y="101197"/>
                </a:lnTo>
                <a:lnTo>
                  <a:pt x="3905221" y="99769"/>
                </a:lnTo>
                <a:lnTo>
                  <a:pt x="3983767" y="99769"/>
                </a:lnTo>
                <a:lnTo>
                  <a:pt x="3983775" y="99508"/>
                </a:lnTo>
                <a:lnTo>
                  <a:pt x="3983782" y="99252"/>
                </a:lnTo>
                <a:lnTo>
                  <a:pt x="3983790" y="99002"/>
                </a:lnTo>
                <a:lnTo>
                  <a:pt x="3983797" y="98757"/>
                </a:lnTo>
                <a:lnTo>
                  <a:pt x="3983804" y="98518"/>
                </a:lnTo>
                <a:lnTo>
                  <a:pt x="3983810" y="98284"/>
                </a:lnTo>
                <a:lnTo>
                  <a:pt x="3983816" y="98056"/>
                </a:lnTo>
                <a:lnTo>
                  <a:pt x="3983822" y="97833"/>
                </a:lnTo>
                <a:lnTo>
                  <a:pt x="3983827" y="97616"/>
                </a:lnTo>
                <a:lnTo>
                  <a:pt x="3983832" y="97404"/>
                </a:lnTo>
                <a:lnTo>
                  <a:pt x="3983837" y="97198"/>
                </a:lnTo>
                <a:lnTo>
                  <a:pt x="3983841" y="96997"/>
                </a:lnTo>
                <a:lnTo>
                  <a:pt x="3983845" y="96802"/>
                </a:lnTo>
                <a:lnTo>
                  <a:pt x="3983848" y="96612"/>
                </a:lnTo>
                <a:lnTo>
                  <a:pt x="3983852" y="96428"/>
                </a:lnTo>
                <a:lnTo>
                  <a:pt x="3983855" y="96250"/>
                </a:lnTo>
                <a:lnTo>
                  <a:pt x="3983857" y="96076"/>
                </a:lnTo>
                <a:lnTo>
                  <a:pt x="3983859" y="95909"/>
                </a:lnTo>
                <a:lnTo>
                  <a:pt x="3983861" y="95746"/>
                </a:lnTo>
                <a:lnTo>
                  <a:pt x="3983863" y="95590"/>
                </a:lnTo>
                <a:lnTo>
                  <a:pt x="3983864" y="95438"/>
                </a:lnTo>
                <a:lnTo>
                  <a:pt x="3983865" y="95293"/>
                </a:lnTo>
                <a:lnTo>
                  <a:pt x="3983866" y="95153"/>
                </a:lnTo>
                <a:lnTo>
                  <a:pt x="3983866" y="95018"/>
                </a:lnTo>
                <a:lnTo>
                  <a:pt x="3983842" y="92868"/>
                </a:lnTo>
                <a:lnTo>
                  <a:pt x="3983773" y="90759"/>
                </a:lnTo>
                <a:lnTo>
                  <a:pt x="3983656" y="88691"/>
                </a:lnTo>
                <a:lnTo>
                  <a:pt x="3983494" y="86663"/>
                </a:lnTo>
                <a:lnTo>
                  <a:pt x="3983285" y="84675"/>
                </a:lnTo>
                <a:lnTo>
                  <a:pt x="3983029" y="82728"/>
                </a:lnTo>
                <a:lnTo>
                  <a:pt x="3982727" y="80822"/>
                </a:lnTo>
                <a:lnTo>
                  <a:pt x="3982378" y="78956"/>
                </a:lnTo>
                <a:lnTo>
                  <a:pt x="3981983" y="77131"/>
                </a:lnTo>
                <a:lnTo>
                  <a:pt x="3981541" y="75347"/>
                </a:lnTo>
                <a:lnTo>
                  <a:pt x="3981053" y="73603"/>
                </a:lnTo>
                <a:lnTo>
                  <a:pt x="3980519" y="71899"/>
                </a:lnTo>
                <a:lnTo>
                  <a:pt x="3979937" y="70237"/>
                </a:lnTo>
                <a:lnTo>
                  <a:pt x="3979310" y="68614"/>
                </a:lnTo>
                <a:lnTo>
                  <a:pt x="3978636" y="67033"/>
                </a:lnTo>
                <a:lnTo>
                  <a:pt x="3977915" y="65492"/>
                </a:lnTo>
                <a:lnTo>
                  <a:pt x="3977148" y="63991"/>
                </a:lnTo>
                <a:lnTo>
                  <a:pt x="3976335" y="62531"/>
                </a:lnTo>
                <a:lnTo>
                  <a:pt x="3975475" y="61112"/>
                </a:lnTo>
                <a:lnTo>
                  <a:pt x="3974568" y="59733"/>
                </a:lnTo>
                <a:lnTo>
                  <a:pt x="3973615" y="58394"/>
                </a:lnTo>
                <a:lnTo>
                  <a:pt x="3972616" y="57097"/>
                </a:lnTo>
                <a:lnTo>
                  <a:pt x="3971570" y="55840"/>
                </a:lnTo>
                <a:lnTo>
                  <a:pt x="3970477" y="54623"/>
                </a:lnTo>
                <a:lnTo>
                  <a:pt x="3969348" y="53451"/>
                </a:lnTo>
                <a:lnTo>
                  <a:pt x="3968192" y="52330"/>
                </a:lnTo>
                <a:lnTo>
                  <a:pt x="3967009" y="51258"/>
                </a:lnTo>
                <a:lnTo>
                  <a:pt x="3965800" y="50236"/>
                </a:lnTo>
                <a:lnTo>
                  <a:pt x="3964563" y="49264"/>
                </a:lnTo>
                <a:lnTo>
                  <a:pt x="3963300" y="48341"/>
                </a:lnTo>
                <a:lnTo>
                  <a:pt x="3962009" y="47469"/>
                </a:lnTo>
                <a:lnTo>
                  <a:pt x="3960692" y="46646"/>
                </a:lnTo>
                <a:lnTo>
                  <a:pt x="3959348" y="45873"/>
                </a:lnTo>
                <a:lnTo>
                  <a:pt x="3957977" y="45150"/>
                </a:lnTo>
                <a:lnTo>
                  <a:pt x="3956579" y="44477"/>
                </a:lnTo>
                <a:lnTo>
                  <a:pt x="3955155" y="43854"/>
                </a:lnTo>
                <a:lnTo>
                  <a:pt x="3953703" y="43281"/>
                </a:lnTo>
                <a:lnTo>
                  <a:pt x="3952225" y="42757"/>
                </a:lnTo>
                <a:lnTo>
                  <a:pt x="3950720" y="42284"/>
                </a:lnTo>
                <a:lnTo>
                  <a:pt x="3949188" y="41860"/>
                </a:lnTo>
                <a:lnTo>
                  <a:pt x="3947629" y="41486"/>
                </a:lnTo>
                <a:lnTo>
                  <a:pt x="3946043" y="41162"/>
                </a:lnTo>
                <a:lnTo>
                  <a:pt x="3944431" y="40888"/>
                </a:lnTo>
                <a:lnTo>
                  <a:pt x="3942791" y="40663"/>
                </a:lnTo>
                <a:lnTo>
                  <a:pt x="3941125" y="40489"/>
                </a:lnTo>
                <a:lnTo>
                  <a:pt x="3939432" y="40364"/>
                </a:lnTo>
                <a:lnTo>
                  <a:pt x="3937712" y="40289"/>
                </a:lnTo>
                <a:lnTo>
                  <a:pt x="3935965" y="40265"/>
                </a:lnTo>
                <a:lnTo>
                  <a:pt x="3934161" y="40290"/>
                </a:lnTo>
                <a:lnTo>
                  <a:pt x="3932385" y="40366"/>
                </a:lnTo>
                <a:lnTo>
                  <a:pt x="3930637" y="40494"/>
                </a:lnTo>
                <a:lnTo>
                  <a:pt x="3928918" y="40672"/>
                </a:lnTo>
                <a:lnTo>
                  <a:pt x="3927227" y="40902"/>
                </a:lnTo>
                <a:lnTo>
                  <a:pt x="3925564" y="41182"/>
                </a:lnTo>
                <a:lnTo>
                  <a:pt x="3923929" y="41513"/>
                </a:lnTo>
                <a:lnTo>
                  <a:pt x="3922323" y="41895"/>
                </a:lnTo>
                <a:lnTo>
                  <a:pt x="3920745" y="42329"/>
                </a:lnTo>
                <a:lnTo>
                  <a:pt x="3919195" y="42813"/>
                </a:lnTo>
                <a:lnTo>
                  <a:pt x="3917673" y="43348"/>
                </a:lnTo>
                <a:lnTo>
                  <a:pt x="3916180" y="43934"/>
                </a:lnTo>
                <a:lnTo>
                  <a:pt x="3914714" y="44571"/>
                </a:lnTo>
                <a:lnTo>
                  <a:pt x="3913277" y="45259"/>
                </a:lnTo>
                <a:lnTo>
                  <a:pt x="3911869" y="45998"/>
                </a:lnTo>
                <a:lnTo>
                  <a:pt x="3910488" y="46788"/>
                </a:lnTo>
                <a:lnTo>
                  <a:pt x="3909136" y="47629"/>
                </a:lnTo>
                <a:lnTo>
                  <a:pt x="3907812" y="48521"/>
                </a:lnTo>
                <a:lnTo>
                  <a:pt x="3906516" y="49464"/>
                </a:lnTo>
                <a:lnTo>
                  <a:pt x="3905248" y="50457"/>
                </a:lnTo>
                <a:lnTo>
                  <a:pt x="3904009" y="51502"/>
                </a:lnTo>
                <a:lnTo>
                  <a:pt x="3902798" y="52598"/>
                </a:lnTo>
                <a:lnTo>
                  <a:pt x="3901615" y="53745"/>
                </a:lnTo>
                <a:lnTo>
                  <a:pt x="3900461" y="54942"/>
                </a:lnTo>
                <a:lnTo>
                  <a:pt x="3899344" y="56186"/>
                </a:lnTo>
                <a:lnTo>
                  <a:pt x="3898275" y="57471"/>
                </a:lnTo>
                <a:lnTo>
                  <a:pt x="3897253" y="58798"/>
                </a:lnTo>
                <a:lnTo>
                  <a:pt x="3896279" y="60165"/>
                </a:lnTo>
                <a:lnTo>
                  <a:pt x="3895352" y="61575"/>
                </a:lnTo>
                <a:lnTo>
                  <a:pt x="3894473" y="63025"/>
                </a:lnTo>
                <a:lnTo>
                  <a:pt x="3893641" y="64517"/>
                </a:lnTo>
                <a:lnTo>
                  <a:pt x="3892857" y="66050"/>
                </a:lnTo>
                <a:lnTo>
                  <a:pt x="3892121" y="67624"/>
                </a:lnTo>
                <a:lnTo>
                  <a:pt x="3891432" y="69240"/>
                </a:lnTo>
                <a:lnTo>
                  <a:pt x="3890790" y="70897"/>
                </a:lnTo>
                <a:lnTo>
                  <a:pt x="3890196" y="72595"/>
                </a:lnTo>
                <a:lnTo>
                  <a:pt x="3889650" y="74335"/>
                </a:lnTo>
                <a:lnTo>
                  <a:pt x="3889151" y="76116"/>
                </a:lnTo>
                <a:lnTo>
                  <a:pt x="3888699" y="77938"/>
                </a:lnTo>
                <a:lnTo>
                  <a:pt x="3888295" y="79802"/>
                </a:lnTo>
                <a:lnTo>
                  <a:pt x="3887939" y="81707"/>
                </a:lnTo>
                <a:lnTo>
                  <a:pt x="3887630" y="83653"/>
                </a:lnTo>
                <a:lnTo>
                  <a:pt x="3887369" y="85641"/>
                </a:lnTo>
                <a:lnTo>
                  <a:pt x="3887155" y="87670"/>
                </a:lnTo>
                <a:lnTo>
                  <a:pt x="3886988" y="89740"/>
                </a:lnTo>
                <a:lnTo>
                  <a:pt x="3886870" y="91851"/>
                </a:lnTo>
                <a:lnTo>
                  <a:pt x="3886798" y="94004"/>
                </a:lnTo>
                <a:lnTo>
                  <a:pt x="3886775" y="96199"/>
                </a:lnTo>
                <a:lnTo>
                  <a:pt x="3886798" y="98319"/>
                </a:lnTo>
                <a:lnTo>
                  <a:pt x="3886869" y="100400"/>
                </a:lnTo>
                <a:lnTo>
                  <a:pt x="3886986" y="102441"/>
                </a:lnTo>
                <a:lnTo>
                  <a:pt x="3887151" y="104442"/>
                </a:lnTo>
                <a:lnTo>
                  <a:pt x="3887362" y="106404"/>
                </a:lnTo>
                <a:lnTo>
                  <a:pt x="3887621" y="108326"/>
                </a:lnTo>
                <a:lnTo>
                  <a:pt x="3887926" y="110208"/>
                </a:lnTo>
                <a:lnTo>
                  <a:pt x="3888279" y="112050"/>
                </a:lnTo>
                <a:lnTo>
                  <a:pt x="3888678" y="113852"/>
                </a:lnTo>
                <a:lnTo>
                  <a:pt x="3889125" y="115615"/>
                </a:lnTo>
                <a:lnTo>
                  <a:pt x="3889618" y="117338"/>
                </a:lnTo>
                <a:lnTo>
                  <a:pt x="3890159" y="119021"/>
                </a:lnTo>
                <a:lnTo>
                  <a:pt x="3890746" y="120664"/>
                </a:lnTo>
                <a:lnTo>
                  <a:pt x="3891381" y="122268"/>
                </a:lnTo>
                <a:lnTo>
                  <a:pt x="3892063" y="123832"/>
                </a:lnTo>
                <a:lnTo>
                  <a:pt x="3892791" y="125356"/>
                </a:lnTo>
                <a:lnTo>
                  <a:pt x="3893567" y="126840"/>
                </a:lnTo>
                <a:lnTo>
                  <a:pt x="3894389" y="128284"/>
                </a:lnTo>
                <a:lnTo>
                  <a:pt x="3895259" y="129689"/>
                </a:lnTo>
                <a:lnTo>
                  <a:pt x="3896175" y="131054"/>
                </a:lnTo>
                <a:lnTo>
                  <a:pt x="3897139" y="132379"/>
                </a:lnTo>
                <a:lnTo>
                  <a:pt x="3898150" y="133665"/>
                </a:lnTo>
                <a:lnTo>
                  <a:pt x="3899207" y="134910"/>
                </a:lnTo>
                <a:lnTo>
                  <a:pt x="3900312" y="136116"/>
                </a:lnTo>
                <a:lnTo>
                  <a:pt x="3901456" y="137277"/>
                </a:lnTo>
                <a:lnTo>
                  <a:pt x="3902634" y="138389"/>
                </a:lnTo>
                <a:lnTo>
                  <a:pt x="3903846" y="139452"/>
                </a:lnTo>
                <a:lnTo>
                  <a:pt x="3905090" y="140465"/>
                </a:lnTo>
                <a:lnTo>
                  <a:pt x="3906368" y="141428"/>
                </a:lnTo>
                <a:lnTo>
                  <a:pt x="3907679" y="142342"/>
                </a:lnTo>
                <a:lnTo>
                  <a:pt x="3909023" y="143207"/>
                </a:lnTo>
                <a:lnTo>
                  <a:pt x="3910400" y="144022"/>
                </a:lnTo>
                <a:lnTo>
                  <a:pt x="3911810" y="144788"/>
                </a:lnTo>
                <a:lnTo>
                  <a:pt x="3913254" y="145505"/>
                </a:lnTo>
                <a:lnTo>
                  <a:pt x="3914731" y="146172"/>
                </a:lnTo>
                <a:lnTo>
                  <a:pt x="3916242" y="146790"/>
                </a:lnTo>
                <a:lnTo>
                  <a:pt x="3917785" y="147358"/>
                </a:lnTo>
                <a:lnTo>
                  <a:pt x="3919362" y="147877"/>
                </a:lnTo>
                <a:lnTo>
                  <a:pt x="3920972" y="148346"/>
                </a:lnTo>
                <a:lnTo>
                  <a:pt x="3922615" y="148766"/>
                </a:lnTo>
                <a:lnTo>
                  <a:pt x="3924291" y="149137"/>
                </a:lnTo>
                <a:lnTo>
                  <a:pt x="3926001" y="149458"/>
                </a:lnTo>
                <a:lnTo>
                  <a:pt x="3927744" y="149730"/>
                </a:lnTo>
                <a:lnTo>
                  <a:pt x="3929520" y="149952"/>
                </a:lnTo>
                <a:lnTo>
                  <a:pt x="3931329" y="150125"/>
                </a:lnTo>
                <a:lnTo>
                  <a:pt x="3933172" y="150249"/>
                </a:lnTo>
                <a:lnTo>
                  <a:pt x="3935047" y="150323"/>
                </a:lnTo>
                <a:lnTo>
                  <a:pt x="3936956" y="150347"/>
                </a:lnTo>
                <a:lnTo>
                  <a:pt x="3938474" y="150332"/>
                </a:lnTo>
                <a:lnTo>
                  <a:pt x="3939969" y="150285"/>
                </a:lnTo>
                <a:lnTo>
                  <a:pt x="3941441" y="150208"/>
                </a:lnTo>
                <a:lnTo>
                  <a:pt x="3942890" y="150100"/>
                </a:lnTo>
                <a:lnTo>
                  <a:pt x="3944317" y="149960"/>
                </a:lnTo>
                <a:lnTo>
                  <a:pt x="3945721" y="149790"/>
                </a:lnTo>
                <a:lnTo>
                  <a:pt x="3947102" y="149588"/>
                </a:lnTo>
                <a:lnTo>
                  <a:pt x="3948461" y="149356"/>
                </a:lnTo>
                <a:lnTo>
                  <a:pt x="3949796" y="149092"/>
                </a:lnTo>
                <a:lnTo>
                  <a:pt x="3951109" y="148798"/>
                </a:lnTo>
                <a:lnTo>
                  <a:pt x="3952400" y="148472"/>
                </a:lnTo>
                <a:lnTo>
                  <a:pt x="3953667" y="148116"/>
                </a:lnTo>
                <a:lnTo>
                  <a:pt x="3954912" y="147729"/>
                </a:lnTo>
                <a:lnTo>
                  <a:pt x="3956134" y="147310"/>
                </a:lnTo>
                <a:lnTo>
                  <a:pt x="3957334" y="146861"/>
                </a:lnTo>
                <a:lnTo>
                  <a:pt x="3958510" y="146381"/>
                </a:lnTo>
                <a:lnTo>
                  <a:pt x="3959664" y="145869"/>
                </a:lnTo>
                <a:lnTo>
                  <a:pt x="3960795" y="145327"/>
                </a:lnTo>
                <a:lnTo>
                  <a:pt x="3961904" y="144753"/>
                </a:lnTo>
                <a:lnTo>
                  <a:pt x="3962990" y="144149"/>
                </a:lnTo>
                <a:lnTo>
                  <a:pt x="3964053" y="143514"/>
                </a:lnTo>
                <a:lnTo>
                  <a:pt x="3965093" y="142847"/>
                </a:lnTo>
                <a:lnTo>
                  <a:pt x="3966110" y="142150"/>
                </a:lnTo>
                <a:lnTo>
                  <a:pt x="3967105" y="141422"/>
                </a:lnTo>
                <a:lnTo>
                  <a:pt x="3968076" y="140665"/>
                </a:lnTo>
                <a:lnTo>
                  <a:pt x="3969021" y="139884"/>
                </a:lnTo>
                <a:lnTo>
                  <a:pt x="3969940" y="139077"/>
                </a:lnTo>
                <a:lnTo>
                  <a:pt x="3970833" y="138246"/>
                </a:lnTo>
                <a:lnTo>
                  <a:pt x="3971700" y="137389"/>
                </a:lnTo>
                <a:lnTo>
                  <a:pt x="3972541" y="136507"/>
                </a:lnTo>
                <a:lnTo>
                  <a:pt x="3973357" y="135599"/>
                </a:lnTo>
                <a:lnTo>
                  <a:pt x="3974147" y="134667"/>
                </a:lnTo>
                <a:lnTo>
                  <a:pt x="3974911" y="133710"/>
                </a:lnTo>
                <a:lnTo>
                  <a:pt x="3975649" y="132727"/>
                </a:lnTo>
                <a:lnTo>
                  <a:pt x="3976361" y="131719"/>
                </a:lnTo>
                <a:lnTo>
                  <a:pt x="3977047" y="130686"/>
                </a:lnTo>
                <a:lnTo>
                  <a:pt x="3977708" y="129628"/>
                </a:lnTo>
                <a:lnTo>
                  <a:pt x="3978343" y="128545"/>
                </a:lnTo>
                <a:lnTo>
                  <a:pt x="3978952" y="127437"/>
                </a:lnTo>
                <a:lnTo>
                  <a:pt x="3979535" y="126303"/>
                </a:lnTo>
                <a:lnTo>
                  <a:pt x="3980092" y="125145"/>
                </a:lnTo>
                <a:lnTo>
                  <a:pt x="3980624" y="123961"/>
                </a:lnTo>
                <a:lnTo>
                  <a:pt x="3981130" y="122752"/>
                </a:lnTo>
                <a:lnTo>
                  <a:pt x="3981609" y="121518"/>
                </a:lnTo>
                <a:lnTo>
                  <a:pt x="3982064" y="120259"/>
                </a:lnTo>
                <a:lnTo>
                  <a:pt x="3982492" y="118975"/>
                </a:lnTo>
                <a:lnTo>
                  <a:pt x="3982894" y="117665"/>
                </a:lnTo>
                <a:lnTo>
                  <a:pt x="3983271" y="116331"/>
                </a:lnTo>
                <a:lnTo>
                  <a:pt x="3964824" y="114050"/>
                </a:lnTo>
                <a:lnTo>
                  <a:pt x="3964480" y="114973"/>
                </a:lnTo>
                <a:lnTo>
                  <a:pt x="3964127" y="115875"/>
                </a:lnTo>
                <a:lnTo>
                  <a:pt x="3963763" y="116756"/>
                </a:lnTo>
                <a:lnTo>
                  <a:pt x="3963389" y="117615"/>
                </a:lnTo>
                <a:lnTo>
                  <a:pt x="3963005" y="118454"/>
                </a:lnTo>
                <a:lnTo>
                  <a:pt x="3962612" y="119271"/>
                </a:lnTo>
                <a:close/>
                <a:moveTo>
                  <a:pt x="3907127" y="78455"/>
                </a:moveTo>
                <a:lnTo>
                  <a:pt x="3907370" y="77448"/>
                </a:lnTo>
                <a:lnTo>
                  <a:pt x="3907640" y="76461"/>
                </a:lnTo>
                <a:lnTo>
                  <a:pt x="3907935" y="75492"/>
                </a:lnTo>
                <a:lnTo>
                  <a:pt x="3908256" y="74542"/>
                </a:lnTo>
                <a:lnTo>
                  <a:pt x="3908604" y="73612"/>
                </a:lnTo>
                <a:lnTo>
                  <a:pt x="3908977" y="72700"/>
                </a:lnTo>
                <a:lnTo>
                  <a:pt x="3909376" y="71807"/>
                </a:lnTo>
                <a:lnTo>
                  <a:pt x="3909802" y="70933"/>
                </a:lnTo>
                <a:lnTo>
                  <a:pt x="3910253" y="70078"/>
                </a:lnTo>
                <a:lnTo>
                  <a:pt x="3910731" y="69243"/>
                </a:lnTo>
                <a:lnTo>
                  <a:pt x="3911234" y="68426"/>
                </a:lnTo>
                <a:lnTo>
                  <a:pt x="3911763" y="67628"/>
                </a:lnTo>
                <a:lnTo>
                  <a:pt x="3912319" y="66849"/>
                </a:lnTo>
                <a:lnTo>
                  <a:pt x="3912900" y="66089"/>
                </a:lnTo>
                <a:lnTo>
                  <a:pt x="3913507" y="65348"/>
                </a:lnTo>
                <a:lnTo>
                  <a:pt x="3914141" y="64626"/>
                </a:lnTo>
                <a:lnTo>
                  <a:pt x="3914800" y="63923"/>
                </a:lnTo>
                <a:lnTo>
                  <a:pt x="3915485" y="63239"/>
                </a:lnTo>
                <a:lnTo>
                  <a:pt x="3916190" y="62578"/>
                </a:lnTo>
                <a:lnTo>
                  <a:pt x="3916909" y="61945"/>
                </a:lnTo>
                <a:lnTo>
                  <a:pt x="3917642" y="61341"/>
                </a:lnTo>
                <a:lnTo>
                  <a:pt x="3918388" y="60764"/>
                </a:lnTo>
                <a:lnTo>
                  <a:pt x="3919147" y="60216"/>
                </a:lnTo>
                <a:lnTo>
                  <a:pt x="3919920" y="59696"/>
                </a:lnTo>
                <a:lnTo>
                  <a:pt x="3920707" y="59204"/>
                </a:lnTo>
                <a:lnTo>
                  <a:pt x="3921507" y="58740"/>
                </a:lnTo>
                <a:lnTo>
                  <a:pt x="3922321" y="58304"/>
                </a:lnTo>
                <a:lnTo>
                  <a:pt x="3923149" y="57896"/>
                </a:lnTo>
                <a:lnTo>
                  <a:pt x="3923990" y="57517"/>
                </a:lnTo>
                <a:lnTo>
                  <a:pt x="3924845" y="57165"/>
                </a:lnTo>
                <a:lnTo>
                  <a:pt x="3925713" y="56842"/>
                </a:lnTo>
                <a:lnTo>
                  <a:pt x="3926595" y="56547"/>
                </a:lnTo>
                <a:lnTo>
                  <a:pt x="3927491" y="56279"/>
                </a:lnTo>
                <a:lnTo>
                  <a:pt x="3928400" y="56040"/>
                </a:lnTo>
                <a:lnTo>
                  <a:pt x="3929323" y="55830"/>
                </a:lnTo>
                <a:lnTo>
                  <a:pt x="3930259" y="55647"/>
                </a:lnTo>
                <a:lnTo>
                  <a:pt x="3931209" y="55492"/>
                </a:lnTo>
                <a:lnTo>
                  <a:pt x="3932173" y="55366"/>
                </a:lnTo>
                <a:lnTo>
                  <a:pt x="3933150" y="55267"/>
                </a:lnTo>
                <a:lnTo>
                  <a:pt x="3934141" y="55197"/>
                </a:lnTo>
                <a:lnTo>
                  <a:pt x="3935145" y="55155"/>
                </a:lnTo>
                <a:lnTo>
                  <a:pt x="3936163" y="55141"/>
                </a:lnTo>
                <a:lnTo>
                  <a:pt x="3937287" y="55158"/>
                </a:lnTo>
                <a:lnTo>
                  <a:pt x="3938392" y="55211"/>
                </a:lnTo>
                <a:lnTo>
                  <a:pt x="3939481" y="55299"/>
                </a:lnTo>
                <a:lnTo>
                  <a:pt x="3940552" y="55422"/>
                </a:lnTo>
                <a:lnTo>
                  <a:pt x="3941605" y="55581"/>
                </a:lnTo>
                <a:lnTo>
                  <a:pt x="3942640" y="55775"/>
                </a:lnTo>
                <a:lnTo>
                  <a:pt x="3943658" y="56004"/>
                </a:lnTo>
                <a:lnTo>
                  <a:pt x="3944659" y="56268"/>
                </a:lnTo>
                <a:lnTo>
                  <a:pt x="3945642" y="56567"/>
                </a:lnTo>
                <a:lnTo>
                  <a:pt x="3946607" y="56902"/>
                </a:lnTo>
                <a:lnTo>
                  <a:pt x="3947555" y="57271"/>
                </a:lnTo>
                <a:lnTo>
                  <a:pt x="3948485" y="57677"/>
                </a:lnTo>
                <a:lnTo>
                  <a:pt x="3949398" y="58117"/>
                </a:lnTo>
                <a:lnTo>
                  <a:pt x="3950293" y="58592"/>
                </a:lnTo>
                <a:lnTo>
                  <a:pt x="3951171" y="59103"/>
                </a:lnTo>
                <a:lnTo>
                  <a:pt x="3952031" y="59649"/>
                </a:lnTo>
                <a:lnTo>
                  <a:pt x="3952873" y="60230"/>
                </a:lnTo>
                <a:lnTo>
                  <a:pt x="3953698" y="60846"/>
                </a:lnTo>
                <a:lnTo>
                  <a:pt x="3954506" y="61498"/>
                </a:lnTo>
                <a:lnTo>
                  <a:pt x="3955295" y="62185"/>
                </a:lnTo>
                <a:lnTo>
                  <a:pt x="3956068" y="62907"/>
                </a:lnTo>
                <a:lnTo>
                  <a:pt x="3956822" y="63664"/>
                </a:lnTo>
                <a:lnTo>
                  <a:pt x="3957559" y="64457"/>
                </a:lnTo>
                <a:lnTo>
                  <a:pt x="3958279" y="65284"/>
                </a:lnTo>
                <a:lnTo>
                  <a:pt x="3958734" y="65840"/>
                </a:lnTo>
                <a:lnTo>
                  <a:pt x="3959174" y="66419"/>
                </a:lnTo>
                <a:lnTo>
                  <a:pt x="3959599" y="67020"/>
                </a:lnTo>
                <a:lnTo>
                  <a:pt x="3960009" y="67645"/>
                </a:lnTo>
                <a:lnTo>
                  <a:pt x="3960404" y="68291"/>
                </a:lnTo>
                <a:lnTo>
                  <a:pt x="3960783" y="68961"/>
                </a:lnTo>
                <a:lnTo>
                  <a:pt x="3961147" y="69653"/>
                </a:lnTo>
                <a:lnTo>
                  <a:pt x="3961496" y="70368"/>
                </a:lnTo>
                <a:lnTo>
                  <a:pt x="3961831" y="71106"/>
                </a:lnTo>
                <a:lnTo>
                  <a:pt x="3962149" y="71866"/>
                </a:lnTo>
                <a:lnTo>
                  <a:pt x="3962453" y="72649"/>
                </a:lnTo>
                <a:lnTo>
                  <a:pt x="3962742" y="73454"/>
                </a:lnTo>
                <a:lnTo>
                  <a:pt x="3963015" y="74283"/>
                </a:lnTo>
                <a:lnTo>
                  <a:pt x="3963273" y="75134"/>
                </a:lnTo>
                <a:lnTo>
                  <a:pt x="3963516" y="76008"/>
                </a:lnTo>
                <a:lnTo>
                  <a:pt x="3963744" y="76904"/>
                </a:lnTo>
                <a:lnTo>
                  <a:pt x="3963957" y="77823"/>
                </a:lnTo>
                <a:lnTo>
                  <a:pt x="3964155" y="78765"/>
                </a:lnTo>
                <a:lnTo>
                  <a:pt x="3964337" y="79730"/>
                </a:lnTo>
                <a:lnTo>
                  <a:pt x="3964505" y="80717"/>
                </a:lnTo>
                <a:lnTo>
                  <a:pt x="3964657" y="81727"/>
                </a:lnTo>
                <a:lnTo>
                  <a:pt x="3964794" y="82759"/>
                </a:lnTo>
                <a:lnTo>
                  <a:pt x="3964916" y="83815"/>
                </a:lnTo>
                <a:lnTo>
                  <a:pt x="3965023" y="84893"/>
                </a:lnTo>
                <a:lnTo>
                  <a:pt x="3906213" y="84893"/>
                </a:lnTo>
                <a:lnTo>
                  <a:pt x="3906300" y="83772"/>
                </a:lnTo>
                <a:lnTo>
                  <a:pt x="3906413" y="82671"/>
                </a:lnTo>
                <a:lnTo>
                  <a:pt x="3906553" y="81588"/>
                </a:lnTo>
                <a:lnTo>
                  <a:pt x="3906718" y="80525"/>
                </a:lnTo>
                <a:lnTo>
                  <a:pt x="3906909" y="79480"/>
                </a:lnTo>
                <a:lnTo>
                  <a:pt x="3907127" y="78455"/>
                </a:lnTo>
                <a:close/>
                <a:moveTo>
                  <a:pt x="2226290" y="118141"/>
                </a:moveTo>
                <a:lnTo>
                  <a:pt x="2226051" y="118703"/>
                </a:lnTo>
                <a:lnTo>
                  <a:pt x="2225804" y="119251"/>
                </a:lnTo>
                <a:lnTo>
                  <a:pt x="2225549" y="119783"/>
                </a:lnTo>
                <a:lnTo>
                  <a:pt x="2225287" y="120301"/>
                </a:lnTo>
                <a:lnTo>
                  <a:pt x="2225018" y="120803"/>
                </a:lnTo>
                <a:lnTo>
                  <a:pt x="2224740" y="121290"/>
                </a:lnTo>
                <a:lnTo>
                  <a:pt x="2224456" y="121761"/>
                </a:lnTo>
                <a:lnTo>
                  <a:pt x="2224163" y="122218"/>
                </a:lnTo>
                <a:lnTo>
                  <a:pt x="2223863" y="122659"/>
                </a:lnTo>
                <a:lnTo>
                  <a:pt x="2223556" y="123086"/>
                </a:lnTo>
                <a:lnTo>
                  <a:pt x="2223241" y="123497"/>
                </a:lnTo>
                <a:lnTo>
                  <a:pt x="2222918" y="123893"/>
                </a:lnTo>
                <a:lnTo>
                  <a:pt x="2222588" y="124274"/>
                </a:lnTo>
                <a:lnTo>
                  <a:pt x="2222250" y="124639"/>
                </a:lnTo>
                <a:lnTo>
                  <a:pt x="2221905" y="124990"/>
                </a:lnTo>
                <a:lnTo>
                  <a:pt x="2221552" y="125325"/>
                </a:lnTo>
                <a:lnTo>
                  <a:pt x="2221191" y="125646"/>
                </a:lnTo>
                <a:lnTo>
                  <a:pt x="2220823" y="125951"/>
                </a:lnTo>
                <a:lnTo>
                  <a:pt x="2220447" y="126242"/>
                </a:lnTo>
                <a:lnTo>
                  <a:pt x="2220065" y="126521"/>
                </a:lnTo>
                <a:lnTo>
                  <a:pt x="2219675" y="126788"/>
                </a:lnTo>
                <a:lnTo>
                  <a:pt x="2219277" y="127042"/>
                </a:lnTo>
                <a:lnTo>
                  <a:pt x="2218873" y="127283"/>
                </a:lnTo>
                <a:lnTo>
                  <a:pt x="2218461" y="127513"/>
                </a:lnTo>
                <a:lnTo>
                  <a:pt x="2218042" y="127730"/>
                </a:lnTo>
                <a:lnTo>
                  <a:pt x="2217616" y="127934"/>
                </a:lnTo>
                <a:lnTo>
                  <a:pt x="2217183" y="128126"/>
                </a:lnTo>
                <a:lnTo>
                  <a:pt x="2216742" y="128306"/>
                </a:lnTo>
                <a:lnTo>
                  <a:pt x="2216295" y="128473"/>
                </a:lnTo>
                <a:lnTo>
                  <a:pt x="2215839" y="128628"/>
                </a:lnTo>
                <a:lnTo>
                  <a:pt x="2215377" y="128771"/>
                </a:lnTo>
                <a:lnTo>
                  <a:pt x="2214908" y="128901"/>
                </a:lnTo>
                <a:lnTo>
                  <a:pt x="2214431" y="129019"/>
                </a:lnTo>
                <a:lnTo>
                  <a:pt x="2213947" y="129124"/>
                </a:lnTo>
                <a:lnTo>
                  <a:pt x="2213456" y="129217"/>
                </a:lnTo>
                <a:lnTo>
                  <a:pt x="2212957" y="129298"/>
                </a:lnTo>
                <a:lnTo>
                  <a:pt x="2212452" y="129366"/>
                </a:lnTo>
                <a:lnTo>
                  <a:pt x="2211939" y="129422"/>
                </a:lnTo>
                <a:lnTo>
                  <a:pt x="2211418" y="129465"/>
                </a:lnTo>
                <a:lnTo>
                  <a:pt x="2210891" y="129496"/>
                </a:lnTo>
                <a:lnTo>
                  <a:pt x="2210356" y="129515"/>
                </a:lnTo>
                <a:lnTo>
                  <a:pt x="2209815" y="129521"/>
                </a:lnTo>
                <a:lnTo>
                  <a:pt x="2209019" y="129509"/>
                </a:lnTo>
                <a:lnTo>
                  <a:pt x="2208233" y="129473"/>
                </a:lnTo>
                <a:lnTo>
                  <a:pt x="2207459" y="129413"/>
                </a:lnTo>
                <a:lnTo>
                  <a:pt x="2206696" y="129330"/>
                </a:lnTo>
                <a:lnTo>
                  <a:pt x="2205944" y="129222"/>
                </a:lnTo>
                <a:lnTo>
                  <a:pt x="2205203" y="129090"/>
                </a:lnTo>
                <a:lnTo>
                  <a:pt x="2204473" y="128935"/>
                </a:lnTo>
                <a:lnTo>
                  <a:pt x="2203754" y="128755"/>
                </a:lnTo>
                <a:lnTo>
                  <a:pt x="2203046" y="128552"/>
                </a:lnTo>
                <a:lnTo>
                  <a:pt x="2202349" y="128324"/>
                </a:lnTo>
                <a:lnTo>
                  <a:pt x="2201663" y="128073"/>
                </a:lnTo>
                <a:lnTo>
                  <a:pt x="2200988" y="127798"/>
                </a:lnTo>
                <a:lnTo>
                  <a:pt x="2200324" y="127499"/>
                </a:lnTo>
                <a:lnTo>
                  <a:pt x="2199671" y="127176"/>
                </a:lnTo>
                <a:lnTo>
                  <a:pt x="2199029" y="126829"/>
                </a:lnTo>
                <a:lnTo>
                  <a:pt x="2198399" y="126458"/>
                </a:lnTo>
                <a:lnTo>
                  <a:pt x="2197779" y="126063"/>
                </a:lnTo>
                <a:lnTo>
                  <a:pt x="2197170" y="125644"/>
                </a:lnTo>
                <a:lnTo>
                  <a:pt x="2196572" y="125201"/>
                </a:lnTo>
                <a:lnTo>
                  <a:pt x="2195985" y="124734"/>
                </a:lnTo>
                <a:lnTo>
                  <a:pt x="2195410" y="124244"/>
                </a:lnTo>
                <a:lnTo>
                  <a:pt x="2194845" y="123729"/>
                </a:lnTo>
                <a:lnTo>
                  <a:pt x="2194291" y="123191"/>
                </a:lnTo>
                <a:lnTo>
                  <a:pt x="2193748" y="122628"/>
                </a:lnTo>
                <a:lnTo>
                  <a:pt x="2193222" y="122044"/>
                </a:lnTo>
                <a:lnTo>
                  <a:pt x="2192717" y="121441"/>
                </a:lnTo>
                <a:lnTo>
                  <a:pt x="2192233" y="120819"/>
                </a:lnTo>
                <a:lnTo>
                  <a:pt x="2191771" y="120178"/>
                </a:lnTo>
                <a:lnTo>
                  <a:pt x="2191329" y="119518"/>
                </a:lnTo>
                <a:lnTo>
                  <a:pt x="2190910" y="118838"/>
                </a:lnTo>
                <a:lnTo>
                  <a:pt x="2190511" y="118139"/>
                </a:lnTo>
                <a:lnTo>
                  <a:pt x="2190134" y="117422"/>
                </a:lnTo>
                <a:lnTo>
                  <a:pt x="2189778" y="116685"/>
                </a:lnTo>
                <a:lnTo>
                  <a:pt x="2189444" y="115929"/>
                </a:lnTo>
                <a:lnTo>
                  <a:pt x="2189131" y="115154"/>
                </a:lnTo>
                <a:lnTo>
                  <a:pt x="2188839" y="114360"/>
                </a:lnTo>
                <a:lnTo>
                  <a:pt x="2188569" y="113547"/>
                </a:lnTo>
                <a:lnTo>
                  <a:pt x="2188320" y="112714"/>
                </a:lnTo>
                <a:lnTo>
                  <a:pt x="2188092" y="111863"/>
                </a:lnTo>
                <a:lnTo>
                  <a:pt x="2187886" y="110992"/>
                </a:lnTo>
                <a:lnTo>
                  <a:pt x="2187701" y="110102"/>
                </a:lnTo>
                <a:lnTo>
                  <a:pt x="2187538" y="109193"/>
                </a:lnTo>
                <a:lnTo>
                  <a:pt x="2187396" y="108266"/>
                </a:lnTo>
                <a:lnTo>
                  <a:pt x="2187275" y="107318"/>
                </a:lnTo>
                <a:lnTo>
                  <a:pt x="2187175" y="106352"/>
                </a:lnTo>
                <a:lnTo>
                  <a:pt x="2187097" y="105367"/>
                </a:lnTo>
                <a:lnTo>
                  <a:pt x="2187040" y="104363"/>
                </a:lnTo>
                <a:lnTo>
                  <a:pt x="2187005" y="103339"/>
                </a:lnTo>
                <a:lnTo>
                  <a:pt x="2256823" y="103339"/>
                </a:lnTo>
                <a:lnTo>
                  <a:pt x="2256848" y="100698"/>
                </a:lnTo>
                <a:lnTo>
                  <a:pt x="2256824" y="98115"/>
                </a:lnTo>
                <a:lnTo>
                  <a:pt x="2256750" y="95589"/>
                </a:lnTo>
                <a:lnTo>
                  <a:pt x="2256627" y="93120"/>
                </a:lnTo>
                <a:lnTo>
                  <a:pt x="2256455" y="90709"/>
                </a:lnTo>
                <a:lnTo>
                  <a:pt x="2256234" y="88355"/>
                </a:lnTo>
                <a:lnTo>
                  <a:pt x="2255964" y="86058"/>
                </a:lnTo>
                <a:lnTo>
                  <a:pt x="2255644" y="83818"/>
                </a:lnTo>
                <a:lnTo>
                  <a:pt x="2255275" y="81636"/>
                </a:lnTo>
                <a:lnTo>
                  <a:pt x="2254857" y="79512"/>
                </a:lnTo>
                <a:lnTo>
                  <a:pt x="2254389" y="77444"/>
                </a:lnTo>
                <a:lnTo>
                  <a:pt x="2253873" y="75434"/>
                </a:lnTo>
                <a:lnTo>
                  <a:pt x="2253307" y="73481"/>
                </a:lnTo>
                <a:lnTo>
                  <a:pt x="2252691" y="71586"/>
                </a:lnTo>
                <a:lnTo>
                  <a:pt x="2252027" y="69748"/>
                </a:lnTo>
                <a:lnTo>
                  <a:pt x="2251313" y="67967"/>
                </a:lnTo>
                <a:lnTo>
                  <a:pt x="2250550" y="66244"/>
                </a:lnTo>
                <a:lnTo>
                  <a:pt x="2249738" y="64578"/>
                </a:lnTo>
                <a:lnTo>
                  <a:pt x="2248877" y="62969"/>
                </a:lnTo>
                <a:lnTo>
                  <a:pt x="2247966" y="61418"/>
                </a:lnTo>
                <a:lnTo>
                  <a:pt x="2247006" y="59923"/>
                </a:lnTo>
                <a:lnTo>
                  <a:pt x="2245997" y="58487"/>
                </a:lnTo>
                <a:lnTo>
                  <a:pt x="2244939" y="57107"/>
                </a:lnTo>
                <a:lnTo>
                  <a:pt x="2243831" y="55785"/>
                </a:lnTo>
                <a:lnTo>
                  <a:pt x="2242682" y="54519"/>
                </a:lnTo>
                <a:lnTo>
                  <a:pt x="2241498" y="53306"/>
                </a:lnTo>
                <a:lnTo>
                  <a:pt x="2240280" y="52148"/>
                </a:lnTo>
                <a:lnTo>
                  <a:pt x="2239027" y="51043"/>
                </a:lnTo>
                <a:lnTo>
                  <a:pt x="2237740" y="49992"/>
                </a:lnTo>
                <a:lnTo>
                  <a:pt x="2236418" y="48995"/>
                </a:lnTo>
                <a:lnTo>
                  <a:pt x="2235062" y="48052"/>
                </a:lnTo>
                <a:lnTo>
                  <a:pt x="2233671" y="47163"/>
                </a:lnTo>
                <a:lnTo>
                  <a:pt x="2232247" y="46327"/>
                </a:lnTo>
                <a:lnTo>
                  <a:pt x="2230787" y="45546"/>
                </a:lnTo>
                <a:lnTo>
                  <a:pt x="2229293" y="44818"/>
                </a:lnTo>
                <a:lnTo>
                  <a:pt x="2227765" y="44145"/>
                </a:lnTo>
                <a:lnTo>
                  <a:pt x="2226202" y="43525"/>
                </a:lnTo>
                <a:lnTo>
                  <a:pt x="2224605" y="42959"/>
                </a:lnTo>
                <a:lnTo>
                  <a:pt x="2222974" y="42447"/>
                </a:lnTo>
                <a:lnTo>
                  <a:pt x="2221308" y="41989"/>
                </a:lnTo>
                <a:lnTo>
                  <a:pt x="2219607" y="41585"/>
                </a:lnTo>
                <a:lnTo>
                  <a:pt x="2217873" y="41235"/>
                </a:lnTo>
                <a:lnTo>
                  <a:pt x="2216103" y="40938"/>
                </a:lnTo>
                <a:lnTo>
                  <a:pt x="2214300" y="40696"/>
                </a:lnTo>
                <a:lnTo>
                  <a:pt x="2212461" y="40507"/>
                </a:lnTo>
                <a:lnTo>
                  <a:pt x="2210589" y="40372"/>
                </a:lnTo>
                <a:lnTo>
                  <a:pt x="2208682" y="40292"/>
                </a:lnTo>
                <a:lnTo>
                  <a:pt x="2206740" y="40265"/>
                </a:lnTo>
                <a:lnTo>
                  <a:pt x="2205009" y="40290"/>
                </a:lnTo>
                <a:lnTo>
                  <a:pt x="2203303" y="40368"/>
                </a:lnTo>
                <a:lnTo>
                  <a:pt x="2201622" y="40496"/>
                </a:lnTo>
                <a:lnTo>
                  <a:pt x="2199966" y="40676"/>
                </a:lnTo>
                <a:lnTo>
                  <a:pt x="2198335" y="40908"/>
                </a:lnTo>
                <a:lnTo>
                  <a:pt x="2196730" y="41191"/>
                </a:lnTo>
                <a:lnTo>
                  <a:pt x="2195149" y="41526"/>
                </a:lnTo>
                <a:lnTo>
                  <a:pt x="2193594" y="41912"/>
                </a:lnTo>
                <a:lnTo>
                  <a:pt x="2192064" y="42350"/>
                </a:lnTo>
                <a:lnTo>
                  <a:pt x="2190559" y="42839"/>
                </a:lnTo>
                <a:lnTo>
                  <a:pt x="2189079" y="43379"/>
                </a:lnTo>
                <a:lnTo>
                  <a:pt x="2187625" y="43971"/>
                </a:lnTo>
                <a:lnTo>
                  <a:pt x="2186195" y="44615"/>
                </a:lnTo>
                <a:lnTo>
                  <a:pt x="2184790" y="45310"/>
                </a:lnTo>
                <a:lnTo>
                  <a:pt x="2183411" y="46056"/>
                </a:lnTo>
                <a:lnTo>
                  <a:pt x="2182057" y="46854"/>
                </a:lnTo>
                <a:lnTo>
                  <a:pt x="2180728" y="47704"/>
                </a:lnTo>
                <a:lnTo>
                  <a:pt x="2179424" y="48604"/>
                </a:lnTo>
                <a:lnTo>
                  <a:pt x="2178145" y="49557"/>
                </a:lnTo>
                <a:lnTo>
                  <a:pt x="2176892" y="50561"/>
                </a:lnTo>
                <a:lnTo>
                  <a:pt x="2175663" y="51616"/>
                </a:lnTo>
                <a:lnTo>
                  <a:pt x="2174460" y="52723"/>
                </a:lnTo>
                <a:lnTo>
                  <a:pt x="2173282" y="53881"/>
                </a:lnTo>
                <a:lnTo>
                  <a:pt x="2172129" y="55091"/>
                </a:lnTo>
                <a:lnTo>
                  <a:pt x="2171012" y="56346"/>
                </a:lnTo>
                <a:lnTo>
                  <a:pt x="2169943" y="57641"/>
                </a:lnTo>
                <a:lnTo>
                  <a:pt x="2168921" y="58975"/>
                </a:lnTo>
                <a:lnTo>
                  <a:pt x="2167947" y="60349"/>
                </a:lnTo>
                <a:lnTo>
                  <a:pt x="2167020" y="61762"/>
                </a:lnTo>
                <a:lnTo>
                  <a:pt x="2166141" y="63214"/>
                </a:lnTo>
                <a:lnTo>
                  <a:pt x="2165309" y="64706"/>
                </a:lnTo>
                <a:lnTo>
                  <a:pt x="2164525" y="66237"/>
                </a:lnTo>
                <a:lnTo>
                  <a:pt x="2163789" y="67808"/>
                </a:lnTo>
                <a:lnTo>
                  <a:pt x="2163100" y="69418"/>
                </a:lnTo>
                <a:lnTo>
                  <a:pt x="2162458" y="71067"/>
                </a:lnTo>
                <a:lnTo>
                  <a:pt x="2161864" y="72756"/>
                </a:lnTo>
                <a:lnTo>
                  <a:pt x="2161318" y="74485"/>
                </a:lnTo>
                <a:lnTo>
                  <a:pt x="2160819" y="76253"/>
                </a:lnTo>
                <a:lnTo>
                  <a:pt x="2160367" y="78060"/>
                </a:lnTo>
                <a:lnTo>
                  <a:pt x="2159963" y="79907"/>
                </a:lnTo>
                <a:lnTo>
                  <a:pt x="2159607" y="81793"/>
                </a:lnTo>
                <a:lnTo>
                  <a:pt x="2159298" y="83718"/>
                </a:lnTo>
                <a:lnTo>
                  <a:pt x="2159037" y="85683"/>
                </a:lnTo>
                <a:lnTo>
                  <a:pt x="2158823" y="87688"/>
                </a:lnTo>
                <a:lnTo>
                  <a:pt x="2158656" y="89731"/>
                </a:lnTo>
                <a:lnTo>
                  <a:pt x="2158538" y="91815"/>
                </a:lnTo>
                <a:lnTo>
                  <a:pt x="2158466" y="93937"/>
                </a:lnTo>
                <a:lnTo>
                  <a:pt x="2158443" y="96099"/>
                </a:lnTo>
                <a:lnTo>
                  <a:pt x="2158461" y="97913"/>
                </a:lnTo>
                <a:lnTo>
                  <a:pt x="2158515" y="99700"/>
                </a:lnTo>
                <a:lnTo>
                  <a:pt x="2158605" y="101461"/>
                </a:lnTo>
                <a:lnTo>
                  <a:pt x="2158732" y="103196"/>
                </a:lnTo>
                <a:lnTo>
                  <a:pt x="2158895" y="104905"/>
                </a:lnTo>
                <a:lnTo>
                  <a:pt x="2159093" y="106587"/>
                </a:lnTo>
                <a:lnTo>
                  <a:pt x="2159328" y="108243"/>
                </a:lnTo>
                <a:lnTo>
                  <a:pt x="2159600" y="109874"/>
                </a:lnTo>
                <a:lnTo>
                  <a:pt x="2159907" y="111478"/>
                </a:lnTo>
                <a:lnTo>
                  <a:pt x="2160250" y="113055"/>
                </a:lnTo>
                <a:lnTo>
                  <a:pt x="2160630" y="114607"/>
                </a:lnTo>
                <a:lnTo>
                  <a:pt x="2161046" y="116133"/>
                </a:lnTo>
                <a:lnTo>
                  <a:pt x="2161498" y="117632"/>
                </a:lnTo>
                <a:lnTo>
                  <a:pt x="2161986" y="119105"/>
                </a:lnTo>
                <a:lnTo>
                  <a:pt x="2162510" y="120552"/>
                </a:lnTo>
                <a:lnTo>
                  <a:pt x="2163071" y="121973"/>
                </a:lnTo>
                <a:lnTo>
                  <a:pt x="2163667" y="123367"/>
                </a:lnTo>
                <a:lnTo>
                  <a:pt x="2164300" y="124736"/>
                </a:lnTo>
                <a:lnTo>
                  <a:pt x="2164969" y="126078"/>
                </a:lnTo>
                <a:lnTo>
                  <a:pt x="2165674" y="127394"/>
                </a:lnTo>
                <a:lnTo>
                  <a:pt x="2166415" y="128684"/>
                </a:lnTo>
                <a:lnTo>
                  <a:pt x="2167193" y="129948"/>
                </a:lnTo>
                <a:lnTo>
                  <a:pt x="2168006" y="131186"/>
                </a:lnTo>
                <a:lnTo>
                  <a:pt x="2168856" y="132397"/>
                </a:lnTo>
                <a:lnTo>
                  <a:pt x="2169980" y="133862"/>
                </a:lnTo>
                <a:lnTo>
                  <a:pt x="2171153" y="135264"/>
                </a:lnTo>
                <a:lnTo>
                  <a:pt x="2172377" y="136604"/>
                </a:lnTo>
                <a:lnTo>
                  <a:pt x="2173649" y="137882"/>
                </a:lnTo>
                <a:lnTo>
                  <a:pt x="2174972" y="139097"/>
                </a:lnTo>
                <a:lnTo>
                  <a:pt x="2176343" y="140250"/>
                </a:lnTo>
                <a:lnTo>
                  <a:pt x="2177765" y="141341"/>
                </a:lnTo>
                <a:lnTo>
                  <a:pt x="2179236" y="142370"/>
                </a:lnTo>
                <a:lnTo>
                  <a:pt x="2180757" y="143336"/>
                </a:lnTo>
                <a:lnTo>
                  <a:pt x="2182327" y="144239"/>
                </a:lnTo>
                <a:lnTo>
                  <a:pt x="2183947" y="145081"/>
                </a:lnTo>
                <a:lnTo>
                  <a:pt x="2185616" y="145860"/>
                </a:lnTo>
                <a:lnTo>
                  <a:pt x="2187335" y="146577"/>
                </a:lnTo>
                <a:lnTo>
                  <a:pt x="2189104" y="147231"/>
                </a:lnTo>
                <a:lnTo>
                  <a:pt x="2190922" y="147823"/>
                </a:lnTo>
                <a:lnTo>
                  <a:pt x="2192790" y="148353"/>
                </a:lnTo>
                <a:lnTo>
                  <a:pt x="2194707" y="148820"/>
                </a:lnTo>
                <a:lnTo>
                  <a:pt x="2196674" y="149226"/>
                </a:lnTo>
                <a:lnTo>
                  <a:pt x="2198691" y="149568"/>
                </a:lnTo>
                <a:lnTo>
                  <a:pt x="2200757" y="149849"/>
                </a:lnTo>
                <a:lnTo>
                  <a:pt x="2202872" y="150067"/>
                </a:lnTo>
                <a:lnTo>
                  <a:pt x="2205038" y="150223"/>
                </a:lnTo>
                <a:lnTo>
                  <a:pt x="2207253" y="150316"/>
                </a:lnTo>
                <a:lnTo>
                  <a:pt x="2209517" y="150347"/>
                </a:lnTo>
                <a:lnTo>
                  <a:pt x="2210953" y="150334"/>
                </a:lnTo>
                <a:lnTo>
                  <a:pt x="2212369" y="150292"/>
                </a:lnTo>
                <a:lnTo>
                  <a:pt x="2213765" y="150223"/>
                </a:lnTo>
                <a:lnTo>
                  <a:pt x="2215141" y="150126"/>
                </a:lnTo>
                <a:lnTo>
                  <a:pt x="2216497" y="150002"/>
                </a:lnTo>
                <a:lnTo>
                  <a:pt x="2217832" y="149850"/>
                </a:lnTo>
                <a:lnTo>
                  <a:pt x="2219148" y="149670"/>
                </a:lnTo>
                <a:lnTo>
                  <a:pt x="2220443" y="149463"/>
                </a:lnTo>
                <a:lnTo>
                  <a:pt x="2221718" y="149228"/>
                </a:lnTo>
                <a:lnTo>
                  <a:pt x="2222973" y="148966"/>
                </a:lnTo>
                <a:lnTo>
                  <a:pt x="2224208" y="148676"/>
                </a:lnTo>
                <a:lnTo>
                  <a:pt x="2225422" y="148358"/>
                </a:lnTo>
                <a:lnTo>
                  <a:pt x="2226617" y="148012"/>
                </a:lnTo>
                <a:lnTo>
                  <a:pt x="2227791" y="147639"/>
                </a:lnTo>
                <a:lnTo>
                  <a:pt x="2228945" y="147239"/>
                </a:lnTo>
                <a:lnTo>
                  <a:pt x="2230079" y="146810"/>
                </a:lnTo>
                <a:lnTo>
                  <a:pt x="2231193" y="146354"/>
                </a:lnTo>
                <a:lnTo>
                  <a:pt x="2232287" y="145871"/>
                </a:lnTo>
                <a:lnTo>
                  <a:pt x="2233360" y="145359"/>
                </a:lnTo>
                <a:lnTo>
                  <a:pt x="2234414" y="144821"/>
                </a:lnTo>
                <a:lnTo>
                  <a:pt x="2235447" y="144254"/>
                </a:lnTo>
                <a:lnTo>
                  <a:pt x="2236460" y="143660"/>
                </a:lnTo>
                <a:lnTo>
                  <a:pt x="2237453" y="143038"/>
                </a:lnTo>
                <a:lnTo>
                  <a:pt x="2238426" y="142389"/>
                </a:lnTo>
                <a:lnTo>
                  <a:pt x="2239378" y="141713"/>
                </a:lnTo>
                <a:lnTo>
                  <a:pt x="2240309" y="141012"/>
                </a:lnTo>
                <a:lnTo>
                  <a:pt x="2241218" y="140286"/>
                </a:lnTo>
                <a:lnTo>
                  <a:pt x="2242105" y="139534"/>
                </a:lnTo>
                <a:lnTo>
                  <a:pt x="2242971" y="138757"/>
                </a:lnTo>
                <a:lnTo>
                  <a:pt x="2243816" y="137955"/>
                </a:lnTo>
                <a:lnTo>
                  <a:pt x="2244639" y="137128"/>
                </a:lnTo>
                <a:lnTo>
                  <a:pt x="2245440" y="136276"/>
                </a:lnTo>
                <a:lnTo>
                  <a:pt x="2246220" y="135398"/>
                </a:lnTo>
                <a:lnTo>
                  <a:pt x="2246978" y="134495"/>
                </a:lnTo>
                <a:lnTo>
                  <a:pt x="2247715" y="133567"/>
                </a:lnTo>
                <a:lnTo>
                  <a:pt x="2248430" y="132614"/>
                </a:lnTo>
                <a:lnTo>
                  <a:pt x="2249124" y="131635"/>
                </a:lnTo>
                <a:lnTo>
                  <a:pt x="2249797" y="130632"/>
                </a:lnTo>
                <a:lnTo>
                  <a:pt x="2250447" y="129603"/>
                </a:lnTo>
                <a:lnTo>
                  <a:pt x="2251076" y="128549"/>
                </a:lnTo>
                <a:lnTo>
                  <a:pt x="2251684" y="127469"/>
                </a:lnTo>
                <a:lnTo>
                  <a:pt x="2252270" y="126364"/>
                </a:lnTo>
                <a:lnTo>
                  <a:pt x="2252835" y="125235"/>
                </a:lnTo>
                <a:lnTo>
                  <a:pt x="2253378" y="124080"/>
                </a:lnTo>
                <a:lnTo>
                  <a:pt x="2253900" y="122899"/>
                </a:lnTo>
                <a:lnTo>
                  <a:pt x="2254400" y="121694"/>
                </a:lnTo>
                <a:lnTo>
                  <a:pt x="2254878" y="120463"/>
                </a:lnTo>
                <a:lnTo>
                  <a:pt x="2255335" y="119207"/>
                </a:lnTo>
                <a:lnTo>
                  <a:pt x="2227567" y="114447"/>
                </a:lnTo>
                <a:lnTo>
                  <a:pt x="2227373" y="115100"/>
                </a:lnTo>
                <a:lnTo>
                  <a:pt x="2227171" y="115739"/>
                </a:lnTo>
                <a:lnTo>
                  <a:pt x="2226962" y="116362"/>
                </a:lnTo>
                <a:lnTo>
                  <a:pt x="2226746" y="116970"/>
                </a:lnTo>
                <a:lnTo>
                  <a:pt x="2226522" y="117563"/>
                </a:lnTo>
                <a:lnTo>
                  <a:pt x="2226290" y="118141"/>
                </a:lnTo>
                <a:close/>
                <a:moveTo>
                  <a:pt x="2187722" y="81754"/>
                </a:moveTo>
                <a:lnTo>
                  <a:pt x="2187829" y="80898"/>
                </a:lnTo>
                <a:lnTo>
                  <a:pt x="2187957" y="80059"/>
                </a:lnTo>
                <a:lnTo>
                  <a:pt x="2188107" y="79235"/>
                </a:lnTo>
                <a:lnTo>
                  <a:pt x="2188277" y="78429"/>
                </a:lnTo>
                <a:lnTo>
                  <a:pt x="2188468" y="77638"/>
                </a:lnTo>
                <a:lnTo>
                  <a:pt x="2188680" y="76865"/>
                </a:lnTo>
                <a:lnTo>
                  <a:pt x="2188914" y="76107"/>
                </a:lnTo>
                <a:lnTo>
                  <a:pt x="2189168" y="75366"/>
                </a:lnTo>
                <a:lnTo>
                  <a:pt x="2189443" y="74642"/>
                </a:lnTo>
                <a:lnTo>
                  <a:pt x="2189740" y="73934"/>
                </a:lnTo>
                <a:lnTo>
                  <a:pt x="2190057" y="73243"/>
                </a:lnTo>
                <a:lnTo>
                  <a:pt x="2190395" y="72568"/>
                </a:lnTo>
                <a:lnTo>
                  <a:pt x="2190755" y="71909"/>
                </a:lnTo>
                <a:lnTo>
                  <a:pt x="2191135" y="71267"/>
                </a:lnTo>
                <a:lnTo>
                  <a:pt x="2191536" y="70641"/>
                </a:lnTo>
                <a:lnTo>
                  <a:pt x="2191959" y="70032"/>
                </a:lnTo>
                <a:lnTo>
                  <a:pt x="2192402" y="69439"/>
                </a:lnTo>
                <a:lnTo>
                  <a:pt x="2192866" y="68863"/>
                </a:lnTo>
                <a:lnTo>
                  <a:pt x="2193352" y="68303"/>
                </a:lnTo>
                <a:lnTo>
                  <a:pt x="2193853" y="67763"/>
                </a:lnTo>
                <a:lnTo>
                  <a:pt x="2194366" y="67246"/>
                </a:lnTo>
                <a:lnTo>
                  <a:pt x="2194889" y="66752"/>
                </a:lnTo>
                <a:lnTo>
                  <a:pt x="2195423" y="66281"/>
                </a:lnTo>
                <a:lnTo>
                  <a:pt x="2195969" y="65833"/>
                </a:lnTo>
                <a:lnTo>
                  <a:pt x="2196525" y="65408"/>
                </a:lnTo>
                <a:lnTo>
                  <a:pt x="2197093" y="65006"/>
                </a:lnTo>
                <a:lnTo>
                  <a:pt x="2197671" y="64627"/>
                </a:lnTo>
                <a:lnTo>
                  <a:pt x="2198261" y="64271"/>
                </a:lnTo>
                <a:lnTo>
                  <a:pt x="2198861" y="63938"/>
                </a:lnTo>
                <a:lnTo>
                  <a:pt x="2199473" y="63627"/>
                </a:lnTo>
                <a:lnTo>
                  <a:pt x="2200096" y="63340"/>
                </a:lnTo>
                <a:lnTo>
                  <a:pt x="2200729" y="63076"/>
                </a:lnTo>
                <a:lnTo>
                  <a:pt x="2201374" y="62835"/>
                </a:lnTo>
                <a:lnTo>
                  <a:pt x="2202030" y="62617"/>
                </a:lnTo>
                <a:lnTo>
                  <a:pt x="2202696" y="62421"/>
                </a:lnTo>
                <a:lnTo>
                  <a:pt x="2203374" y="62249"/>
                </a:lnTo>
                <a:lnTo>
                  <a:pt x="2204063" y="62100"/>
                </a:lnTo>
                <a:lnTo>
                  <a:pt x="2204762" y="61973"/>
                </a:lnTo>
                <a:lnTo>
                  <a:pt x="2205473" y="61870"/>
                </a:lnTo>
                <a:lnTo>
                  <a:pt x="2206195" y="61789"/>
                </a:lnTo>
                <a:lnTo>
                  <a:pt x="2206928" y="61732"/>
                </a:lnTo>
                <a:lnTo>
                  <a:pt x="2207671" y="61698"/>
                </a:lnTo>
                <a:lnTo>
                  <a:pt x="2208426" y="61686"/>
                </a:lnTo>
                <a:lnTo>
                  <a:pt x="2209132" y="61697"/>
                </a:lnTo>
                <a:lnTo>
                  <a:pt x="2209830" y="61730"/>
                </a:lnTo>
                <a:lnTo>
                  <a:pt x="2210518" y="61784"/>
                </a:lnTo>
                <a:lnTo>
                  <a:pt x="2211198" y="61860"/>
                </a:lnTo>
                <a:lnTo>
                  <a:pt x="2211868" y="61958"/>
                </a:lnTo>
                <a:lnTo>
                  <a:pt x="2212530" y="62078"/>
                </a:lnTo>
                <a:lnTo>
                  <a:pt x="2213182" y="62220"/>
                </a:lnTo>
                <a:lnTo>
                  <a:pt x="2213826" y="62383"/>
                </a:lnTo>
                <a:lnTo>
                  <a:pt x="2214460" y="62568"/>
                </a:lnTo>
                <a:lnTo>
                  <a:pt x="2215086" y="62775"/>
                </a:lnTo>
                <a:lnTo>
                  <a:pt x="2215703" y="63004"/>
                </a:lnTo>
                <a:lnTo>
                  <a:pt x="2216311" y="63254"/>
                </a:lnTo>
                <a:lnTo>
                  <a:pt x="2216909" y="63527"/>
                </a:lnTo>
                <a:lnTo>
                  <a:pt x="2217499" y="63821"/>
                </a:lnTo>
                <a:lnTo>
                  <a:pt x="2218080" y="64136"/>
                </a:lnTo>
                <a:lnTo>
                  <a:pt x="2218652" y="64474"/>
                </a:lnTo>
                <a:lnTo>
                  <a:pt x="2219215" y="64833"/>
                </a:lnTo>
                <a:lnTo>
                  <a:pt x="2219769" y="65215"/>
                </a:lnTo>
                <a:lnTo>
                  <a:pt x="2220314" y="65617"/>
                </a:lnTo>
                <a:lnTo>
                  <a:pt x="2220850" y="66042"/>
                </a:lnTo>
                <a:lnTo>
                  <a:pt x="2221378" y="66489"/>
                </a:lnTo>
                <a:lnTo>
                  <a:pt x="2221896" y="66957"/>
                </a:lnTo>
                <a:lnTo>
                  <a:pt x="2222405" y="67447"/>
                </a:lnTo>
                <a:lnTo>
                  <a:pt x="2222906" y="67959"/>
                </a:lnTo>
                <a:lnTo>
                  <a:pt x="2223392" y="68492"/>
                </a:lnTo>
                <a:lnTo>
                  <a:pt x="2223858" y="69044"/>
                </a:lnTo>
                <a:lnTo>
                  <a:pt x="2224305" y="69617"/>
                </a:lnTo>
                <a:lnTo>
                  <a:pt x="2224732" y="70210"/>
                </a:lnTo>
                <a:lnTo>
                  <a:pt x="2225140" y="70823"/>
                </a:lnTo>
                <a:lnTo>
                  <a:pt x="2225527" y="71456"/>
                </a:lnTo>
                <a:lnTo>
                  <a:pt x="2225896" y="72109"/>
                </a:lnTo>
                <a:lnTo>
                  <a:pt x="2226244" y="72783"/>
                </a:lnTo>
                <a:lnTo>
                  <a:pt x="2226573" y="73476"/>
                </a:lnTo>
                <a:lnTo>
                  <a:pt x="2226883" y="74189"/>
                </a:lnTo>
                <a:lnTo>
                  <a:pt x="2227173" y="74922"/>
                </a:lnTo>
                <a:lnTo>
                  <a:pt x="2227443" y="75676"/>
                </a:lnTo>
                <a:lnTo>
                  <a:pt x="2227693" y="76449"/>
                </a:lnTo>
                <a:lnTo>
                  <a:pt x="2227924" y="77243"/>
                </a:lnTo>
                <a:lnTo>
                  <a:pt x="2228135" y="78056"/>
                </a:lnTo>
                <a:lnTo>
                  <a:pt x="2228327" y="78890"/>
                </a:lnTo>
                <a:lnTo>
                  <a:pt x="2228499" y="79744"/>
                </a:lnTo>
                <a:lnTo>
                  <a:pt x="2228651" y="80617"/>
                </a:lnTo>
                <a:lnTo>
                  <a:pt x="2228784" y="81511"/>
                </a:lnTo>
                <a:lnTo>
                  <a:pt x="2228897" y="82425"/>
                </a:lnTo>
                <a:lnTo>
                  <a:pt x="2228991" y="83359"/>
                </a:lnTo>
                <a:lnTo>
                  <a:pt x="2229065" y="84313"/>
                </a:lnTo>
                <a:lnTo>
                  <a:pt x="2229119" y="85287"/>
                </a:lnTo>
                <a:lnTo>
                  <a:pt x="2229154" y="86281"/>
                </a:lnTo>
                <a:lnTo>
                  <a:pt x="2187501" y="86281"/>
                </a:lnTo>
                <a:lnTo>
                  <a:pt x="2187503" y="85343"/>
                </a:lnTo>
                <a:lnTo>
                  <a:pt x="2187526" y="84421"/>
                </a:lnTo>
                <a:lnTo>
                  <a:pt x="2187570" y="83516"/>
                </a:lnTo>
                <a:lnTo>
                  <a:pt x="2187636" y="82627"/>
                </a:lnTo>
                <a:lnTo>
                  <a:pt x="2187722" y="81754"/>
                </a:lnTo>
                <a:close/>
                <a:moveTo>
                  <a:pt x="2406853" y="118141"/>
                </a:moveTo>
                <a:lnTo>
                  <a:pt x="2406613" y="118703"/>
                </a:lnTo>
                <a:lnTo>
                  <a:pt x="2406367" y="119251"/>
                </a:lnTo>
                <a:lnTo>
                  <a:pt x="2406112" y="119783"/>
                </a:lnTo>
                <a:lnTo>
                  <a:pt x="2405850" y="120301"/>
                </a:lnTo>
                <a:lnTo>
                  <a:pt x="2405580" y="120803"/>
                </a:lnTo>
                <a:lnTo>
                  <a:pt x="2405303" y="121290"/>
                </a:lnTo>
                <a:lnTo>
                  <a:pt x="2405018" y="121761"/>
                </a:lnTo>
                <a:lnTo>
                  <a:pt x="2404726" y="122218"/>
                </a:lnTo>
                <a:lnTo>
                  <a:pt x="2404426" y="122659"/>
                </a:lnTo>
                <a:lnTo>
                  <a:pt x="2404119" y="123086"/>
                </a:lnTo>
                <a:lnTo>
                  <a:pt x="2403804" y="123497"/>
                </a:lnTo>
                <a:lnTo>
                  <a:pt x="2403481" y="123893"/>
                </a:lnTo>
                <a:lnTo>
                  <a:pt x="2403151" y="124274"/>
                </a:lnTo>
                <a:lnTo>
                  <a:pt x="2402813" y="124639"/>
                </a:lnTo>
                <a:lnTo>
                  <a:pt x="2402467" y="124990"/>
                </a:lnTo>
                <a:lnTo>
                  <a:pt x="2402114" y="125325"/>
                </a:lnTo>
                <a:lnTo>
                  <a:pt x="2401754" y="125646"/>
                </a:lnTo>
                <a:lnTo>
                  <a:pt x="2401386" y="125951"/>
                </a:lnTo>
                <a:lnTo>
                  <a:pt x="2401010" y="126242"/>
                </a:lnTo>
                <a:lnTo>
                  <a:pt x="2400628" y="126521"/>
                </a:lnTo>
                <a:lnTo>
                  <a:pt x="2400238" y="126788"/>
                </a:lnTo>
                <a:lnTo>
                  <a:pt x="2399840" y="127042"/>
                </a:lnTo>
                <a:lnTo>
                  <a:pt x="2399436" y="127283"/>
                </a:lnTo>
                <a:lnTo>
                  <a:pt x="2399024" y="127513"/>
                </a:lnTo>
                <a:lnTo>
                  <a:pt x="2398605" y="127730"/>
                </a:lnTo>
                <a:lnTo>
                  <a:pt x="2398179" y="127934"/>
                </a:lnTo>
                <a:lnTo>
                  <a:pt x="2397746" y="128126"/>
                </a:lnTo>
                <a:lnTo>
                  <a:pt x="2397305" y="128306"/>
                </a:lnTo>
                <a:lnTo>
                  <a:pt x="2396857" y="128473"/>
                </a:lnTo>
                <a:lnTo>
                  <a:pt x="2396402" y="128628"/>
                </a:lnTo>
                <a:lnTo>
                  <a:pt x="2395940" y="128771"/>
                </a:lnTo>
                <a:lnTo>
                  <a:pt x="2395470" y="128901"/>
                </a:lnTo>
                <a:lnTo>
                  <a:pt x="2394994" y="129019"/>
                </a:lnTo>
                <a:lnTo>
                  <a:pt x="2394510" y="129124"/>
                </a:lnTo>
                <a:lnTo>
                  <a:pt x="2394019" y="129217"/>
                </a:lnTo>
                <a:lnTo>
                  <a:pt x="2393520" y="129298"/>
                </a:lnTo>
                <a:lnTo>
                  <a:pt x="2393014" y="129366"/>
                </a:lnTo>
                <a:lnTo>
                  <a:pt x="2392501" y="129422"/>
                </a:lnTo>
                <a:lnTo>
                  <a:pt x="2391981" y="129465"/>
                </a:lnTo>
                <a:lnTo>
                  <a:pt x="2391454" y="129496"/>
                </a:lnTo>
                <a:lnTo>
                  <a:pt x="2390919" y="129515"/>
                </a:lnTo>
                <a:lnTo>
                  <a:pt x="2390378" y="129521"/>
                </a:lnTo>
                <a:lnTo>
                  <a:pt x="2389581" y="129509"/>
                </a:lnTo>
                <a:lnTo>
                  <a:pt x="2388796" y="129473"/>
                </a:lnTo>
                <a:lnTo>
                  <a:pt x="2388022" y="129413"/>
                </a:lnTo>
                <a:lnTo>
                  <a:pt x="2387259" y="129330"/>
                </a:lnTo>
                <a:lnTo>
                  <a:pt x="2386507" y="129222"/>
                </a:lnTo>
                <a:lnTo>
                  <a:pt x="2385766" y="129090"/>
                </a:lnTo>
                <a:lnTo>
                  <a:pt x="2385036" y="128935"/>
                </a:lnTo>
                <a:lnTo>
                  <a:pt x="2384317" y="128755"/>
                </a:lnTo>
                <a:lnTo>
                  <a:pt x="2383609" y="128552"/>
                </a:lnTo>
                <a:lnTo>
                  <a:pt x="2382912" y="128324"/>
                </a:lnTo>
                <a:lnTo>
                  <a:pt x="2382226" y="128073"/>
                </a:lnTo>
                <a:lnTo>
                  <a:pt x="2381551" y="127798"/>
                </a:lnTo>
                <a:lnTo>
                  <a:pt x="2380887" y="127499"/>
                </a:lnTo>
                <a:lnTo>
                  <a:pt x="2380234" y="127176"/>
                </a:lnTo>
                <a:lnTo>
                  <a:pt x="2379592" y="126829"/>
                </a:lnTo>
                <a:lnTo>
                  <a:pt x="2378961" y="126458"/>
                </a:lnTo>
                <a:lnTo>
                  <a:pt x="2378342" y="126063"/>
                </a:lnTo>
                <a:lnTo>
                  <a:pt x="2377733" y="125644"/>
                </a:lnTo>
                <a:lnTo>
                  <a:pt x="2377135" y="125201"/>
                </a:lnTo>
                <a:lnTo>
                  <a:pt x="2376548" y="124734"/>
                </a:lnTo>
                <a:lnTo>
                  <a:pt x="2375973" y="124244"/>
                </a:lnTo>
                <a:lnTo>
                  <a:pt x="2375408" y="123729"/>
                </a:lnTo>
                <a:lnTo>
                  <a:pt x="2374854" y="123191"/>
                </a:lnTo>
                <a:lnTo>
                  <a:pt x="2374311" y="122628"/>
                </a:lnTo>
                <a:lnTo>
                  <a:pt x="2373785" y="122044"/>
                </a:lnTo>
                <a:lnTo>
                  <a:pt x="2373280" y="121441"/>
                </a:lnTo>
                <a:lnTo>
                  <a:pt x="2372796" y="120819"/>
                </a:lnTo>
                <a:lnTo>
                  <a:pt x="2372333" y="120178"/>
                </a:lnTo>
                <a:lnTo>
                  <a:pt x="2371892" y="119518"/>
                </a:lnTo>
                <a:lnTo>
                  <a:pt x="2371472" y="118838"/>
                </a:lnTo>
                <a:lnTo>
                  <a:pt x="2371074" y="118139"/>
                </a:lnTo>
                <a:lnTo>
                  <a:pt x="2370697" y="117422"/>
                </a:lnTo>
                <a:lnTo>
                  <a:pt x="2370341" y="116685"/>
                </a:lnTo>
                <a:lnTo>
                  <a:pt x="2370007" y="115929"/>
                </a:lnTo>
                <a:lnTo>
                  <a:pt x="2369694" y="115154"/>
                </a:lnTo>
                <a:lnTo>
                  <a:pt x="2369402" y="114360"/>
                </a:lnTo>
                <a:lnTo>
                  <a:pt x="2369132" y="113547"/>
                </a:lnTo>
                <a:lnTo>
                  <a:pt x="2368883" y="112714"/>
                </a:lnTo>
                <a:lnTo>
                  <a:pt x="2368655" y="111863"/>
                </a:lnTo>
                <a:lnTo>
                  <a:pt x="2368449" y="110992"/>
                </a:lnTo>
                <a:lnTo>
                  <a:pt x="2368264" y="110102"/>
                </a:lnTo>
                <a:lnTo>
                  <a:pt x="2368101" y="109193"/>
                </a:lnTo>
                <a:lnTo>
                  <a:pt x="2367958" y="108266"/>
                </a:lnTo>
                <a:lnTo>
                  <a:pt x="2367837" y="107318"/>
                </a:lnTo>
                <a:lnTo>
                  <a:pt x="2367738" y="106352"/>
                </a:lnTo>
                <a:lnTo>
                  <a:pt x="2367660" y="105367"/>
                </a:lnTo>
                <a:lnTo>
                  <a:pt x="2367603" y="104363"/>
                </a:lnTo>
                <a:lnTo>
                  <a:pt x="2367568" y="103339"/>
                </a:lnTo>
                <a:lnTo>
                  <a:pt x="2437386" y="103339"/>
                </a:lnTo>
                <a:lnTo>
                  <a:pt x="2437411" y="100698"/>
                </a:lnTo>
                <a:lnTo>
                  <a:pt x="2437387" y="98115"/>
                </a:lnTo>
                <a:lnTo>
                  <a:pt x="2437313" y="95589"/>
                </a:lnTo>
                <a:lnTo>
                  <a:pt x="2437190" y="93120"/>
                </a:lnTo>
                <a:lnTo>
                  <a:pt x="2437018" y="90709"/>
                </a:lnTo>
                <a:lnTo>
                  <a:pt x="2436797" y="88355"/>
                </a:lnTo>
                <a:lnTo>
                  <a:pt x="2436527" y="86058"/>
                </a:lnTo>
                <a:lnTo>
                  <a:pt x="2436207" y="83818"/>
                </a:lnTo>
                <a:lnTo>
                  <a:pt x="2435838" y="81636"/>
                </a:lnTo>
                <a:lnTo>
                  <a:pt x="2435420" y="79512"/>
                </a:lnTo>
                <a:lnTo>
                  <a:pt x="2434952" y="77444"/>
                </a:lnTo>
                <a:lnTo>
                  <a:pt x="2434435" y="75434"/>
                </a:lnTo>
                <a:lnTo>
                  <a:pt x="2433870" y="73481"/>
                </a:lnTo>
                <a:lnTo>
                  <a:pt x="2433254" y="71586"/>
                </a:lnTo>
                <a:lnTo>
                  <a:pt x="2432590" y="69748"/>
                </a:lnTo>
                <a:lnTo>
                  <a:pt x="2431876" y="67967"/>
                </a:lnTo>
                <a:lnTo>
                  <a:pt x="2431113" y="66244"/>
                </a:lnTo>
                <a:lnTo>
                  <a:pt x="2430301" y="64578"/>
                </a:lnTo>
                <a:lnTo>
                  <a:pt x="2429440" y="62969"/>
                </a:lnTo>
                <a:lnTo>
                  <a:pt x="2428529" y="61418"/>
                </a:lnTo>
                <a:lnTo>
                  <a:pt x="2427569" y="59923"/>
                </a:lnTo>
                <a:lnTo>
                  <a:pt x="2426560" y="58487"/>
                </a:lnTo>
                <a:lnTo>
                  <a:pt x="2425502" y="57107"/>
                </a:lnTo>
                <a:lnTo>
                  <a:pt x="2424394" y="55785"/>
                </a:lnTo>
                <a:lnTo>
                  <a:pt x="2423245" y="54519"/>
                </a:lnTo>
                <a:lnTo>
                  <a:pt x="2422061" y="53306"/>
                </a:lnTo>
                <a:lnTo>
                  <a:pt x="2420842" y="52148"/>
                </a:lnTo>
                <a:lnTo>
                  <a:pt x="2419590" y="51043"/>
                </a:lnTo>
                <a:lnTo>
                  <a:pt x="2418303" y="49992"/>
                </a:lnTo>
                <a:lnTo>
                  <a:pt x="2416981" y="48995"/>
                </a:lnTo>
                <a:lnTo>
                  <a:pt x="2415625" y="48052"/>
                </a:lnTo>
                <a:lnTo>
                  <a:pt x="2414234" y="47163"/>
                </a:lnTo>
                <a:lnTo>
                  <a:pt x="2412809" y="46327"/>
                </a:lnTo>
                <a:lnTo>
                  <a:pt x="2411350" y="45546"/>
                </a:lnTo>
                <a:lnTo>
                  <a:pt x="2409856" y="44818"/>
                </a:lnTo>
                <a:lnTo>
                  <a:pt x="2408328" y="44145"/>
                </a:lnTo>
                <a:lnTo>
                  <a:pt x="2406765" y="43525"/>
                </a:lnTo>
                <a:lnTo>
                  <a:pt x="2405168" y="42959"/>
                </a:lnTo>
                <a:lnTo>
                  <a:pt x="2403537" y="42447"/>
                </a:lnTo>
                <a:lnTo>
                  <a:pt x="2401871" y="41989"/>
                </a:lnTo>
                <a:lnTo>
                  <a:pt x="2400170" y="41585"/>
                </a:lnTo>
                <a:lnTo>
                  <a:pt x="2398435" y="41235"/>
                </a:lnTo>
                <a:lnTo>
                  <a:pt x="2396666" y="40938"/>
                </a:lnTo>
                <a:lnTo>
                  <a:pt x="2394862" y="40696"/>
                </a:lnTo>
                <a:lnTo>
                  <a:pt x="2393024" y="40507"/>
                </a:lnTo>
                <a:lnTo>
                  <a:pt x="2391152" y="40372"/>
                </a:lnTo>
                <a:lnTo>
                  <a:pt x="2389245" y="40292"/>
                </a:lnTo>
                <a:lnTo>
                  <a:pt x="2387303" y="40265"/>
                </a:lnTo>
                <a:lnTo>
                  <a:pt x="2385572" y="40290"/>
                </a:lnTo>
                <a:lnTo>
                  <a:pt x="2383866" y="40368"/>
                </a:lnTo>
                <a:lnTo>
                  <a:pt x="2382185" y="40496"/>
                </a:lnTo>
                <a:lnTo>
                  <a:pt x="2380529" y="40676"/>
                </a:lnTo>
                <a:lnTo>
                  <a:pt x="2378898" y="40908"/>
                </a:lnTo>
                <a:lnTo>
                  <a:pt x="2377293" y="41191"/>
                </a:lnTo>
                <a:lnTo>
                  <a:pt x="2375712" y="41526"/>
                </a:lnTo>
                <a:lnTo>
                  <a:pt x="2374157" y="41912"/>
                </a:lnTo>
                <a:lnTo>
                  <a:pt x="2372627" y="42350"/>
                </a:lnTo>
                <a:lnTo>
                  <a:pt x="2371122" y="42839"/>
                </a:lnTo>
                <a:lnTo>
                  <a:pt x="2369642" y="43379"/>
                </a:lnTo>
                <a:lnTo>
                  <a:pt x="2368187" y="43971"/>
                </a:lnTo>
                <a:lnTo>
                  <a:pt x="2366758" y="44615"/>
                </a:lnTo>
                <a:lnTo>
                  <a:pt x="2365353" y="45310"/>
                </a:lnTo>
                <a:lnTo>
                  <a:pt x="2363974" y="46056"/>
                </a:lnTo>
                <a:lnTo>
                  <a:pt x="2362620" y="46854"/>
                </a:lnTo>
                <a:lnTo>
                  <a:pt x="2361291" y="47704"/>
                </a:lnTo>
                <a:lnTo>
                  <a:pt x="2359987" y="48604"/>
                </a:lnTo>
                <a:lnTo>
                  <a:pt x="2358708" y="49557"/>
                </a:lnTo>
                <a:lnTo>
                  <a:pt x="2357455" y="50561"/>
                </a:lnTo>
                <a:lnTo>
                  <a:pt x="2356226" y="51616"/>
                </a:lnTo>
                <a:lnTo>
                  <a:pt x="2355023" y="52723"/>
                </a:lnTo>
                <a:lnTo>
                  <a:pt x="2353845" y="53881"/>
                </a:lnTo>
                <a:lnTo>
                  <a:pt x="2352691" y="55091"/>
                </a:lnTo>
                <a:lnTo>
                  <a:pt x="2351575" y="56346"/>
                </a:lnTo>
                <a:lnTo>
                  <a:pt x="2350506" y="57641"/>
                </a:lnTo>
                <a:lnTo>
                  <a:pt x="2349484" y="58975"/>
                </a:lnTo>
                <a:lnTo>
                  <a:pt x="2348510" y="60349"/>
                </a:lnTo>
                <a:lnTo>
                  <a:pt x="2347583" y="61762"/>
                </a:lnTo>
                <a:lnTo>
                  <a:pt x="2346704" y="63214"/>
                </a:lnTo>
                <a:lnTo>
                  <a:pt x="2345872" y="64706"/>
                </a:lnTo>
                <a:lnTo>
                  <a:pt x="2345088" y="66237"/>
                </a:lnTo>
                <a:lnTo>
                  <a:pt x="2344352" y="67808"/>
                </a:lnTo>
                <a:lnTo>
                  <a:pt x="2343663" y="69418"/>
                </a:lnTo>
                <a:lnTo>
                  <a:pt x="2343021" y="71067"/>
                </a:lnTo>
                <a:lnTo>
                  <a:pt x="2342427" y="72756"/>
                </a:lnTo>
                <a:lnTo>
                  <a:pt x="2341880" y="74485"/>
                </a:lnTo>
                <a:lnTo>
                  <a:pt x="2341382" y="76253"/>
                </a:lnTo>
                <a:lnTo>
                  <a:pt x="2340930" y="78060"/>
                </a:lnTo>
                <a:lnTo>
                  <a:pt x="2340526" y="79907"/>
                </a:lnTo>
                <a:lnTo>
                  <a:pt x="2340170" y="81793"/>
                </a:lnTo>
                <a:lnTo>
                  <a:pt x="2339861" y="83718"/>
                </a:lnTo>
                <a:lnTo>
                  <a:pt x="2339599" y="85683"/>
                </a:lnTo>
                <a:lnTo>
                  <a:pt x="2339386" y="87688"/>
                </a:lnTo>
                <a:lnTo>
                  <a:pt x="2339219" y="89731"/>
                </a:lnTo>
                <a:lnTo>
                  <a:pt x="2339101" y="91815"/>
                </a:lnTo>
                <a:lnTo>
                  <a:pt x="2339029" y="93937"/>
                </a:lnTo>
                <a:lnTo>
                  <a:pt x="2339005" y="96099"/>
                </a:lnTo>
                <a:lnTo>
                  <a:pt x="2339024" y="97913"/>
                </a:lnTo>
                <a:lnTo>
                  <a:pt x="2339078" y="99700"/>
                </a:lnTo>
                <a:lnTo>
                  <a:pt x="2339168" y="101461"/>
                </a:lnTo>
                <a:lnTo>
                  <a:pt x="2339295" y="103196"/>
                </a:lnTo>
                <a:lnTo>
                  <a:pt x="2339457" y="104905"/>
                </a:lnTo>
                <a:lnTo>
                  <a:pt x="2339656" y="106587"/>
                </a:lnTo>
                <a:lnTo>
                  <a:pt x="2339891" y="108243"/>
                </a:lnTo>
                <a:lnTo>
                  <a:pt x="2340162" y="109874"/>
                </a:lnTo>
                <a:lnTo>
                  <a:pt x="2340470" y="111478"/>
                </a:lnTo>
                <a:lnTo>
                  <a:pt x="2340813" y="113055"/>
                </a:lnTo>
                <a:lnTo>
                  <a:pt x="2341193" y="114607"/>
                </a:lnTo>
                <a:lnTo>
                  <a:pt x="2341609" y="116133"/>
                </a:lnTo>
                <a:lnTo>
                  <a:pt x="2342061" y="117632"/>
                </a:lnTo>
                <a:lnTo>
                  <a:pt x="2342549" y="119105"/>
                </a:lnTo>
                <a:lnTo>
                  <a:pt x="2343073" y="120552"/>
                </a:lnTo>
                <a:lnTo>
                  <a:pt x="2343634" y="121973"/>
                </a:lnTo>
                <a:lnTo>
                  <a:pt x="2344230" y="123367"/>
                </a:lnTo>
                <a:lnTo>
                  <a:pt x="2344863" y="124736"/>
                </a:lnTo>
                <a:lnTo>
                  <a:pt x="2345532" y="126078"/>
                </a:lnTo>
                <a:lnTo>
                  <a:pt x="2346237" y="127394"/>
                </a:lnTo>
                <a:lnTo>
                  <a:pt x="2346978" y="128684"/>
                </a:lnTo>
                <a:lnTo>
                  <a:pt x="2347755" y="129948"/>
                </a:lnTo>
                <a:lnTo>
                  <a:pt x="2348569" y="131186"/>
                </a:lnTo>
                <a:lnTo>
                  <a:pt x="2349419" y="132397"/>
                </a:lnTo>
                <a:lnTo>
                  <a:pt x="2350543" y="133862"/>
                </a:lnTo>
                <a:lnTo>
                  <a:pt x="2351716" y="135264"/>
                </a:lnTo>
                <a:lnTo>
                  <a:pt x="2352939" y="136604"/>
                </a:lnTo>
                <a:lnTo>
                  <a:pt x="2354212" y="137882"/>
                </a:lnTo>
                <a:lnTo>
                  <a:pt x="2355534" y="139097"/>
                </a:lnTo>
                <a:lnTo>
                  <a:pt x="2356906" y="140250"/>
                </a:lnTo>
                <a:lnTo>
                  <a:pt x="2358328" y="141341"/>
                </a:lnTo>
                <a:lnTo>
                  <a:pt x="2359799" y="142370"/>
                </a:lnTo>
                <a:lnTo>
                  <a:pt x="2361320" y="143336"/>
                </a:lnTo>
                <a:lnTo>
                  <a:pt x="2362890" y="144239"/>
                </a:lnTo>
                <a:lnTo>
                  <a:pt x="2364510" y="145081"/>
                </a:lnTo>
                <a:lnTo>
                  <a:pt x="2366179" y="145860"/>
                </a:lnTo>
                <a:lnTo>
                  <a:pt x="2367898" y="146577"/>
                </a:lnTo>
                <a:lnTo>
                  <a:pt x="2369667" y="147231"/>
                </a:lnTo>
                <a:lnTo>
                  <a:pt x="2371485" y="147823"/>
                </a:lnTo>
                <a:lnTo>
                  <a:pt x="2373353" y="148353"/>
                </a:lnTo>
                <a:lnTo>
                  <a:pt x="2375270" y="148820"/>
                </a:lnTo>
                <a:lnTo>
                  <a:pt x="2377237" y="149226"/>
                </a:lnTo>
                <a:lnTo>
                  <a:pt x="2379254" y="149568"/>
                </a:lnTo>
                <a:lnTo>
                  <a:pt x="2381320" y="149849"/>
                </a:lnTo>
                <a:lnTo>
                  <a:pt x="2383435" y="150067"/>
                </a:lnTo>
                <a:lnTo>
                  <a:pt x="2385601" y="150223"/>
                </a:lnTo>
                <a:lnTo>
                  <a:pt x="2387816" y="150316"/>
                </a:lnTo>
                <a:lnTo>
                  <a:pt x="2390080" y="150347"/>
                </a:lnTo>
                <a:lnTo>
                  <a:pt x="2391516" y="150334"/>
                </a:lnTo>
                <a:lnTo>
                  <a:pt x="2392932" y="150292"/>
                </a:lnTo>
                <a:lnTo>
                  <a:pt x="2394328" y="150223"/>
                </a:lnTo>
                <a:lnTo>
                  <a:pt x="2395704" y="150126"/>
                </a:lnTo>
                <a:lnTo>
                  <a:pt x="2397060" y="150002"/>
                </a:lnTo>
                <a:lnTo>
                  <a:pt x="2398395" y="149850"/>
                </a:lnTo>
                <a:lnTo>
                  <a:pt x="2399710" y="149670"/>
                </a:lnTo>
                <a:lnTo>
                  <a:pt x="2401006" y="149463"/>
                </a:lnTo>
                <a:lnTo>
                  <a:pt x="2402281" y="149228"/>
                </a:lnTo>
                <a:lnTo>
                  <a:pt x="2403536" y="148966"/>
                </a:lnTo>
                <a:lnTo>
                  <a:pt x="2404770" y="148676"/>
                </a:lnTo>
                <a:lnTo>
                  <a:pt x="2405985" y="148358"/>
                </a:lnTo>
                <a:lnTo>
                  <a:pt x="2407179" y="148012"/>
                </a:lnTo>
                <a:lnTo>
                  <a:pt x="2408354" y="147639"/>
                </a:lnTo>
                <a:lnTo>
                  <a:pt x="2409508" y="147239"/>
                </a:lnTo>
                <a:lnTo>
                  <a:pt x="2410642" y="146810"/>
                </a:lnTo>
                <a:lnTo>
                  <a:pt x="2411756" y="146354"/>
                </a:lnTo>
                <a:lnTo>
                  <a:pt x="2412850" y="145871"/>
                </a:lnTo>
                <a:lnTo>
                  <a:pt x="2413923" y="145359"/>
                </a:lnTo>
                <a:lnTo>
                  <a:pt x="2414977" y="144821"/>
                </a:lnTo>
                <a:lnTo>
                  <a:pt x="2416010" y="144254"/>
                </a:lnTo>
                <a:lnTo>
                  <a:pt x="2417023" y="143660"/>
                </a:lnTo>
                <a:lnTo>
                  <a:pt x="2418016" y="143038"/>
                </a:lnTo>
                <a:lnTo>
                  <a:pt x="2418989" y="142389"/>
                </a:lnTo>
                <a:lnTo>
                  <a:pt x="2419941" y="141713"/>
                </a:lnTo>
                <a:lnTo>
                  <a:pt x="2420872" y="141012"/>
                </a:lnTo>
                <a:lnTo>
                  <a:pt x="2421781" y="140286"/>
                </a:lnTo>
                <a:lnTo>
                  <a:pt x="2422668" y="139534"/>
                </a:lnTo>
                <a:lnTo>
                  <a:pt x="2423534" y="138757"/>
                </a:lnTo>
                <a:lnTo>
                  <a:pt x="2424379" y="137955"/>
                </a:lnTo>
                <a:lnTo>
                  <a:pt x="2425202" y="137128"/>
                </a:lnTo>
                <a:lnTo>
                  <a:pt x="2426003" y="136276"/>
                </a:lnTo>
                <a:lnTo>
                  <a:pt x="2426783" y="135398"/>
                </a:lnTo>
                <a:lnTo>
                  <a:pt x="2427541" y="134495"/>
                </a:lnTo>
                <a:lnTo>
                  <a:pt x="2428278" y="133567"/>
                </a:lnTo>
                <a:lnTo>
                  <a:pt x="2428993" y="132614"/>
                </a:lnTo>
                <a:lnTo>
                  <a:pt x="2429687" y="131635"/>
                </a:lnTo>
                <a:lnTo>
                  <a:pt x="2430359" y="130632"/>
                </a:lnTo>
                <a:lnTo>
                  <a:pt x="2431010" y="129603"/>
                </a:lnTo>
                <a:lnTo>
                  <a:pt x="2431639" y="128549"/>
                </a:lnTo>
                <a:lnTo>
                  <a:pt x="2432247" y="127469"/>
                </a:lnTo>
                <a:lnTo>
                  <a:pt x="2432833" y="126364"/>
                </a:lnTo>
                <a:lnTo>
                  <a:pt x="2433398" y="125235"/>
                </a:lnTo>
                <a:lnTo>
                  <a:pt x="2433941" y="124080"/>
                </a:lnTo>
                <a:lnTo>
                  <a:pt x="2434463" y="122899"/>
                </a:lnTo>
                <a:lnTo>
                  <a:pt x="2434963" y="121694"/>
                </a:lnTo>
                <a:lnTo>
                  <a:pt x="2435441" y="120463"/>
                </a:lnTo>
                <a:lnTo>
                  <a:pt x="2435898" y="119207"/>
                </a:lnTo>
                <a:lnTo>
                  <a:pt x="2408130" y="114447"/>
                </a:lnTo>
                <a:lnTo>
                  <a:pt x="2407936" y="115100"/>
                </a:lnTo>
                <a:lnTo>
                  <a:pt x="2407734" y="115739"/>
                </a:lnTo>
                <a:lnTo>
                  <a:pt x="2407525" y="116362"/>
                </a:lnTo>
                <a:lnTo>
                  <a:pt x="2407309" y="116970"/>
                </a:lnTo>
                <a:lnTo>
                  <a:pt x="2407084" y="117563"/>
                </a:lnTo>
                <a:lnTo>
                  <a:pt x="2406853" y="118141"/>
                </a:lnTo>
                <a:close/>
                <a:moveTo>
                  <a:pt x="2368285" y="81754"/>
                </a:moveTo>
                <a:lnTo>
                  <a:pt x="2368392" y="80898"/>
                </a:lnTo>
                <a:lnTo>
                  <a:pt x="2368520" y="80059"/>
                </a:lnTo>
                <a:lnTo>
                  <a:pt x="2368669" y="79235"/>
                </a:lnTo>
                <a:lnTo>
                  <a:pt x="2368840" y="78429"/>
                </a:lnTo>
                <a:lnTo>
                  <a:pt x="2369031" y="77638"/>
                </a:lnTo>
                <a:lnTo>
                  <a:pt x="2369243" y="76865"/>
                </a:lnTo>
                <a:lnTo>
                  <a:pt x="2369477" y="76107"/>
                </a:lnTo>
                <a:lnTo>
                  <a:pt x="2369731" y="75366"/>
                </a:lnTo>
                <a:lnTo>
                  <a:pt x="2370006" y="74642"/>
                </a:lnTo>
                <a:lnTo>
                  <a:pt x="2370303" y="73934"/>
                </a:lnTo>
                <a:lnTo>
                  <a:pt x="2370620" y="73243"/>
                </a:lnTo>
                <a:lnTo>
                  <a:pt x="2370958" y="72568"/>
                </a:lnTo>
                <a:lnTo>
                  <a:pt x="2371318" y="71909"/>
                </a:lnTo>
                <a:lnTo>
                  <a:pt x="2371698" y="71267"/>
                </a:lnTo>
                <a:lnTo>
                  <a:pt x="2372099" y="70641"/>
                </a:lnTo>
                <a:lnTo>
                  <a:pt x="2372522" y="70032"/>
                </a:lnTo>
                <a:lnTo>
                  <a:pt x="2372965" y="69439"/>
                </a:lnTo>
                <a:lnTo>
                  <a:pt x="2373429" y="68863"/>
                </a:lnTo>
                <a:lnTo>
                  <a:pt x="2373915" y="68303"/>
                </a:lnTo>
                <a:lnTo>
                  <a:pt x="2374416" y="67763"/>
                </a:lnTo>
                <a:lnTo>
                  <a:pt x="2374928" y="67246"/>
                </a:lnTo>
                <a:lnTo>
                  <a:pt x="2375452" y="66752"/>
                </a:lnTo>
                <a:lnTo>
                  <a:pt x="2375986" y="66281"/>
                </a:lnTo>
                <a:lnTo>
                  <a:pt x="2376532" y="65833"/>
                </a:lnTo>
                <a:lnTo>
                  <a:pt x="2377088" y="65408"/>
                </a:lnTo>
                <a:lnTo>
                  <a:pt x="2377656" y="65006"/>
                </a:lnTo>
                <a:lnTo>
                  <a:pt x="2378234" y="64627"/>
                </a:lnTo>
                <a:lnTo>
                  <a:pt x="2378824" y="64271"/>
                </a:lnTo>
                <a:lnTo>
                  <a:pt x="2379424" y="63938"/>
                </a:lnTo>
                <a:lnTo>
                  <a:pt x="2380036" y="63627"/>
                </a:lnTo>
                <a:lnTo>
                  <a:pt x="2380658" y="63340"/>
                </a:lnTo>
                <a:lnTo>
                  <a:pt x="2381292" y="63076"/>
                </a:lnTo>
                <a:lnTo>
                  <a:pt x="2381937" y="62835"/>
                </a:lnTo>
                <a:lnTo>
                  <a:pt x="2382592" y="62617"/>
                </a:lnTo>
                <a:lnTo>
                  <a:pt x="2383259" y="62421"/>
                </a:lnTo>
                <a:lnTo>
                  <a:pt x="2383937" y="62249"/>
                </a:lnTo>
                <a:lnTo>
                  <a:pt x="2384625" y="62100"/>
                </a:lnTo>
                <a:lnTo>
                  <a:pt x="2385325" y="61973"/>
                </a:lnTo>
                <a:lnTo>
                  <a:pt x="2386036" y="61870"/>
                </a:lnTo>
                <a:lnTo>
                  <a:pt x="2386758" y="61789"/>
                </a:lnTo>
                <a:lnTo>
                  <a:pt x="2387490" y="61732"/>
                </a:lnTo>
                <a:lnTo>
                  <a:pt x="2388234" y="61698"/>
                </a:lnTo>
                <a:lnTo>
                  <a:pt x="2388989" y="61686"/>
                </a:lnTo>
                <a:lnTo>
                  <a:pt x="2389695" y="61697"/>
                </a:lnTo>
                <a:lnTo>
                  <a:pt x="2390393" y="61730"/>
                </a:lnTo>
                <a:lnTo>
                  <a:pt x="2391081" y="61784"/>
                </a:lnTo>
                <a:lnTo>
                  <a:pt x="2391760" y="61860"/>
                </a:lnTo>
                <a:lnTo>
                  <a:pt x="2392431" y="61958"/>
                </a:lnTo>
                <a:lnTo>
                  <a:pt x="2393092" y="62078"/>
                </a:lnTo>
                <a:lnTo>
                  <a:pt x="2393745" y="62220"/>
                </a:lnTo>
                <a:lnTo>
                  <a:pt x="2394389" y="62383"/>
                </a:lnTo>
                <a:lnTo>
                  <a:pt x="2395023" y="62568"/>
                </a:lnTo>
                <a:lnTo>
                  <a:pt x="2395649" y="62775"/>
                </a:lnTo>
                <a:lnTo>
                  <a:pt x="2396266" y="63004"/>
                </a:lnTo>
                <a:lnTo>
                  <a:pt x="2396873" y="63254"/>
                </a:lnTo>
                <a:lnTo>
                  <a:pt x="2397472" y="63527"/>
                </a:lnTo>
                <a:lnTo>
                  <a:pt x="2398062" y="63821"/>
                </a:lnTo>
                <a:lnTo>
                  <a:pt x="2398643" y="64136"/>
                </a:lnTo>
                <a:lnTo>
                  <a:pt x="2399215" y="64474"/>
                </a:lnTo>
                <a:lnTo>
                  <a:pt x="2399778" y="64833"/>
                </a:lnTo>
                <a:lnTo>
                  <a:pt x="2400332" y="65215"/>
                </a:lnTo>
                <a:lnTo>
                  <a:pt x="2400877" y="65617"/>
                </a:lnTo>
                <a:lnTo>
                  <a:pt x="2401413" y="66042"/>
                </a:lnTo>
                <a:lnTo>
                  <a:pt x="2401941" y="66489"/>
                </a:lnTo>
                <a:lnTo>
                  <a:pt x="2402459" y="66957"/>
                </a:lnTo>
                <a:lnTo>
                  <a:pt x="2402968" y="67447"/>
                </a:lnTo>
                <a:lnTo>
                  <a:pt x="2403468" y="67959"/>
                </a:lnTo>
                <a:lnTo>
                  <a:pt x="2403954" y="68492"/>
                </a:lnTo>
                <a:lnTo>
                  <a:pt x="2404421" y="69044"/>
                </a:lnTo>
                <a:lnTo>
                  <a:pt x="2404868" y="69617"/>
                </a:lnTo>
                <a:lnTo>
                  <a:pt x="2405295" y="70210"/>
                </a:lnTo>
                <a:lnTo>
                  <a:pt x="2405702" y="70823"/>
                </a:lnTo>
                <a:lnTo>
                  <a:pt x="2406090" y="71456"/>
                </a:lnTo>
                <a:lnTo>
                  <a:pt x="2406459" y="72109"/>
                </a:lnTo>
                <a:lnTo>
                  <a:pt x="2406807" y="72783"/>
                </a:lnTo>
                <a:lnTo>
                  <a:pt x="2407136" y="73476"/>
                </a:lnTo>
                <a:lnTo>
                  <a:pt x="2407446" y="74189"/>
                </a:lnTo>
                <a:lnTo>
                  <a:pt x="2407736" y="74922"/>
                </a:lnTo>
                <a:lnTo>
                  <a:pt x="2408006" y="75676"/>
                </a:lnTo>
                <a:lnTo>
                  <a:pt x="2408256" y="76449"/>
                </a:lnTo>
                <a:lnTo>
                  <a:pt x="2408487" y="77243"/>
                </a:lnTo>
                <a:lnTo>
                  <a:pt x="2408698" y="78056"/>
                </a:lnTo>
                <a:lnTo>
                  <a:pt x="2408890" y="78890"/>
                </a:lnTo>
                <a:lnTo>
                  <a:pt x="2409062" y="79744"/>
                </a:lnTo>
                <a:lnTo>
                  <a:pt x="2409214" y="80617"/>
                </a:lnTo>
                <a:lnTo>
                  <a:pt x="2409347" y="81511"/>
                </a:lnTo>
                <a:lnTo>
                  <a:pt x="2409460" y="82425"/>
                </a:lnTo>
                <a:lnTo>
                  <a:pt x="2409554" y="83359"/>
                </a:lnTo>
                <a:lnTo>
                  <a:pt x="2409628" y="84313"/>
                </a:lnTo>
                <a:lnTo>
                  <a:pt x="2409682" y="85287"/>
                </a:lnTo>
                <a:lnTo>
                  <a:pt x="2409716" y="86281"/>
                </a:lnTo>
                <a:lnTo>
                  <a:pt x="2368063" y="86281"/>
                </a:lnTo>
                <a:lnTo>
                  <a:pt x="2368066" y="85343"/>
                </a:lnTo>
                <a:lnTo>
                  <a:pt x="2368089" y="84421"/>
                </a:lnTo>
                <a:lnTo>
                  <a:pt x="2368133" y="83516"/>
                </a:lnTo>
                <a:lnTo>
                  <a:pt x="2368198" y="82627"/>
                </a:lnTo>
                <a:lnTo>
                  <a:pt x="2368285" y="81754"/>
                </a:lnTo>
                <a:close/>
                <a:moveTo>
                  <a:pt x="2677799" y="118141"/>
                </a:moveTo>
                <a:lnTo>
                  <a:pt x="2677560" y="118703"/>
                </a:lnTo>
                <a:lnTo>
                  <a:pt x="2677313" y="119251"/>
                </a:lnTo>
                <a:lnTo>
                  <a:pt x="2677058" y="119783"/>
                </a:lnTo>
                <a:lnTo>
                  <a:pt x="2676796" y="120301"/>
                </a:lnTo>
                <a:lnTo>
                  <a:pt x="2676527" y="120803"/>
                </a:lnTo>
                <a:lnTo>
                  <a:pt x="2676250" y="121290"/>
                </a:lnTo>
                <a:lnTo>
                  <a:pt x="2675965" y="121761"/>
                </a:lnTo>
                <a:lnTo>
                  <a:pt x="2675672" y="122218"/>
                </a:lnTo>
                <a:lnTo>
                  <a:pt x="2675373" y="122659"/>
                </a:lnTo>
                <a:lnTo>
                  <a:pt x="2675065" y="123086"/>
                </a:lnTo>
                <a:lnTo>
                  <a:pt x="2674750" y="123497"/>
                </a:lnTo>
                <a:lnTo>
                  <a:pt x="2674427" y="123893"/>
                </a:lnTo>
                <a:lnTo>
                  <a:pt x="2674097" y="124274"/>
                </a:lnTo>
                <a:lnTo>
                  <a:pt x="2673759" y="124639"/>
                </a:lnTo>
                <a:lnTo>
                  <a:pt x="2673414" y="124990"/>
                </a:lnTo>
                <a:lnTo>
                  <a:pt x="2673061" y="125325"/>
                </a:lnTo>
                <a:lnTo>
                  <a:pt x="2672700" y="125646"/>
                </a:lnTo>
                <a:lnTo>
                  <a:pt x="2672332" y="125951"/>
                </a:lnTo>
                <a:lnTo>
                  <a:pt x="2671957" y="126242"/>
                </a:lnTo>
                <a:lnTo>
                  <a:pt x="2671574" y="126521"/>
                </a:lnTo>
                <a:lnTo>
                  <a:pt x="2671184" y="126788"/>
                </a:lnTo>
                <a:lnTo>
                  <a:pt x="2670787" y="127042"/>
                </a:lnTo>
                <a:lnTo>
                  <a:pt x="2670382" y="127283"/>
                </a:lnTo>
                <a:lnTo>
                  <a:pt x="2669971" y="127513"/>
                </a:lnTo>
                <a:lnTo>
                  <a:pt x="2669552" y="127730"/>
                </a:lnTo>
                <a:lnTo>
                  <a:pt x="2669126" y="127934"/>
                </a:lnTo>
                <a:lnTo>
                  <a:pt x="2668692" y="128126"/>
                </a:lnTo>
                <a:lnTo>
                  <a:pt x="2668252" y="128306"/>
                </a:lnTo>
                <a:lnTo>
                  <a:pt x="2667804" y="128473"/>
                </a:lnTo>
                <a:lnTo>
                  <a:pt x="2667349" y="128628"/>
                </a:lnTo>
                <a:lnTo>
                  <a:pt x="2666886" y="128771"/>
                </a:lnTo>
                <a:lnTo>
                  <a:pt x="2666417" y="128901"/>
                </a:lnTo>
                <a:lnTo>
                  <a:pt x="2665940" y="129019"/>
                </a:lnTo>
                <a:lnTo>
                  <a:pt x="2665456" y="129124"/>
                </a:lnTo>
                <a:lnTo>
                  <a:pt x="2664965" y="129217"/>
                </a:lnTo>
                <a:lnTo>
                  <a:pt x="2664467" y="129298"/>
                </a:lnTo>
                <a:lnTo>
                  <a:pt x="2663961" y="129366"/>
                </a:lnTo>
                <a:lnTo>
                  <a:pt x="2663448" y="129422"/>
                </a:lnTo>
                <a:lnTo>
                  <a:pt x="2662928" y="129465"/>
                </a:lnTo>
                <a:lnTo>
                  <a:pt x="2662400" y="129496"/>
                </a:lnTo>
                <a:lnTo>
                  <a:pt x="2661866" y="129515"/>
                </a:lnTo>
                <a:lnTo>
                  <a:pt x="2661324" y="129521"/>
                </a:lnTo>
                <a:lnTo>
                  <a:pt x="2660528" y="129509"/>
                </a:lnTo>
                <a:lnTo>
                  <a:pt x="2659743" y="129473"/>
                </a:lnTo>
                <a:lnTo>
                  <a:pt x="2658969" y="129413"/>
                </a:lnTo>
                <a:lnTo>
                  <a:pt x="2658205" y="129330"/>
                </a:lnTo>
                <a:lnTo>
                  <a:pt x="2657453" y="129222"/>
                </a:lnTo>
                <a:lnTo>
                  <a:pt x="2656712" y="129090"/>
                </a:lnTo>
                <a:lnTo>
                  <a:pt x="2655982" y="128935"/>
                </a:lnTo>
                <a:lnTo>
                  <a:pt x="2655263" y="128755"/>
                </a:lnTo>
                <a:lnTo>
                  <a:pt x="2654555" y="128552"/>
                </a:lnTo>
                <a:lnTo>
                  <a:pt x="2653858" y="128324"/>
                </a:lnTo>
                <a:lnTo>
                  <a:pt x="2653172" y="128073"/>
                </a:lnTo>
                <a:lnTo>
                  <a:pt x="2652497" y="127798"/>
                </a:lnTo>
                <a:lnTo>
                  <a:pt x="2651834" y="127499"/>
                </a:lnTo>
                <a:lnTo>
                  <a:pt x="2651181" y="127176"/>
                </a:lnTo>
                <a:lnTo>
                  <a:pt x="2650539" y="126829"/>
                </a:lnTo>
                <a:lnTo>
                  <a:pt x="2649908" y="126458"/>
                </a:lnTo>
                <a:lnTo>
                  <a:pt x="2649288" y="126063"/>
                </a:lnTo>
                <a:lnTo>
                  <a:pt x="2648679" y="125644"/>
                </a:lnTo>
                <a:lnTo>
                  <a:pt x="2648081" y="125201"/>
                </a:lnTo>
                <a:lnTo>
                  <a:pt x="2647495" y="124734"/>
                </a:lnTo>
                <a:lnTo>
                  <a:pt x="2646919" y="124244"/>
                </a:lnTo>
                <a:lnTo>
                  <a:pt x="2646354" y="123729"/>
                </a:lnTo>
                <a:lnTo>
                  <a:pt x="2645800" y="123191"/>
                </a:lnTo>
                <a:lnTo>
                  <a:pt x="2645258" y="122628"/>
                </a:lnTo>
                <a:lnTo>
                  <a:pt x="2644731" y="122044"/>
                </a:lnTo>
                <a:lnTo>
                  <a:pt x="2644226" y="121441"/>
                </a:lnTo>
                <a:lnTo>
                  <a:pt x="2643742" y="120819"/>
                </a:lnTo>
                <a:lnTo>
                  <a:pt x="2643280" y="120178"/>
                </a:lnTo>
                <a:lnTo>
                  <a:pt x="2642839" y="119518"/>
                </a:lnTo>
                <a:lnTo>
                  <a:pt x="2642419" y="118838"/>
                </a:lnTo>
                <a:lnTo>
                  <a:pt x="2642021" y="118139"/>
                </a:lnTo>
                <a:lnTo>
                  <a:pt x="2641643" y="117422"/>
                </a:lnTo>
                <a:lnTo>
                  <a:pt x="2641288" y="116685"/>
                </a:lnTo>
                <a:lnTo>
                  <a:pt x="2640953" y="115929"/>
                </a:lnTo>
                <a:lnTo>
                  <a:pt x="2640640" y="115154"/>
                </a:lnTo>
                <a:lnTo>
                  <a:pt x="2640349" y="114360"/>
                </a:lnTo>
                <a:lnTo>
                  <a:pt x="2640078" y="113547"/>
                </a:lnTo>
                <a:lnTo>
                  <a:pt x="2639829" y="112714"/>
                </a:lnTo>
                <a:lnTo>
                  <a:pt x="2639602" y="111863"/>
                </a:lnTo>
                <a:lnTo>
                  <a:pt x="2639396" y="110992"/>
                </a:lnTo>
                <a:lnTo>
                  <a:pt x="2639211" y="110102"/>
                </a:lnTo>
                <a:lnTo>
                  <a:pt x="2639047" y="109193"/>
                </a:lnTo>
                <a:lnTo>
                  <a:pt x="2638905" y="108266"/>
                </a:lnTo>
                <a:lnTo>
                  <a:pt x="2638784" y="107318"/>
                </a:lnTo>
                <a:lnTo>
                  <a:pt x="2638684" y="106352"/>
                </a:lnTo>
                <a:lnTo>
                  <a:pt x="2638606" y="105367"/>
                </a:lnTo>
                <a:lnTo>
                  <a:pt x="2638549" y="104363"/>
                </a:lnTo>
                <a:lnTo>
                  <a:pt x="2638514" y="103339"/>
                </a:lnTo>
                <a:lnTo>
                  <a:pt x="2708332" y="103339"/>
                </a:lnTo>
                <a:lnTo>
                  <a:pt x="2708357" y="100698"/>
                </a:lnTo>
                <a:lnTo>
                  <a:pt x="2708333" y="98115"/>
                </a:lnTo>
                <a:lnTo>
                  <a:pt x="2708259" y="95589"/>
                </a:lnTo>
                <a:lnTo>
                  <a:pt x="2708137" y="93120"/>
                </a:lnTo>
                <a:lnTo>
                  <a:pt x="2707965" y="90709"/>
                </a:lnTo>
                <a:lnTo>
                  <a:pt x="2707743" y="88355"/>
                </a:lnTo>
                <a:lnTo>
                  <a:pt x="2707473" y="86058"/>
                </a:lnTo>
                <a:lnTo>
                  <a:pt x="2707153" y="83818"/>
                </a:lnTo>
                <a:lnTo>
                  <a:pt x="2706784" y="81636"/>
                </a:lnTo>
                <a:lnTo>
                  <a:pt x="2706366" y="79512"/>
                </a:lnTo>
                <a:lnTo>
                  <a:pt x="2705899" y="77444"/>
                </a:lnTo>
                <a:lnTo>
                  <a:pt x="2705382" y="75434"/>
                </a:lnTo>
                <a:lnTo>
                  <a:pt x="2704816" y="73481"/>
                </a:lnTo>
                <a:lnTo>
                  <a:pt x="2704201" y="71586"/>
                </a:lnTo>
                <a:lnTo>
                  <a:pt x="2703536" y="69748"/>
                </a:lnTo>
                <a:lnTo>
                  <a:pt x="2702823" y="67967"/>
                </a:lnTo>
                <a:lnTo>
                  <a:pt x="2702060" y="66244"/>
                </a:lnTo>
                <a:lnTo>
                  <a:pt x="2701248" y="64578"/>
                </a:lnTo>
                <a:lnTo>
                  <a:pt x="2700386" y="62969"/>
                </a:lnTo>
                <a:lnTo>
                  <a:pt x="2699476" y="61418"/>
                </a:lnTo>
                <a:lnTo>
                  <a:pt x="2698516" y="59923"/>
                </a:lnTo>
                <a:lnTo>
                  <a:pt x="2697507" y="58487"/>
                </a:lnTo>
                <a:lnTo>
                  <a:pt x="2696448" y="57107"/>
                </a:lnTo>
                <a:lnTo>
                  <a:pt x="2695341" y="55785"/>
                </a:lnTo>
                <a:lnTo>
                  <a:pt x="2694191" y="54519"/>
                </a:lnTo>
                <a:lnTo>
                  <a:pt x="2693007" y="53306"/>
                </a:lnTo>
                <a:lnTo>
                  <a:pt x="2691789" y="52148"/>
                </a:lnTo>
                <a:lnTo>
                  <a:pt x="2690536" y="51043"/>
                </a:lnTo>
                <a:lnTo>
                  <a:pt x="2689249" y="49992"/>
                </a:lnTo>
                <a:lnTo>
                  <a:pt x="2687927" y="48995"/>
                </a:lnTo>
                <a:lnTo>
                  <a:pt x="2686571" y="48052"/>
                </a:lnTo>
                <a:lnTo>
                  <a:pt x="2685181" y="47163"/>
                </a:lnTo>
                <a:lnTo>
                  <a:pt x="2683756" y="46327"/>
                </a:lnTo>
                <a:lnTo>
                  <a:pt x="2682296" y="45546"/>
                </a:lnTo>
                <a:lnTo>
                  <a:pt x="2680803" y="44818"/>
                </a:lnTo>
                <a:lnTo>
                  <a:pt x="2679274" y="44145"/>
                </a:lnTo>
                <a:lnTo>
                  <a:pt x="2677712" y="43525"/>
                </a:lnTo>
                <a:lnTo>
                  <a:pt x="2676115" y="42959"/>
                </a:lnTo>
                <a:lnTo>
                  <a:pt x="2674483" y="42447"/>
                </a:lnTo>
                <a:lnTo>
                  <a:pt x="2672817" y="41989"/>
                </a:lnTo>
                <a:lnTo>
                  <a:pt x="2671117" y="41585"/>
                </a:lnTo>
                <a:lnTo>
                  <a:pt x="2669382" y="41235"/>
                </a:lnTo>
                <a:lnTo>
                  <a:pt x="2667613" y="40938"/>
                </a:lnTo>
                <a:lnTo>
                  <a:pt x="2665809" y="40696"/>
                </a:lnTo>
                <a:lnTo>
                  <a:pt x="2663971" y="40507"/>
                </a:lnTo>
                <a:lnTo>
                  <a:pt x="2662098" y="40372"/>
                </a:lnTo>
                <a:lnTo>
                  <a:pt x="2660191" y="40292"/>
                </a:lnTo>
                <a:lnTo>
                  <a:pt x="2658250" y="40265"/>
                </a:lnTo>
                <a:lnTo>
                  <a:pt x="2656518" y="40290"/>
                </a:lnTo>
                <a:lnTo>
                  <a:pt x="2654812" y="40368"/>
                </a:lnTo>
                <a:lnTo>
                  <a:pt x="2653131" y="40496"/>
                </a:lnTo>
                <a:lnTo>
                  <a:pt x="2651475" y="40676"/>
                </a:lnTo>
                <a:lnTo>
                  <a:pt x="2649845" y="40908"/>
                </a:lnTo>
                <a:lnTo>
                  <a:pt x="2648239" y="41191"/>
                </a:lnTo>
                <a:lnTo>
                  <a:pt x="2646659" y="41526"/>
                </a:lnTo>
                <a:lnTo>
                  <a:pt x="2645104" y="41912"/>
                </a:lnTo>
                <a:lnTo>
                  <a:pt x="2643573" y="42350"/>
                </a:lnTo>
                <a:lnTo>
                  <a:pt x="2642068" y="42839"/>
                </a:lnTo>
                <a:lnTo>
                  <a:pt x="2640589" y="43379"/>
                </a:lnTo>
                <a:lnTo>
                  <a:pt x="2639134" y="43971"/>
                </a:lnTo>
                <a:lnTo>
                  <a:pt x="2637704" y="44615"/>
                </a:lnTo>
                <a:lnTo>
                  <a:pt x="2636300" y="45310"/>
                </a:lnTo>
                <a:lnTo>
                  <a:pt x="2634920" y="46056"/>
                </a:lnTo>
                <a:lnTo>
                  <a:pt x="2633566" y="46854"/>
                </a:lnTo>
                <a:lnTo>
                  <a:pt x="2632237" y="47704"/>
                </a:lnTo>
                <a:lnTo>
                  <a:pt x="2630933" y="48604"/>
                </a:lnTo>
                <a:lnTo>
                  <a:pt x="2629655" y="49557"/>
                </a:lnTo>
                <a:lnTo>
                  <a:pt x="2628401" y="50561"/>
                </a:lnTo>
                <a:lnTo>
                  <a:pt x="2627173" y="51616"/>
                </a:lnTo>
                <a:lnTo>
                  <a:pt x="2625969" y="52723"/>
                </a:lnTo>
                <a:lnTo>
                  <a:pt x="2624791" y="53881"/>
                </a:lnTo>
                <a:lnTo>
                  <a:pt x="2623638" y="55091"/>
                </a:lnTo>
                <a:lnTo>
                  <a:pt x="2622521" y="56346"/>
                </a:lnTo>
                <a:lnTo>
                  <a:pt x="2621452" y="57641"/>
                </a:lnTo>
                <a:lnTo>
                  <a:pt x="2620430" y="58975"/>
                </a:lnTo>
                <a:lnTo>
                  <a:pt x="2619456" y="60349"/>
                </a:lnTo>
                <a:lnTo>
                  <a:pt x="2618529" y="61762"/>
                </a:lnTo>
                <a:lnTo>
                  <a:pt x="2617650" y="63214"/>
                </a:lnTo>
                <a:lnTo>
                  <a:pt x="2616819" y="64706"/>
                </a:lnTo>
                <a:lnTo>
                  <a:pt x="2616035" y="66237"/>
                </a:lnTo>
                <a:lnTo>
                  <a:pt x="2615298" y="67808"/>
                </a:lnTo>
                <a:lnTo>
                  <a:pt x="2614609" y="69418"/>
                </a:lnTo>
                <a:lnTo>
                  <a:pt x="2613967" y="71067"/>
                </a:lnTo>
                <a:lnTo>
                  <a:pt x="2613373" y="72756"/>
                </a:lnTo>
                <a:lnTo>
                  <a:pt x="2612827" y="74485"/>
                </a:lnTo>
                <a:lnTo>
                  <a:pt x="2612328" y="76253"/>
                </a:lnTo>
                <a:lnTo>
                  <a:pt x="2611876" y="78060"/>
                </a:lnTo>
                <a:lnTo>
                  <a:pt x="2611473" y="79907"/>
                </a:lnTo>
                <a:lnTo>
                  <a:pt x="2611116" y="81793"/>
                </a:lnTo>
                <a:lnTo>
                  <a:pt x="2610807" y="83718"/>
                </a:lnTo>
                <a:lnTo>
                  <a:pt x="2610546" y="85683"/>
                </a:lnTo>
                <a:lnTo>
                  <a:pt x="2610332" y="87688"/>
                </a:lnTo>
                <a:lnTo>
                  <a:pt x="2610166" y="89731"/>
                </a:lnTo>
                <a:lnTo>
                  <a:pt x="2610047" y="91815"/>
                </a:lnTo>
                <a:lnTo>
                  <a:pt x="2609976" y="93937"/>
                </a:lnTo>
                <a:lnTo>
                  <a:pt x="2609952" y="96099"/>
                </a:lnTo>
                <a:lnTo>
                  <a:pt x="2609970" y="97913"/>
                </a:lnTo>
                <a:lnTo>
                  <a:pt x="2610024" y="99700"/>
                </a:lnTo>
                <a:lnTo>
                  <a:pt x="2610115" y="101461"/>
                </a:lnTo>
                <a:lnTo>
                  <a:pt x="2610241" y="103196"/>
                </a:lnTo>
                <a:lnTo>
                  <a:pt x="2610404" y="104905"/>
                </a:lnTo>
                <a:lnTo>
                  <a:pt x="2610603" y="106587"/>
                </a:lnTo>
                <a:lnTo>
                  <a:pt x="2610838" y="108243"/>
                </a:lnTo>
                <a:lnTo>
                  <a:pt x="2611109" y="109874"/>
                </a:lnTo>
                <a:lnTo>
                  <a:pt x="2611416" y="111478"/>
                </a:lnTo>
                <a:lnTo>
                  <a:pt x="2611760" y="113055"/>
                </a:lnTo>
                <a:lnTo>
                  <a:pt x="2612139" y="114607"/>
                </a:lnTo>
                <a:lnTo>
                  <a:pt x="2612555" y="116133"/>
                </a:lnTo>
                <a:lnTo>
                  <a:pt x="2613007" y="117632"/>
                </a:lnTo>
                <a:lnTo>
                  <a:pt x="2613495" y="119105"/>
                </a:lnTo>
                <a:lnTo>
                  <a:pt x="2614020" y="120552"/>
                </a:lnTo>
                <a:lnTo>
                  <a:pt x="2614580" y="121973"/>
                </a:lnTo>
                <a:lnTo>
                  <a:pt x="2615177" y="123367"/>
                </a:lnTo>
                <a:lnTo>
                  <a:pt x="2615809" y="124736"/>
                </a:lnTo>
                <a:lnTo>
                  <a:pt x="2616478" y="126078"/>
                </a:lnTo>
                <a:lnTo>
                  <a:pt x="2617183" y="127394"/>
                </a:lnTo>
                <a:lnTo>
                  <a:pt x="2617925" y="128684"/>
                </a:lnTo>
                <a:lnTo>
                  <a:pt x="2618702" y="129948"/>
                </a:lnTo>
                <a:lnTo>
                  <a:pt x="2619515" y="131186"/>
                </a:lnTo>
                <a:lnTo>
                  <a:pt x="2620365" y="132397"/>
                </a:lnTo>
                <a:lnTo>
                  <a:pt x="2621489" y="133862"/>
                </a:lnTo>
                <a:lnTo>
                  <a:pt x="2622663" y="135264"/>
                </a:lnTo>
                <a:lnTo>
                  <a:pt x="2623886" y="136604"/>
                </a:lnTo>
                <a:lnTo>
                  <a:pt x="2625159" y="137882"/>
                </a:lnTo>
                <a:lnTo>
                  <a:pt x="2626481" y="139097"/>
                </a:lnTo>
                <a:lnTo>
                  <a:pt x="2627853" y="140250"/>
                </a:lnTo>
                <a:lnTo>
                  <a:pt x="2629274" y="141341"/>
                </a:lnTo>
                <a:lnTo>
                  <a:pt x="2630745" y="142370"/>
                </a:lnTo>
                <a:lnTo>
                  <a:pt x="2632266" y="143336"/>
                </a:lnTo>
                <a:lnTo>
                  <a:pt x="2633836" y="144239"/>
                </a:lnTo>
                <a:lnTo>
                  <a:pt x="2635456" y="145081"/>
                </a:lnTo>
                <a:lnTo>
                  <a:pt x="2637126" y="145860"/>
                </a:lnTo>
                <a:lnTo>
                  <a:pt x="2638845" y="146577"/>
                </a:lnTo>
                <a:lnTo>
                  <a:pt x="2640613" y="147231"/>
                </a:lnTo>
                <a:lnTo>
                  <a:pt x="2642431" y="147823"/>
                </a:lnTo>
                <a:lnTo>
                  <a:pt x="2644299" y="148353"/>
                </a:lnTo>
                <a:lnTo>
                  <a:pt x="2646216" y="148820"/>
                </a:lnTo>
                <a:lnTo>
                  <a:pt x="2648183" y="149226"/>
                </a:lnTo>
                <a:lnTo>
                  <a:pt x="2650200" y="149568"/>
                </a:lnTo>
                <a:lnTo>
                  <a:pt x="2652266" y="149849"/>
                </a:lnTo>
                <a:lnTo>
                  <a:pt x="2654382" y="150067"/>
                </a:lnTo>
                <a:lnTo>
                  <a:pt x="2656547" y="150223"/>
                </a:lnTo>
                <a:lnTo>
                  <a:pt x="2658762" y="150316"/>
                </a:lnTo>
                <a:lnTo>
                  <a:pt x="2661026" y="150347"/>
                </a:lnTo>
                <a:lnTo>
                  <a:pt x="2662463" y="150334"/>
                </a:lnTo>
                <a:lnTo>
                  <a:pt x="2663879" y="150292"/>
                </a:lnTo>
                <a:lnTo>
                  <a:pt x="2665275" y="150223"/>
                </a:lnTo>
                <a:lnTo>
                  <a:pt x="2666650" y="150126"/>
                </a:lnTo>
                <a:lnTo>
                  <a:pt x="2668006" y="150002"/>
                </a:lnTo>
                <a:lnTo>
                  <a:pt x="2669342" y="149850"/>
                </a:lnTo>
                <a:lnTo>
                  <a:pt x="2670657" y="149670"/>
                </a:lnTo>
                <a:lnTo>
                  <a:pt x="2671952" y="149463"/>
                </a:lnTo>
                <a:lnTo>
                  <a:pt x="2673227" y="149228"/>
                </a:lnTo>
                <a:lnTo>
                  <a:pt x="2674482" y="148966"/>
                </a:lnTo>
                <a:lnTo>
                  <a:pt x="2675717" y="148676"/>
                </a:lnTo>
                <a:lnTo>
                  <a:pt x="2676931" y="148358"/>
                </a:lnTo>
                <a:lnTo>
                  <a:pt x="2678126" y="148012"/>
                </a:lnTo>
                <a:lnTo>
                  <a:pt x="2679300" y="147639"/>
                </a:lnTo>
                <a:lnTo>
                  <a:pt x="2680454" y="147239"/>
                </a:lnTo>
                <a:lnTo>
                  <a:pt x="2681588" y="146810"/>
                </a:lnTo>
                <a:lnTo>
                  <a:pt x="2682702" y="146354"/>
                </a:lnTo>
                <a:lnTo>
                  <a:pt x="2683796" y="145871"/>
                </a:lnTo>
                <a:lnTo>
                  <a:pt x="2684870" y="145359"/>
                </a:lnTo>
                <a:lnTo>
                  <a:pt x="2685923" y="144821"/>
                </a:lnTo>
                <a:lnTo>
                  <a:pt x="2686956" y="144254"/>
                </a:lnTo>
                <a:lnTo>
                  <a:pt x="2687970" y="143660"/>
                </a:lnTo>
                <a:lnTo>
                  <a:pt x="2688963" y="143038"/>
                </a:lnTo>
                <a:lnTo>
                  <a:pt x="2689936" y="142389"/>
                </a:lnTo>
                <a:lnTo>
                  <a:pt x="2690888" y="141713"/>
                </a:lnTo>
                <a:lnTo>
                  <a:pt x="2691818" y="141012"/>
                </a:lnTo>
                <a:lnTo>
                  <a:pt x="2692727" y="140286"/>
                </a:lnTo>
                <a:lnTo>
                  <a:pt x="2693615" y="139534"/>
                </a:lnTo>
                <a:lnTo>
                  <a:pt x="2694481" y="138757"/>
                </a:lnTo>
                <a:lnTo>
                  <a:pt x="2695325" y="137955"/>
                </a:lnTo>
                <a:lnTo>
                  <a:pt x="2696148" y="137128"/>
                </a:lnTo>
                <a:lnTo>
                  <a:pt x="2696949" y="136276"/>
                </a:lnTo>
                <a:lnTo>
                  <a:pt x="2697729" y="135398"/>
                </a:lnTo>
                <a:lnTo>
                  <a:pt x="2698488" y="134495"/>
                </a:lnTo>
                <a:lnTo>
                  <a:pt x="2699224" y="133567"/>
                </a:lnTo>
                <a:lnTo>
                  <a:pt x="2699940" y="132614"/>
                </a:lnTo>
                <a:lnTo>
                  <a:pt x="2700634" y="131635"/>
                </a:lnTo>
                <a:lnTo>
                  <a:pt x="2701306" y="130632"/>
                </a:lnTo>
                <a:lnTo>
                  <a:pt x="2701957" y="129603"/>
                </a:lnTo>
                <a:lnTo>
                  <a:pt x="2702586" y="128549"/>
                </a:lnTo>
                <a:lnTo>
                  <a:pt x="2703193" y="127469"/>
                </a:lnTo>
                <a:lnTo>
                  <a:pt x="2703780" y="126364"/>
                </a:lnTo>
                <a:lnTo>
                  <a:pt x="2704344" y="125235"/>
                </a:lnTo>
                <a:lnTo>
                  <a:pt x="2704887" y="124080"/>
                </a:lnTo>
                <a:lnTo>
                  <a:pt x="2705409" y="122899"/>
                </a:lnTo>
                <a:lnTo>
                  <a:pt x="2705909" y="121694"/>
                </a:lnTo>
                <a:lnTo>
                  <a:pt x="2706388" y="120463"/>
                </a:lnTo>
                <a:lnTo>
                  <a:pt x="2706845" y="119207"/>
                </a:lnTo>
                <a:lnTo>
                  <a:pt x="2679076" y="114447"/>
                </a:lnTo>
                <a:lnTo>
                  <a:pt x="2678882" y="115100"/>
                </a:lnTo>
                <a:lnTo>
                  <a:pt x="2678681" y="115739"/>
                </a:lnTo>
                <a:lnTo>
                  <a:pt x="2678472" y="116362"/>
                </a:lnTo>
                <a:lnTo>
                  <a:pt x="2678255" y="116970"/>
                </a:lnTo>
                <a:lnTo>
                  <a:pt x="2678031" y="117563"/>
                </a:lnTo>
                <a:lnTo>
                  <a:pt x="2677799" y="118141"/>
                </a:lnTo>
                <a:close/>
                <a:moveTo>
                  <a:pt x="2639231" y="81754"/>
                </a:moveTo>
                <a:lnTo>
                  <a:pt x="2639338" y="80898"/>
                </a:lnTo>
                <a:lnTo>
                  <a:pt x="2639467" y="80059"/>
                </a:lnTo>
                <a:lnTo>
                  <a:pt x="2639616" y="79235"/>
                </a:lnTo>
                <a:lnTo>
                  <a:pt x="2639786" y="78429"/>
                </a:lnTo>
                <a:lnTo>
                  <a:pt x="2639977" y="77638"/>
                </a:lnTo>
                <a:lnTo>
                  <a:pt x="2640190" y="76865"/>
                </a:lnTo>
                <a:lnTo>
                  <a:pt x="2640423" y="76107"/>
                </a:lnTo>
                <a:lnTo>
                  <a:pt x="2640677" y="75366"/>
                </a:lnTo>
                <a:lnTo>
                  <a:pt x="2640953" y="74642"/>
                </a:lnTo>
                <a:lnTo>
                  <a:pt x="2641249" y="73934"/>
                </a:lnTo>
                <a:lnTo>
                  <a:pt x="2641566" y="73243"/>
                </a:lnTo>
                <a:lnTo>
                  <a:pt x="2641905" y="72568"/>
                </a:lnTo>
                <a:lnTo>
                  <a:pt x="2642264" y="71909"/>
                </a:lnTo>
                <a:lnTo>
                  <a:pt x="2642644" y="71267"/>
                </a:lnTo>
                <a:lnTo>
                  <a:pt x="2643046" y="70641"/>
                </a:lnTo>
                <a:lnTo>
                  <a:pt x="2643468" y="70032"/>
                </a:lnTo>
                <a:lnTo>
                  <a:pt x="2643911" y="69439"/>
                </a:lnTo>
                <a:lnTo>
                  <a:pt x="2644376" y="68863"/>
                </a:lnTo>
                <a:lnTo>
                  <a:pt x="2644861" y="68303"/>
                </a:lnTo>
                <a:lnTo>
                  <a:pt x="2645362" y="67763"/>
                </a:lnTo>
                <a:lnTo>
                  <a:pt x="2645875" y="67246"/>
                </a:lnTo>
                <a:lnTo>
                  <a:pt x="2646398" y="66752"/>
                </a:lnTo>
                <a:lnTo>
                  <a:pt x="2646933" y="66281"/>
                </a:lnTo>
                <a:lnTo>
                  <a:pt x="2647478" y="65833"/>
                </a:lnTo>
                <a:lnTo>
                  <a:pt x="2648035" y="65408"/>
                </a:lnTo>
                <a:lnTo>
                  <a:pt x="2648602" y="65006"/>
                </a:lnTo>
                <a:lnTo>
                  <a:pt x="2649181" y="64627"/>
                </a:lnTo>
                <a:lnTo>
                  <a:pt x="2649770" y="64271"/>
                </a:lnTo>
                <a:lnTo>
                  <a:pt x="2650371" y="63938"/>
                </a:lnTo>
                <a:lnTo>
                  <a:pt x="2650982" y="63627"/>
                </a:lnTo>
                <a:lnTo>
                  <a:pt x="2651605" y="63340"/>
                </a:lnTo>
                <a:lnTo>
                  <a:pt x="2652239" y="63076"/>
                </a:lnTo>
                <a:lnTo>
                  <a:pt x="2652883" y="62835"/>
                </a:lnTo>
                <a:lnTo>
                  <a:pt x="2653539" y="62617"/>
                </a:lnTo>
                <a:lnTo>
                  <a:pt x="2654205" y="62421"/>
                </a:lnTo>
                <a:lnTo>
                  <a:pt x="2654883" y="62249"/>
                </a:lnTo>
                <a:lnTo>
                  <a:pt x="2655572" y="62100"/>
                </a:lnTo>
                <a:lnTo>
                  <a:pt x="2656272" y="61973"/>
                </a:lnTo>
                <a:lnTo>
                  <a:pt x="2656982" y="61870"/>
                </a:lnTo>
                <a:lnTo>
                  <a:pt x="2657704" y="61789"/>
                </a:lnTo>
                <a:lnTo>
                  <a:pt x="2658437" y="61732"/>
                </a:lnTo>
                <a:lnTo>
                  <a:pt x="2659181" y="61698"/>
                </a:lnTo>
                <a:lnTo>
                  <a:pt x="2659936" y="61686"/>
                </a:lnTo>
                <a:lnTo>
                  <a:pt x="2660642" y="61697"/>
                </a:lnTo>
                <a:lnTo>
                  <a:pt x="2661339" y="61730"/>
                </a:lnTo>
                <a:lnTo>
                  <a:pt x="2662027" y="61784"/>
                </a:lnTo>
                <a:lnTo>
                  <a:pt x="2662707" y="61860"/>
                </a:lnTo>
                <a:lnTo>
                  <a:pt x="2663377" y="61958"/>
                </a:lnTo>
                <a:lnTo>
                  <a:pt x="2664039" y="62078"/>
                </a:lnTo>
                <a:lnTo>
                  <a:pt x="2664691" y="62220"/>
                </a:lnTo>
                <a:lnTo>
                  <a:pt x="2665335" y="62383"/>
                </a:lnTo>
                <a:lnTo>
                  <a:pt x="2665970" y="62568"/>
                </a:lnTo>
                <a:lnTo>
                  <a:pt x="2666595" y="62775"/>
                </a:lnTo>
                <a:lnTo>
                  <a:pt x="2667212" y="63004"/>
                </a:lnTo>
                <a:lnTo>
                  <a:pt x="2667820" y="63254"/>
                </a:lnTo>
                <a:lnTo>
                  <a:pt x="2668419" y="63527"/>
                </a:lnTo>
                <a:lnTo>
                  <a:pt x="2669009" y="63821"/>
                </a:lnTo>
                <a:lnTo>
                  <a:pt x="2669589" y="64136"/>
                </a:lnTo>
                <a:lnTo>
                  <a:pt x="2670161" y="64474"/>
                </a:lnTo>
                <a:lnTo>
                  <a:pt x="2670724" y="64833"/>
                </a:lnTo>
                <a:lnTo>
                  <a:pt x="2671279" y="65215"/>
                </a:lnTo>
                <a:lnTo>
                  <a:pt x="2671824" y="65617"/>
                </a:lnTo>
                <a:lnTo>
                  <a:pt x="2672360" y="66042"/>
                </a:lnTo>
                <a:lnTo>
                  <a:pt x="2672887" y="66489"/>
                </a:lnTo>
                <a:lnTo>
                  <a:pt x="2673405" y="66957"/>
                </a:lnTo>
                <a:lnTo>
                  <a:pt x="2673915" y="67447"/>
                </a:lnTo>
                <a:lnTo>
                  <a:pt x="2674415" y="67959"/>
                </a:lnTo>
                <a:lnTo>
                  <a:pt x="2674901" y="68492"/>
                </a:lnTo>
                <a:lnTo>
                  <a:pt x="2675367" y="69044"/>
                </a:lnTo>
                <a:lnTo>
                  <a:pt x="2675814" y="69617"/>
                </a:lnTo>
                <a:lnTo>
                  <a:pt x="2676241" y="70210"/>
                </a:lnTo>
                <a:lnTo>
                  <a:pt x="2676649" y="70823"/>
                </a:lnTo>
                <a:lnTo>
                  <a:pt x="2677037" y="71456"/>
                </a:lnTo>
                <a:lnTo>
                  <a:pt x="2677405" y="72109"/>
                </a:lnTo>
                <a:lnTo>
                  <a:pt x="2677754" y="72783"/>
                </a:lnTo>
                <a:lnTo>
                  <a:pt x="2678083" y="73476"/>
                </a:lnTo>
                <a:lnTo>
                  <a:pt x="2678392" y="74189"/>
                </a:lnTo>
                <a:lnTo>
                  <a:pt x="2678682" y="74922"/>
                </a:lnTo>
                <a:lnTo>
                  <a:pt x="2678952" y="75676"/>
                </a:lnTo>
                <a:lnTo>
                  <a:pt x="2679203" y="76449"/>
                </a:lnTo>
                <a:lnTo>
                  <a:pt x="2679433" y="77243"/>
                </a:lnTo>
                <a:lnTo>
                  <a:pt x="2679645" y="78056"/>
                </a:lnTo>
                <a:lnTo>
                  <a:pt x="2679836" y="78890"/>
                </a:lnTo>
                <a:lnTo>
                  <a:pt x="2680008" y="79744"/>
                </a:lnTo>
                <a:lnTo>
                  <a:pt x="2680161" y="80617"/>
                </a:lnTo>
                <a:lnTo>
                  <a:pt x="2680294" y="81511"/>
                </a:lnTo>
                <a:lnTo>
                  <a:pt x="2680407" y="82425"/>
                </a:lnTo>
                <a:lnTo>
                  <a:pt x="2680500" y="83359"/>
                </a:lnTo>
                <a:lnTo>
                  <a:pt x="2680574" y="84313"/>
                </a:lnTo>
                <a:lnTo>
                  <a:pt x="2680628" y="85287"/>
                </a:lnTo>
                <a:lnTo>
                  <a:pt x="2680663" y="86281"/>
                </a:lnTo>
                <a:lnTo>
                  <a:pt x="2639010" y="86281"/>
                </a:lnTo>
                <a:lnTo>
                  <a:pt x="2639012" y="85343"/>
                </a:lnTo>
                <a:lnTo>
                  <a:pt x="2639035" y="84421"/>
                </a:lnTo>
                <a:lnTo>
                  <a:pt x="2639080" y="83516"/>
                </a:lnTo>
                <a:lnTo>
                  <a:pt x="2639145" y="82627"/>
                </a:lnTo>
                <a:lnTo>
                  <a:pt x="2639231" y="81754"/>
                </a:lnTo>
                <a:close/>
                <a:moveTo>
                  <a:pt x="3011702" y="65848"/>
                </a:moveTo>
                <a:lnTo>
                  <a:pt x="3011144" y="64631"/>
                </a:lnTo>
                <a:lnTo>
                  <a:pt x="3010565" y="63444"/>
                </a:lnTo>
                <a:lnTo>
                  <a:pt x="3009963" y="62287"/>
                </a:lnTo>
                <a:lnTo>
                  <a:pt x="3009338" y="61160"/>
                </a:lnTo>
                <a:lnTo>
                  <a:pt x="3008692" y="60063"/>
                </a:lnTo>
                <a:lnTo>
                  <a:pt x="3008023" y="58996"/>
                </a:lnTo>
                <a:lnTo>
                  <a:pt x="3007332" y="57959"/>
                </a:lnTo>
                <a:lnTo>
                  <a:pt x="3006619" y="56953"/>
                </a:lnTo>
                <a:lnTo>
                  <a:pt x="3005884" y="55977"/>
                </a:lnTo>
                <a:lnTo>
                  <a:pt x="3005127" y="55030"/>
                </a:lnTo>
                <a:lnTo>
                  <a:pt x="3004347" y="54114"/>
                </a:lnTo>
                <a:lnTo>
                  <a:pt x="3003545" y="53228"/>
                </a:lnTo>
                <a:lnTo>
                  <a:pt x="3002721" y="52373"/>
                </a:lnTo>
                <a:lnTo>
                  <a:pt x="3001875" y="51547"/>
                </a:lnTo>
                <a:lnTo>
                  <a:pt x="3001006" y="50751"/>
                </a:lnTo>
                <a:lnTo>
                  <a:pt x="3000115" y="49986"/>
                </a:lnTo>
                <a:lnTo>
                  <a:pt x="2999202" y="49251"/>
                </a:lnTo>
                <a:lnTo>
                  <a:pt x="2998267" y="48546"/>
                </a:lnTo>
                <a:lnTo>
                  <a:pt x="2997307" y="47870"/>
                </a:lnTo>
                <a:lnTo>
                  <a:pt x="2996320" y="47223"/>
                </a:lnTo>
                <a:lnTo>
                  <a:pt x="2995305" y="46605"/>
                </a:lnTo>
                <a:lnTo>
                  <a:pt x="2994263" y="46015"/>
                </a:lnTo>
                <a:lnTo>
                  <a:pt x="2993193" y="45455"/>
                </a:lnTo>
                <a:lnTo>
                  <a:pt x="2992097" y="44923"/>
                </a:lnTo>
                <a:lnTo>
                  <a:pt x="2990972" y="44419"/>
                </a:lnTo>
                <a:lnTo>
                  <a:pt x="2989821" y="43945"/>
                </a:lnTo>
                <a:lnTo>
                  <a:pt x="2988642" y="43499"/>
                </a:lnTo>
                <a:lnTo>
                  <a:pt x="2987435" y="43082"/>
                </a:lnTo>
                <a:lnTo>
                  <a:pt x="2986202" y="42694"/>
                </a:lnTo>
                <a:lnTo>
                  <a:pt x="2984941" y="42335"/>
                </a:lnTo>
                <a:lnTo>
                  <a:pt x="2983652" y="42004"/>
                </a:lnTo>
                <a:lnTo>
                  <a:pt x="2982336" y="41702"/>
                </a:lnTo>
                <a:lnTo>
                  <a:pt x="2980993" y="41429"/>
                </a:lnTo>
                <a:lnTo>
                  <a:pt x="2979622" y="41185"/>
                </a:lnTo>
                <a:lnTo>
                  <a:pt x="2978224" y="40969"/>
                </a:lnTo>
                <a:lnTo>
                  <a:pt x="2976799" y="40782"/>
                </a:lnTo>
                <a:lnTo>
                  <a:pt x="2975346" y="40624"/>
                </a:lnTo>
                <a:lnTo>
                  <a:pt x="2973866" y="40495"/>
                </a:lnTo>
                <a:lnTo>
                  <a:pt x="2972359" y="40394"/>
                </a:lnTo>
                <a:lnTo>
                  <a:pt x="2970824" y="40322"/>
                </a:lnTo>
                <a:lnTo>
                  <a:pt x="2969262" y="40279"/>
                </a:lnTo>
                <a:lnTo>
                  <a:pt x="2967672" y="40265"/>
                </a:lnTo>
                <a:lnTo>
                  <a:pt x="2965730" y="40290"/>
                </a:lnTo>
                <a:lnTo>
                  <a:pt x="2963822" y="40365"/>
                </a:lnTo>
                <a:lnTo>
                  <a:pt x="2961948" y="40492"/>
                </a:lnTo>
                <a:lnTo>
                  <a:pt x="2960107" y="40668"/>
                </a:lnTo>
                <a:lnTo>
                  <a:pt x="2958300" y="40895"/>
                </a:lnTo>
                <a:lnTo>
                  <a:pt x="2956527" y="41173"/>
                </a:lnTo>
                <a:lnTo>
                  <a:pt x="2954788" y="41501"/>
                </a:lnTo>
                <a:lnTo>
                  <a:pt x="2953082" y="41879"/>
                </a:lnTo>
                <a:lnTo>
                  <a:pt x="2951411" y="42308"/>
                </a:lnTo>
                <a:lnTo>
                  <a:pt x="2949772" y="42787"/>
                </a:lnTo>
                <a:lnTo>
                  <a:pt x="2948168" y="43317"/>
                </a:lnTo>
                <a:lnTo>
                  <a:pt x="2946598" y="43897"/>
                </a:lnTo>
                <a:lnTo>
                  <a:pt x="2945061" y="44527"/>
                </a:lnTo>
                <a:lnTo>
                  <a:pt x="2943558" y="45208"/>
                </a:lnTo>
                <a:lnTo>
                  <a:pt x="2942088" y="45940"/>
                </a:lnTo>
                <a:lnTo>
                  <a:pt x="2940653" y="46722"/>
                </a:lnTo>
                <a:lnTo>
                  <a:pt x="2939251" y="47554"/>
                </a:lnTo>
                <a:lnTo>
                  <a:pt x="2937883" y="48437"/>
                </a:lnTo>
                <a:lnTo>
                  <a:pt x="2936548" y="49370"/>
                </a:lnTo>
                <a:lnTo>
                  <a:pt x="2935248" y="50354"/>
                </a:lnTo>
                <a:lnTo>
                  <a:pt x="2933981" y="51388"/>
                </a:lnTo>
                <a:lnTo>
                  <a:pt x="2932748" y="52473"/>
                </a:lnTo>
                <a:lnTo>
                  <a:pt x="2931548" y="53608"/>
                </a:lnTo>
                <a:lnTo>
                  <a:pt x="2930383" y="54794"/>
                </a:lnTo>
                <a:lnTo>
                  <a:pt x="2929258" y="56024"/>
                </a:lnTo>
                <a:lnTo>
                  <a:pt x="2928181" y="57295"/>
                </a:lnTo>
                <a:lnTo>
                  <a:pt x="2927152" y="58606"/>
                </a:lnTo>
                <a:lnTo>
                  <a:pt x="2926170" y="59957"/>
                </a:lnTo>
                <a:lnTo>
                  <a:pt x="2925237" y="61349"/>
                </a:lnTo>
                <a:lnTo>
                  <a:pt x="2924352" y="62780"/>
                </a:lnTo>
                <a:lnTo>
                  <a:pt x="2923514" y="64252"/>
                </a:lnTo>
                <a:lnTo>
                  <a:pt x="2922724" y="65763"/>
                </a:lnTo>
                <a:lnTo>
                  <a:pt x="2921982" y="67315"/>
                </a:lnTo>
                <a:lnTo>
                  <a:pt x="2921288" y="68907"/>
                </a:lnTo>
                <a:lnTo>
                  <a:pt x="2920642" y="70539"/>
                </a:lnTo>
                <a:lnTo>
                  <a:pt x="2920044" y="72211"/>
                </a:lnTo>
                <a:lnTo>
                  <a:pt x="2919493" y="73923"/>
                </a:lnTo>
                <a:lnTo>
                  <a:pt x="2918991" y="75675"/>
                </a:lnTo>
                <a:lnTo>
                  <a:pt x="2918536" y="77468"/>
                </a:lnTo>
                <a:lnTo>
                  <a:pt x="2918129" y="79300"/>
                </a:lnTo>
                <a:lnTo>
                  <a:pt x="2917770" y="81173"/>
                </a:lnTo>
                <a:lnTo>
                  <a:pt x="2917459" y="83086"/>
                </a:lnTo>
                <a:lnTo>
                  <a:pt x="2917196" y="85039"/>
                </a:lnTo>
                <a:lnTo>
                  <a:pt x="2916980" y="87032"/>
                </a:lnTo>
                <a:lnTo>
                  <a:pt x="2916813" y="89065"/>
                </a:lnTo>
                <a:lnTo>
                  <a:pt x="2916693" y="91138"/>
                </a:lnTo>
                <a:lnTo>
                  <a:pt x="2916621" y="93252"/>
                </a:lnTo>
                <a:lnTo>
                  <a:pt x="2916597" y="95405"/>
                </a:lnTo>
                <a:lnTo>
                  <a:pt x="2916621" y="97535"/>
                </a:lnTo>
                <a:lnTo>
                  <a:pt x="2916693" y="99625"/>
                </a:lnTo>
                <a:lnTo>
                  <a:pt x="2916812" y="101676"/>
                </a:lnTo>
                <a:lnTo>
                  <a:pt x="2916979" y="103689"/>
                </a:lnTo>
                <a:lnTo>
                  <a:pt x="2917194" y="105663"/>
                </a:lnTo>
                <a:lnTo>
                  <a:pt x="2917456" y="107597"/>
                </a:lnTo>
                <a:lnTo>
                  <a:pt x="2917766" y="109493"/>
                </a:lnTo>
                <a:lnTo>
                  <a:pt x="2918124" y="111350"/>
                </a:lnTo>
                <a:lnTo>
                  <a:pt x="2918529" y="113168"/>
                </a:lnTo>
                <a:lnTo>
                  <a:pt x="2918982" y="114947"/>
                </a:lnTo>
                <a:lnTo>
                  <a:pt x="2919483" y="116687"/>
                </a:lnTo>
                <a:lnTo>
                  <a:pt x="2920031" y="118389"/>
                </a:lnTo>
                <a:lnTo>
                  <a:pt x="2920628" y="120051"/>
                </a:lnTo>
                <a:lnTo>
                  <a:pt x="2921271" y="121675"/>
                </a:lnTo>
                <a:lnTo>
                  <a:pt x="2921963" y="123259"/>
                </a:lnTo>
                <a:lnTo>
                  <a:pt x="2922702" y="124805"/>
                </a:lnTo>
                <a:lnTo>
                  <a:pt x="2923489" y="126311"/>
                </a:lnTo>
                <a:lnTo>
                  <a:pt x="2924324" y="127779"/>
                </a:lnTo>
                <a:lnTo>
                  <a:pt x="2925206" y="129208"/>
                </a:lnTo>
                <a:lnTo>
                  <a:pt x="2926136" y="130598"/>
                </a:lnTo>
                <a:lnTo>
                  <a:pt x="2927114" y="131949"/>
                </a:lnTo>
                <a:lnTo>
                  <a:pt x="2928139" y="133261"/>
                </a:lnTo>
                <a:lnTo>
                  <a:pt x="2929212" y="134535"/>
                </a:lnTo>
                <a:lnTo>
                  <a:pt x="2930333" y="135769"/>
                </a:lnTo>
                <a:lnTo>
                  <a:pt x="2931494" y="136959"/>
                </a:lnTo>
                <a:lnTo>
                  <a:pt x="2932687" y="138097"/>
                </a:lnTo>
                <a:lnTo>
                  <a:pt x="2933913" y="139186"/>
                </a:lnTo>
                <a:lnTo>
                  <a:pt x="2935172" y="140223"/>
                </a:lnTo>
                <a:lnTo>
                  <a:pt x="2936463" y="141211"/>
                </a:lnTo>
                <a:lnTo>
                  <a:pt x="2937787" y="142147"/>
                </a:lnTo>
                <a:lnTo>
                  <a:pt x="2939143" y="143033"/>
                </a:lnTo>
                <a:lnTo>
                  <a:pt x="2940531" y="143868"/>
                </a:lnTo>
                <a:lnTo>
                  <a:pt x="2941953" y="144653"/>
                </a:lnTo>
                <a:lnTo>
                  <a:pt x="2943406" y="145387"/>
                </a:lnTo>
                <a:lnTo>
                  <a:pt x="2944893" y="146070"/>
                </a:lnTo>
                <a:lnTo>
                  <a:pt x="2946412" y="146703"/>
                </a:lnTo>
                <a:lnTo>
                  <a:pt x="2947963" y="147285"/>
                </a:lnTo>
                <a:lnTo>
                  <a:pt x="2949547" y="147816"/>
                </a:lnTo>
                <a:lnTo>
                  <a:pt x="2951163" y="148297"/>
                </a:lnTo>
                <a:lnTo>
                  <a:pt x="2952812" y="148728"/>
                </a:lnTo>
                <a:lnTo>
                  <a:pt x="2954494" y="149107"/>
                </a:lnTo>
                <a:lnTo>
                  <a:pt x="2956208" y="149436"/>
                </a:lnTo>
                <a:lnTo>
                  <a:pt x="2957955" y="149715"/>
                </a:lnTo>
                <a:lnTo>
                  <a:pt x="2959734" y="149943"/>
                </a:lnTo>
                <a:lnTo>
                  <a:pt x="2961546" y="150120"/>
                </a:lnTo>
                <a:lnTo>
                  <a:pt x="2963390" y="150246"/>
                </a:lnTo>
                <a:lnTo>
                  <a:pt x="2965267" y="150322"/>
                </a:lnTo>
                <a:lnTo>
                  <a:pt x="2967176" y="150347"/>
                </a:lnTo>
                <a:lnTo>
                  <a:pt x="2968856" y="150331"/>
                </a:lnTo>
                <a:lnTo>
                  <a:pt x="2970507" y="150281"/>
                </a:lnTo>
                <a:lnTo>
                  <a:pt x="2972130" y="150197"/>
                </a:lnTo>
                <a:lnTo>
                  <a:pt x="2973724" y="150080"/>
                </a:lnTo>
                <a:lnTo>
                  <a:pt x="2975290" y="149930"/>
                </a:lnTo>
                <a:lnTo>
                  <a:pt x="2976827" y="149746"/>
                </a:lnTo>
                <a:lnTo>
                  <a:pt x="2978335" y="149529"/>
                </a:lnTo>
                <a:lnTo>
                  <a:pt x="2979815" y="149279"/>
                </a:lnTo>
                <a:lnTo>
                  <a:pt x="2981267" y="148995"/>
                </a:lnTo>
                <a:lnTo>
                  <a:pt x="2982689" y="148677"/>
                </a:lnTo>
                <a:lnTo>
                  <a:pt x="2984083" y="148327"/>
                </a:lnTo>
                <a:lnTo>
                  <a:pt x="2985449" y="147943"/>
                </a:lnTo>
                <a:lnTo>
                  <a:pt x="2986786" y="147525"/>
                </a:lnTo>
                <a:lnTo>
                  <a:pt x="2988094" y="147074"/>
                </a:lnTo>
                <a:lnTo>
                  <a:pt x="2989374" y="146590"/>
                </a:lnTo>
                <a:lnTo>
                  <a:pt x="2990625" y="146072"/>
                </a:lnTo>
                <a:lnTo>
                  <a:pt x="2991848" y="145521"/>
                </a:lnTo>
                <a:lnTo>
                  <a:pt x="2993042" y="144936"/>
                </a:lnTo>
                <a:lnTo>
                  <a:pt x="2994207" y="144318"/>
                </a:lnTo>
                <a:lnTo>
                  <a:pt x="2995344" y="143667"/>
                </a:lnTo>
                <a:lnTo>
                  <a:pt x="2996453" y="142982"/>
                </a:lnTo>
                <a:lnTo>
                  <a:pt x="2997532" y="142264"/>
                </a:lnTo>
                <a:lnTo>
                  <a:pt x="2998583" y="141513"/>
                </a:lnTo>
                <a:lnTo>
                  <a:pt x="2999606" y="140728"/>
                </a:lnTo>
                <a:lnTo>
                  <a:pt x="3000601" y="139910"/>
                </a:lnTo>
                <a:lnTo>
                  <a:pt x="3001568" y="139060"/>
                </a:lnTo>
                <a:lnTo>
                  <a:pt x="3002508" y="138179"/>
                </a:lnTo>
                <a:lnTo>
                  <a:pt x="3003421" y="137265"/>
                </a:lnTo>
                <a:lnTo>
                  <a:pt x="3004307" y="136319"/>
                </a:lnTo>
                <a:lnTo>
                  <a:pt x="3005166" y="135341"/>
                </a:lnTo>
                <a:lnTo>
                  <a:pt x="3005997" y="134331"/>
                </a:lnTo>
                <a:lnTo>
                  <a:pt x="3006802" y="133290"/>
                </a:lnTo>
                <a:lnTo>
                  <a:pt x="3007579" y="132216"/>
                </a:lnTo>
                <a:lnTo>
                  <a:pt x="3008328" y="131110"/>
                </a:lnTo>
                <a:lnTo>
                  <a:pt x="3009051" y="129972"/>
                </a:lnTo>
                <a:lnTo>
                  <a:pt x="3009746" y="128802"/>
                </a:lnTo>
                <a:lnTo>
                  <a:pt x="3010415" y="127600"/>
                </a:lnTo>
                <a:lnTo>
                  <a:pt x="3011056" y="126366"/>
                </a:lnTo>
                <a:lnTo>
                  <a:pt x="3011670" y="125100"/>
                </a:lnTo>
                <a:lnTo>
                  <a:pt x="3012256" y="123802"/>
                </a:lnTo>
                <a:lnTo>
                  <a:pt x="3012816" y="122472"/>
                </a:lnTo>
                <a:lnTo>
                  <a:pt x="3013348" y="121110"/>
                </a:lnTo>
                <a:lnTo>
                  <a:pt x="3013853" y="119716"/>
                </a:lnTo>
                <a:lnTo>
                  <a:pt x="3014330" y="118290"/>
                </a:lnTo>
                <a:lnTo>
                  <a:pt x="3014781" y="116831"/>
                </a:lnTo>
                <a:lnTo>
                  <a:pt x="3015204" y="115341"/>
                </a:lnTo>
                <a:lnTo>
                  <a:pt x="3015601" y="113819"/>
                </a:lnTo>
                <a:lnTo>
                  <a:pt x="3015970" y="112265"/>
                </a:lnTo>
                <a:lnTo>
                  <a:pt x="2988598" y="107504"/>
                </a:lnTo>
                <a:lnTo>
                  <a:pt x="2988419" y="108410"/>
                </a:lnTo>
                <a:lnTo>
                  <a:pt x="2988230" y="109294"/>
                </a:lnTo>
                <a:lnTo>
                  <a:pt x="2988030" y="110155"/>
                </a:lnTo>
                <a:lnTo>
                  <a:pt x="2987821" y="110993"/>
                </a:lnTo>
                <a:lnTo>
                  <a:pt x="2987601" y="111809"/>
                </a:lnTo>
                <a:lnTo>
                  <a:pt x="2987370" y="112603"/>
                </a:lnTo>
                <a:lnTo>
                  <a:pt x="2987130" y="113373"/>
                </a:lnTo>
                <a:lnTo>
                  <a:pt x="2986879" y="114121"/>
                </a:lnTo>
                <a:lnTo>
                  <a:pt x="2986617" y="114847"/>
                </a:lnTo>
                <a:lnTo>
                  <a:pt x="2986346" y="115550"/>
                </a:lnTo>
                <a:lnTo>
                  <a:pt x="2986064" y="116231"/>
                </a:lnTo>
                <a:lnTo>
                  <a:pt x="2985771" y="116889"/>
                </a:lnTo>
                <a:lnTo>
                  <a:pt x="2985469" y="117524"/>
                </a:lnTo>
                <a:lnTo>
                  <a:pt x="2985155" y="118137"/>
                </a:lnTo>
                <a:lnTo>
                  <a:pt x="2984832" y="118727"/>
                </a:lnTo>
                <a:lnTo>
                  <a:pt x="2984498" y="119295"/>
                </a:lnTo>
                <a:lnTo>
                  <a:pt x="2984154" y="119840"/>
                </a:lnTo>
                <a:lnTo>
                  <a:pt x="2983800" y="120363"/>
                </a:lnTo>
                <a:lnTo>
                  <a:pt x="2983435" y="120863"/>
                </a:lnTo>
                <a:lnTo>
                  <a:pt x="2983060" y="121341"/>
                </a:lnTo>
                <a:lnTo>
                  <a:pt x="2982675" y="121795"/>
                </a:lnTo>
                <a:lnTo>
                  <a:pt x="2982279" y="122228"/>
                </a:lnTo>
                <a:lnTo>
                  <a:pt x="2981873" y="122638"/>
                </a:lnTo>
                <a:lnTo>
                  <a:pt x="2981457" y="123025"/>
                </a:lnTo>
                <a:lnTo>
                  <a:pt x="2981031" y="123393"/>
                </a:lnTo>
                <a:lnTo>
                  <a:pt x="2980594" y="123746"/>
                </a:lnTo>
                <a:lnTo>
                  <a:pt x="2980148" y="124083"/>
                </a:lnTo>
                <a:lnTo>
                  <a:pt x="2979691" y="124404"/>
                </a:lnTo>
                <a:lnTo>
                  <a:pt x="2979225" y="124709"/>
                </a:lnTo>
                <a:lnTo>
                  <a:pt x="2978748" y="124999"/>
                </a:lnTo>
                <a:lnTo>
                  <a:pt x="2978262" y="125273"/>
                </a:lnTo>
                <a:lnTo>
                  <a:pt x="2977766" y="125532"/>
                </a:lnTo>
                <a:lnTo>
                  <a:pt x="2977259" y="125775"/>
                </a:lnTo>
                <a:lnTo>
                  <a:pt x="2976743" y="126002"/>
                </a:lnTo>
                <a:lnTo>
                  <a:pt x="2976217" y="126214"/>
                </a:lnTo>
                <a:lnTo>
                  <a:pt x="2975680" y="126409"/>
                </a:lnTo>
                <a:lnTo>
                  <a:pt x="2975134" y="126590"/>
                </a:lnTo>
                <a:lnTo>
                  <a:pt x="2974578" y="126754"/>
                </a:lnTo>
                <a:lnTo>
                  <a:pt x="2974011" y="126903"/>
                </a:lnTo>
                <a:lnTo>
                  <a:pt x="2973435" y="127036"/>
                </a:lnTo>
                <a:lnTo>
                  <a:pt x="2972849" y="127154"/>
                </a:lnTo>
                <a:lnTo>
                  <a:pt x="2972253" y="127255"/>
                </a:lnTo>
                <a:lnTo>
                  <a:pt x="2971646" y="127342"/>
                </a:lnTo>
                <a:lnTo>
                  <a:pt x="2971030" y="127412"/>
                </a:lnTo>
                <a:lnTo>
                  <a:pt x="2970404" y="127467"/>
                </a:lnTo>
                <a:lnTo>
                  <a:pt x="2969768" y="127506"/>
                </a:lnTo>
                <a:lnTo>
                  <a:pt x="2969122" y="127530"/>
                </a:lnTo>
                <a:lnTo>
                  <a:pt x="2968465" y="127538"/>
                </a:lnTo>
                <a:lnTo>
                  <a:pt x="2967589" y="127524"/>
                </a:lnTo>
                <a:lnTo>
                  <a:pt x="2966727" y="127484"/>
                </a:lnTo>
                <a:lnTo>
                  <a:pt x="2965880" y="127417"/>
                </a:lnTo>
                <a:lnTo>
                  <a:pt x="2965048" y="127323"/>
                </a:lnTo>
                <a:lnTo>
                  <a:pt x="2964231" y="127203"/>
                </a:lnTo>
                <a:lnTo>
                  <a:pt x="2963429" y="127056"/>
                </a:lnTo>
                <a:lnTo>
                  <a:pt x="2962642" y="126882"/>
                </a:lnTo>
                <a:lnTo>
                  <a:pt x="2961870" y="126681"/>
                </a:lnTo>
                <a:lnTo>
                  <a:pt x="2961113" y="126453"/>
                </a:lnTo>
                <a:lnTo>
                  <a:pt x="2960371" y="126199"/>
                </a:lnTo>
                <a:lnTo>
                  <a:pt x="2959644" y="125918"/>
                </a:lnTo>
                <a:lnTo>
                  <a:pt x="2958932" y="125610"/>
                </a:lnTo>
                <a:lnTo>
                  <a:pt x="2958235" y="125275"/>
                </a:lnTo>
                <a:lnTo>
                  <a:pt x="2957553" y="124914"/>
                </a:lnTo>
                <a:lnTo>
                  <a:pt x="2956886" y="124525"/>
                </a:lnTo>
                <a:lnTo>
                  <a:pt x="2956234" y="124111"/>
                </a:lnTo>
                <a:lnTo>
                  <a:pt x="2955597" y="123669"/>
                </a:lnTo>
                <a:lnTo>
                  <a:pt x="2954975" y="123200"/>
                </a:lnTo>
                <a:lnTo>
                  <a:pt x="2954367" y="122705"/>
                </a:lnTo>
                <a:lnTo>
                  <a:pt x="2953775" y="122183"/>
                </a:lnTo>
                <a:lnTo>
                  <a:pt x="2953198" y="121634"/>
                </a:lnTo>
                <a:lnTo>
                  <a:pt x="2952636" y="121058"/>
                </a:lnTo>
                <a:lnTo>
                  <a:pt x="2952089" y="120456"/>
                </a:lnTo>
                <a:lnTo>
                  <a:pt x="2951556" y="119827"/>
                </a:lnTo>
                <a:lnTo>
                  <a:pt x="2951042" y="119165"/>
                </a:lnTo>
                <a:lnTo>
                  <a:pt x="2950550" y="118465"/>
                </a:lnTo>
                <a:lnTo>
                  <a:pt x="2950080" y="117727"/>
                </a:lnTo>
                <a:lnTo>
                  <a:pt x="2949632" y="116951"/>
                </a:lnTo>
                <a:lnTo>
                  <a:pt x="2949206" y="116136"/>
                </a:lnTo>
                <a:lnTo>
                  <a:pt x="2948801" y="115284"/>
                </a:lnTo>
                <a:lnTo>
                  <a:pt x="2948418" y="114393"/>
                </a:lnTo>
                <a:lnTo>
                  <a:pt x="2948058" y="113465"/>
                </a:lnTo>
                <a:lnTo>
                  <a:pt x="2947719" y="112498"/>
                </a:lnTo>
                <a:lnTo>
                  <a:pt x="2947402" y="111493"/>
                </a:lnTo>
                <a:lnTo>
                  <a:pt x="2947106" y="110450"/>
                </a:lnTo>
                <a:lnTo>
                  <a:pt x="2946833" y="109369"/>
                </a:lnTo>
                <a:lnTo>
                  <a:pt x="2946582" y="108250"/>
                </a:lnTo>
                <a:lnTo>
                  <a:pt x="2946352" y="107093"/>
                </a:lnTo>
                <a:lnTo>
                  <a:pt x="2946144" y="105898"/>
                </a:lnTo>
                <a:lnTo>
                  <a:pt x="2945958" y="104664"/>
                </a:lnTo>
                <a:lnTo>
                  <a:pt x="2945794" y="103393"/>
                </a:lnTo>
                <a:lnTo>
                  <a:pt x="2945652" y="102083"/>
                </a:lnTo>
                <a:lnTo>
                  <a:pt x="2945532" y="100735"/>
                </a:lnTo>
                <a:lnTo>
                  <a:pt x="2945434" y="99349"/>
                </a:lnTo>
                <a:lnTo>
                  <a:pt x="2945357" y="97925"/>
                </a:lnTo>
                <a:lnTo>
                  <a:pt x="2945302" y="96463"/>
                </a:lnTo>
                <a:lnTo>
                  <a:pt x="2945270" y="94963"/>
                </a:lnTo>
                <a:lnTo>
                  <a:pt x="2945259" y="93425"/>
                </a:lnTo>
                <a:lnTo>
                  <a:pt x="2945269" y="92041"/>
                </a:lnTo>
                <a:lnTo>
                  <a:pt x="2945302" y="90691"/>
                </a:lnTo>
                <a:lnTo>
                  <a:pt x="2945356" y="89374"/>
                </a:lnTo>
                <a:lnTo>
                  <a:pt x="2945431" y="88090"/>
                </a:lnTo>
                <a:lnTo>
                  <a:pt x="2945528" y="86840"/>
                </a:lnTo>
                <a:lnTo>
                  <a:pt x="2945646" y="85624"/>
                </a:lnTo>
                <a:lnTo>
                  <a:pt x="2945786" y="84441"/>
                </a:lnTo>
                <a:lnTo>
                  <a:pt x="2945947" y="83291"/>
                </a:lnTo>
                <a:lnTo>
                  <a:pt x="2946130" y="82175"/>
                </a:lnTo>
                <a:lnTo>
                  <a:pt x="2946335" y="81092"/>
                </a:lnTo>
                <a:lnTo>
                  <a:pt x="2946561" y="80043"/>
                </a:lnTo>
                <a:lnTo>
                  <a:pt x="2946808" y="79028"/>
                </a:lnTo>
                <a:lnTo>
                  <a:pt x="2947077" y="78045"/>
                </a:lnTo>
                <a:lnTo>
                  <a:pt x="2947368" y="77097"/>
                </a:lnTo>
                <a:lnTo>
                  <a:pt x="2947680" y="76181"/>
                </a:lnTo>
                <a:lnTo>
                  <a:pt x="2948014" y="75299"/>
                </a:lnTo>
                <a:lnTo>
                  <a:pt x="2948369" y="74451"/>
                </a:lnTo>
                <a:lnTo>
                  <a:pt x="2948745" y="73636"/>
                </a:lnTo>
                <a:lnTo>
                  <a:pt x="2949143" y="72855"/>
                </a:lnTo>
                <a:lnTo>
                  <a:pt x="2949563" y="72107"/>
                </a:lnTo>
                <a:lnTo>
                  <a:pt x="2950004" y="71392"/>
                </a:lnTo>
                <a:lnTo>
                  <a:pt x="2950467" y="70711"/>
                </a:lnTo>
                <a:lnTo>
                  <a:pt x="2950951" y="70064"/>
                </a:lnTo>
                <a:lnTo>
                  <a:pt x="2951457" y="69450"/>
                </a:lnTo>
                <a:lnTo>
                  <a:pt x="2951981" y="68865"/>
                </a:lnTo>
                <a:lnTo>
                  <a:pt x="2952519" y="68305"/>
                </a:lnTo>
                <a:lnTo>
                  <a:pt x="2953073" y="67769"/>
                </a:lnTo>
                <a:lnTo>
                  <a:pt x="2953640" y="67259"/>
                </a:lnTo>
                <a:lnTo>
                  <a:pt x="2954223" y="66774"/>
                </a:lnTo>
                <a:lnTo>
                  <a:pt x="2954820" y="66313"/>
                </a:lnTo>
                <a:lnTo>
                  <a:pt x="2955431" y="65878"/>
                </a:lnTo>
                <a:lnTo>
                  <a:pt x="2956058" y="65467"/>
                </a:lnTo>
                <a:lnTo>
                  <a:pt x="2956699" y="65081"/>
                </a:lnTo>
                <a:lnTo>
                  <a:pt x="2957354" y="64720"/>
                </a:lnTo>
                <a:lnTo>
                  <a:pt x="2958024" y="64384"/>
                </a:lnTo>
                <a:lnTo>
                  <a:pt x="2958709" y="64073"/>
                </a:lnTo>
                <a:lnTo>
                  <a:pt x="2959409" y="63787"/>
                </a:lnTo>
                <a:lnTo>
                  <a:pt x="2960123" y="63526"/>
                </a:lnTo>
                <a:lnTo>
                  <a:pt x="2960851" y="63289"/>
                </a:lnTo>
                <a:lnTo>
                  <a:pt x="2961595" y="63078"/>
                </a:lnTo>
                <a:lnTo>
                  <a:pt x="2962353" y="62891"/>
                </a:lnTo>
                <a:lnTo>
                  <a:pt x="2963125" y="62729"/>
                </a:lnTo>
                <a:lnTo>
                  <a:pt x="2963913" y="62592"/>
                </a:lnTo>
                <a:lnTo>
                  <a:pt x="2964715" y="62480"/>
                </a:lnTo>
                <a:lnTo>
                  <a:pt x="2965531" y="62393"/>
                </a:lnTo>
                <a:lnTo>
                  <a:pt x="2966362" y="62331"/>
                </a:lnTo>
                <a:lnTo>
                  <a:pt x="2967208" y="62294"/>
                </a:lnTo>
                <a:lnTo>
                  <a:pt x="2968069" y="62281"/>
                </a:lnTo>
                <a:lnTo>
                  <a:pt x="2968716" y="62288"/>
                </a:lnTo>
                <a:lnTo>
                  <a:pt x="2969354" y="62310"/>
                </a:lnTo>
                <a:lnTo>
                  <a:pt x="2969982" y="62346"/>
                </a:lnTo>
                <a:lnTo>
                  <a:pt x="2970599" y="62396"/>
                </a:lnTo>
                <a:lnTo>
                  <a:pt x="2971206" y="62461"/>
                </a:lnTo>
                <a:lnTo>
                  <a:pt x="2971803" y="62540"/>
                </a:lnTo>
                <a:lnTo>
                  <a:pt x="2972390" y="62633"/>
                </a:lnTo>
                <a:lnTo>
                  <a:pt x="2972967" y="62741"/>
                </a:lnTo>
                <a:lnTo>
                  <a:pt x="2973533" y="62863"/>
                </a:lnTo>
                <a:lnTo>
                  <a:pt x="2974090" y="63000"/>
                </a:lnTo>
                <a:lnTo>
                  <a:pt x="2974636" y="63151"/>
                </a:lnTo>
                <a:lnTo>
                  <a:pt x="2975172" y="63316"/>
                </a:lnTo>
                <a:lnTo>
                  <a:pt x="2975698" y="63496"/>
                </a:lnTo>
                <a:lnTo>
                  <a:pt x="2976214" y="63690"/>
                </a:lnTo>
                <a:lnTo>
                  <a:pt x="2976719" y="63899"/>
                </a:lnTo>
                <a:lnTo>
                  <a:pt x="2977215" y="64121"/>
                </a:lnTo>
                <a:lnTo>
                  <a:pt x="2977700" y="64359"/>
                </a:lnTo>
                <a:lnTo>
                  <a:pt x="2978175" y="64610"/>
                </a:lnTo>
                <a:lnTo>
                  <a:pt x="2978640" y="64876"/>
                </a:lnTo>
                <a:lnTo>
                  <a:pt x="2979095" y="65156"/>
                </a:lnTo>
                <a:lnTo>
                  <a:pt x="2979540" y="65451"/>
                </a:lnTo>
                <a:lnTo>
                  <a:pt x="2979974" y="65760"/>
                </a:lnTo>
                <a:lnTo>
                  <a:pt x="2980398" y="66084"/>
                </a:lnTo>
                <a:lnTo>
                  <a:pt x="2980813" y="66422"/>
                </a:lnTo>
                <a:lnTo>
                  <a:pt x="2981215" y="66774"/>
                </a:lnTo>
                <a:lnTo>
                  <a:pt x="2981606" y="67140"/>
                </a:lnTo>
                <a:lnTo>
                  <a:pt x="2981985" y="67520"/>
                </a:lnTo>
                <a:lnTo>
                  <a:pt x="2982351" y="67914"/>
                </a:lnTo>
                <a:lnTo>
                  <a:pt x="2982705" y="68322"/>
                </a:lnTo>
                <a:lnTo>
                  <a:pt x="2983047" y="68744"/>
                </a:lnTo>
                <a:lnTo>
                  <a:pt x="2983377" y="69181"/>
                </a:lnTo>
                <a:lnTo>
                  <a:pt x="2983694" y="69631"/>
                </a:lnTo>
                <a:lnTo>
                  <a:pt x="2983999" y="70095"/>
                </a:lnTo>
                <a:lnTo>
                  <a:pt x="2984292" y="70574"/>
                </a:lnTo>
                <a:lnTo>
                  <a:pt x="2984573" y="71066"/>
                </a:lnTo>
                <a:lnTo>
                  <a:pt x="2984841" y="71572"/>
                </a:lnTo>
                <a:lnTo>
                  <a:pt x="2985098" y="72093"/>
                </a:lnTo>
                <a:lnTo>
                  <a:pt x="2985342" y="72627"/>
                </a:lnTo>
                <a:lnTo>
                  <a:pt x="2985574" y="73176"/>
                </a:lnTo>
                <a:lnTo>
                  <a:pt x="2985793" y="73738"/>
                </a:lnTo>
                <a:lnTo>
                  <a:pt x="2986001" y="74315"/>
                </a:lnTo>
                <a:lnTo>
                  <a:pt x="2986196" y="74906"/>
                </a:lnTo>
                <a:lnTo>
                  <a:pt x="2986379" y="75510"/>
                </a:lnTo>
                <a:lnTo>
                  <a:pt x="2986549" y="76129"/>
                </a:lnTo>
                <a:lnTo>
                  <a:pt x="2986708" y="76762"/>
                </a:lnTo>
                <a:lnTo>
                  <a:pt x="2986854" y="77408"/>
                </a:lnTo>
                <a:lnTo>
                  <a:pt x="2986988" y="78069"/>
                </a:lnTo>
                <a:lnTo>
                  <a:pt x="2987110" y="78744"/>
                </a:lnTo>
                <a:lnTo>
                  <a:pt x="3014581" y="73785"/>
                </a:lnTo>
                <a:lnTo>
                  <a:pt x="3014157" y="72387"/>
                </a:lnTo>
                <a:lnTo>
                  <a:pt x="3013710" y="71019"/>
                </a:lnTo>
                <a:lnTo>
                  <a:pt x="3013242" y="69681"/>
                </a:lnTo>
                <a:lnTo>
                  <a:pt x="3012751" y="68373"/>
                </a:lnTo>
                <a:lnTo>
                  <a:pt x="3012237" y="67096"/>
                </a:lnTo>
                <a:lnTo>
                  <a:pt x="3011702" y="65848"/>
                </a:lnTo>
                <a:close/>
                <a:moveTo>
                  <a:pt x="3029656" y="102549"/>
                </a:moveTo>
                <a:lnTo>
                  <a:pt x="3029810" y="103937"/>
                </a:lnTo>
                <a:lnTo>
                  <a:pt x="3029988" y="105306"/>
                </a:lnTo>
                <a:lnTo>
                  <a:pt x="3030190" y="106656"/>
                </a:lnTo>
                <a:lnTo>
                  <a:pt x="3030416" y="107987"/>
                </a:lnTo>
                <a:lnTo>
                  <a:pt x="3030666" y="109299"/>
                </a:lnTo>
                <a:lnTo>
                  <a:pt x="3030939" y="110591"/>
                </a:lnTo>
                <a:lnTo>
                  <a:pt x="3031236" y="111865"/>
                </a:lnTo>
                <a:lnTo>
                  <a:pt x="3031557" y="113119"/>
                </a:lnTo>
                <a:lnTo>
                  <a:pt x="3031901" y="114354"/>
                </a:lnTo>
                <a:lnTo>
                  <a:pt x="3032269" y="115571"/>
                </a:lnTo>
                <a:lnTo>
                  <a:pt x="3032661" y="116768"/>
                </a:lnTo>
                <a:lnTo>
                  <a:pt x="3033077" y="117946"/>
                </a:lnTo>
                <a:lnTo>
                  <a:pt x="3033517" y="119104"/>
                </a:lnTo>
                <a:lnTo>
                  <a:pt x="3033980" y="120244"/>
                </a:lnTo>
                <a:lnTo>
                  <a:pt x="3034467" y="121365"/>
                </a:lnTo>
                <a:lnTo>
                  <a:pt x="3034978" y="122466"/>
                </a:lnTo>
                <a:lnTo>
                  <a:pt x="3035513" y="123549"/>
                </a:lnTo>
                <a:lnTo>
                  <a:pt x="3036071" y="124612"/>
                </a:lnTo>
                <a:lnTo>
                  <a:pt x="3036652" y="125655"/>
                </a:lnTo>
                <a:lnTo>
                  <a:pt x="3037255" y="126677"/>
                </a:lnTo>
                <a:lnTo>
                  <a:pt x="3037880" y="127678"/>
                </a:lnTo>
                <a:lnTo>
                  <a:pt x="3038527" y="128657"/>
                </a:lnTo>
                <a:lnTo>
                  <a:pt x="3039196" y="129616"/>
                </a:lnTo>
                <a:lnTo>
                  <a:pt x="3039886" y="130553"/>
                </a:lnTo>
                <a:lnTo>
                  <a:pt x="3040599" y="131469"/>
                </a:lnTo>
                <a:lnTo>
                  <a:pt x="3041333" y="132364"/>
                </a:lnTo>
                <a:lnTo>
                  <a:pt x="3042089" y="133238"/>
                </a:lnTo>
                <a:lnTo>
                  <a:pt x="3042867" y="134090"/>
                </a:lnTo>
                <a:lnTo>
                  <a:pt x="3043667" y="134922"/>
                </a:lnTo>
                <a:lnTo>
                  <a:pt x="3044488" y="135732"/>
                </a:lnTo>
                <a:lnTo>
                  <a:pt x="3045332" y="136521"/>
                </a:lnTo>
                <a:lnTo>
                  <a:pt x="3046197" y="137289"/>
                </a:lnTo>
                <a:lnTo>
                  <a:pt x="3047085" y="138035"/>
                </a:lnTo>
                <a:lnTo>
                  <a:pt x="3047994" y="138761"/>
                </a:lnTo>
                <a:lnTo>
                  <a:pt x="3048925" y="139465"/>
                </a:lnTo>
                <a:lnTo>
                  <a:pt x="3049878" y="140148"/>
                </a:lnTo>
                <a:lnTo>
                  <a:pt x="3050853" y="140810"/>
                </a:lnTo>
                <a:lnTo>
                  <a:pt x="3051849" y="141451"/>
                </a:lnTo>
                <a:lnTo>
                  <a:pt x="3052868" y="142070"/>
                </a:lnTo>
                <a:lnTo>
                  <a:pt x="3053908" y="142669"/>
                </a:lnTo>
                <a:lnTo>
                  <a:pt x="3054970" y="143246"/>
                </a:lnTo>
                <a:lnTo>
                  <a:pt x="3056055" y="143802"/>
                </a:lnTo>
                <a:lnTo>
                  <a:pt x="3057152" y="144336"/>
                </a:lnTo>
                <a:lnTo>
                  <a:pt x="3058254" y="144847"/>
                </a:lnTo>
                <a:lnTo>
                  <a:pt x="3059361" y="145336"/>
                </a:lnTo>
                <a:lnTo>
                  <a:pt x="3060472" y="145802"/>
                </a:lnTo>
                <a:lnTo>
                  <a:pt x="3061588" y="146245"/>
                </a:lnTo>
                <a:lnTo>
                  <a:pt x="3062709" y="146666"/>
                </a:lnTo>
                <a:lnTo>
                  <a:pt x="3063834" y="147063"/>
                </a:lnTo>
                <a:lnTo>
                  <a:pt x="3064964" y="147438"/>
                </a:lnTo>
                <a:lnTo>
                  <a:pt x="3066098" y="147791"/>
                </a:lnTo>
                <a:lnTo>
                  <a:pt x="3067237" y="148120"/>
                </a:lnTo>
                <a:lnTo>
                  <a:pt x="3068381" y="148427"/>
                </a:lnTo>
                <a:lnTo>
                  <a:pt x="3069530" y="148711"/>
                </a:lnTo>
                <a:lnTo>
                  <a:pt x="3070683" y="148972"/>
                </a:lnTo>
                <a:lnTo>
                  <a:pt x="3071841" y="149211"/>
                </a:lnTo>
                <a:lnTo>
                  <a:pt x="3073003" y="149427"/>
                </a:lnTo>
                <a:lnTo>
                  <a:pt x="3074170" y="149620"/>
                </a:lnTo>
                <a:lnTo>
                  <a:pt x="3075342" y="149791"/>
                </a:lnTo>
                <a:lnTo>
                  <a:pt x="3076518" y="149938"/>
                </a:lnTo>
                <a:lnTo>
                  <a:pt x="3077700" y="150063"/>
                </a:lnTo>
                <a:lnTo>
                  <a:pt x="3078885" y="150166"/>
                </a:lnTo>
                <a:lnTo>
                  <a:pt x="3080076" y="150245"/>
                </a:lnTo>
                <a:lnTo>
                  <a:pt x="3081271" y="150302"/>
                </a:lnTo>
                <a:lnTo>
                  <a:pt x="3082470" y="150336"/>
                </a:lnTo>
                <a:lnTo>
                  <a:pt x="3083674" y="150347"/>
                </a:lnTo>
                <a:lnTo>
                  <a:pt x="3085611" y="150320"/>
                </a:lnTo>
                <a:lnTo>
                  <a:pt x="3087520" y="150238"/>
                </a:lnTo>
                <a:lnTo>
                  <a:pt x="3089401" y="150102"/>
                </a:lnTo>
                <a:lnTo>
                  <a:pt x="3091254" y="149911"/>
                </a:lnTo>
                <a:lnTo>
                  <a:pt x="3093080" y="149665"/>
                </a:lnTo>
                <a:lnTo>
                  <a:pt x="3094878" y="149365"/>
                </a:lnTo>
                <a:lnTo>
                  <a:pt x="3096648" y="149010"/>
                </a:lnTo>
                <a:lnTo>
                  <a:pt x="3098391" y="148601"/>
                </a:lnTo>
                <a:lnTo>
                  <a:pt x="3100106" y="148137"/>
                </a:lnTo>
                <a:lnTo>
                  <a:pt x="3101793" y="147618"/>
                </a:lnTo>
                <a:lnTo>
                  <a:pt x="3103452" y="147045"/>
                </a:lnTo>
                <a:lnTo>
                  <a:pt x="3105084" y="146418"/>
                </a:lnTo>
                <a:lnTo>
                  <a:pt x="3106688" y="145735"/>
                </a:lnTo>
                <a:lnTo>
                  <a:pt x="3108264" y="144999"/>
                </a:lnTo>
                <a:lnTo>
                  <a:pt x="3109812" y="144207"/>
                </a:lnTo>
                <a:lnTo>
                  <a:pt x="3111333" y="143361"/>
                </a:lnTo>
                <a:lnTo>
                  <a:pt x="3112826" y="142461"/>
                </a:lnTo>
                <a:lnTo>
                  <a:pt x="3114291" y="141506"/>
                </a:lnTo>
                <a:lnTo>
                  <a:pt x="3115729" y="140496"/>
                </a:lnTo>
                <a:lnTo>
                  <a:pt x="3117139" y="139431"/>
                </a:lnTo>
                <a:lnTo>
                  <a:pt x="3118521" y="138313"/>
                </a:lnTo>
                <a:lnTo>
                  <a:pt x="3119875" y="137139"/>
                </a:lnTo>
                <a:lnTo>
                  <a:pt x="3121202" y="135911"/>
                </a:lnTo>
                <a:lnTo>
                  <a:pt x="3122501" y="134628"/>
                </a:lnTo>
                <a:lnTo>
                  <a:pt x="3123759" y="133304"/>
                </a:lnTo>
                <a:lnTo>
                  <a:pt x="3124964" y="131952"/>
                </a:lnTo>
                <a:lnTo>
                  <a:pt x="3126115" y="130571"/>
                </a:lnTo>
                <a:lnTo>
                  <a:pt x="3127213" y="129161"/>
                </a:lnTo>
                <a:lnTo>
                  <a:pt x="3128257" y="127724"/>
                </a:lnTo>
                <a:lnTo>
                  <a:pt x="3129248" y="126258"/>
                </a:lnTo>
                <a:lnTo>
                  <a:pt x="3130185" y="124763"/>
                </a:lnTo>
                <a:lnTo>
                  <a:pt x="3131069" y="123240"/>
                </a:lnTo>
                <a:lnTo>
                  <a:pt x="3131899" y="121689"/>
                </a:lnTo>
                <a:lnTo>
                  <a:pt x="3132675" y="120109"/>
                </a:lnTo>
                <a:lnTo>
                  <a:pt x="3133398" y="118501"/>
                </a:lnTo>
                <a:lnTo>
                  <a:pt x="3134067" y="116864"/>
                </a:lnTo>
                <a:lnTo>
                  <a:pt x="3134683" y="115199"/>
                </a:lnTo>
                <a:lnTo>
                  <a:pt x="3135245" y="113505"/>
                </a:lnTo>
                <a:lnTo>
                  <a:pt x="3135754" y="111784"/>
                </a:lnTo>
                <a:lnTo>
                  <a:pt x="3136209" y="110033"/>
                </a:lnTo>
                <a:lnTo>
                  <a:pt x="3136611" y="108255"/>
                </a:lnTo>
                <a:lnTo>
                  <a:pt x="3136959" y="106448"/>
                </a:lnTo>
                <a:lnTo>
                  <a:pt x="3137253" y="104612"/>
                </a:lnTo>
                <a:lnTo>
                  <a:pt x="3137494" y="102748"/>
                </a:lnTo>
                <a:lnTo>
                  <a:pt x="3137682" y="100856"/>
                </a:lnTo>
                <a:lnTo>
                  <a:pt x="3137815" y="98935"/>
                </a:lnTo>
                <a:lnTo>
                  <a:pt x="3137896" y="96986"/>
                </a:lnTo>
                <a:lnTo>
                  <a:pt x="3137923" y="95008"/>
                </a:lnTo>
                <a:lnTo>
                  <a:pt x="3137896" y="93047"/>
                </a:lnTo>
                <a:lnTo>
                  <a:pt x="3137816" y="91115"/>
                </a:lnTo>
                <a:lnTo>
                  <a:pt x="3137684" y="89211"/>
                </a:lnTo>
                <a:lnTo>
                  <a:pt x="3137498" y="87335"/>
                </a:lnTo>
                <a:lnTo>
                  <a:pt x="3137260" y="85488"/>
                </a:lnTo>
                <a:lnTo>
                  <a:pt x="3136968" y="83669"/>
                </a:lnTo>
                <a:lnTo>
                  <a:pt x="3136623" y="81878"/>
                </a:lnTo>
                <a:lnTo>
                  <a:pt x="3136226" y="80116"/>
                </a:lnTo>
                <a:lnTo>
                  <a:pt x="3135775" y="78382"/>
                </a:lnTo>
                <a:lnTo>
                  <a:pt x="3135271" y="76677"/>
                </a:lnTo>
                <a:lnTo>
                  <a:pt x="3134714" y="75000"/>
                </a:lnTo>
                <a:lnTo>
                  <a:pt x="3134104" y="73351"/>
                </a:lnTo>
                <a:lnTo>
                  <a:pt x="3133441" y="71731"/>
                </a:lnTo>
                <a:lnTo>
                  <a:pt x="3132726" y="70140"/>
                </a:lnTo>
                <a:lnTo>
                  <a:pt x="3131957" y="68576"/>
                </a:lnTo>
                <a:lnTo>
                  <a:pt x="3131135" y="67041"/>
                </a:lnTo>
                <a:lnTo>
                  <a:pt x="3130260" y="65535"/>
                </a:lnTo>
                <a:lnTo>
                  <a:pt x="3129332" y="64057"/>
                </a:lnTo>
                <a:lnTo>
                  <a:pt x="3128351" y="62607"/>
                </a:lnTo>
                <a:lnTo>
                  <a:pt x="3127316" y="61186"/>
                </a:lnTo>
                <a:lnTo>
                  <a:pt x="3126229" y="59793"/>
                </a:lnTo>
                <a:lnTo>
                  <a:pt x="3125089" y="58429"/>
                </a:lnTo>
                <a:lnTo>
                  <a:pt x="3123896" y="57093"/>
                </a:lnTo>
                <a:lnTo>
                  <a:pt x="3122650" y="55785"/>
                </a:lnTo>
                <a:lnTo>
                  <a:pt x="3121362" y="54519"/>
                </a:lnTo>
                <a:lnTo>
                  <a:pt x="3120044" y="53306"/>
                </a:lnTo>
                <a:lnTo>
                  <a:pt x="3118697" y="52148"/>
                </a:lnTo>
                <a:lnTo>
                  <a:pt x="3117319" y="51043"/>
                </a:lnTo>
                <a:lnTo>
                  <a:pt x="3115912" y="49992"/>
                </a:lnTo>
                <a:lnTo>
                  <a:pt x="3114474" y="48995"/>
                </a:lnTo>
                <a:lnTo>
                  <a:pt x="3113007" y="48052"/>
                </a:lnTo>
                <a:lnTo>
                  <a:pt x="3111509" y="47163"/>
                </a:lnTo>
                <a:lnTo>
                  <a:pt x="3109982" y="46327"/>
                </a:lnTo>
                <a:lnTo>
                  <a:pt x="3108425" y="45546"/>
                </a:lnTo>
                <a:lnTo>
                  <a:pt x="3106837" y="44818"/>
                </a:lnTo>
                <a:lnTo>
                  <a:pt x="3105220" y="44145"/>
                </a:lnTo>
                <a:lnTo>
                  <a:pt x="3103573" y="43525"/>
                </a:lnTo>
                <a:lnTo>
                  <a:pt x="3101896" y="42959"/>
                </a:lnTo>
                <a:lnTo>
                  <a:pt x="3100188" y="42447"/>
                </a:lnTo>
                <a:lnTo>
                  <a:pt x="3098451" y="41989"/>
                </a:lnTo>
                <a:lnTo>
                  <a:pt x="3096684" y="41585"/>
                </a:lnTo>
                <a:lnTo>
                  <a:pt x="3094887" y="41235"/>
                </a:lnTo>
                <a:lnTo>
                  <a:pt x="3093060" y="40938"/>
                </a:lnTo>
                <a:lnTo>
                  <a:pt x="3091203" y="40696"/>
                </a:lnTo>
                <a:lnTo>
                  <a:pt x="3089317" y="40507"/>
                </a:lnTo>
                <a:lnTo>
                  <a:pt x="3087400" y="40372"/>
                </a:lnTo>
                <a:lnTo>
                  <a:pt x="3085453" y="40292"/>
                </a:lnTo>
                <a:lnTo>
                  <a:pt x="3083476" y="40265"/>
                </a:lnTo>
                <a:lnTo>
                  <a:pt x="3082192" y="40276"/>
                </a:lnTo>
                <a:lnTo>
                  <a:pt x="3080918" y="40312"/>
                </a:lnTo>
                <a:lnTo>
                  <a:pt x="3079654" y="40371"/>
                </a:lnTo>
                <a:lnTo>
                  <a:pt x="3078400" y="40455"/>
                </a:lnTo>
                <a:lnTo>
                  <a:pt x="3077157" y="40562"/>
                </a:lnTo>
                <a:lnTo>
                  <a:pt x="3075923" y="40692"/>
                </a:lnTo>
                <a:lnTo>
                  <a:pt x="3074700" y="40847"/>
                </a:lnTo>
                <a:lnTo>
                  <a:pt x="3073487" y="41025"/>
                </a:lnTo>
                <a:lnTo>
                  <a:pt x="3072284" y="41227"/>
                </a:lnTo>
                <a:lnTo>
                  <a:pt x="3071091" y="41453"/>
                </a:lnTo>
                <a:lnTo>
                  <a:pt x="3069909" y="41702"/>
                </a:lnTo>
                <a:lnTo>
                  <a:pt x="3068736" y="41975"/>
                </a:lnTo>
                <a:lnTo>
                  <a:pt x="3067574" y="42272"/>
                </a:lnTo>
                <a:lnTo>
                  <a:pt x="3066422" y="42593"/>
                </a:lnTo>
                <a:lnTo>
                  <a:pt x="3065280" y="42938"/>
                </a:lnTo>
                <a:lnTo>
                  <a:pt x="3064148" y="43306"/>
                </a:lnTo>
                <a:lnTo>
                  <a:pt x="3063027" y="43698"/>
                </a:lnTo>
                <a:lnTo>
                  <a:pt x="3061915" y="44114"/>
                </a:lnTo>
                <a:lnTo>
                  <a:pt x="3060814" y="44553"/>
                </a:lnTo>
                <a:lnTo>
                  <a:pt x="3059723" y="45017"/>
                </a:lnTo>
                <a:lnTo>
                  <a:pt x="3058642" y="45504"/>
                </a:lnTo>
                <a:lnTo>
                  <a:pt x="3057571" y="46015"/>
                </a:lnTo>
                <a:lnTo>
                  <a:pt x="3056510" y="46549"/>
                </a:lnTo>
                <a:lnTo>
                  <a:pt x="3055460" y="47108"/>
                </a:lnTo>
                <a:lnTo>
                  <a:pt x="3054424" y="47688"/>
                </a:lnTo>
                <a:lnTo>
                  <a:pt x="3053408" y="48291"/>
                </a:lnTo>
                <a:lnTo>
                  <a:pt x="3052412" y="48914"/>
                </a:lnTo>
                <a:lnTo>
                  <a:pt x="3051436" y="49559"/>
                </a:lnTo>
                <a:lnTo>
                  <a:pt x="3050480" y="50226"/>
                </a:lnTo>
                <a:lnTo>
                  <a:pt x="3049543" y="50913"/>
                </a:lnTo>
                <a:lnTo>
                  <a:pt x="3048626" y="51622"/>
                </a:lnTo>
                <a:lnTo>
                  <a:pt x="3047729" y="52353"/>
                </a:lnTo>
                <a:lnTo>
                  <a:pt x="3046852" y="53104"/>
                </a:lnTo>
                <a:lnTo>
                  <a:pt x="3045995" y="53878"/>
                </a:lnTo>
                <a:lnTo>
                  <a:pt x="3045157" y="54672"/>
                </a:lnTo>
                <a:lnTo>
                  <a:pt x="3044340" y="55488"/>
                </a:lnTo>
                <a:lnTo>
                  <a:pt x="3043542" y="56325"/>
                </a:lnTo>
                <a:lnTo>
                  <a:pt x="3042764" y="57183"/>
                </a:lnTo>
                <a:lnTo>
                  <a:pt x="3042005" y="58063"/>
                </a:lnTo>
                <a:lnTo>
                  <a:pt x="3041267" y="58964"/>
                </a:lnTo>
                <a:lnTo>
                  <a:pt x="3040548" y="59887"/>
                </a:lnTo>
                <a:lnTo>
                  <a:pt x="3039849" y="60831"/>
                </a:lnTo>
                <a:lnTo>
                  <a:pt x="3039170" y="61796"/>
                </a:lnTo>
                <a:lnTo>
                  <a:pt x="3038510" y="62783"/>
                </a:lnTo>
                <a:lnTo>
                  <a:pt x="3037871" y="63790"/>
                </a:lnTo>
                <a:lnTo>
                  <a:pt x="3037251" y="64820"/>
                </a:lnTo>
                <a:lnTo>
                  <a:pt x="3036651" y="65870"/>
                </a:lnTo>
                <a:lnTo>
                  <a:pt x="3036071" y="66942"/>
                </a:lnTo>
                <a:lnTo>
                  <a:pt x="3035513" y="68027"/>
                </a:lnTo>
                <a:lnTo>
                  <a:pt x="3034978" y="69114"/>
                </a:lnTo>
                <a:lnTo>
                  <a:pt x="3034467" y="70204"/>
                </a:lnTo>
                <a:lnTo>
                  <a:pt x="3033980" y="71298"/>
                </a:lnTo>
                <a:lnTo>
                  <a:pt x="3033517" y="72394"/>
                </a:lnTo>
                <a:lnTo>
                  <a:pt x="3033077" y="73494"/>
                </a:lnTo>
                <a:lnTo>
                  <a:pt x="3032661" y="74597"/>
                </a:lnTo>
                <a:lnTo>
                  <a:pt x="3032269" y="75703"/>
                </a:lnTo>
                <a:lnTo>
                  <a:pt x="3031901" y="76812"/>
                </a:lnTo>
                <a:lnTo>
                  <a:pt x="3031557" y="77924"/>
                </a:lnTo>
                <a:lnTo>
                  <a:pt x="3031236" y="79039"/>
                </a:lnTo>
                <a:lnTo>
                  <a:pt x="3030939" y="80157"/>
                </a:lnTo>
                <a:lnTo>
                  <a:pt x="3030666" y="81279"/>
                </a:lnTo>
                <a:lnTo>
                  <a:pt x="3030416" y="82403"/>
                </a:lnTo>
                <a:lnTo>
                  <a:pt x="3030190" y="83531"/>
                </a:lnTo>
                <a:lnTo>
                  <a:pt x="3029988" y="84661"/>
                </a:lnTo>
                <a:lnTo>
                  <a:pt x="3029810" y="85795"/>
                </a:lnTo>
                <a:lnTo>
                  <a:pt x="3029656" y="86932"/>
                </a:lnTo>
                <a:lnTo>
                  <a:pt x="3029525" y="88072"/>
                </a:lnTo>
                <a:lnTo>
                  <a:pt x="3029418" y="89215"/>
                </a:lnTo>
                <a:lnTo>
                  <a:pt x="3029335" y="90361"/>
                </a:lnTo>
                <a:lnTo>
                  <a:pt x="3029276" y="91511"/>
                </a:lnTo>
                <a:lnTo>
                  <a:pt x="3029240" y="92663"/>
                </a:lnTo>
                <a:lnTo>
                  <a:pt x="3029228" y="93818"/>
                </a:lnTo>
                <a:lnTo>
                  <a:pt x="3029240" y="95321"/>
                </a:lnTo>
                <a:lnTo>
                  <a:pt x="3029276" y="96805"/>
                </a:lnTo>
                <a:lnTo>
                  <a:pt x="3029335" y="98270"/>
                </a:lnTo>
                <a:lnTo>
                  <a:pt x="3029418" y="99715"/>
                </a:lnTo>
                <a:lnTo>
                  <a:pt x="3029525" y="101142"/>
                </a:lnTo>
                <a:lnTo>
                  <a:pt x="3029656" y="102549"/>
                </a:lnTo>
                <a:close/>
                <a:moveTo>
                  <a:pt x="3058255" y="87953"/>
                </a:moveTo>
                <a:lnTo>
                  <a:pt x="3058423" y="86817"/>
                </a:lnTo>
                <a:lnTo>
                  <a:pt x="3058617" y="85705"/>
                </a:lnTo>
                <a:lnTo>
                  <a:pt x="3058836" y="84620"/>
                </a:lnTo>
                <a:lnTo>
                  <a:pt x="3059081" y="83559"/>
                </a:lnTo>
                <a:lnTo>
                  <a:pt x="3059353" y="82524"/>
                </a:lnTo>
                <a:lnTo>
                  <a:pt x="3059650" y="81515"/>
                </a:lnTo>
                <a:lnTo>
                  <a:pt x="3059972" y="80530"/>
                </a:lnTo>
                <a:lnTo>
                  <a:pt x="3060321" y="79572"/>
                </a:lnTo>
                <a:lnTo>
                  <a:pt x="3060696" y="78638"/>
                </a:lnTo>
                <a:lnTo>
                  <a:pt x="3061096" y="77730"/>
                </a:lnTo>
                <a:lnTo>
                  <a:pt x="3061522" y="76848"/>
                </a:lnTo>
                <a:lnTo>
                  <a:pt x="3061974" y="75990"/>
                </a:lnTo>
                <a:lnTo>
                  <a:pt x="3062452" y="75159"/>
                </a:lnTo>
                <a:lnTo>
                  <a:pt x="3062955" y="74352"/>
                </a:lnTo>
                <a:lnTo>
                  <a:pt x="3063485" y="73571"/>
                </a:lnTo>
                <a:lnTo>
                  <a:pt x="3064040" y="72815"/>
                </a:lnTo>
                <a:lnTo>
                  <a:pt x="3064621" y="72085"/>
                </a:lnTo>
                <a:lnTo>
                  <a:pt x="3065228" y="71380"/>
                </a:lnTo>
                <a:lnTo>
                  <a:pt x="3065854" y="70703"/>
                </a:lnTo>
                <a:lnTo>
                  <a:pt x="3066492" y="70054"/>
                </a:lnTo>
                <a:lnTo>
                  <a:pt x="3067142" y="69434"/>
                </a:lnTo>
                <a:lnTo>
                  <a:pt x="3067804" y="68842"/>
                </a:lnTo>
                <a:lnTo>
                  <a:pt x="3068478" y="68280"/>
                </a:lnTo>
                <a:lnTo>
                  <a:pt x="3069164" y="67747"/>
                </a:lnTo>
                <a:lnTo>
                  <a:pt x="3069862" y="67242"/>
                </a:lnTo>
                <a:lnTo>
                  <a:pt x="3070573" y="66766"/>
                </a:lnTo>
                <a:lnTo>
                  <a:pt x="3071295" y="66319"/>
                </a:lnTo>
                <a:lnTo>
                  <a:pt x="3072029" y="65901"/>
                </a:lnTo>
                <a:lnTo>
                  <a:pt x="3072776" y="65511"/>
                </a:lnTo>
                <a:lnTo>
                  <a:pt x="3073534" y="65151"/>
                </a:lnTo>
                <a:lnTo>
                  <a:pt x="3074304" y="64819"/>
                </a:lnTo>
                <a:lnTo>
                  <a:pt x="3075087" y="64517"/>
                </a:lnTo>
                <a:lnTo>
                  <a:pt x="3075882" y="64243"/>
                </a:lnTo>
                <a:lnTo>
                  <a:pt x="3076688" y="63997"/>
                </a:lnTo>
                <a:lnTo>
                  <a:pt x="3077507" y="63781"/>
                </a:lnTo>
                <a:lnTo>
                  <a:pt x="3078338" y="63594"/>
                </a:lnTo>
                <a:lnTo>
                  <a:pt x="3079180" y="63435"/>
                </a:lnTo>
                <a:lnTo>
                  <a:pt x="3080035" y="63305"/>
                </a:lnTo>
                <a:lnTo>
                  <a:pt x="3080902" y="63204"/>
                </a:lnTo>
                <a:lnTo>
                  <a:pt x="3081781" y="63132"/>
                </a:lnTo>
                <a:lnTo>
                  <a:pt x="3082672" y="63089"/>
                </a:lnTo>
                <a:lnTo>
                  <a:pt x="3083575" y="63075"/>
                </a:lnTo>
                <a:lnTo>
                  <a:pt x="3084478" y="63089"/>
                </a:lnTo>
                <a:lnTo>
                  <a:pt x="3085369" y="63132"/>
                </a:lnTo>
                <a:lnTo>
                  <a:pt x="3086248" y="63204"/>
                </a:lnTo>
                <a:lnTo>
                  <a:pt x="3087114" y="63305"/>
                </a:lnTo>
                <a:lnTo>
                  <a:pt x="3087968" y="63435"/>
                </a:lnTo>
                <a:lnTo>
                  <a:pt x="3088810" y="63594"/>
                </a:lnTo>
                <a:lnTo>
                  <a:pt x="3089639" y="63781"/>
                </a:lnTo>
                <a:lnTo>
                  <a:pt x="3090457" y="63997"/>
                </a:lnTo>
                <a:lnTo>
                  <a:pt x="3091262" y="64243"/>
                </a:lnTo>
                <a:lnTo>
                  <a:pt x="3092055" y="64517"/>
                </a:lnTo>
                <a:lnTo>
                  <a:pt x="3092836" y="64819"/>
                </a:lnTo>
                <a:lnTo>
                  <a:pt x="3093604" y="65151"/>
                </a:lnTo>
                <a:lnTo>
                  <a:pt x="3094361" y="65511"/>
                </a:lnTo>
                <a:lnTo>
                  <a:pt x="3095105" y="65901"/>
                </a:lnTo>
                <a:lnTo>
                  <a:pt x="3095836" y="66319"/>
                </a:lnTo>
                <a:lnTo>
                  <a:pt x="3096556" y="66766"/>
                </a:lnTo>
                <a:lnTo>
                  <a:pt x="3097263" y="67242"/>
                </a:lnTo>
                <a:lnTo>
                  <a:pt x="3097959" y="67747"/>
                </a:lnTo>
                <a:lnTo>
                  <a:pt x="3098642" y="68280"/>
                </a:lnTo>
                <a:lnTo>
                  <a:pt x="3099312" y="68842"/>
                </a:lnTo>
                <a:lnTo>
                  <a:pt x="3099971" y="69434"/>
                </a:lnTo>
                <a:lnTo>
                  <a:pt x="3100617" y="70054"/>
                </a:lnTo>
                <a:lnTo>
                  <a:pt x="3101251" y="70703"/>
                </a:lnTo>
                <a:lnTo>
                  <a:pt x="3101873" y="71380"/>
                </a:lnTo>
                <a:lnTo>
                  <a:pt x="3102476" y="72085"/>
                </a:lnTo>
                <a:lnTo>
                  <a:pt x="3103053" y="72814"/>
                </a:lnTo>
                <a:lnTo>
                  <a:pt x="3103605" y="73568"/>
                </a:lnTo>
                <a:lnTo>
                  <a:pt x="3104130" y="74347"/>
                </a:lnTo>
                <a:lnTo>
                  <a:pt x="3104631" y="75150"/>
                </a:lnTo>
                <a:lnTo>
                  <a:pt x="3105105" y="75978"/>
                </a:lnTo>
                <a:lnTo>
                  <a:pt x="3105554" y="76831"/>
                </a:lnTo>
                <a:lnTo>
                  <a:pt x="3105978" y="77708"/>
                </a:lnTo>
                <a:lnTo>
                  <a:pt x="3106375" y="78610"/>
                </a:lnTo>
                <a:lnTo>
                  <a:pt x="3106747" y="79537"/>
                </a:lnTo>
                <a:lnTo>
                  <a:pt x="3107094" y="80489"/>
                </a:lnTo>
                <a:lnTo>
                  <a:pt x="3107414" y="81465"/>
                </a:lnTo>
                <a:lnTo>
                  <a:pt x="3107709" y="82466"/>
                </a:lnTo>
                <a:lnTo>
                  <a:pt x="3107979" y="83492"/>
                </a:lnTo>
                <a:lnTo>
                  <a:pt x="3108222" y="84542"/>
                </a:lnTo>
                <a:lnTo>
                  <a:pt x="3108440" y="85617"/>
                </a:lnTo>
                <a:lnTo>
                  <a:pt x="3108633" y="86717"/>
                </a:lnTo>
                <a:lnTo>
                  <a:pt x="3108800" y="87842"/>
                </a:lnTo>
                <a:lnTo>
                  <a:pt x="3108941" y="88991"/>
                </a:lnTo>
                <a:lnTo>
                  <a:pt x="3109056" y="90165"/>
                </a:lnTo>
                <a:lnTo>
                  <a:pt x="3109146" y="91363"/>
                </a:lnTo>
                <a:lnTo>
                  <a:pt x="3109210" y="92587"/>
                </a:lnTo>
                <a:lnTo>
                  <a:pt x="3109248" y="93835"/>
                </a:lnTo>
                <a:lnTo>
                  <a:pt x="3109261" y="95108"/>
                </a:lnTo>
                <a:lnTo>
                  <a:pt x="3109248" y="96413"/>
                </a:lnTo>
                <a:lnTo>
                  <a:pt x="3109210" y="97692"/>
                </a:lnTo>
                <a:lnTo>
                  <a:pt x="3109146" y="98945"/>
                </a:lnTo>
                <a:lnTo>
                  <a:pt x="3109056" y="100172"/>
                </a:lnTo>
                <a:lnTo>
                  <a:pt x="3108941" y="101373"/>
                </a:lnTo>
                <a:lnTo>
                  <a:pt x="3108800" y="102547"/>
                </a:lnTo>
                <a:lnTo>
                  <a:pt x="3108633" y="103696"/>
                </a:lnTo>
                <a:lnTo>
                  <a:pt x="3108440" y="104818"/>
                </a:lnTo>
                <a:lnTo>
                  <a:pt x="3108222" y="105915"/>
                </a:lnTo>
                <a:lnTo>
                  <a:pt x="3107979" y="106985"/>
                </a:lnTo>
                <a:lnTo>
                  <a:pt x="3107709" y="108030"/>
                </a:lnTo>
                <a:lnTo>
                  <a:pt x="3107414" y="109048"/>
                </a:lnTo>
                <a:lnTo>
                  <a:pt x="3107094" y="110040"/>
                </a:lnTo>
                <a:lnTo>
                  <a:pt x="3106747" y="111006"/>
                </a:lnTo>
                <a:lnTo>
                  <a:pt x="3106375" y="111946"/>
                </a:lnTo>
                <a:lnTo>
                  <a:pt x="3105978" y="112860"/>
                </a:lnTo>
                <a:lnTo>
                  <a:pt x="3105554" y="113748"/>
                </a:lnTo>
                <a:lnTo>
                  <a:pt x="3105105" y="114609"/>
                </a:lnTo>
                <a:lnTo>
                  <a:pt x="3104631" y="115445"/>
                </a:lnTo>
                <a:lnTo>
                  <a:pt x="3104130" y="116254"/>
                </a:lnTo>
                <a:lnTo>
                  <a:pt x="3103605" y="117038"/>
                </a:lnTo>
                <a:lnTo>
                  <a:pt x="3103053" y="117795"/>
                </a:lnTo>
                <a:lnTo>
                  <a:pt x="3102476" y="118527"/>
                </a:lnTo>
                <a:lnTo>
                  <a:pt x="3101873" y="119232"/>
                </a:lnTo>
                <a:lnTo>
                  <a:pt x="3101251" y="119909"/>
                </a:lnTo>
                <a:lnTo>
                  <a:pt x="3100617" y="120558"/>
                </a:lnTo>
                <a:lnTo>
                  <a:pt x="3099971" y="121178"/>
                </a:lnTo>
                <a:lnTo>
                  <a:pt x="3099312" y="121770"/>
                </a:lnTo>
                <a:lnTo>
                  <a:pt x="3098642" y="122332"/>
                </a:lnTo>
                <a:lnTo>
                  <a:pt x="3097959" y="122865"/>
                </a:lnTo>
                <a:lnTo>
                  <a:pt x="3097263" y="123370"/>
                </a:lnTo>
                <a:lnTo>
                  <a:pt x="3096556" y="123846"/>
                </a:lnTo>
                <a:lnTo>
                  <a:pt x="3095836" y="124293"/>
                </a:lnTo>
                <a:lnTo>
                  <a:pt x="3095105" y="124711"/>
                </a:lnTo>
                <a:lnTo>
                  <a:pt x="3094361" y="125101"/>
                </a:lnTo>
                <a:lnTo>
                  <a:pt x="3093604" y="125461"/>
                </a:lnTo>
                <a:lnTo>
                  <a:pt x="3092836" y="125793"/>
                </a:lnTo>
                <a:lnTo>
                  <a:pt x="3092055" y="126096"/>
                </a:lnTo>
                <a:lnTo>
                  <a:pt x="3091262" y="126370"/>
                </a:lnTo>
                <a:lnTo>
                  <a:pt x="3090457" y="126615"/>
                </a:lnTo>
                <a:lnTo>
                  <a:pt x="3089639" y="126831"/>
                </a:lnTo>
                <a:lnTo>
                  <a:pt x="3088810" y="127018"/>
                </a:lnTo>
                <a:lnTo>
                  <a:pt x="3087968" y="127177"/>
                </a:lnTo>
                <a:lnTo>
                  <a:pt x="3087114" y="127307"/>
                </a:lnTo>
                <a:lnTo>
                  <a:pt x="3086248" y="127408"/>
                </a:lnTo>
                <a:lnTo>
                  <a:pt x="3085369" y="127480"/>
                </a:lnTo>
                <a:lnTo>
                  <a:pt x="3084478" y="127523"/>
                </a:lnTo>
                <a:lnTo>
                  <a:pt x="3083575" y="127538"/>
                </a:lnTo>
                <a:lnTo>
                  <a:pt x="3082672" y="127523"/>
                </a:lnTo>
                <a:lnTo>
                  <a:pt x="3081781" y="127480"/>
                </a:lnTo>
                <a:lnTo>
                  <a:pt x="3080902" y="127408"/>
                </a:lnTo>
                <a:lnTo>
                  <a:pt x="3080035" y="127307"/>
                </a:lnTo>
                <a:lnTo>
                  <a:pt x="3079180" y="127177"/>
                </a:lnTo>
                <a:lnTo>
                  <a:pt x="3078338" y="127018"/>
                </a:lnTo>
                <a:lnTo>
                  <a:pt x="3077507" y="126831"/>
                </a:lnTo>
                <a:lnTo>
                  <a:pt x="3076688" y="126615"/>
                </a:lnTo>
                <a:lnTo>
                  <a:pt x="3075882" y="126370"/>
                </a:lnTo>
                <a:lnTo>
                  <a:pt x="3075087" y="126096"/>
                </a:lnTo>
                <a:lnTo>
                  <a:pt x="3074304" y="125793"/>
                </a:lnTo>
                <a:lnTo>
                  <a:pt x="3073534" y="125461"/>
                </a:lnTo>
                <a:lnTo>
                  <a:pt x="3072776" y="125101"/>
                </a:lnTo>
                <a:lnTo>
                  <a:pt x="3072029" y="124711"/>
                </a:lnTo>
                <a:lnTo>
                  <a:pt x="3071295" y="124293"/>
                </a:lnTo>
                <a:lnTo>
                  <a:pt x="3070573" y="123846"/>
                </a:lnTo>
                <a:lnTo>
                  <a:pt x="3069862" y="123370"/>
                </a:lnTo>
                <a:lnTo>
                  <a:pt x="3069164" y="122865"/>
                </a:lnTo>
                <a:lnTo>
                  <a:pt x="3068478" y="122332"/>
                </a:lnTo>
                <a:lnTo>
                  <a:pt x="3067804" y="121770"/>
                </a:lnTo>
                <a:lnTo>
                  <a:pt x="3067142" y="121178"/>
                </a:lnTo>
                <a:lnTo>
                  <a:pt x="3066492" y="120558"/>
                </a:lnTo>
                <a:lnTo>
                  <a:pt x="3065854" y="119909"/>
                </a:lnTo>
                <a:lnTo>
                  <a:pt x="3065228" y="119232"/>
                </a:lnTo>
                <a:lnTo>
                  <a:pt x="3064621" y="118527"/>
                </a:lnTo>
                <a:lnTo>
                  <a:pt x="3064040" y="117797"/>
                </a:lnTo>
                <a:lnTo>
                  <a:pt x="3063485" y="117041"/>
                </a:lnTo>
                <a:lnTo>
                  <a:pt x="3062955" y="116260"/>
                </a:lnTo>
                <a:lnTo>
                  <a:pt x="3062452" y="115453"/>
                </a:lnTo>
                <a:lnTo>
                  <a:pt x="3061974" y="114622"/>
                </a:lnTo>
                <a:lnTo>
                  <a:pt x="3061522" y="113764"/>
                </a:lnTo>
                <a:lnTo>
                  <a:pt x="3061096" y="112882"/>
                </a:lnTo>
                <a:lnTo>
                  <a:pt x="3060696" y="111974"/>
                </a:lnTo>
                <a:lnTo>
                  <a:pt x="3060321" y="111040"/>
                </a:lnTo>
                <a:lnTo>
                  <a:pt x="3059972" y="110082"/>
                </a:lnTo>
                <a:lnTo>
                  <a:pt x="3059650" y="109097"/>
                </a:lnTo>
                <a:lnTo>
                  <a:pt x="3059353" y="108088"/>
                </a:lnTo>
                <a:lnTo>
                  <a:pt x="3059081" y="107053"/>
                </a:lnTo>
                <a:lnTo>
                  <a:pt x="3058836" y="105992"/>
                </a:lnTo>
                <a:lnTo>
                  <a:pt x="3058617" y="104907"/>
                </a:lnTo>
                <a:lnTo>
                  <a:pt x="3058423" y="103795"/>
                </a:lnTo>
                <a:lnTo>
                  <a:pt x="3058255" y="102659"/>
                </a:lnTo>
                <a:lnTo>
                  <a:pt x="3058113" y="101497"/>
                </a:lnTo>
                <a:lnTo>
                  <a:pt x="3057997" y="100309"/>
                </a:lnTo>
                <a:lnTo>
                  <a:pt x="3057906" y="99097"/>
                </a:lnTo>
                <a:lnTo>
                  <a:pt x="3057842" y="97859"/>
                </a:lnTo>
                <a:lnTo>
                  <a:pt x="3057803" y="96595"/>
                </a:lnTo>
                <a:lnTo>
                  <a:pt x="3057790" y="95306"/>
                </a:lnTo>
                <a:lnTo>
                  <a:pt x="3057803" y="94017"/>
                </a:lnTo>
                <a:lnTo>
                  <a:pt x="3057842" y="92753"/>
                </a:lnTo>
                <a:lnTo>
                  <a:pt x="3057906" y="91515"/>
                </a:lnTo>
                <a:lnTo>
                  <a:pt x="3057997" y="90303"/>
                </a:lnTo>
                <a:lnTo>
                  <a:pt x="3058113" y="89115"/>
                </a:lnTo>
                <a:lnTo>
                  <a:pt x="3058255" y="87953"/>
                </a:lnTo>
                <a:close/>
                <a:moveTo>
                  <a:pt x="3210219" y="102549"/>
                </a:moveTo>
                <a:lnTo>
                  <a:pt x="3210373" y="103937"/>
                </a:lnTo>
                <a:lnTo>
                  <a:pt x="3210551" y="105306"/>
                </a:lnTo>
                <a:lnTo>
                  <a:pt x="3210753" y="106656"/>
                </a:lnTo>
                <a:lnTo>
                  <a:pt x="3210979" y="107987"/>
                </a:lnTo>
                <a:lnTo>
                  <a:pt x="3211228" y="109299"/>
                </a:lnTo>
                <a:lnTo>
                  <a:pt x="3211502" y="110591"/>
                </a:lnTo>
                <a:lnTo>
                  <a:pt x="3211799" y="111865"/>
                </a:lnTo>
                <a:lnTo>
                  <a:pt x="3212119" y="113119"/>
                </a:lnTo>
                <a:lnTo>
                  <a:pt x="3212464" y="114354"/>
                </a:lnTo>
                <a:lnTo>
                  <a:pt x="3212832" y="115571"/>
                </a:lnTo>
                <a:lnTo>
                  <a:pt x="3213224" y="116768"/>
                </a:lnTo>
                <a:lnTo>
                  <a:pt x="3213640" y="117946"/>
                </a:lnTo>
                <a:lnTo>
                  <a:pt x="3214080" y="119104"/>
                </a:lnTo>
                <a:lnTo>
                  <a:pt x="3214543" y="120244"/>
                </a:lnTo>
                <a:lnTo>
                  <a:pt x="3215030" y="121365"/>
                </a:lnTo>
                <a:lnTo>
                  <a:pt x="3215541" y="122466"/>
                </a:lnTo>
                <a:lnTo>
                  <a:pt x="3216076" y="123549"/>
                </a:lnTo>
                <a:lnTo>
                  <a:pt x="3216634" y="124612"/>
                </a:lnTo>
                <a:lnTo>
                  <a:pt x="3217215" y="125655"/>
                </a:lnTo>
                <a:lnTo>
                  <a:pt x="3217818" y="126677"/>
                </a:lnTo>
                <a:lnTo>
                  <a:pt x="3218443" y="127678"/>
                </a:lnTo>
                <a:lnTo>
                  <a:pt x="3219090" y="128657"/>
                </a:lnTo>
                <a:lnTo>
                  <a:pt x="3219758" y="129616"/>
                </a:lnTo>
                <a:lnTo>
                  <a:pt x="3220449" y="130553"/>
                </a:lnTo>
                <a:lnTo>
                  <a:pt x="3221161" y="131469"/>
                </a:lnTo>
                <a:lnTo>
                  <a:pt x="3221896" y="132364"/>
                </a:lnTo>
                <a:lnTo>
                  <a:pt x="3222652" y="133238"/>
                </a:lnTo>
                <a:lnTo>
                  <a:pt x="3223430" y="134090"/>
                </a:lnTo>
                <a:lnTo>
                  <a:pt x="3224230" y="134922"/>
                </a:lnTo>
                <a:lnTo>
                  <a:pt x="3225051" y="135732"/>
                </a:lnTo>
                <a:lnTo>
                  <a:pt x="3225895" y="136521"/>
                </a:lnTo>
                <a:lnTo>
                  <a:pt x="3226760" y="137289"/>
                </a:lnTo>
                <a:lnTo>
                  <a:pt x="3227648" y="138035"/>
                </a:lnTo>
                <a:lnTo>
                  <a:pt x="3228557" y="138761"/>
                </a:lnTo>
                <a:lnTo>
                  <a:pt x="3229488" y="139465"/>
                </a:lnTo>
                <a:lnTo>
                  <a:pt x="3230441" y="140148"/>
                </a:lnTo>
                <a:lnTo>
                  <a:pt x="3231416" y="140810"/>
                </a:lnTo>
                <a:lnTo>
                  <a:pt x="3232412" y="141451"/>
                </a:lnTo>
                <a:lnTo>
                  <a:pt x="3233431" y="142070"/>
                </a:lnTo>
                <a:lnTo>
                  <a:pt x="3234471" y="142669"/>
                </a:lnTo>
                <a:lnTo>
                  <a:pt x="3235533" y="143246"/>
                </a:lnTo>
                <a:lnTo>
                  <a:pt x="3236617" y="143802"/>
                </a:lnTo>
                <a:lnTo>
                  <a:pt x="3237715" y="144336"/>
                </a:lnTo>
                <a:lnTo>
                  <a:pt x="3238817" y="144847"/>
                </a:lnTo>
                <a:lnTo>
                  <a:pt x="3239923" y="145336"/>
                </a:lnTo>
                <a:lnTo>
                  <a:pt x="3241035" y="145802"/>
                </a:lnTo>
                <a:lnTo>
                  <a:pt x="3242151" y="146245"/>
                </a:lnTo>
                <a:lnTo>
                  <a:pt x="3243271" y="146666"/>
                </a:lnTo>
                <a:lnTo>
                  <a:pt x="3244397" y="147063"/>
                </a:lnTo>
                <a:lnTo>
                  <a:pt x="3245527" y="147438"/>
                </a:lnTo>
                <a:lnTo>
                  <a:pt x="3246661" y="147791"/>
                </a:lnTo>
                <a:lnTo>
                  <a:pt x="3247800" y="148120"/>
                </a:lnTo>
                <a:lnTo>
                  <a:pt x="3248944" y="148427"/>
                </a:lnTo>
                <a:lnTo>
                  <a:pt x="3250093" y="148711"/>
                </a:lnTo>
                <a:lnTo>
                  <a:pt x="3251246" y="148972"/>
                </a:lnTo>
                <a:lnTo>
                  <a:pt x="3252404" y="149211"/>
                </a:lnTo>
                <a:lnTo>
                  <a:pt x="3253566" y="149427"/>
                </a:lnTo>
                <a:lnTo>
                  <a:pt x="3254733" y="149620"/>
                </a:lnTo>
                <a:lnTo>
                  <a:pt x="3255905" y="149791"/>
                </a:lnTo>
                <a:lnTo>
                  <a:pt x="3257081" y="149938"/>
                </a:lnTo>
                <a:lnTo>
                  <a:pt x="3258262" y="150063"/>
                </a:lnTo>
                <a:lnTo>
                  <a:pt x="3259448" y="150166"/>
                </a:lnTo>
                <a:lnTo>
                  <a:pt x="3260638" y="150245"/>
                </a:lnTo>
                <a:lnTo>
                  <a:pt x="3261833" y="150302"/>
                </a:lnTo>
                <a:lnTo>
                  <a:pt x="3263033" y="150336"/>
                </a:lnTo>
                <a:lnTo>
                  <a:pt x="3264237" y="150347"/>
                </a:lnTo>
                <a:lnTo>
                  <a:pt x="3266174" y="150320"/>
                </a:lnTo>
                <a:lnTo>
                  <a:pt x="3268083" y="150238"/>
                </a:lnTo>
                <a:lnTo>
                  <a:pt x="3269964" y="150102"/>
                </a:lnTo>
                <a:lnTo>
                  <a:pt x="3271817" y="149911"/>
                </a:lnTo>
                <a:lnTo>
                  <a:pt x="3273643" y="149665"/>
                </a:lnTo>
                <a:lnTo>
                  <a:pt x="3275441" y="149365"/>
                </a:lnTo>
                <a:lnTo>
                  <a:pt x="3277211" y="149010"/>
                </a:lnTo>
                <a:lnTo>
                  <a:pt x="3278954" y="148601"/>
                </a:lnTo>
                <a:lnTo>
                  <a:pt x="3280668" y="148137"/>
                </a:lnTo>
                <a:lnTo>
                  <a:pt x="3282355" y="147618"/>
                </a:lnTo>
                <a:lnTo>
                  <a:pt x="3284015" y="147045"/>
                </a:lnTo>
                <a:lnTo>
                  <a:pt x="3285646" y="146418"/>
                </a:lnTo>
                <a:lnTo>
                  <a:pt x="3287250" y="145735"/>
                </a:lnTo>
                <a:lnTo>
                  <a:pt x="3288827" y="144999"/>
                </a:lnTo>
                <a:lnTo>
                  <a:pt x="3290375" y="144207"/>
                </a:lnTo>
                <a:lnTo>
                  <a:pt x="3291896" y="143361"/>
                </a:lnTo>
                <a:lnTo>
                  <a:pt x="3293389" y="142461"/>
                </a:lnTo>
                <a:lnTo>
                  <a:pt x="3294854" y="141506"/>
                </a:lnTo>
                <a:lnTo>
                  <a:pt x="3296292" y="140496"/>
                </a:lnTo>
                <a:lnTo>
                  <a:pt x="3297702" y="139431"/>
                </a:lnTo>
                <a:lnTo>
                  <a:pt x="3299084" y="138313"/>
                </a:lnTo>
                <a:lnTo>
                  <a:pt x="3300438" y="137139"/>
                </a:lnTo>
                <a:lnTo>
                  <a:pt x="3301765" y="135911"/>
                </a:lnTo>
                <a:lnTo>
                  <a:pt x="3303064" y="134628"/>
                </a:lnTo>
                <a:lnTo>
                  <a:pt x="3304322" y="133304"/>
                </a:lnTo>
                <a:lnTo>
                  <a:pt x="3305527" y="131952"/>
                </a:lnTo>
                <a:lnTo>
                  <a:pt x="3306678" y="130571"/>
                </a:lnTo>
                <a:lnTo>
                  <a:pt x="3307776" y="129161"/>
                </a:lnTo>
                <a:lnTo>
                  <a:pt x="3308820" y="127724"/>
                </a:lnTo>
                <a:lnTo>
                  <a:pt x="3309811" y="126258"/>
                </a:lnTo>
                <a:lnTo>
                  <a:pt x="3310748" y="124763"/>
                </a:lnTo>
                <a:lnTo>
                  <a:pt x="3311631" y="123240"/>
                </a:lnTo>
                <a:lnTo>
                  <a:pt x="3312461" y="121689"/>
                </a:lnTo>
                <a:lnTo>
                  <a:pt x="3313238" y="120109"/>
                </a:lnTo>
                <a:lnTo>
                  <a:pt x="3313961" y="118501"/>
                </a:lnTo>
                <a:lnTo>
                  <a:pt x="3314630" y="116864"/>
                </a:lnTo>
                <a:lnTo>
                  <a:pt x="3315246" y="115199"/>
                </a:lnTo>
                <a:lnTo>
                  <a:pt x="3315808" y="113505"/>
                </a:lnTo>
                <a:lnTo>
                  <a:pt x="3316317" y="111784"/>
                </a:lnTo>
                <a:lnTo>
                  <a:pt x="3316772" y="110033"/>
                </a:lnTo>
                <a:lnTo>
                  <a:pt x="3317173" y="108255"/>
                </a:lnTo>
                <a:lnTo>
                  <a:pt x="3317522" y="106448"/>
                </a:lnTo>
                <a:lnTo>
                  <a:pt x="3317816" y="104612"/>
                </a:lnTo>
                <a:lnTo>
                  <a:pt x="3318057" y="102748"/>
                </a:lnTo>
                <a:lnTo>
                  <a:pt x="3318244" y="100856"/>
                </a:lnTo>
                <a:lnTo>
                  <a:pt x="3318378" y="98935"/>
                </a:lnTo>
                <a:lnTo>
                  <a:pt x="3318459" y="96986"/>
                </a:lnTo>
                <a:lnTo>
                  <a:pt x="3318485" y="95008"/>
                </a:lnTo>
                <a:lnTo>
                  <a:pt x="3318459" y="93047"/>
                </a:lnTo>
                <a:lnTo>
                  <a:pt x="3318379" y="91115"/>
                </a:lnTo>
                <a:lnTo>
                  <a:pt x="3318247" y="89211"/>
                </a:lnTo>
                <a:lnTo>
                  <a:pt x="3318061" y="87335"/>
                </a:lnTo>
                <a:lnTo>
                  <a:pt x="3317823" y="85488"/>
                </a:lnTo>
                <a:lnTo>
                  <a:pt x="3317531" y="83669"/>
                </a:lnTo>
                <a:lnTo>
                  <a:pt x="3317186" y="81878"/>
                </a:lnTo>
                <a:lnTo>
                  <a:pt x="3316788" y="80116"/>
                </a:lnTo>
                <a:lnTo>
                  <a:pt x="3316338" y="78382"/>
                </a:lnTo>
                <a:lnTo>
                  <a:pt x="3315834" y="76677"/>
                </a:lnTo>
                <a:lnTo>
                  <a:pt x="3315277" y="75000"/>
                </a:lnTo>
                <a:lnTo>
                  <a:pt x="3314667" y="73351"/>
                </a:lnTo>
                <a:lnTo>
                  <a:pt x="3314004" y="71731"/>
                </a:lnTo>
                <a:lnTo>
                  <a:pt x="3313288" y="70140"/>
                </a:lnTo>
                <a:lnTo>
                  <a:pt x="3312519" y="68576"/>
                </a:lnTo>
                <a:lnTo>
                  <a:pt x="3311697" y="67041"/>
                </a:lnTo>
                <a:lnTo>
                  <a:pt x="3310822" y="65535"/>
                </a:lnTo>
                <a:lnTo>
                  <a:pt x="3309894" y="64057"/>
                </a:lnTo>
                <a:lnTo>
                  <a:pt x="3308913" y="62607"/>
                </a:lnTo>
                <a:lnTo>
                  <a:pt x="3307879" y="61186"/>
                </a:lnTo>
                <a:lnTo>
                  <a:pt x="3306792" y="59793"/>
                </a:lnTo>
                <a:lnTo>
                  <a:pt x="3305652" y="58429"/>
                </a:lnTo>
                <a:lnTo>
                  <a:pt x="3304459" y="57093"/>
                </a:lnTo>
                <a:lnTo>
                  <a:pt x="3303213" y="55785"/>
                </a:lnTo>
                <a:lnTo>
                  <a:pt x="3301925" y="54519"/>
                </a:lnTo>
                <a:lnTo>
                  <a:pt x="3300607" y="53306"/>
                </a:lnTo>
                <a:lnTo>
                  <a:pt x="3299260" y="52148"/>
                </a:lnTo>
                <a:lnTo>
                  <a:pt x="3297882" y="51043"/>
                </a:lnTo>
                <a:lnTo>
                  <a:pt x="3296474" y="49992"/>
                </a:lnTo>
                <a:lnTo>
                  <a:pt x="3295037" y="48995"/>
                </a:lnTo>
                <a:lnTo>
                  <a:pt x="3293570" y="48052"/>
                </a:lnTo>
                <a:lnTo>
                  <a:pt x="3292072" y="47163"/>
                </a:lnTo>
                <a:lnTo>
                  <a:pt x="3290545" y="46327"/>
                </a:lnTo>
                <a:lnTo>
                  <a:pt x="3288987" y="45546"/>
                </a:lnTo>
                <a:lnTo>
                  <a:pt x="3287400" y="44818"/>
                </a:lnTo>
                <a:lnTo>
                  <a:pt x="3285783" y="44145"/>
                </a:lnTo>
                <a:lnTo>
                  <a:pt x="3284136" y="43525"/>
                </a:lnTo>
                <a:lnTo>
                  <a:pt x="3282458" y="42959"/>
                </a:lnTo>
                <a:lnTo>
                  <a:pt x="3280751" y="42447"/>
                </a:lnTo>
                <a:lnTo>
                  <a:pt x="3279014" y="41989"/>
                </a:lnTo>
                <a:lnTo>
                  <a:pt x="3277247" y="41585"/>
                </a:lnTo>
                <a:lnTo>
                  <a:pt x="3275450" y="41235"/>
                </a:lnTo>
                <a:lnTo>
                  <a:pt x="3273623" y="40938"/>
                </a:lnTo>
                <a:lnTo>
                  <a:pt x="3271766" y="40696"/>
                </a:lnTo>
                <a:lnTo>
                  <a:pt x="3269879" y="40507"/>
                </a:lnTo>
                <a:lnTo>
                  <a:pt x="3267963" y="40372"/>
                </a:lnTo>
                <a:lnTo>
                  <a:pt x="3266016" y="40292"/>
                </a:lnTo>
                <a:lnTo>
                  <a:pt x="3264039" y="40265"/>
                </a:lnTo>
                <a:lnTo>
                  <a:pt x="3262755" y="40276"/>
                </a:lnTo>
                <a:lnTo>
                  <a:pt x="3261481" y="40312"/>
                </a:lnTo>
                <a:lnTo>
                  <a:pt x="3260217" y="40371"/>
                </a:lnTo>
                <a:lnTo>
                  <a:pt x="3258963" y="40455"/>
                </a:lnTo>
                <a:lnTo>
                  <a:pt x="3257720" y="40562"/>
                </a:lnTo>
                <a:lnTo>
                  <a:pt x="3256486" y="40692"/>
                </a:lnTo>
                <a:lnTo>
                  <a:pt x="3255263" y="40847"/>
                </a:lnTo>
                <a:lnTo>
                  <a:pt x="3254050" y="41025"/>
                </a:lnTo>
                <a:lnTo>
                  <a:pt x="3252847" y="41227"/>
                </a:lnTo>
                <a:lnTo>
                  <a:pt x="3251654" y="41453"/>
                </a:lnTo>
                <a:lnTo>
                  <a:pt x="3250472" y="41702"/>
                </a:lnTo>
                <a:lnTo>
                  <a:pt x="3249299" y="41975"/>
                </a:lnTo>
                <a:lnTo>
                  <a:pt x="3248137" y="42272"/>
                </a:lnTo>
                <a:lnTo>
                  <a:pt x="3246985" y="42593"/>
                </a:lnTo>
                <a:lnTo>
                  <a:pt x="3245843" y="42938"/>
                </a:lnTo>
                <a:lnTo>
                  <a:pt x="3244711" y="43306"/>
                </a:lnTo>
                <a:lnTo>
                  <a:pt x="3243589" y="43698"/>
                </a:lnTo>
                <a:lnTo>
                  <a:pt x="3242478" y="44114"/>
                </a:lnTo>
                <a:lnTo>
                  <a:pt x="3241377" y="44553"/>
                </a:lnTo>
                <a:lnTo>
                  <a:pt x="3240285" y="45017"/>
                </a:lnTo>
                <a:lnTo>
                  <a:pt x="3239204" y="45504"/>
                </a:lnTo>
                <a:lnTo>
                  <a:pt x="3238134" y="46015"/>
                </a:lnTo>
                <a:lnTo>
                  <a:pt x="3237073" y="46549"/>
                </a:lnTo>
                <a:lnTo>
                  <a:pt x="3236022" y="47108"/>
                </a:lnTo>
                <a:lnTo>
                  <a:pt x="3234987" y="47688"/>
                </a:lnTo>
                <a:lnTo>
                  <a:pt x="3233971" y="48291"/>
                </a:lnTo>
                <a:lnTo>
                  <a:pt x="3232975" y="48914"/>
                </a:lnTo>
                <a:lnTo>
                  <a:pt x="3231999" y="49559"/>
                </a:lnTo>
                <a:lnTo>
                  <a:pt x="3231043" y="50226"/>
                </a:lnTo>
                <a:lnTo>
                  <a:pt x="3230106" y="50913"/>
                </a:lnTo>
                <a:lnTo>
                  <a:pt x="3229189" y="51622"/>
                </a:lnTo>
                <a:lnTo>
                  <a:pt x="3228292" y="52353"/>
                </a:lnTo>
                <a:lnTo>
                  <a:pt x="3227415" y="53104"/>
                </a:lnTo>
                <a:lnTo>
                  <a:pt x="3226558" y="53878"/>
                </a:lnTo>
                <a:lnTo>
                  <a:pt x="3225720" y="54672"/>
                </a:lnTo>
                <a:lnTo>
                  <a:pt x="3224903" y="55488"/>
                </a:lnTo>
                <a:lnTo>
                  <a:pt x="3224105" y="56325"/>
                </a:lnTo>
                <a:lnTo>
                  <a:pt x="3223326" y="57183"/>
                </a:lnTo>
                <a:lnTo>
                  <a:pt x="3222568" y="58063"/>
                </a:lnTo>
                <a:lnTo>
                  <a:pt x="3221830" y="58964"/>
                </a:lnTo>
                <a:lnTo>
                  <a:pt x="3221111" y="59887"/>
                </a:lnTo>
                <a:lnTo>
                  <a:pt x="3220412" y="60831"/>
                </a:lnTo>
                <a:lnTo>
                  <a:pt x="3219733" y="61796"/>
                </a:lnTo>
                <a:lnTo>
                  <a:pt x="3219073" y="62783"/>
                </a:lnTo>
                <a:lnTo>
                  <a:pt x="3218434" y="63790"/>
                </a:lnTo>
                <a:lnTo>
                  <a:pt x="3217814" y="64820"/>
                </a:lnTo>
                <a:lnTo>
                  <a:pt x="3217214" y="65870"/>
                </a:lnTo>
                <a:lnTo>
                  <a:pt x="3216634" y="66942"/>
                </a:lnTo>
                <a:lnTo>
                  <a:pt x="3216076" y="68027"/>
                </a:lnTo>
                <a:lnTo>
                  <a:pt x="3215541" y="69114"/>
                </a:lnTo>
                <a:lnTo>
                  <a:pt x="3215030" y="70204"/>
                </a:lnTo>
                <a:lnTo>
                  <a:pt x="3214543" y="71298"/>
                </a:lnTo>
                <a:lnTo>
                  <a:pt x="3214080" y="72394"/>
                </a:lnTo>
                <a:lnTo>
                  <a:pt x="3213640" y="73494"/>
                </a:lnTo>
                <a:lnTo>
                  <a:pt x="3213224" y="74597"/>
                </a:lnTo>
                <a:lnTo>
                  <a:pt x="3212832" y="75703"/>
                </a:lnTo>
                <a:lnTo>
                  <a:pt x="3212464" y="76812"/>
                </a:lnTo>
                <a:lnTo>
                  <a:pt x="3212119" y="77924"/>
                </a:lnTo>
                <a:lnTo>
                  <a:pt x="3211799" y="79039"/>
                </a:lnTo>
                <a:lnTo>
                  <a:pt x="3211502" y="80157"/>
                </a:lnTo>
                <a:lnTo>
                  <a:pt x="3211228" y="81279"/>
                </a:lnTo>
                <a:lnTo>
                  <a:pt x="3210979" y="82403"/>
                </a:lnTo>
                <a:lnTo>
                  <a:pt x="3210753" y="83531"/>
                </a:lnTo>
                <a:lnTo>
                  <a:pt x="3210551" y="84661"/>
                </a:lnTo>
                <a:lnTo>
                  <a:pt x="3210373" y="85795"/>
                </a:lnTo>
                <a:lnTo>
                  <a:pt x="3210219" y="86932"/>
                </a:lnTo>
                <a:lnTo>
                  <a:pt x="3210088" y="88072"/>
                </a:lnTo>
                <a:lnTo>
                  <a:pt x="3209981" y="89215"/>
                </a:lnTo>
                <a:lnTo>
                  <a:pt x="3209898" y="90361"/>
                </a:lnTo>
                <a:lnTo>
                  <a:pt x="3209838" y="91511"/>
                </a:lnTo>
                <a:lnTo>
                  <a:pt x="3209803" y="92663"/>
                </a:lnTo>
                <a:lnTo>
                  <a:pt x="3209791" y="93818"/>
                </a:lnTo>
                <a:lnTo>
                  <a:pt x="3209803" y="95321"/>
                </a:lnTo>
                <a:lnTo>
                  <a:pt x="3209838" y="96805"/>
                </a:lnTo>
                <a:lnTo>
                  <a:pt x="3209898" y="98270"/>
                </a:lnTo>
                <a:lnTo>
                  <a:pt x="3209981" y="99715"/>
                </a:lnTo>
                <a:lnTo>
                  <a:pt x="3210088" y="101142"/>
                </a:lnTo>
                <a:lnTo>
                  <a:pt x="3210219" y="102549"/>
                </a:lnTo>
                <a:close/>
                <a:moveTo>
                  <a:pt x="3238818" y="87953"/>
                </a:moveTo>
                <a:lnTo>
                  <a:pt x="3238986" y="86817"/>
                </a:lnTo>
                <a:lnTo>
                  <a:pt x="3239179" y="85705"/>
                </a:lnTo>
                <a:lnTo>
                  <a:pt x="3239399" y="84620"/>
                </a:lnTo>
                <a:lnTo>
                  <a:pt x="3239644" y="83559"/>
                </a:lnTo>
                <a:lnTo>
                  <a:pt x="3239915" y="82524"/>
                </a:lnTo>
                <a:lnTo>
                  <a:pt x="3240212" y="81515"/>
                </a:lnTo>
                <a:lnTo>
                  <a:pt x="3240535" y="80530"/>
                </a:lnTo>
                <a:lnTo>
                  <a:pt x="3240884" y="79572"/>
                </a:lnTo>
                <a:lnTo>
                  <a:pt x="3241258" y="78638"/>
                </a:lnTo>
                <a:lnTo>
                  <a:pt x="3241659" y="77730"/>
                </a:lnTo>
                <a:lnTo>
                  <a:pt x="3242085" y="76848"/>
                </a:lnTo>
                <a:lnTo>
                  <a:pt x="3242537" y="75990"/>
                </a:lnTo>
                <a:lnTo>
                  <a:pt x="3243015" y="75159"/>
                </a:lnTo>
                <a:lnTo>
                  <a:pt x="3243518" y="74352"/>
                </a:lnTo>
                <a:lnTo>
                  <a:pt x="3244048" y="73571"/>
                </a:lnTo>
                <a:lnTo>
                  <a:pt x="3244603" y="72815"/>
                </a:lnTo>
                <a:lnTo>
                  <a:pt x="3245184" y="72085"/>
                </a:lnTo>
                <a:lnTo>
                  <a:pt x="3245791" y="71380"/>
                </a:lnTo>
                <a:lnTo>
                  <a:pt x="3246417" y="70703"/>
                </a:lnTo>
                <a:lnTo>
                  <a:pt x="3247055" y="70054"/>
                </a:lnTo>
                <a:lnTo>
                  <a:pt x="3247705" y="69434"/>
                </a:lnTo>
                <a:lnTo>
                  <a:pt x="3248367" y="68842"/>
                </a:lnTo>
                <a:lnTo>
                  <a:pt x="3249041" y="68280"/>
                </a:lnTo>
                <a:lnTo>
                  <a:pt x="3249727" y="67747"/>
                </a:lnTo>
                <a:lnTo>
                  <a:pt x="3250425" y="67242"/>
                </a:lnTo>
                <a:lnTo>
                  <a:pt x="3251135" y="66766"/>
                </a:lnTo>
                <a:lnTo>
                  <a:pt x="3251858" y="66319"/>
                </a:lnTo>
                <a:lnTo>
                  <a:pt x="3252592" y="65901"/>
                </a:lnTo>
                <a:lnTo>
                  <a:pt x="3253338" y="65511"/>
                </a:lnTo>
                <a:lnTo>
                  <a:pt x="3254097" y="65151"/>
                </a:lnTo>
                <a:lnTo>
                  <a:pt x="3254867" y="64819"/>
                </a:lnTo>
                <a:lnTo>
                  <a:pt x="3255650" y="64517"/>
                </a:lnTo>
                <a:lnTo>
                  <a:pt x="3256444" y="64243"/>
                </a:lnTo>
                <a:lnTo>
                  <a:pt x="3257251" y="63997"/>
                </a:lnTo>
                <a:lnTo>
                  <a:pt x="3258070" y="63781"/>
                </a:lnTo>
                <a:lnTo>
                  <a:pt x="3258901" y="63594"/>
                </a:lnTo>
                <a:lnTo>
                  <a:pt x="3259743" y="63435"/>
                </a:lnTo>
                <a:lnTo>
                  <a:pt x="3260598" y="63305"/>
                </a:lnTo>
                <a:lnTo>
                  <a:pt x="3261465" y="63204"/>
                </a:lnTo>
                <a:lnTo>
                  <a:pt x="3262344" y="63132"/>
                </a:lnTo>
                <a:lnTo>
                  <a:pt x="3263235" y="63089"/>
                </a:lnTo>
                <a:lnTo>
                  <a:pt x="3264138" y="63075"/>
                </a:lnTo>
                <a:lnTo>
                  <a:pt x="3265041" y="63089"/>
                </a:lnTo>
                <a:lnTo>
                  <a:pt x="3265932" y="63132"/>
                </a:lnTo>
                <a:lnTo>
                  <a:pt x="3266810" y="63204"/>
                </a:lnTo>
                <a:lnTo>
                  <a:pt x="3267677" y="63305"/>
                </a:lnTo>
                <a:lnTo>
                  <a:pt x="3268531" y="63435"/>
                </a:lnTo>
                <a:lnTo>
                  <a:pt x="3269373" y="63594"/>
                </a:lnTo>
                <a:lnTo>
                  <a:pt x="3270202" y="63781"/>
                </a:lnTo>
                <a:lnTo>
                  <a:pt x="3271020" y="63997"/>
                </a:lnTo>
                <a:lnTo>
                  <a:pt x="3271825" y="64243"/>
                </a:lnTo>
                <a:lnTo>
                  <a:pt x="3272618" y="64517"/>
                </a:lnTo>
                <a:lnTo>
                  <a:pt x="3273399" y="64819"/>
                </a:lnTo>
                <a:lnTo>
                  <a:pt x="3274167" y="65151"/>
                </a:lnTo>
                <a:lnTo>
                  <a:pt x="3274923" y="65511"/>
                </a:lnTo>
                <a:lnTo>
                  <a:pt x="3275667" y="65901"/>
                </a:lnTo>
                <a:lnTo>
                  <a:pt x="3276399" y="66319"/>
                </a:lnTo>
                <a:lnTo>
                  <a:pt x="3277119" y="66766"/>
                </a:lnTo>
                <a:lnTo>
                  <a:pt x="3277826" y="67242"/>
                </a:lnTo>
                <a:lnTo>
                  <a:pt x="3278521" y="67747"/>
                </a:lnTo>
                <a:lnTo>
                  <a:pt x="3279204" y="68280"/>
                </a:lnTo>
                <a:lnTo>
                  <a:pt x="3279875" y="68842"/>
                </a:lnTo>
                <a:lnTo>
                  <a:pt x="3280534" y="69434"/>
                </a:lnTo>
                <a:lnTo>
                  <a:pt x="3281180" y="70054"/>
                </a:lnTo>
                <a:lnTo>
                  <a:pt x="3281814" y="70703"/>
                </a:lnTo>
                <a:lnTo>
                  <a:pt x="3282436" y="71380"/>
                </a:lnTo>
                <a:lnTo>
                  <a:pt x="3283039" y="72085"/>
                </a:lnTo>
                <a:lnTo>
                  <a:pt x="3283616" y="72814"/>
                </a:lnTo>
                <a:lnTo>
                  <a:pt x="3284167" y="73568"/>
                </a:lnTo>
                <a:lnTo>
                  <a:pt x="3284693" y="74347"/>
                </a:lnTo>
                <a:lnTo>
                  <a:pt x="3285194" y="75150"/>
                </a:lnTo>
                <a:lnTo>
                  <a:pt x="3285668" y="75978"/>
                </a:lnTo>
                <a:lnTo>
                  <a:pt x="3286117" y="76831"/>
                </a:lnTo>
                <a:lnTo>
                  <a:pt x="3286540" y="77708"/>
                </a:lnTo>
                <a:lnTo>
                  <a:pt x="3286938" y="78610"/>
                </a:lnTo>
                <a:lnTo>
                  <a:pt x="3287310" y="79537"/>
                </a:lnTo>
                <a:lnTo>
                  <a:pt x="3287656" y="80489"/>
                </a:lnTo>
                <a:lnTo>
                  <a:pt x="3287977" y="81465"/>
                </a:lnTo>
                <a:lnTo>
                  <a:pt x="3288272" y="82466"/>
                </a:lnTo>
                <a:lnTo>
                  <a:pt x="3288541" y="83492"/>
                </a:lnTo>
                <a:lnTo>
                  <a:pt x="3288785" y="84542"/>
                </a:lnTo>
                <a:lnTo>
                  <a:pt x="3289003" y="85617"/>
                </a:lnTo>
                <a:lnTo>
                  <a:pt x="3289196" y="86717"/>
                </a:lnTo>
                <a:lnTo>
                  <a:pt x="3289362" y="87842"/>
                </a:lnTo>
                <a:lnTo>
                  <a:pt x="3289503" y="88991"/>
                </a:lnTo>
                <a:lnTo>
                  <a:pt x="3289619" y="90165"/>
                </a:lnTo>
                <a:lnTo>
                  <a:pt x="3289709" y="91363"/>
                </a:lnTo>
                <a:lnTo>
                  <a:pt x="3289773" y="92587"/>
                </a:lnTo>
                <a:lnTo>
                  <a:pt x="3289811" y="93835"/>
                </a:lnTo>
                <a:lnTo>
                  <a:pt x="3289824" y="95108"/>
                </a:lnTo>
                <a:lnTo>
                  <a:pt x="3289811" y="96413"/>
                </a:lnTo>
                <a:lnTo>
                  <a:pt x="3289773" y="97692"/>
                </a:lnTo>
                <a:lnTo>
                  <a:pt x="3289709" y="98945"/>
                </a:lnTo>
                <a:lnTo>
                  <a:pt x="3289619" y="100172"/>
                </a:lnTo>
                <a:lnTo>
                  <a:pt x="3289503" y="101373"/>
                </a:lnTo>
                <a:lnTo>
                  <a:pt x="3289362" y="102547"/>
                </a:lnTo>
                <a:lnTo>
                  <a:pt x="3289196" y="103696"/>
                </a:lnTo>
                <a:lnTo>
                  <a:pt x="3289003" y="104818"/>
                </a:lnTo>
                <a:lnTo>
                  <a:pt x="3288785" y="105915"/>
                </a:lnTo>
                <a:lnTo>
                  <a:pt x="3288541" y="106985"/>
                </a:lnTo>
                <a:lnTo>
                  <a:pt x="3288272" y="108030"/>
                </a:lnTo>
                <a:lnTo>
                  <a:pt x="3287977" y="109048"/>
                </a:lnTo>
                <a:lnTo>
                  <a:pt x="3287656" y="110040"/>
                </a:lnTo>
                <a:lnTo>
                  <a:pt x="3287310" y="111006"/>
                </a:lnTo>
                <a:lnTo>
                  <a:pt x="3286938" y="111946"/>
                </a:lnTo>
                <a:lnTo>
                  <a:pt x="3286540" y="112860"/>
                </a:lnTo>
                <a:lnTo>
                  <a:pt x="3286117" y="113748"/>
                </a:lnTo>
                <a:lnTo>
                  <a:pt x="3285668" y="114609"/>
                </a:lnTo>
                <a:lnTo>
                  <a:pt x="3285194" y="115445"/>
                </a:lnTo>
                <a:lnTo>
                  <a:pt x="3284693" y="116254"/>
                </a:lnTo>
                <a:lnTo>
                  <a:pt x="3284167" y="117038"/>
                </a:lnTo>
                <a:lnTo>
                  <a:pt x="3283616" y="117795"/>
                </a:lnTo>
                <a:lnTo>
                  <a:pt x="3283039" y="118527"/>
                </a:lnTo>
                <a:lnTo>
                  <a:pt x="3282436" y="119232"/>
                </a:lnTo>
                <a:lnTo>
                  <a:pt x="3281814" y="119909"/>
                </a:lnTo>
                <a:lnTo>
                  <a:pt x="3281180" y="120558"/>
                </a:lnTo>
                <a:lnTo>
                  <a:pt x="3280534" y="121178"/>
                </a:lnTo>
                <a:lnTo>
                  <a:pt x="3279875" y="121770"/>
                </a:lnTo>
                <a:lnTo>
                  <a:pt x="3279204" y="122332"/>
                </a:lnTo>
                <a:lnTo>
                  <a:pt x="3278521" y="122865"/>
                </a:lnTo>
                <a:lnTo>
                  <a:pt x="3277826" y="123370"/>
                </a:lnTo>
                <a:lnTo>
                  <a:pt x="3277119" y="123846"/>
                </a:lnTo>
                <a:lnTo>
                  <a:pt x="3276399" y="124293"/>
                </a:lnTo>
                <a:lnTo>
                  <a:pt x="3275667" y="124711"/>
                </a:lnTo>
                <a:lnTo>
                  <a:pt x="3274923" y="125101"/>
                </a:lnTo>
                <a:lnTo>
                  <a:pt x="3274167" y="125461"/>
                </a:lnTo>
                <a:lnTo>
                  <a:pt x="3273399" y="125793"/>
                </a:lnTo>
                <a:lnTo>
                  <a:pt x="3272618" y="126096"/>
                </a:lnTo>
                <a:lnTo>
                  <a:pt x="3271825" y="126370"/>
                </a:lnTo>
                <a:lnTo>
                  <a:pt x="3271020" y="126615"/>
                </a:lnTo>
                <a:lnTo>
                  <a:pt x="3270202" y="126831"/>
                </a:lnTo>
                <a:lnTo>
                  <a:pt x="3269373" y="127018"/>
                </a:lnTo>
                <a:lnTo>
                  <a:pt x="3268531" y="127177"/>
                </a:lnTo>
                <a:lnTo>
                  <a:pt x="3267677" y="127307"/>
                </a:lnTo>
                <a:lnTo>
                  <a:pt x="3266810" y="127408"/>
                </a:lnTo>
                <a:lnTo>
                  <a:pt x="3265932" y="127480"/>
                </a:lnTo>
                <a:lnTo>
                  <a:pt x="3265041" y="127523"/>
                </a:lnTo>
                <a:lnTo>
                  <a:pt x="3264138" y="127538"/>
                </a:lnTo>
                <a:lnTo>
                  <a:pt x="3263235" y="127523"/>
                </a:lnTo>
                <a:lnTo>
                  <a:pt x="3262344" y="127480"/>
                </a:lnTo>
                <a:lnTo>
                  <a:pt x="3261465" y="127408"/>
                </a:lnTo>
                <a:lnTo>
                  <a:pt x="3260598" y="127307"/>
                </a:lnTo>
                <a:lnTo>
                  <a:pt x="3259743" y="127177"/>
                </a:lnTo>
                <a:lnTo>
                  <a:pt x="3258901" y="127018"/>
                </a:lnTo>
                <a:lnTo>
                  <a:pt x="3258070" y="126831"/>
                </a:lnTo>
                <a:lnTo>
                  <a:pt x="3257251" y="126615"/>
                </a:lnTo>
                <a:lnTo>
                  <a:pt x="3256444" y="126370"/>
                </a:lnTo>
                <a:lnTo>
                  <a:pt x="3255650" y="126096"/>
                </a:lnTo>
                <a:lnTo>
                  <a:pt x="3254867" y="125793"/>
                </a:lnTo>
                <a:lnTo>
                  <a:pt x="3254097" y="125461"/>
                </a:lnTo>
                <a:lnTo>
                  <a:pt x="3253338" y="125101"/>
                </a:lnTo>
                <a:lnTo>
                  <a:pt x="3252592" y="124711"/>
                </a:lnTo>
                <a:lnTo>
                  <a:pt x="3251858" y="124293"/>
                </a:lnTo>
                <a:lnTo>
                  <a:pt x="3251135" y="123846"/>
                </a:lnTo>
                <a:lnTo>
                  <a:pt x="3250425" y="123370"/>
                </a:lnTo>
                <a:lnTo>
                  <a:pt x="3249727" y="122865"/>
                </a:lnTo>
                <a:lnTo>
                  <a:pt x="3249041" y="122332"/>
                </a:lnTo>
                <a:lnTo>
                  <a:pt x="3248367" y="121770"/>
                </a:lnTo>
                <a:lnTo>
                  <a:pt x="3247705" y="121178"/>
                </a:lnTo>
                <a:lnTo>
                  <a:pt x="3247055" y="120558"/>
                </a:lnTo>
                <a:lnTo>
                  <a:pt x="3246417" y="119909"/>
                </a:lnTo>
                <a:lnTo>
                  <a:pt x="3245791" y="119232"/>
                </a:lnTo>
                <a:lnTo>
                  <a:pt x="3245184" y="118527"/>
                </a:lnTo>
                <a:lnTo>
                  <a:pt x="3244603" y="117797"/>
                </a:lnTo>
                <a:lnTo>
                  <a:pt x="3244048" y="117041"/>
                </a:lnTo>
                <a:lnTo>
                  <a:pt x="3243518" y="116260"/>
                </a:lnTo>
                <a:lnTo>
                  <a:pt x="3243015" y="115453"/>
                </a:lnTo>
                <a:lnTo>
                  <a:pt x="3242537" y="114622"/>
                </a:lnTo>
                <a:lnTo>
                  <a:pt x="3242085" y="113764"/>
                </a:lnTo>
                <a:lnTo>
                  <a:pt x="3241659" y="112882"/>
                </a:lnTo>
                <a:lnTo>
                  <a:pt x="3241258" y="111974"/>
                </a:lnTo>
                <a:lnTo>
                  <a:pt x="3240884" y="111040"/>
                </a:lnTo>
                <a:lnTo>
                  <a:pt x="3240535" y="110082"/>
                </a:lnTo>
                <a:lnTo>
                  <a:pt x="3240212" y="109097"/>
                </a:lnTo>
                <a:lnTo>
                  <a:pt x="3239915" y="108088"/>
                </a:lnTo>
                <a:lnTo>
                  <a:pt x="3239644" y="107053"/>
                </a:lnTo>
                <a:lnTo>
                  <a:pt x="3239399" y="105992"/>
                </a:lnTo>
                <a:lnTo>
                  <a:pt x="3239179" y="104907"/>
                </a:lnTo>
                <a:lnTo>
                  <a:pt x="3238986" y="103795"/>
                </a:lnTo>
                <a:lnTo>
                  <a:pt x="3238818" y="102659"/>
                </a:lnTo>
                <a:lnTo>
                  <a:pt x="3238676" y="101497"/>
                </a:lnTo>
                <a:lnTo>
                  <a:pt x="3238560" y="100309"/>
                </a:lnTo>
                <a:lnTo>
                  <a:pt x="3238469" y="99097"/>
                </a:lnTo>
                <a:lnTo>
                  <a:pt x="3238405" y="97859"/>
                </a:lnTo>
                <a:lnTo>
                  <a:pt x="3238366" y="96595"/>
                </a:lnTo>
                <a:lnTo>
                  <a:pt x="3238353" y="95306"/>
                </a:lnTo>
                <a:lnTo>
                  <a:pt x="3238366" y="94017"/>
                </a:lnTo>
                <a:lnTo>
                  <a:pt x="3238405" y="92753"/>
                </a:lnTo>
                <a:lnTo>
                  <a:pt x="3238469" y="91515"/>
                </a:lnTo>
                <a:lnTo>
                  <a:pt x="3238560" y="90303"/>
                </a:lnTo>
                <a:lnTo>
                  <a:pt x="3238676" y="89115"/>
                </a:lnTo>
                <a:lnTo>
                  <a:pt x="3238818" y="87953"/>
                </a:lnTo>
                <a:close/>
                <a:moveTo>
                  <a:pt x="3604921" y="109805"/>
                </a:moveTo>
                <a:lnTo>
                  <a:pt x="3605276" y="111703"/>
                </a:lnTo>
                <a:lnTo>
                  <a:pt x="3605679" y="113557"/>
                </a:lnTo>
                <a:lnTo>
                  <a:pt x="3606128" y="115368"/>
                </a:lnTo>
                <a:lnTo>
                  <a:pt x="3606626" y="117136"/>
                </a:lnTo>
                <a:lnTo>
                  <a:pt x="3607170" y="118860"/>
                </a:lnTo>
                <a:lnTo>
                  <a:pt x="3607762" y="120541"/>
                </a:lnTo>
                <a:lnTo>
                  <a:pt x="3608401" y="122178"/>
                </a:lnTo>
                <a:lnTo>
                  <a:pt x="3609088" y="123772"/>
                </a:lnTo>
                <a:lnTo>
                  <a:pt x="3609822" y="125323"/>
                </a:lnTo>
                <a:lnTo>
                  <a:pt x="3610603" y="126830"/>
                </a:lnTo>
                <a:lnTo>
                  <a:pt x="3611432" y="128294"/>
                </a:lnTo>
                <a:lnTo>
                  <a:pt x="3612307" y="129714"/>
                </a:lnTo>
                <a:lnTo>
                  <a:pt x="3613231" y="131091"/>
                </a:lnTo>
                <a:lnTo>
                  <a:pt x="3614201" y="132425"/>
                </a:lnTo>
                <a:lnTo>
                  <a:pt x="3615219" y="133715"/>
                </a:lnTo>
                <a:lnTo>
                  <a:pt x="3616285" y="134962"/>
                </a:lnTo>
                <a:lnTo>
                  <a:pt x="3617397" y="136166"/>
                </a:lnTo>
                <a:lnTo>
                  <a:pt x="3618549" y="137323"/>
                </a:lnTo>
                <a:lnTo>
                  <a:pt x="3619729" y="138431"/>
                </a:lnTo>
                <a:lnTo>
                  <a:pt x="3620939" y="139490"/>
                </a:lnTo>
                <a:lnTo>
                  <a:pt x="3622178" y="140499"/>
                </a:lnTo>
                <a:lnTo>
                  <a:pt x="3623447" y="141459"/>
                </a:lnTo>
                <a:lnTo>
                  <a:pt x="3624746" y="142370"/>
                </a:lnTo>
                <a:lnTo>
                  <a:pt x="3626073" y="143232"/>
                </a:lnTo>
                <a:lnTo>
                  <a:pt x="3627431" y="144044"/>
                </a:lnTo>
                <a:lnTo>
                  <a:pt x="3628817" y="144808"/>
                </a:lnTo>
                <a:lnTo>
                  <a:pt x="3630233" y="145522"/>
                </a:lnTo>
                <a:lnTo>
                  <a:pt x="3631679" y="146186"/>
                </a:lnTo>
                <a:lnTo>
                  <a:pt x="3633154" y="146802"/>
                </a:lnTo>
                <a:lnTo>
                  <a:pt x="3634658" y="147368"/>
                </a:lnTo>
                <a:lnTo>
                  <a:pt x="3636192" y="147885"/>
                </a:lnTo>
                <a:lnTo>
                  <a:pt x="3637755" y="148353"/>
                </a:lnTo>
                <a:lnTo>
                  <a:pt x="3639348" y="148772"/>
                </a:lnTo>
                <a:lnTo>
                  <a:pt x="3640970" y="149141"/>
                </a:lnTo>
                <a:lnTo>
                  <a:pt x="3642622" y="149461"/>
                </a:lnTo>
                <a:lnTo>
                  <a:pt x="3644303" y="149732"/>
                </a:lnTo>
                <a:lnTo>
                  <a:pt x="3646013" y="149954"/>
                </a:lnTo>
                <a:lnTo>
                  <a:pt x="3647753" y="150126"/>
                </a:lnTo>
                <a:lnTo>
                  <a:pt x="3649523" y="150249"/>
                </a:lnTo>
                <a:lnTo>
                  <a:pt x="3651321" y="150323"/>
                </a:lnTo>
                <a:lnTo>
                  <a:pt x="3653150" y="150347"/>
                </a:lnTo>
                <a:lnTo>
                  <a:pt x="3654295" y="150336"/>
                </a:lnTo>
                <a:lnTo>
                  <a:pt x="3655432" y="150303"/>
                </a:lnTo>
                <a:lnTo>
                  <a:pt x="3656563" y="150247"/>
                </a:lnTo>
                <a:lnTo>
                  <a:pt x="3657685" y="150168"/>
                </a:lnTo>
                <a:lnTo>
                  <a:pt x="3658801" y="150068"/>
                </a:lnTo>
                <a:lnTo>
                  <a:pt x="3659909" y="149945"/>
                </a:lnTo>
                <a:lnTo>
                  <a:pt x="3661010" y="149799"/>
                </a:lnTo>
                <a:lnTo>
                  <a:pt x="3662103" y="149631"/>
                </a:lnTo>
                <a:lnTo>
                  <a:pt x="3663189" y="149441"/>
                </a:lnTo>
                <a:lnTo>
                  <a:pt x="3664267" y="149228"/>
                </a:lnTo>
                <a:lnTo>
                  <a:pt x="3665338" y="148993"/>
                </a:lnTo>
                <a:lnTo>
                  <a:pt x="3666402" y="148736"/>
                </a:lnTo>
                <a:lnTo>
                  <a:pt x="3667458" y="148456"/>
                </a:lnTo>
                <a:lnTo>
                  <a:pt x="3668507" y="148154"/>
                </a:lnTo>
                <a:lnTo>
                  <a:pt x="3669548" y="147829"/>
                </a:lnTo>
                <a:lnTo>
                  <a:pt x="3670582" y="147482"/>
                </a:lnTo>
                <a:lnTo>
                  <a:pt x="3671609" y="147113"/>
                </a:lnTo>
                <a:lnTo>
                  <a:pt x="3672628" y="146721"/>
                </a:lnTo>
                <a:lnTo>
                  <a:pt x="3673640" y="146307"/>
                </a:lnTo>
                <a:lnTo>
                  <a:pt x="3674644" y="145871"/>
                </a:lnTo>
                <a:lnTo>
                  <a:pt x="3675641" y="145412"/>
                </a:lnTo>
                <a:lnTo>
                  <a:pt x="3676631" y="144931"/>
                </a:lnTo>
                <a:lnTo>
                  <a:pt x="3677613" y="144427"/>
                </a:lnTo>
                <a:lnTo>
                  <a:pt x="3678588" y="143901"/>
                </a:lnTo>
                <a:lnTo>
                  <a:pt x="3679549" y="143355"/>
                </a:lnTo>
                <a:lnTo>
                  <a:pt x="3680491" y="142791"/>
                </a:lnTo>
                <a:lnTo>
                  <a:pt x="3681414" y="142208"/>
                </a:lnTo>
                <a:lnTo>
                  <a:pt x="3682318" y="141608"/>
                </a:lnTo>
                <a:lnTo>
                  <a:pt x="3683202" y="140989"/>
                </a:lnTo>
                <a:lnTo>
                  <a:pt x="3684067" y="140353"/>
                </a:lnTo>
                <a:lnTo>
                  <a:pt x="3684913" y="139698"/>
                </a:lnTo>
                <a:lnTo>
                  <a:pt x="3685739" y="139025"/>
                </a:lnTo>
                <a:lnTo>
                  <a:pt x="3686546" y="138334"/>
                </a:lnTo>
                <a:lnTo>
                  <a:pt x="3687334" y="137625"/>
                </a:lnTo>
                <a:lnTo>
                  <a:pt x="3688103" y="136898"/>
                </a:lnTo>
                <a:lnTo>
                  <a:pt x="3688852" y="136153"/>
                </a:lnTo>
                <a:lnTo>
                  <a:pt x="3689582" y="135390"/>
                </a:lnTo>
                <a:lnTo>
                  <a:pt x="3690293" y="134609"/>
                </a:lnTo>
                <a:lnTo>
                  <a:pt x="3690984" y="133809"/>
                </a:lnTo>
                <a:lnTo>
                  <a:pt x="3691657" y="132992"/>
                </a:lnTo>
                <a:lnTo>
                  <a:pt x="3692309" y="132157"/>
                </a:lnTo>
                <a:lnTo>
                  <a:pt x="3692943" y="131303"/>
                </a:lnTo>
                <a:lnTo>
                  <a:pt x="3693557" y="130431"/>
                </a:lnTo>
                <a:lnTo>
                  <a:pt x="3694152" y="129542"/>
                </a:lnTo>
                <a:lnTo>
                  <a:pt x="3694728" y="128634"/>
                </a:lnTo>
                <a:lnTo>
                  <a:pt x="3695285" y="127708"/>
                </a:lnTo>
                <a:lnTo>
                  <a:pt x="3695822" y="126764"/>
                </a:lnTo>
                <a:lnTo>
                  <a:pt x="3696340" y="125802"/>
                </a:lnTo>
                <a:lnTo>
                  <a:pt x="3696837" y="124816"/>
                </a:lnTo>
                <a:lnTo>
                  <a:pt x="3697314" y="123800"/>
                </a:lnTo>
                <a:lnTo>
                  <a:pt x="3697769" y="122753"/>
                </a:lnTo>
                <a:lnTo>
                  <a:pt x="3698203" y="121677"/>
                </a:lnTo>
                <a:lnTo>
                  <a:pt x="3698616" y="120570"/>
                </a:lnTo>
                <a:lnTo>
                  <a:pt x="3699008" y="119433"/>
                </a:lnTo>
                <a:lnTo>
                  <a:pt x="3699379" y="118266"/>
                </a:lnTo>
                <a:lnTo>
                  <a:pt x="3699728" y="117069"/>
                </a:lnTo>
                <a:lnTo>
                  <a:pt x="3700056" y="115842"/>
                </a:lnTo>
                <a:lnTo>
                  <a:pt x="3700364" y="114585"/>
                </a:lnTo>
                <a:lnTo>
                  <a:pt x="3700649" y="113297"/>
                </a:lnTo>
                <a:lnTo>
                  <a:pt x="3700914" y="111980"/>
                </a:lnTo>
                <a:lnTo>
                  <a:pt x="3701158" y="110632"/>
                </a:lnTo>
                <a:lnTo>
                  <a:pt x="3701380" y="109254"/>
                </a:lnTo>
                <a:lnTo>
                  <a:pt x="3701581" y="107846"/>
                </a:lnTo>
                <a:lnTo>
                  <a:pt x="3701761" y="106408"/>
                </a:lnTo>
                <a:lnTo>
                  <a:pt x="3701920" y="104940"/>
                </a:lnTo>
                <a:lnTo>
                  <a:pt x="3702058" y="103441"/>
                </a:lnTo>
                <a:lnTo>
                  <a:pt x="3702174" y="101913"/>
                </a:lnTo>
                <a:lnTo>
                  <a:pt x="3702270" y="100354"/>
                </a:lnTo>
                <a:lnTo>
                  <a:pt x="3702344" y="98765"/>
                </a:lnTo>
                <a:lnTo>
                  <a:pt x="3702397" y="97147"/>
                </a:lnTo>
                <a:lnTo>
                  <a:pt x="3702428" y="95498"/>
                </a:lnTo>
                <a:lnTo>
                  <a:pt x="3702439" y="93818"/>
                </a:lnTo>
                <a:lnTo>
                  <a:pt x="3702415" y="91746"/>
                </a:lnTo>
                <a:lnTo>
                  <a:pt x="3702343" y="89712"/>
                </a:lnTo>
                <a:lnTo>
                  <a:pt x="3702224" y="87715"/>
                </a:lnTo>
                <a:lnTo>
                  <a:pt x="3702056" y="85756"/>
                </a:lnTo>
                <a:lnTo>
                  <a:pt x="3701841" y="83835"/>
                </a:lnTo>
                <a:lnTo>
                  <a:pt x="3701577" y="81952"/>
                </a:lnTo>
                <a:lnTo>
                  <a:pt x="3701266" y="80106"/>
                </a:lnTo>
                <a:lnTo>
                  <a:pt x="3700907" y="78298"/>
                </a:lnTo>
                <a:lnTo>
                  <a:pt x="3700500" y="76527"/>
                </a:lnTo>
                <a:lnTo>
                  <a:pt x="3700046" y="74795"/>
                </a:lnTo>
                <a:lnTo>
                  <a:pt x="3699543" y="73100"/>
                </a:lnTo>
                <a:lnTo>
                  <a:pt x="3698993" y="71442"/>
                </a:lnTo>
                <a:lnTo>
                  <a:pt x="3698394" y="69823"/>
                </a:lnTo>
                <a:lnTo>
                  <a:pt x="3697748" y="68241"/>
                </a:lnTo>
                <a:lnTo>
                  <a:pt x="3697054" y="66697"/>
                </a:lnTo>
                <a:lnTo>
                  <a:pt x="3696312" y="65190"/>
                </a:lnTo>
                <a:lnTo>
                  <a:pt x="3695522" y="63721"/>
                </a:lnTo>
                <a:lnTo>
                  <a:pt x="3694685" y="62290"/>
                </a:lnTo>
                <a:lnTo>
                  <a:pt x="3693799" y="60897"/>
                </a:lnTo>
                <a:lnTo>
                  <a:pt x="3692866" y="59541"/>
                </a:lnTo>
                <a:lnTo>
                  <a:pt x="3691885" y="58224"/>
                </a:lnTo>
                <a:lnTo>
                  <a:pt x="3690856" y="56943"/>
                </a:lnTo>
                <a:lnTo>
                  <a:pt x="3689779" y="55701"/>
                </a:lnTo>
                <a:lnTo>
                  <a:pt x="3688654" y="54496"/>
                </a:lnTo>
                <a:lnTo>
                  <a:pt x="3687491" y="53335"/>
                </a:lnTo>
                <a:lnTo>
                  <a:pt x="3686301" y="52223"/>
                </a:lnTo>
                <a:lnTo>
                  <a:pt x="3685084" y="51161"/>
                </a:lnTo>
                <a:lnTo>
                  <a:pt x="3683838" y="50148"/>
                </a:lnTo>
                <a:lnTo>
                  <a:pt x="3682566" y="49184"/>
                </a:lnTo>
                <a:lnTo>
                  <a:pt x="3681265" y="48270"/>
                </a:lnTo>
                <a:lnTo>
                  <a:pt x="3679938" y="47405"/>
                </a:lnTo>
                <a:lnTo>
                  <a:pt x="3678582" y="46590"/>
                </a:lnTo>
                <a:lnTo>
                  <a:pt x="3677199" y="45824"/>
                </a:lnTo>
                <a:lnTo>
                  <a:pt x="3675789" y="45107"/>
                </a:lnTo>
                <a:lnTo>
                  <a:pt x="3674351" y="44440"/>
                </a:lnTo>
                <a:lnTo>
                  <a:pt x="3672885" y="43822"/>
                </a:lnTo>
                <a:lnTo>
                  <a:pt x="3671392" y="43254"/>
                </a:lnTo>
                <a:lnTo>
                  <a:pt x="3669871" y="42735"/>
                </a:lnTo>
                <a:lnTo>
                  <a:pt x="3668323" y="42266"/>
                </a:lnTo>
                <a:lnTo>
                  <a:pt x="3666747" y="41846"/>
                </a:lnTo>
                <a:lnTo>
                  <a:pt x="3665144" y="41475"/>
                </a:lnTo>
                <a:lnTo>
                  <a:pt x="3663513" y="41154"/>
                </a:lnTo>
                <a:lnTo>
                  <a:pt x="3661855" y="40882"/>
                </a:lnTo>
                <a:lnTo>
                  <a:pt x="3660169" y="40660"/>
                </a:lnTo>
                <a:lnTo>
                  <a:pt x="3658455" y="40487"/>
                </a:lnTo>
                <a:lnTo>
                  <a:pt x="3656714" y="40363"/>
                </a:lnTo>
                <a:lnTo>
                  <a:pt x="3654946" y="40289"/>
                </a:lnTo>
                <a:lnTo>
                  <a:pt x="3653150" y="40265"/>
                </a:lnTo>
                <a:lnTo>
                  <a:pt x="3651532" y="40285"/>
                </a:lnTo>
                <a:lnTo>
                  <a:pt x="3649935" y="40346"/>
                </a:lnTo>
                <a:lnTo>
                  <a:pt x="3648358" y="40447"/>
                </a:lnTo>
                <a:lnTo>
                  <a:pt x="3646802" y="40590"/>
                </a:lnTo>
                <a:lnTo>
                  <a:pt x="3645267" y="40772"/>
                </a:lnTo>
                <a:lnTo>
                  <a:pt x="3643753" y="40996"/>
                </a:lnTo>
                <a:lnTo>
                  <a:pt x="3642259" y="41260"/>
                </a:lnTo>
                <a:lnTo>
                  <a:pt x="3640786" y="41565"/>
                </a:lnTo>
                <a:lnTo>
                  <a:pt x="3639333" y="41910"/>
                </a:lnTo>
                <a:lnTo>
                  <a:pt x="3637902" y="42296"/>
                </a:lnTo>
                <a:lnTo>
                  <a:pt x="3636490" y="42723"/>
                </a:lnTo>
                <a:lnTo>
                  <a:pt x="3635100" y="43190"/>
                </a:lnTo>
                <a:lnTo>
                  <a:pt x="3633730" y="43698"/>
                </a:lnTo>
                <a:lnTo>
                  <a:pt x="3632381" y="44247"/>
                </a:lnTo>
                <a:lnTo>
                  <a:pt x="3631052" y="44836"/>
                </a:lnTo>
                <a:lnTo>
                  <a:pt x="3629745" y="45466"/>
                </a:lnTo>
                <a:lnTo>
                  <a:pt x="3628457" y="46136"/>
                </a:lnTo>
                <a:lnTo>
                  <a:pt x="3627191" y="46847"/>
                </a:lnTo>
                <a:lnTo>
                  <a:pt x="3625945" y="47599"/>
                </a:lnTo>
                <a:lnTo>
                  <a:pt x="3624720" y="48391"/>
                </a:lnTo>
                <a:lnTo>
                  <a:pt x="3623515" y="49224"/>
                </a:lnTo>
                <a:lnTo>
                  <a:pt x="3622331" y="50098"/>
                </a:lnTo>
                <a:lnTo>
                  <a:pt x="3621168" y="51012"/>
                </a:lnTo>
                <a:lnTo>
                  <a:pt x="3620026" y="51967"/>
                </a:lnTo>
                <a:lnTo>
                  <a:pt x="3618698" y="53167"/>
                </a:lnTo>
                <a:lnTo>
                  <a:pt x="3617428" y="54420"/>
                </a:lnTo>
                <a:lnTo>
                  <a:pt x="3616214" y="55725"/>
                </a:lnTo>
                <a:lnTo>
                  <a:pt x="3615056" y="57083"/>
                </a:lnTo>
                <a:lnTo>
                  <a:pt x="3613955" y="58493"/>
                </a:lnTo>
                <a:lnTo>
                  <a:pt x="3612910" y="59957"/>
                </a:lnTo>
                <a:lnTo>
                  <a:pt x="3611922" y="61473"/>
                </a:lnTo>
                <a:lnTo>
                  <a:pt x="3610990" y="63041"/>
                </a:lnTo>
                <a:lnTo>
                  <a:pt x="3610114" y="64663"/>
                </a:lnTo>
                <a:lnTo>
                  <a:pt x="3609295" y="66337"/>
                </a:lnTo>
                <a:lnTo>
                  <a:pt x="3608533" y="68064"/>
                </a:lnTo>
                <a:lnTo>
                  <a:pt x="3607827" y="69843"/>
                </a:lnTo>
                <a:lnTo>
                  <a:pt x="3607178" y="71675"/>
                </a:lnTo>
                <a:lnTo>
                  <a:pt x="3606585" y="73560"/>
                </a:lnTo>
                <a:lnTo>
                  <a:pt x="3606048" y="75498"/>
                </a:lnTo>
                <a:lnTo>
                  <a:pt x="3605568" y="77488"/>
                </a:lnTo>
                <a:lnTo>
                  <a:pt x="3605145" y="79531"/>
                </a:lnTo>
                <a:lnTo>
                  <a:pt x="3604778" y="81626"/>
                </a:lnTo>
                <a:lnTo>
                  <a:pt x="3604467" y="83774"/>
                </a:lnTo>
                <a:lnTo>
                  <a:pt x="3604213" y="85975"/>
                </a:lnTo>
                <a:lnTo>
                  <a:pt x="3604015" y="88229"/>
                </a:lnTo>
                <a:lnTo>
                  <a:pt x="3603874" y="90535"/>
                </a:lnTo>
                <a:lnTo>
                  <a:pt x="3603789" y="92894"/>
                </a:lnTo>
                <a:lnTo>
                  <a:pt x="3603761" y="95306"/>
                </a:lnTo>
                <a:lnTo>
                  <a:pt x="3603785" y="97507"/>
                </a:lnTo>
                <a:lnTo>
                  <a:pt x="3603856" y="99666"/>
                </a:lnTo>
                <a:lnTo>
                  <a:pt x="3603974" y="101780"/>
                </a:lnTo>
                <a:lnTo>
                  <a:pt x="3604140" y="103851"/>
                </a:lnTo>
                <a:lnTo>
                  <a:pt x="3604353" y="105879"/>
                </a:lnTo>
                <a:lnTo>
                  <a:pt x="3604613" y="107864"/>
                </a:lnTo>
                <a:lnTo>
                  <a:pt x="3604921" y="109805"/>
                </a:lnTo>
                <a:close/>
                <a:moveTo>
                  <a:pt x="3622859" y="84364"/>
                </a:moveTo>
                <a:lnTo>
                  <a:pt x="3623089" y="82949"/>
                </a:lnTo>
                <a:lnTo>
                  <a:pt x="3623349" y="81570"/>
                </a:lnTo>
                <a:lnTo>
                  <a:pt x="3623641" y="80226"/>
                </a:lnTo>
                <a:lnTo>
                  <a:pt x="3623962" y="78917"/>
                </a:lnTo>
                <a:lnTo>
                  <a:pt x="3624315" y="77644"/>
                </a:lnTo>
                <a:lnTo>
                  <a:pt x="3624698" y="76406"/>
                </a:lnTo>
                <a:lnTo>
                  <a:pt x="3625112" y="75203"/>
                </a:lnTo>
                <a:lnTo>
                  <a:pt x="3625556" y="74036"/>
                </a:lnTo>
                <a:lnTo>
                  <a:pt x="3626031" y="72904"/>
                </a:lnTo>
                <a:lnTo>
                  <a:pt x="3626537" y="71807"/>
                </a:lnTo>
                <a:lnTo>
                  <a:pt x="3627073" y="70746"/>
                </a:lnTo>
                <a:lnTo>
                  <a:pt x="3627640" y="69720"/>
                </a:lnTo>
                <a:lnTo>
                  <a:pt x="3628238" y="68729"/>
                </a:lnTo>
                <a:lnTo>
                  <a:pt x="3628866" y="67774"/>
                </a:lnTo>
                <a:lnTo>
                  <a:pt x="3629525" y="66854"/>
                </a:lnTo>
                <a:lnTo>
                  <a:pt x="3630214" y="65969"/>
                </a:lnTo>
                <a:lnTo>
                  <a:pt x="3630935" y="65120"/>
                </a:lnTo>
                <a:lnTo>
                  <a:pt x="3631678" y="64306"/>
                </a:lnTo>
                <a:lnTo>
                  <a:pt x="3632437" y="63526"/>
                </a:lnTo>
                <a:lnTo>
                  <a:pt x="3633213" y="62781"/>
                </a:lnTo>
                <a:lnTo>
                  <a:pt x="3634004" y="62071"/>
                </a:lnTo>
                <a:lnTo>
                  <a:pt x="3634810" y="61395"/>
                </a:lnTo>
                <a:lnTo>
                  <a:pt x="3635633" y="60754"/>
                </a:lnTo>
                <a:lnTo>
                  <a:pt x="3636472" y="60148"/>
                </a:lnTo>
                <a:lnTo>
                  <a:pt x="3637326" y="59576"/>
                </a:lnTo>
                <a:lnTo>
                  <a:pt x="3638196" y="59039"/>
                </a:lnTo>
                <a:lnTo>
                  <a:pt x="3639082" y="58536"/>
                </a:lnTo>
                <a:lnTo>
                  <a:pt x="3639984" y="58069"/>
                </a:lnTo>
                <a:lnTo>
                  <a:pt x="3640902" y="57635"/>
                </a:lnTo>
                <a:lnTo>
                  <a:pt x="3641835" y="57237"/>
                </a:lnTo>
                <a:lnTo>
                  <a:pt x="3642785" y="56873"/>
                </a:lnTo>
                <a:lnTo>
                  <a:pt x="3643750" y="56544"/>
                </a:lnTo>
                <a:lnTo>
                  <a:pt x="3644731" y="56249"/>
                </a:lnTo>
                <a:lnTo>
                  <a:pt x="3645728" y="55990"/>
                </a:lnTo>
                <a:lnTo>
                  <a:pt x="3646740" y="55764"/>
                </a:lnTo>
                <a:lnTo>
                  <a:pt x="3647769" y="55574"/>
                </a:lnTo>
                <a:lnTo>
                  <a:pt x="3648813" y="55418"/>
                </a:lnTo>
                <a:lnTo>
                  <a:pt x="3649874" y="55297"/>
                </a:lnTo>
                <a:lnTo>
                  <a:pt x="3650950" y="55210"/>
                </a:lnTo>
                <a:lnTo>
                  <a:pt x="3652042" y="55158"/>
                </a:lnTo>
                <a:lnTo>
                  <a:pt x="3653150" y="55141"/>
                </a:lnTo>
                <a:lnTo>
                  <a:pt x="3654241" y="55158"/>
                </a:lnTo>
                <a:lnTo>
                  <a:pt x="3655318" y="55210"/>
                </a:lnTo>
                <a:lnTo>
                  <a:pt x="3656380" y="55297"/>
                </a:lnTo>
                <a:lnTo>
                  <a:pt x="3657426" y="55419"/>
                </a:lnTo>
                <a:lnTo>
                  <a:pt x="3658458" y="55576"/>
                </a:lnTo>
                <a:lnTo>
                  <a:pt x="3659475" y="55767"/>
                </a:lnTo>
                <a:lnTo>
                  <a:pt x="3660477" y="55994"/>
                </a:lnTo>
                <a:lnTo>
                  <a:pt x="3661464" y="56255"/>
                </a:lnTo>
                <a:lnTo>
                  <a:pt x="3662436" y="56551"/>
                </a:lnTo>
                <a:lnTo>
                  <a:pt x="3663392" y="56882"/>
                </a:lnTo>
                <a:lnTo>
                  <a:pt x="3664334" y="57247"/>
                </a:lnTo>
                <a:lnTo>
                  <a:pt x="3665261" y="57648"/>
                </a:lnTo>
                <a:lnTo>
                  <a:pt x="3666173" y="58083"/>
                </a:lnTo>
                <a:lnTo>
                  <a:pt x="3667070" y="58553"/>
                </a:lnTo>
                <a:lnTo>
                  <a:pt x="3667952" y="59058"/>
                </a:lnTo>
                <a:lnTo>
                  <a:pt x="3668819" y="59598"/>
                </a:lnTo>
                <a:lnTo>
                  <a:pt x="3669671" y="60173"/>
                </a:lnTo>
                <a:lnTo>
                  <a:pt x="3670508" y="60782"/>
                </a:lnTo>
                <a:lnTo>
                  <a:pt x="3671330" y="61426"/>
                </a:lnTo>
                <a:lnTo>
                  <a:pt x="3672137" y="62105"/>
                </a:lnTo>
                <a:lnTo>
                  <a:pt x="3672929" y="62819"/>
                </a:lnTo>
                <a:lnTo>
                  <a:pt x="3673706" y="63568"/>
                </a:lnTo>
                <a:lnTo>
                  <a:pt x="3674469" y="64351"/>
                </a:lnTo>
                <a:lnTo>
                  <a:pt x="3675216" y="65170"/>
                </a:lnTo>
                <a:lnTo>
                  <a:pt x="3675940" y="66022"/>
                </a:lnTo>
                <a:lnTo>
                  <a:pt x="3676633" y="66907"/>
                </a:lnTo>
                <a:lnTo>
                  <a:pt x="3677296" y="67824"/>
                </a:lnTo>
                <a:lnTo>
                  <a:pt x="3677928" y="68775"/>
                </a:lnTo>
                <a:lnTo>
                  <a:pt x="3678529" y="69758"/>
                </a:lnTo>
                <a:lnTo>
                  <a:pt x="3679099" y="70774"/>
                </a:lnTo>
                <a:lnTo>
                  <a:pt x="3679638" y="71823"/>
                </a:lnTo>
                <a:lnTo>
                  <a:pt x="3680147" y="72904"/>
                </a:lnTo>
                <a:lnTo>
                  <a:pt x="3680625" y="74018"/>
                </a:lnTo>
                <a:lnTo>
                  <a:pt x="3681071" y="75165"/>
                </a:lnTo>
                <a:lnTo>
                  <a:pt x="3681488" y="76345"/>
                </a:lnTo>
                <a:lnTo>
                  <a:pt x="3681873" y="77558"/>
                </a:lnTo>
                <a:lnTo>
                  <a:pt x="3682227" y="78803"/>
                </a:lnTo>
                <a:lnTo>
                  <a:pt x="3682551" y="80081"/>
                </a:lnTo>
                <a:lnTo>
                  <a:pt x="3682844" y="81392"/>
                </a:lnTo>
                <a:lnTo>
                  <a:pt x="3683106" y="82736"/>
                </a:lnTo>
                <a:lnTo>
                  <a:pt x="3683337" y="84112"/>
                </a:lnTo>
                <a:lnTo>
                  <a:pt x="3683537" y="85521"/>
                </a:lnTo>
                <a:lnTo>
                  <a:pt x="3683707" y="86963"/>
                </a:lnTo>
                <a:lnTo>
                  <a:pt x="3683845" y="88438"/>
                </a:lnTo>
                <a:lnTo>
                  <a:pt x="3683953" y="89945"/>
                </a:lnTo>
                <a:lnTo>
                  <a:pt x="3684030" y="91486"/>
                </a:lnTo>
                <a:lnTo>
                  <a:pt x="3684076" y="93059"/>
                </a:lnTo>
                <a:lnTo>
                  <a:pt x="3684092" y="94664"/>
                </a:lnTo>
                <a:lnTo>
                  <a:pt x="3684076" y="96367"/>
                </a:lnTo>
                <a:lnTo>
                  <a:pt x="3684031" y="98033"/>
                </a:lnTo>
                <a:lnTo>
                  <a:pt x="3683954" y="99662"/>
                </a:lnTo>
                <a:lnTo>
                  <a:pt x="3683847" y="101254"/>
                </a:lnTo>
                <a:lnTo>
                  <a:pt x="3683709" y="102810"/>
                </a:lnTo>
                <a:lnTo>
                  <a:pt x="3683540" y="104329"/>
                </a:lnTo>
                <a:lnTo>
                  <a:pt x="3683341" y="105811"/>
                </a:lnTo>
                <a:lnTo>
                  <a:pt x="3683111" y="107256"/>
                </a:lnTo>
                <a:lnTo>
                  <a:pt x="3682851" y="108665"/>
                </a:lnTo>
                <a:lnTo>
                  <a:pt x="3682559" y="110037"/>
                </a:lnTo>
                <a:lnTo>
                  <a:pt x="3682238" y="111373"/>
                </a:lnTo>
                <a:lnTo>
                  <a:pt x="3681885" y="112672"/>
                </a:lnTo>
                <a:lnTo>
                  <a:pt x="3681502" y="113934"/>
                </a:lnTo>
                <a:lnTo>
                  <a:pt x="3681088" y="115159"/>
                </a:lnTo>
                <a:lnTo>
                  <a:pt x="3680644" y="116347"/>
                </a:lnTo>
                <a:lnTo>
                  <a:pt x="3680169" y="117499"/>
                </a:lnTo>
                <a:lnTo>
                  <a:pt x="3679663" y="118614"/>
                </a:lnTo>
                <a:lnTo>
                  <a:pt x="3679127" y="119693"/>
                </a:lnTo>
                <a:lnTo>
                  <a:pt x="3678560" y="120735"/>
                </a:lnTo>
                <a:lnTo>
                  <a:pt x="3677962" y="121740"/>
                </a:lnTo>
                <a:lnTo>
                  <a:pt x="3677334" y="122708"/>
                </a:lnTo>
                <a:lnTo>
                  <a:pt x="3676675" y="123640"/>
                </a:lnTo>
                <a:lnTo>
                  <a:pt x="3675986" y="124535"/>
                </a:lnTo>
                <a:lnTo>
                  <a:pt x="3675265" y="125393"/>
                </a:lnTo>
                <a:lnTo>
                  <a:pt x="3674522" y="126215"/>
                </a:lnTo>
                <a:lnTo>
                  <a:pt x="3673763" y="127003"/>
                </a:lnTo>
                <a:lnTo>
                  <a:pt x="3672989" y="127755"/>
                </a:lnTo>
                <a:lnTo>
                  <a:pt x="3672199" y="128472"/>
                </a:lnTo>
                <a:lnTo>
                  <a:pt x="3671394" y="129155"/>
                </a:lnTo>
                <a:lnTo>
                  <a:pt x="3670573" y="129802"/>
                </a:lnTo>
                <a:lnTo>
                  <a:pt x="3669737" y="130415"/>
                </a:lnTo>
                <a:lnTo>
                  <a:pt x="3668885" y="130992"/>
                </a:lnTo>
                <a:lnTo>
                  <a:pt x="3668018" y="131534"/>
                </a:lnTo>
                <a:lnTo>
                  <a:pt x="3667135" y="132042"/>
                </a:lnTo>
                <a:lnTo>
                  <a:pt x="3666237" y="132514"/>
                </a:lnTo>
                <a:lnTo>
                  <a:pt x="3665323" y="132952"/>
                </a:lnTo>
                <a:lnTo>
                  <a:pt x="3664394" y="133354"/>
                </a:lnTo>
                <a:lnTo>
                  <a:pt x="3663449" y="133722"/>
                </a:lnTo>
                <a:lnTo>
                  <a:pt x="3662489" y="134054"/>
                </a:lnTo>
                <a:lnTo>
                  <a:pt x="3661513" y="134352"/>
                </a:lnTo>
                <a:lnTo>
                  <a:pt x="3660522" y="134614"/>
                </a:lnTo>
                <a:lnTo>
                  <a:pt x="3659515" y="134842"/>
                </a:lnTo>
                <a:lnTo>
                  <a:pt x="3658493" y="135034"/>
                </a:lnTo>
                <a:lnTo>
                  <a:pt x="3657455" y="135191"/>
                </a:lnTo>
                <a:lnTo>
                  <a:pt x="3656402" y="135314"/>
                </a:lnTo>
                <a:lnTo>
                  <a:pt x="3655333" y="135401"/>
                </a:lnTo>
                <a:lnTo>
                  <a:pt x="3654249" y="135454"/>
                </a:lnTo>
                <a:lnTo>
                  <a:pt x="3653150" y="135471"/>
                </a:lnTo>
                <a:lnTo>
                  <a:pt x="3652042" y="135454"/>
                </a:lnTo>
                <a:lnTo>
                  <a:pt x="3650950" y="135402"/>
                </a:lnTo>
                <a:lnTo>
                  <a:pt x="3649874" y="135315"/>
                </a:lnTo>
                <a:lnTo>
                  <a:pt x="3648813" y="135193"/>
                </a:lnTo>
                <a:lnTo>
                  <a:pt x="3647769" y="135036"/>
                </a:lnTo>
                <a:lnTo>
                  <a:pt x="3646740" y="134845"/>
                </a:lnTo>
                <a:lnTo>
                  <a:pt x="3645728" y="134618"/>
                </a:lnTo>
                <a:lnTo>
                  <a:pt x="3644731" y="134357"/>
                </a:lnTo>
                <a:lnTo>
                  <a:pt x="3643750" y="134061"/>
                </a:lnTo>
                <a:lnTo>
                  <a:pt x="3642785" y="133730"/>
                </a:lnTo>
                <a:lnTo>
                  <a:pt x="3641835" y="133365"/>
                </a:lnTo>
                <a:lnTo>
                  <a:pt x="3640902" y="132964"/>
                </a:lnTo>
                <a:lnTo>
                  <a:pt x="3639984" y="132529"/>
                </a:lnTo>
                <a:lnTo>
                  <a:pt x="3639082" y="132059"/>
                </a:lnTo>
                <a:lnTo>
                  <a:pt x="3638196" y="131554"/>
                </a:lnTo>
                <a:lnTo>
                  <a:pt x="3637326" y="131014"/>
                </a:lnTo>
                <a:lnTo>
                  <a:pt x="3636472" y="130440"/>
                </a:lnTo>
                <a:lnTo>
                  <a:pt x="3635633" y="129830"/>
                </a:lnTo>
                <a:lnTo>
                  <a:pt x="3634810" y="129186"/>
                </a:lnTo>
                <a:lnTo>
                  <a:pt x="3634004" y="128507"/>
                </a:lnTo>
                <a:lnTo>
                  <a:pt x="3633213" y="127793"/>
                </a:lnTo>
                <a:lnTo>
                  <a:pt x="3632437" y="127044"/>
                </a:lnTo>
                <a:lnTo>
                  <a:pt x="3631678" y="126261"/>
                </a:lnTo>
                <a:lnTo>
                  <a:pt x="3630935" y="125442"/>
                </a:lnTo>
                <a:lnTo>
                  <a:pt x="3630214" y="124589"/>
                </a:lnTo>
                <a:lnTo>
                  <a:pt x="3629525" y="123701"/>
                </a:lnTo>
                <a:lnTo>
                  <a:pt x="3628866" y="122777"/>
                </a:lnTo>
                <a:lnTo>
                  <a:pt x="3628238" y="121818"/>
                </a:lnTo>
                <a:lnTo>
                  <a:pt x="3627640" y="120824"/>
                </a:lnTo>
                <a:lnTo>
                  <a:pt x="3627073" y="119795"/>
                </a:lnTo>
                <a:lnTo>
                  <a:pt x="3626537" y="118731"/>
                </a:lnTo>
                <a:lnTo>
                  <a:pt x="3626031" y="117631"/>
                </a:lnTo>
                <a:lnTo>
                  <a:pt x="3625556" y="116496"/>
                </a:lnTo>
                <a:lnTo>
                  <a:pt x="3625112" y="115327"/>
                </a:lnTo>
                <a:lnTo>
                  <a:pt x="3624698" y="114122"/>
                </a:lnTo>
                <a:lnTo>
                  <a:pt x="3624315" y="112881"/>
                </a:lnTo>
                <a:lnTo>
                  <a:pt x="3623962" y="111606"/>
                </a:lnTo>
                <a:lnTo>
                  <a:pt x="3623641" y="110296"/>
                </a:lnTo>
                <a:lnTo>
                  <a:pt x="3623349" y="108950"/>
                </a:lnTo>
                <a:lnTo>
                  <a:pt x="3623089" y="107569"/>
                </a:lnTo>
                <a:lnTo>
                  <a:pt x="3622859" y="106153"/>
                </a:lnTo>
                <a:lnTo>
                  <a:pt x="3622660" y="104702"/>
                </a:lnTo>
                <a:lnTo>
                  <a:pt x="3622491" y="103216"/>
                </a:lnTo>
                <a:lnTo>
                  <a:pt x="3622353" y="101694"/>
                </a:lnTo>
                <a:lnTo>
                  <a:pt x="3622246" y="100137"/>
                </a:lnTo>
                <a:lnTo>
                  <a:pt x="3622169" y="98546"/>
                </a:lnTo>
                <a:lnTo>
                  <a:pt x="3622124" y="96919"/>
                </a:lnTo>
                <a:lnTo>
                  <a:pt x="3622108" y="95256"/>
                </a:lnTo>
                <a:lnTo>
                  <a:pt x="3622124" y="93594"/>
                </a:lnTo>
                <a:lnTo>
                  <a:pt x="3622169" y="91968"/>
                </a:lnTo>
                <a:lnTo>
                  <a:pt x="3622246" y="90376"/>
                </a:lnTo>
                <a:lnTo>
                  <a:pt x="3622353" y="88820"/>
                </a:lnTo>
                <a:lnTo>
                  <a:pt x="3622491" y="87299"/>
                </a:lnTo>
                <a:lnTo>
                  <a:pt x="3622660" y="85814"/>
                </a:lnTo>
                <a:lnTo>
                  <a:pt x="3622859" y="84364"/>
                </a:lnTo>
                <a:close/>
                <a:moveTo>
                  <a:pt x="3473466" y="83171"/>
                </a:moveTo>
                <a:lnTo>
                  <a:pt x="3472794" y="83073"/>
                </a:lnTo>
                <a:lnTo>
                  <a:pt x="3472139" y="82966"/>
                </a:lnTo>
                <a:lnTo>
                  <a:pt x="3471500" y="82848"/>
                </a:lnTo>
                <a:lnTo>
                  <a:pt x="3470877" y="82721"/>
                </a:lnTo>
                <a:lnTo>
                  <a:pt x="3470271" y="82583"/>
                </a:lnTo>
                <a:lnTo>
                  <a:pt x="3469680" y="82435"/>
                </a:lnTo>
                <a:lnTo>
                  <a:pt x="3469106" y="82276"/>
                </a:lnTo>
                <a:lnTo>
                  <a:pt x="3468548" y="82108"/>
                </a:lnTo>
                <a:lnTo>
                  <a:pt x="3468006" y="81929"/>
                </a:lnTo>
                <a:lnTo>
                  <a:pt x="3467481" y="81740"/>
                </a:lnTo>
                <a:lnTo>
                  <a:pt x="3466971" y="81542"/>
                </a:lnTo>
                <a:lnTo>
                  <a:pt x="3466478" y="81332"/>
                </a:lnTo>
                <a:lnTo>
                  <a:pt x="3466001" y="81113"/>
                </a:lnTo>
                <a:lnTo>
                  <a:pt x="3465540" y="80884"/>
                </a:lnTo>
                <a:lnTo>
                  <a:pt x="3465095" y="80644"/>
                </a:lnTo>
                <a:lnTo>
                  <a:pt x="3464667" y="80394"/>
                </a:lnTo>
                <a:lnTo>
                  <a:pt x="3464254" y="80134"/>
                </a:lnTo>
                <a:lnTo>
                  <a:pt x="3463858" y="79864"/>
                </a:lnTo>
                <a:lnTo>
                  <a:pt x="3463478" y="79584"/>
                </a:lnTo>
                <a:lnTo>
                  <a:pt x="3463110" y="79290"/>
                </a:lnTo>
                <a:lnTo>
                  <a:pt x="3462750" y="78981"/>
                </a:lnTo>
                <a:lnTo>
                  <a:pt x="3462398" y="78656"/>
                </a:lnTo>
                <a:lnTo>
                  <a:pt x="3462054" y="78316"/>
                </a:lnTo>
                <a:lnTo>
                  <a:pt x="3461718" y="77960"/>
                </a:lnTo>
                <a:lnTo>
                  <a:pt x="3461389" y="77588"/>
                </a:lnTo>
                <a:lnTo>
                  <a:pt x="3461069" y="77200"/>
                </a:lnTo>
                <a:lnTo>
                  <a:pt x="3460756" y="76797"/>
                </a:lnTo>
                <a:lnTo>
                  <a:pt x="3460452" y="76378"/>
                </a:lnTo>
                <a:lnTo>
                  <a:pt x="3460155" y="75944"/>
                </a:lnTo>
                <a:lnTo>
                  <a:pt x="3459866" y="75493"/>
                </a:lnTo>
                <a:lnTo>
                  <a:pt x="3459586" y="75027"/>
                </a:lnTo>
                <a:lnTo>
                  <a:pt x="3459313" y="74546"/>
                </a:lnTo>
                <a:lnTo>
                  <a:pt x="3459048" y="74048"/>
                </a:lnTo>
                <a:lnTo>
                  <a:pt x="3458791" y="73535"/>
                </a:lnTo>
                <a:lnTo>
                  <a:pt x="3458541" y="73007"/>
                </a:lnTo>
                <a:lnTo>
                  <a:pt x="3458300" y="72462"/>
                </a:lnTo>
                <a:lnTo>
                  <a:pt x="3458067" y="71902"/>
                </a:lnTo>
                <a:lnTo>
                  <a:pt x="3457842" y="71327"/>
                </a:lnTo>
                <a:lnTo>
                  <a:pt x="3457624" y="70735"/>
                </a:lnTo>
                <a:lnTo>
                  <a:pt x="3457415" y="70128"/>
                </a:lnTo>
                <a:lnTo>
                  <a:pt x="3457213" y="69505"/>
                </a:lnTo>
                <a:lnTo>
                  <a:pt x="3457019" y="68867"/>
                </a:lnTo>
                <a:lnTo>
                  <a:pt x="3456833" y="68213"/>
                </a:lnTo>
                <a:lnTo>
                  <a:pt x="3456712" y="67728"/>
                </a:lnTo>
                <a:lnTo>
                  <a:pt x="3456596" y="67199"/>
                </a:lnTo>
                <a:lnTo>
                  <a:pt x="3456485" y="66626"/>
                </a:lnTo>
                <a:lnTo>
                  <a:pt x="3456379" y="66009"/>
                </a:lnTo>
                <a:lnTo>
                  <a:pt x="3456278" y="65349"/>
                </a:lnTo>
                <a:lnTo>
                  <a:pt x="3456183" y="64645"/>
                </a:lnTo>
                <a:lnTo>
                  <a:pt x="3456092" y="63897"/>
                </a:lnTo>
                <a:lnTo>
                  <a:pt x="3456007" y="63105"/>
                </a:lnTo>
                <a:lnTo>
                  <a:pt x="3455927" y="62270"/>
                </a:lnTo>
                <a:lnTo>
                  <a:pt x="3455852" y="61390"/>
                </a:lnTo>
                <a:lnTo>
                  <a:pt x="3455782" y="60467"/>
                </a:lnTo>
                <a:lnTo>
                  <a:pt x="3455718" y="59500"/>
                </a:lnTo>
                <a:lnTo>
                  <a:pt x="3455658" y="58490"/>
                </a:lnTo>
                <a:lnTo>
                  <a:pt x="3455604" y="57435"/>
                </a:lnTo>
                <a:lnTo>
                  <a:pt x="3455555" y="56337"/>
                </a:lnTo>
                <a:lnTo>
                  <a:pt x="3455511" y="55195"/>
                </a:lnTo>
                <a:lnTo>
                  <a:pt x="3455472" y="54009"/>
                </a:lnTo>
                <a:lnTo>
                  <a:pt x="3455439" y="52780"/>
                </a:lnTo>
                <a:lnTo>
                  <a:pt x="3455410" y="51506"/>
                </a:lnTo>
                <a:lnTo>
                  <a:pt x="3455387" y="50189"/>
                </a:lnTo>
                <a:lnTo>
                  <a:pt x="3455369" y="48828"/>
                </a:lnTo>
                <a:lnTo>
                  <a:pt x="3455356" y="47423"/>
                </a:lnTo>
                <a:lnTo>
                  <a:pt x="3455348" y="45975"/>
                </a:lnTo>
                <a:lnTo>
                  <a:pt x="3455346" y="44483"/>
                </a:lnTo>
                <a:lnTo>
                  <a:pt x="3455343" y="43190"/>
                </a:lnTo>
                <a:lnTo>
                  <a:pt x="3455334" y="41926"/>
                </a:lnTo>
                <a:lnTo>
                  <a:pt x="3455319" y="40692"/>
                </a:lnTo>
                <a:lnTo>
                  <a:pt x="3455298" y="39486"/>
                </a:lnTo>
                <a:lnTo>
                  <a:pt x="3455270" y="38310"/>
                </a:lnTo>
                <a:lnTo>
                  <a:pt x="3455237" y="37163"/>
                </a:lnTo>
                <a:lnTo>
                  <a:pt x="3455198" y="36045"/>
                </a:lnTo>
                <a:lnTo>
                  <a:pt x="3455153" y="34956"/>
                </a:lnTo>
                <a:lnTo>
                  <a:pt x="3455102" y="33896"/>
                </a:lnTo>
                <a:lnTo>
                  <a:pt x="3455045" y="32866"/>
                </a:lnTo>
                <a:lnTo>
                  <a:pt x="3454981" y="31864"/>
                </a:lnTo>
                <a:lnTo>
                  <a:pt x="3454912" y="30892"/>
                </a:lnTo>
                <a:lnTo>
                  <a:pt x="3454837" y="29949"/>
                </a:lnTo>
                <a:lnTo>
                  <a:pt x="3454755" y="29035"/>
                </a:lnTo>
                <a:lnTo>
                  <a:pt x="3454668" y="28150"/>
                </a:lnTo>
                <a:lnTo>
                  <a:pt x="3454574" y="27294"/>
                </a:lnTo>
                <a:lnTo>
                  <a:pt x="3454475" y="26467"/>
                </a:lnTo>
                <a:lnTo>
                  <a:pt x="3454370" y="25670"/>
                </a:lnTo>
                <a:lnTo>
                  <a:pt x="3454258" y="24901"/>
                </a:lnTo>
                <a:lnTo>
                  <a:pt x="3454141" y="24162"/>
                </a:lnTo>
                <a:lnTo>
                  <a:pt x="3454017" y="23452"/>
                </a:lnTo>
                <a:lnTo>
                  <a:pt x="3453887" y="22771"/>
                </a:lnTo>
                <a:lnTo>
                  <a:pt x="3453752" y="22119"/>
                </a:lnTo>
                <a:lnTo>
                  <a:pt x="3453610" y="21496"/>
                </a:lnTo>
                <a:lnTo>
                  <a:pt x="3453460" y="20892"/>
                </a:lnTo>
                <a:lnTo>
                  <a:pt x="3453299" y="20295"/>
                </a:lnTo>
                <a:lnTo>
                  <a:pt x="3453128" y="19707"/>
                </a:lnTo>
                <a:lnTo>
                  <a:pt x="3452945" y="19127"/>
                </a:lnTo>
                <a:lnTo>
                  <a:pt x="3452752" y="18554"/>
                </a:lnTo>
                <a:lnTo>
                  <a:pt x="3452547" y="17990"/>
                </a:lnTo>
                <a:lnTo>
                  <a:pt x="3452332" y="17433"/>
                </a:lnTo>
                <a:lnTo>
                  <a:pt x="3452106" y="16884"/>
                </a:lnTo>
                <a:lnTo>
                  <a:pt x="3451869" y="16344"/>
                </a:lnTo>
                <a:lnTo>
                  <a:pt x="3451622" y="15811"/>
                </a:lnTo>
                <a:lnTo>
                  <a:pt x="3451363" y="15286"/>
                </a:lnTo>
                <a:lnTo>
                  <a:pt x="3451094" y="14769"/>
                </a:lnTo>
                <a:lnTo>
                  <a:pt x="3450814" y="14260"/>
                </a:lnTo>
                <a:lnTo>
                  <a:pt x="3450522" y="13759"/>
                </a:lnTo>
                <a:lnTo>
                  <a:pt x="3450221" y="13266"/>
                </a:lnTo>
                <a:lnTo>
                  <a:pt x="3449908" y="12781"/>
                </a:lnTo>
                <a:lnTo>
                  <a:pt x="3449584" y="12304"/>
                </a:lnTo>
                <a:lnTo>
                  <a:pt x="3449250" y="11835"/>
                </a:lnTo>
                <a:lnTo>
                  <a:pt x="3448904" y="11373"/>
                </a:lnTo>
                <a:lnTo>
                  <a:pt x="3448548" y="10920"/>
                </a:lnTo>
                <a:lnTo>
                  <a:pt x="3448181" y="10475"/>
                </a:lnTo>
                <a:lnTo>
                  <a:pt x="3447803" y="10037"/>
                </a:lnTo>
                <a:lnTo>
                  <a:pt x="3447415" y="9608"/>
                </a:lnTo>
                <a:lnTo>
                  <a:pt x="3447015" y="9186"/>
                </a:lnTo>
                <a:lnTo>
                  <a:pt x="3446606" y="8773"/>
                </a:lnTo>
                <a:lnTo>
                  <a:pt x="3446189" y="8371"/>
                </a:lnTo>
                <a:lnTo>
                  <a:pt x="3445765" y="7978"/>
                </a:lnTo>
                <a:lnTo>
                  <a:pt x="3445332" y="7596"/>
                </a:lnTo>
                <a:lnTo>
                  <a:pt x="3444891" y="7224"/>
                </a:lnTo>
                <a:lnTo>
                  <a:pt x="3444443" y="6862"/>
                </a:lnTo>
                <a:lnTo>
                  <a:pt x="3443986" y="6510"/>
                </a:lnTo>
                <a:lnTo>
                  <a:pt x="3443522" y="6168"/>
                </a:lnTo>
                <a:lnTo>
                  <a:pt x="3443050" y="5837"/>
                </a:lnTo>
                <a:lnTo>
                  <a:pt x="3442570" y="5516"/>
                </a:lnTo>
                <a:lnTo>
                  <a:pt x="3442081" y="5205"/>
                </a:lnTo>
                <a:lnTo>
                  <a:pt x="3441585" y="4904"/>
                </a:lnTo>
                <a:lnTo>
                  <a:pt x="3441081" y="4613"/>
                </a:lnTo>
                <a:lnTo>
                  <a:pt x="3440570" y="4332"/>
                </a:lnTo>
                <a:lnTo>
                  <a:pt x="3440050" y="4062"/>
                </a:lnTo>
                <a:lnTo>
                  <a:pt x="3439522" y="3802"/>
                </a:lnTo>
                <a:lnTo>
                  <a:pt x="3438986" y="3552"/>
                </a:lnTo>
                <a:lnTo>
                  <a:pt x="3438443" y="3312"/>
                </a:lnTo>
                <a:lnTo>
                  <a:pt x="3437891" y="3082"/>
                </a:lnTo>
                <a:lnTo>
                  <a:pt x="3437332" y="2862"/>
                </a:lnTo>
                <a:lnTo>
                  <a:pt x="3436765" y="2653"/>
                </a:lnTo>
                <a:lnTo>
                  <a:pt x="3436189" y="2454"/>
                </a:lnTo>
                <a:lnTo>
                  <a:pt x="3435606" y="2265"/>
                </a:lnTo>
                <a:lnTo>
                  <a:pt x="3435015" y="2086"/>
                </a:lnTo>
                <a:lnTo>
                  <a:pt x="3434409" y="1916"/>
                </a:lnTo>
                <a:lnTo>
                  <a:pt x="3433782" y="1753"/>
                </a:lnTo>
                <a:lnTo>
                  <a:pt x="3433132" y="1597"/>
                </a:lnTo>
                <a:lnTo>
                  <a:pt x="3432461" y="1448"/>
                </a:lnTo>
                <a:lnTo>
                  <a:pt x="3431769" y="1307"/>
                </a:lnTo>
                <a:lnTo>
                  <a:pt x="3431054" y="1173"/>
                </a:lnTo>
                <a:lnTo>
                  <a:pt x="3430318" y="1046"/>
                </a:lnTo>
                <a:lnTo>
                  <a:pt x="3429561" y="927"/>
                </a:lnTo>
                <a:lnTo>
                  <a:pt x="3428781" y="815"/>
                </a:lnTo>
                <a:lnTo>
                  <a:pt x="3427980" y="710"/>
                </a:lnTo>
                <a:lnTo>
                  <a:pt x="3427157" y="612"/>
                </a:lnTo>
                <a:lnTo>
                  <a:pt x="3426313" y="521"/>
                </a:lnTo>
                <a:lnTo>
                  <a:pt x="3425446" y="438"/>
                </a:lnTo>
                <a:lnTo>
                  <a:pt x="3424559" y="362"/>
                </a:lnTo>
                <a:lnTo>
                  <a:pt x="3423649" y="293"/>
                </a:lnTo>
                <a:lnTo>
                  <a:pt x="3422718" y="232"/>
                </a:lnTo>
                <a:lnTo>
                  <a:pt x="3421765" y="177"/>
                </a:lnTo>
                <a:lnTo>
                  <a:pt x="3420790" y="130"/>
                </a:lnTo>
                <a:lnTo>
                  <a:pt x="3419794" y="91"/>
                </a:lnTo>
                <a:lnTo>
                  <a:pt x="3418775" y="58"/>
                </a:lnTo>
                <a:lnTo>
                  <a:pt x="3417736" y="33"/>
                </a:lnTo>
                <a:lnTo>
                  <a:pt x="3416674" y="14"/>
                </a:lnTo>
                <a:lnTo>
                  <a:pt x="3415591" y="4"/>
                </a:lnTo>
                <a:lnTo>
                  <a:pt x="3414486" y="0"/>
                </a:lnTo>
                <a:lnTo>
                  <a:pt x="3409230" y="0"/>
                </a:lnTo>
                <a:lnTo>
                  <a:pt x="3409230" y="23802"/>
                </a:lnTo>
                <a:lnTo>
                  <a:pt x="3410150" y="23804"/>
                </a:lnTo>
                <a:lnTo>
                  <a:pt x="3411042" y="23811"/>
                </a:lnTo>
                <a:lnTo>
                  <a:pt x="3411907" y="23823"/>
                </a:lnTo>
                <a:lnTo>
                  <a:pt x="3412744" y="23839"/>
                </a:lnTo>
                <a:lnTo>
                  <a:pt x="3413553" y="23860"/>
                </a:lnTo>
                <a:lnTo>
                  <a:pt x="3414334" y="23885"/>
                </a:lnTo>
                <a:lnTo>
                  <a:pt x="3415088" y="23916"/>
                </a:lnTo>
                <a:lnTo>
                  <a:pt x="3415814" y="23950"/>
                </a:lnTo>
                <a:lnTo>
                  <a:pt x="3416512" y="23990"/>
                </a:lnTo>
                <a:lnTo>
                  <a:pt x="3417183" y="24034"/>
                </a:lnTo>
                <a:lnTo>
                  <a:pt x="3417826" y="24083"/>
                </a:lnTo>
                <a:lnTo>
                  <a:pt x="3418441" y="24136"/>
                </a:lnTo>
                <a:lnTo>
                  <a:pt x="3419028" y="24195"/>
                </a:lnTo>
                <a:lnTo>
                  <a:pt x="3419588" y="24257"/>
                </a:lnTo>
                <a:lnTo>
                  <a:pt x="3420120" y="24325"/>
                </a:lnTo>
                <a:lnTo>
                  <a:pt x="3420624" y="24397"/>
                </a:lnTo>
                <a:lnTo>
                  <a:pt x="3421100" y="24473"/>
                </a:lnTo>
                <a:lnTo>
                  <a:pt x="3421549" y="24555"/>
                </a:lnTo>
                <a:lnTo>
                  <a:pt x="3421970" y="24641"/>
                </a:lnTo>
                <a:lnTo>
                  <a:pt x="3422364" y="24731"/>
                </a:lnTo>
                <a:lnTo>
                  <a:pt x="3422729" y="24827"/>
                </a:lnTo>
                <a:lnTo>
                  <a:pt x="3423067" y="24927"/>
                </a:lnTo>
                <a:lnTo>
                  <a:pt x="3423377" y="25031"/>
                </a:lnTo>
                <a:lnTo>
                  <a:pt x="3423660" y="25141"/>
                </a:lnTo>
                <a:lnTo>
                  <a:pt x="3423925" y="25254"/>
                </a:lnTo>
                <a:lnTo>
                  <a:pt x="3424183" y="25372"/>
                </a:lnTo>
                <a:lnTo>
                  <a:pt x="3424435" y="25493"/>
                </a:lnTo>
                <a:lnTo>
                  <a:pt x="3424679" y="25619"/>
                </a:lnTo>
                <a:lnTo>
                  <a:pt x="3424917" y="25748"/>
                </a:lnTo>
                <a:lnTo>
                  <a:pt x="3425147" y="25881"/>
                </a:lnTo>
                <a:lnTo>
                  <a:pt x="3425371" y="26019"/>
                </a:lnTo>
                <a:lnTo>
                  <a:pt x="3425588" y="26160"/>
                </a:lnTo>
                <a:lnTo>
                  <a:pt x="3425798" y="26305"/>
                </a:lnTo>
                <a:lnTo>
                  <a:pt x="3426001" y="26454"/>
                </a:lnTo>
                <a:lnTo>
                  <a:pt x="3426198" y="26607"/>
                </a:lnTo>
                <a:lnTo>
                  <a:pt x="3426387" y="26765"/>
                </a:lnTo>
                <a:lnTo>
                  <a:pt x="3426570" y="26926"/>
                </a:lnTo>
                <a:lnTo>
                  <a:pt x="3426745" y="27091"/>
                </a:lnTo>
                <a:lnTo>
                  <a:pt x="3426914" y="27260"/>
                </a:lnTo>
                <a:lnTo>
                  <a:pt x="3427076" y="27433"/>
                </a:lnTo>
                <a:lnTo>
                  <a:pt x="3427231" y="27609"/>
                </a:lnTo>
                <a:lnTo>
                  <a:pt x="3427379" y="27790"/>
                </a:lnTo>
                <a:lnTo>
                  <a:pt x="3427520" y="27975"/>
                </a:lnTo>
                <a:lnTo>
                  <a:pt x="3427654" y="28164"/>
                </a:lnTo>
                <a:lnTo>
                  <a:pt x="3427782" y="28357"/>
                </a:lnTo>
                <a:lnTo>
                  <a:pt x="3427902" y="28553"/>
                </a:lnTo>
                <a:lnTo>
                  <a:pt x="3428016" y="28754"/>
                </a:lnTo>
                <a:lnTo>
                  <a:pt x="3428123" y="28959"/>
                </a:lnTo>
                <a:lnTo>
                  <a:pt x="3428224" y="29174"/>
                </a:lnTo>
                <a:lnTo>
                  <a:pt x="3428321" y="29406"/>
                </a:lnTo>
                <a:lnTo>
                  <a:pt x="3428415" y="29656"/>
                </a:lnTo>
                <a:lnTo>
                  <a:pt x="3428504" y="29923"/>
                </a:lnTo>
                <a:lnTo>
                  <a:pt x="3428590" y="30207"/>
                </a:lnTo>
                <a:lnTo>
                  <a:pt x="3428671" y="30508"/>
                </a:lnTo>
                <a:lnTo>
                  <a:pt x="3428749" y="30827"/>
                </a:lnTo>
                <a:lnTo>
                  <a:pt x="3428822" y="31163"/>
                </a:lnTo>
                <a:lnTo>
                  <a:pt x="3428892" y="31516"/>
                </a:lnTo>
                <a:lnTo>
                  <a:pt x="3428958" y="31886"/>
                </a:lnTo>
                <a:lnTo>
                  <a:pt x="3429019" y="32273"/>
                </a:lnTo>
                <a:lnTo>
                  <a:pt x="3429077" y="32678"/>
                </a:lnTo>
                <a:lnTo>
                  <a:pt x="3429131" y="33100"/>
                </a:lnTo>
                <a:lnTo>
                  <a:pt x="3429181" y="33539"/>
                </a:lnTo>
                <a:lnTo>
                  <a:pt x="3429227" y="33995"/>
                </a:lnTo>
                <a:lnTo>
                  <a:pt x="3429269" y="34468"/>
                </a:lnTo>
                <a:lnTo>
                  <a:pt x="3429307" y="34959"/>
                </a:lnTo>
                <a:lnTo>
                  <a:pt x="3429341" y="35467"/>
                </a:lnTo>
                <a:lnTo>
                  <a:pt x="3429371" y="35992"/>
                </a:lnTo>
                <a:lnTo>
                  <a:pt x="3429397" y="36535"/>
                </a:lnTo>
                <a:lnTo>
                  <a:pt x="3429419" y="37094"/>
                </a:lnTo>
                <a:lnTo>
                  <a:pt x="3429437" y="37671"/>
                </a:lnTo>
                <a:lnTo>
                  <a:pt x="3429451" y="38265"/>
                </a:lnTo>
                <a:lnTo>
                  <a:pt x="3429461" y="38876"/>
                </a:lnTo>
                <a:lnTo>
                  <a:pt x="3429504" y="40814"/>
                </a:lnTo>
                <a:lnTo>
                  <a:pt x="3429548" y="42694"/>
                </a:lnTo>
                <a:lnTo>
                  <a:pt x="3429595" y="44517"/>
                </a:lnTo>
                <a:lnTo>
                  <a:pt x="3429643" y="46281"/>
                </a:lnTo>
                <a:lnTo>
                  <a:pt x="3429694" y="47988"/>
                </a:lnTo>
                <a:lnTo>
                  <a:pt x="3429747" y="49636"/>
                </a:lnTo>
                <a:lnTo>
                  <a:pt x="3429801" y="51227"/>
                </a:lnTo>
                <a:lnTo>
                  <a:pt x="3429858" y="52760"/>
                </a:lnTo>
                <a:lnTo>
                  <a:pt x="3429917" y="54236"/>
                </a:lnTo>
                <a:lnTo>
                  <a:pt x="3429978" y="55653"/>
                </a:lnTo>
                <a:lnTo>
                  <a:pt x="3430041" y="57013"/>
                </a:lnTo>
                <a:lnTo>
                  <a:pt x="3430106" y="58314"/>
                </a:lnTo>
                <a:lnTo>
                  <a:pt x="3430173" y="59558"/>
                </a:lnTo>
                <a:lnTo>
                  <a:pt x="3430242" y="60744"/>
                </a:lnTo>
                <a:lnTo>
                  <a:pt x="3430314" y="61872"/>
                </a:lnTo>
                <a:lnTo>
                  <a:pt x="3430387" y="62942"/>
                </a:lnTo>
                <a:lnTo>
                  <a:pt x="3430462" y="63955"/>
                </a:lnTo>
                <a:lnTo>
                  <a:pt x="3430540" y="64909"/>
                </a:lnTo>
                <a:lnTo>
                  <a:pt x="3430620" y="65806"/>
                </a:lnTo>
                <a:lnTo>
                  <a:pt x="3430701" y="66645"/>
                </a:lnTo>
                <a:lnTo>
                  <a:pt x="3430785" y="67426"/>
                </a:lnTo>
                <a:lnTo>
                  <a:pt x="3430871" y="68149"/>
                </a:lnTo>
                <a:lnTo>
                  <a:pt x="3430958" y="68814"/>
                </a:lnTo>
                <a:lnTo>
                  <a:pt x="3431048" y="69422"/>
                </a:lnTo>
                <a:lnTo>
                  <a:pt x="3431194" y="70258"/>
                </a:lnTo>
                <a:lnTo>
                  <a:pt x="3431350" y="71083"/>
                </a:lnTo>
                <a:lnTo>
                  <a:pt x="3431516" y="71895"/>
                </a:lnTo>
                <a:lnTo>
                  <a:pt x="3431693" y="72694"/>
                </a:lnTo>
                <a:lnTo>
                  <a:pt x="3431880" y="73482"/>
                </a:lnTo>
                <a:lnTo>
                  <a:pt x="3432077" y="74256"/>
                </a:lnTo>
                <a:lnTo>
                  <a:pt x="3432285" y="75019"/>
                </a:lnTo>
                <a:lnTo>
                  <a:pt x="3432503" y="75769"/>
                </a:lnTo>
                <a:lnTo>
                  <a:pt x="3432731" y="76506"/>
                </a:lnTo>
                <a:lnTo>
                  <a:pt x="3432970" y="77232"/>
                </a:lnTo>
                <a:lnTo>
                  <a:pt x="3433219" y="77944"/>
                </a:lnTo>
                <a:lnTo>
                  <a:pt x="3433478" y="78645"/>
                </a:lnTo>
                <a:lnTo>
                  <a:pt x="3433748" y="79333"/>
                </a:lnTo>
                <a:lnTo>
                  <a:pt x="3434028" y="80008"/>
                </a:lnTo>
                <a:lnTo>
                  <a:pt x="3434318" y="80672"/>
                </a:lnTo>
                <a:lnTo>
                  <a:pt x="3434618" y="81323"/>
                </a:lnTo>
                <a:lnTo>
                  <a:pt x="3434929" y="81961"/>
                </a:lnTo>
                <a:lnTo>
                  <a:pt x="3435251" y="82587"/>
                </a:lnTo>
                <a:lnTo>
                  <a:pt x="3435582" y="83201"/>
                </a:lnTo>
                <a:lnTo>
                  <a:pt x="3435924" y="83802"/>
                </a:lnTo>
                <a:lnTo>
                  <a:pt x="3436277" y="84391"/>
                </a:lnTo>
                <a:lnTo>
                  <a:pt x="3436639" y="84967"/>
                </a:lnTo>
                <a:lnTo>
                  <a:pt x="3437012" y="85531"/>
                </a:lnTo>
                <a:lnTo>
                  <a:pt x="3437395" y="86083"/>
                </a:lnTo>
                <a:lnTo>
                  <a:pt x="3437683" y="86463"/>
                </a:lnTo>
                <a:lnTo>
                  <a:pt x="3437985" y="86845"/>
                </a:lnTo>
                <a:lnTo>
                  <a:pt x="3438300" y="87226"/>
                </a:lnTo>
                <a:lnTo>
                  <a:pt x="3438630" y="87609"/>
                </a:lnTo>
                <a:lnTo>
                  <a:pt x="3438973" y="87992"/>
                </a:lnTo>
                <a:lnTo>
                  <a:pt x="3439329" y="88376"/>
                </a:lnTo>
                <a:lnTo>
                  <a:pt x="3439700" y="88761"/>
                </a:lnTo>
                <a:lnTo>
                  <a:pt x="3440084" y="89146"/>
                </a:lnTo>
                <a:lnTo>
                  <a:pt x="3440482" y="89532"/>
                </a:lnTo>
                <a:lnTo>
                  <a:pt x="3440894" y="89919"/>
                </a:lnTo>
                <a:lnTo>
                  <a:pt x="3441320" y="90306"/>
                </a:lnTo>
                <a:lnTo>
                  <a:pt x="3441759" y="90694"/>
                </a:lnTo>
                <a:lnTo>
                  <a:pt x="3442212" y="91083"/>
                </a:lnTo>
                <a:lnTo>
                  <a:pt x="3442679" y="91473"/>
                </a:lnTo>
                <a:lnTo>
                  <a:pt x="3443160" y="91863"/>
                </a:lnTo>
                <a:lnTo>
                  <a:pt x="3443654" y="92254"/>
                </a:lnTo>
                <a:lnTo>
                  <a:pt x="3444163" y="92645"/>
                </a:lnTo>
                <a:lnTo>
                  <a:pt x="3444685" y="93037"/>
                </a:lnTo>
                <a:lnTo>
                  <a:pt x="3445220" y="93430"/>
                </a:lnTo>
                <a:lnTo>
                  <a:pt x="3445770" y="93824"/>
                </a:lnTo>
                <a:lnTo>
                  <a:pt x="3446333" y="94218"/>
                </a:lnTo>
                <a:lnTo>
                  <a:pt x="3446911" y="94613"/>
                </a:lnTo>
                <a:lnTo>
                  <a:pt x="3447501" y="95009"/>
                </a:lnTo>
                <a:lnTo>
                  <a:pt x="3448106" y="95405"/>
                </a:lnTo>
                <a:lnTo>
                  <a:pt x="3447639" y="95680"/>
                </a:lnTo>
                <a:lnTo>
                  <a:pt x="3447178" y="95958"/>
                </a:lnTo>
                <a:lnTo>
                  <a:pt x="3446725" y="96240"/>
                </a:lnTo>
                <a:lnTo>
                  <a:pt x="3446278" y="96526"/>
                </a:lnTo>
                <a:lnTo>
                  <a:pt x="3445839" y="96815"/>
                </a:lnTo>
                <a:lnTo>
                  <a:pt x="3445407" y="97108"/>
                </a:lnTo>
                <a:lnTo>
                  <a:pt x="3444982" y="97405"/>
                </a:lnTo>
                <a:lnTo>
                  <a:pt x="3444563" y="97705"/>
                </a:lnTo>
                <a:lnTo>
                  <a:pt x="3444152" y="98009"/>
                </a:lnTo>
                <a:lnTo>
                  <a:pt x="3443748" y="98316"/>
                </a:lnTo>
                <a:lnTo>
                  <a:pt x="3443351" y="98627"/>
                </a:lnTo>
                <a:lnTo>
                  <a:pt x="3442961" y="98942"/>
                </a:lnTo>
                <a:lnTo>
                  <a:pt x="3442579" y="99260"/>
                </a:lnTo>
                <a:lnTo>
                  <a:pt x="3442203" y="99582"/>
                </a:lnTo>
                <a:lnTo>
                  <a:pt x="3441834" y="99908"/>
                </a:lnTo>
                <a:lnTo>
                  <a:pt x="3441473" y="100237"/>
                </a:lnTo>
                <a:lnTo>
                  <a:pt x="3441118" y="100570"/>
                </a:lnTo>
                <a:lnTo>
                  <a:pt x="3440770" y="100906"/>
                </a:lnTo>
                <a:lnTo>
                  <a:pt x="3440430" y="101247"/>
                </a:lnTo>
                <a:lnTo>
                  <a:pt x="3440096" y="101590"/>
                </a:lnTo>
                <a:lnTo>
                  <a:pt x="3439770" y="101938"/>
                </a:lnTo>
                <a:lnTo>
                  <a:pt x="3439451" y="102288"/>
                </a:lnTo>
                <a:lnTo>
                  <a:pt x="3439139" y="102643"/>
                </a:lnTo>
                <a:lnTo>
                  <a:pt x="3438833" y="103001"/>
                </a:lnTo>
                <a:lnTo>
                  <a:pt x="3438534" y="103365"/>
                </a:lnTo>
                <a:lnTo>
                  <a:pt x="3438240" y="103734"/>
                </a:lnTo>
                <a:lnTo>
                  <a:pt x="3437951" y="104111"/>
                </a:lnTo>
                <a:lnTo>
                  <a:pt x="3437667" y="104494"/>
                </a:lnTo>
                <a:lnTo>
                  <a:pt x="3437388" y="104883"/>
                </a:lnTo>
                <a:lnTo>
                  <a:pt x="3437113" y="105279"/>
                </a:lnTo>
                <a:lnTo>
                  <a:pt x="3436844" y="105682"/>
                </a:lnTo>
                <a:lnTo>
                  <a:pt x="3436580" y="106091"/>
                </a:lnTo>
                <a:lnTo>
                  <a:pt x="3436321" y="106507"/>
                </a:lnTo>
                <a:lnTo>
                  <a:pt x="3436067" y="106929"/>
                </a:lnTo>
                <a:lnTo>
                  <a:pt x="3435817" y="107358"/>
                </a:lnTo>
                <a:lnTo>
                  <a:pt x="3435573" y="107793"/>
                </a:lnTo>
                <a:lnTo>
                  <a:pt x="3435334" y="108235"/>
                </a:lnTo>
                <a:lnTo>
                  <a:pt x="3435100" y="108684"/>
                </a:lnTo>
                <a:lnTo>
                  <a:pt x="3434870" y="109139"/>
                </a:lnTo>
                <a:lnTo>
                  <a:pt x="3434646" y="109600"/>
                </a:lnTo>
                <a:lnTo>
                  <a:pt x="3434427" y="110069"/>
                </a:lnTo>
                <a:lnTo>
                  <a:pt x="3434213" y="110543"/>
                </a:lnTo>
                <a:lnTo>
                  <a:pt x="3434003" y="111025"/>
                </a:lnTo>
                <a:lnTo>
                  <a:pt x="3433799" y="111512"/>
                </a:lnTo>
                <a:lnTo>
                  <a:pt x="3433600" y="112007"/>
                </a:lnTo>
                <a:lnTo>
                  <a:pt x="3433405" y="112508"/>
                </a:lnTo>
                <a:lnTo>
                  <a:pt x="3433216" y="113015"/>
                </a:lnTo>
                <a:lnTo>
                  <a:pt x="3433032" y="113529"/>
                </a:lnTo>
                <a:lnTo>
                  <a:pt x="3432853" y="114054"/>
                </a:lnTo>
                <a:lnTo>
                  <a:pt x="3432680" y="114592"/>
                </a:lnTo>
                <a:lnTo>
                  <a:pt x="3432513" y="115145"/>
                </a:lnTo>
                <a:lnTo>
                  <a:pt x="3432351" y="115713"/>
                </a:lnTo>
                <a:lnTo>
                  <a:pt x="3432196" y="116294"/>
                </a:lnTo>
                <a:lnTo>
                  <a:pt x="3432046" y="116890"/>
                </a:lnTo>
                <a:lnTo>
                  <a:pt x="3431902" y="117501"/>
                </a:lnTo>
                <a:lnTo>
                  <a:pt x="3431764" y="118125"/>
                </a:lnTo>
                <a:lnTo>
                  <a:pt x="3431632" y="118764"/>
                </a:lnTo>
                <a:lnTo>
                  <a:pt x="3431506" y="119417"/>
                </a:lnTo>
                <a:lnTo>
                  <a:pt x="3431386" y="120085"/>
                </a:lnTo>
                <a:lnTo>
                  <a:pt x="3431271" y="120767"/>
                </a:lnTo>
                <a:lnTo>
                  <a:pt x="3431163" y="121463"/>
                </a:lnTo>
                <a:lnTo>
                  <a:pt x="3431060" y="122173"/>
                </a:lnTo>
                <a:lnTo>
                  <a:pt x="3430963" y="122898"/>
                </a:lnTo>
                <a:lnTo>
                  <a:pt x="3430872" y="123637"/>
                </a:lnTo>
                <a:lnTo>
                  <a:pt x="3430787" y="124390"/>
                </a:lnTo>
                <a:lnTo>
                  <a:pt x="3430707" y="125158"/>
                </a:lnTo>
                <a:lnTo>
                  <a:pt x="3430634" y="125939"/>
                </a:lnTo>
                <a:lnTo>
                  <a:pt x="3430566" y="126736"/>
                </a:lnTo>
                <a:lnTo>
                  <a:pt x="3430504" y="127546"/>
                </a:lnTo>
                <a:lnTo>
                  <a:pt x="3430448" y="128371"/>
                </a:lnTo>
                <a:lnTo>
                  <a:pt x="3430398" y="129210"/>
                </a:lnTo>
                <a:lnTo>
                  <a:pt x="3430354" y="130063"/>
                </a:lnTo>
                <a:lnTo>
                  <a:pt x="3430289" y="131468"/>
                </a:lnTo>
                <a:lnTo>
                  <a:pt x="3430227" y="132834"/>
                </a:lnTo>
                <a:lnTo>
                  <a:pt x="3430167" y="134162"/>
                </a:lnTo>
                <a:lnTo>
                  <a:pt x="3430110" y="135451"/>
                </a:lnTo>
                <a:lnTo>
                  <a:pt x="3430056" y="136703"/>
                </a:lnTo>
                <a:lnTo>
                  <a:pt x="3430004" y="137916"/>
                </a:lnTo>
                <a:lnTo>
                  <a:pt x="3429954" y="139090"/>
                </a:lnTo>
                <a:lnTo>
                  <a:pt x="3429908" y="140227"/>
                </a:lnTo>
                <a:lnTo>
                  <a:pt x="3429864" y="141325"/>
                </a:lnTo>
                <a:lnTo>
                  <a:pt x="3429822" y="142385"/>
                </a:lnTo>
                <a:lnTo>
                  <a:pt x="3429783" y="143407"/>
                </a:lnTo>
                <a:lnTo>
                  <a:pt x="3429747" y="144390"/>
                </a:lnTo>
                <a:lnTo>
                  <a:pt x="3429713" y="145335"/>
                </a:lnTo>
                <a:lnTo>
                  <a:pt x="3429682" y="146242"/>
                </a:lnTo>
                <a:lnTo>
                  <a:pt x="3429653" y="147111"/>
                </a:lnTo>
                <a:lnTo>
                  <a:pt x="3429627" y="147941"/>
                </a:lnTo>
                <a:lnTo>
                  <a:pt x="3429603" y="148733"/>
                </a:lnTo>
                <a:lnTo>
                  <a:pt x="3429582" y="149486"/>
                </a:lnTo>
                <a:lnTo>
                  <a:pt x="3429564" y="150202"/>
                </a:lnTo>
                <a:lnTo>
                  <a:pt x="3429548" y="150879"/>
                </a:lnTo>
                <a:lnTo>
                  <a:pt x="3429535" y="151518"/>
                </a:lnTo>
                <a:lnTo>
                  <a:pt x="3429524" y="152119"/>
                </a:lnTo>
                <a:lnTo>
                  <a:pt x="3429516" y="152681"/>
                </a:lnTo>
                <a:lnTo>
                  <a:pt x="3429511" y="153205"/>
                </a:lnTo>
                <a:lnTo>
                  <a:pt x="3429504" y="153704"/>
                </a:lnTo>
                <a:lnTo>
                  <a:pt x="3429492" y="154190"/>
                </a:lnTo>
                <a:lnTo>
                  <a:pt x="3429475" y="154665"/>
                </a:lnTo>
                <a:lnTo>
                  <a:pt x="3429453" y="155127"/>
                </a:lnTo>
                <a:lnTo>
                  <a:pt x="3429426" y="155576"/>
                </a:lnTo>
                <a:lnTo>
                  <a:pt x="3429393" y="156014"/>
                </a:lnTo>
                <a:lnTo>
                  <a:pt x="3429356" y="156439"/>
                </a:lnTo>
                <a:lnTo>
                  <a:pt x="3429313" y="156852"/>
                </a:lnTo>
                <a:lnTo>
                  <a:pt x="3429265" y="157253"/>
                </a:lnTo>
                <a:lnTo>
                  <a:pt x="3429211" y="157642"/>
                </a:lnTo>
                <a:lnTo>
                  <a:pt x="3429153" y="158018"/>
                </a:lnTo>
                <a:lnTo>
                  <a:pt x="3429090" y="158382"/>
                </a:lnTo>
                <a:lnTo>
                  <a:pt x="3429021" y="158734"/>
                </a:lnTo>
                <a:lnTo>
                  <a:pt x="3428947" y="159074"/>
                </a:lnTo>
                <a:lnTo>
                  <a:pt x="3428868" y="159401"/>
                </a:lnTo>
                <a:lnTo>
                  <a:pt x="3428784" y="159716"/>
                </a:lnTo>
                <a:lnTo>
                  <a:pt x="3428694" y="160019"/>
                </a:lnTo>
                <a:lnTo>
                  <a:pt x="3428600" y="160309"/>
                </a:lnTo>
                <a:lnTo>
                  <a:pt x="3428500" y="160588"/>
                </a:lnTo>
                <a:lnTo>
                  <a:pt x="3428395" y="160854"/>
                </a:lnTo>
                <a:lnTo>
                  <a:pt x="3428285" y="161108"/>
                </a:lnTo>
                <a:lnTo>
                  <a:pt x="3428170" y="161349"/>
                </a:lnTo>
                <a:lnTo>
                  <a:pt x="3428050" y="161579"/>
                </a:lnTo>
                <a:lnTo>
                  <a:pt x="3427924" y="161796"/>
                </a:lnTo>
                <a:lnTo>
                  <a:pt x="3427793" y="162005"/>
                </a:lnTo>
                <a:lnTo>
                  <a:pt x="3427656" y="162210"/>
                </a:lnTo>
                <a:lnTo>
                  <a:pt x="3427513" y="162410"/>
                </a:lnTo>
                <a:lnTo>
                  <a:pt x="3427364" y="162607"/>
                </a:lnTo>
                <a:lnTo>
                  <a:pt x="3427208" y="162799"/>
                </a:lnTo>
                <a:lnTo>
                  <a:pt x="3427047" y="162987"/>
                </a:lnTo>
                <a:lnTo>
                  <a:pt x="3426880" y="163171"/>
                </a:lnTo>
                <a:lnTo>
                  <a:pt x="3426707" y="163351"/>
                </a:lnTo>
                <a:lnTo>
                  <a:pt x="3426527" y="163527"/>
                </a:lnTo>
                <a:lnTo>
                  <a:pt x="3426342" y="163699"/>
                </a:lnTo>
                <a:lnTo>
                  <a:pt x="3426151" y="163866"/>
                </a:lnTo>
                <a:lnTo>
                  <a:pt x="3425953" y="164030"/>
                </a:lnTo>
                <a:lnTo>
                  <a:pt x="3425750" y="164189"/>
                </a:lnTo>
                <a:lnTo>
                  <a:pt x="3425540" y="164344"/>
                </a:lnTo>
                <a:lnTo>
                  <a:pt x="3425325" y="164495"/>
                </a:lnTo>
                <a:lnTo>
                  <a:pt x="3425103" y="164642"/>
                </a:lnTo>
                <a:lnTo>
                  <a:pt x="3424876" y="164784"/>
                </a:lnTo>
                <a:lnTo>
                  <a:pt x="3424642" y="164923"/>
                </a:lnTo>
                <a:lnTo>
                  <a:pt x="3424403" y="165057"/>
                </a:lnTo>
                <a:lnTo>
                  <a:pt x="3424157" y="165187"/>
                </a:lnTo>
                <a:lnTo>
                  <a:pt x="3423905" y="165313"/>
                </a:lnTo>
                <a:lnTo>
                  <a:pt x="3423648" y="165435"/>
                </a:lnTo>
                <a:lnTo>
                  <a:pt x="3423384" y="165553"/>
                </a:lnTo>
                <a:lnTo>
                  <a:pt x="3423114" y="165667"/>
                </a:lnTo>
                <a:lnTo>
                  <a:pt x="3422829" y="165776"/>
                </a:lnTo>
                <a:lnTo>
                  <a:pt x="3422518" y="165881"/>
                </a:lnTo>
                <a:lnTo>
                  <a:pt x="3422181" y="165981"/>
                </a:lnTo>
                <a:lnTo>
                  <a:pt x="3421820" y="166077"/>
                </a:lnTo>
                <a:lnTo>
                  <a:pt x="3421432" y="166168"/>
                </a:lnTo>
                <a:lnTo>
                  <a:pt x="3421019" y="166254"/>
                </a:lnTo>
                <a:lnTo>
                  <a:pt x="3420581" y="166335"/>
                </a:lnTo>
                <a:lnTo>
                  <a:pt x="3420117" y="166412"/>
                </a:lnTo>
                <a:lnTo>
                  <a:pt x="3419628" y="166484"/>
                </a:lnTo>
                <a:lnTo>
                  <a:pt x="3419113" y="166552"/>
                </a:lnTo>
                <a:lnTo>
                  <a:pt x="3418573" y="166615"/>
                </a:lnTo>
                <a:lnTo>
                  <a:pt x="3418007" y="166673"/>
                </a:lnTo>
                <a:lnTo>
                  <a:pt x="3417416" y="166727"/>
                </a:lnTo>
                <a:lnTo>
                  <a:pt x="3416799" y="166776"/>
                </a:lnTo>
                <a:lnTo>
                  <a:pt x="3416157" y="166820"/>
                </a:lnTo>
                <a:lnTo>
                  <a:pt x="3415489" y="166860"/>
                </a:lnTo>
                <a:lnTo>
                  <a:pt x="3414796" y="166895"/>
                </a:lnTo>
                <a:lnTo>
                  <a:pt x="3414077" y="166925"/>
                </a:lnTo>
                <a:lnTo>
                  <a:pt x="3413333" y="166950"/>
                </a:lnTo>
                <a:lnTo>
                  <a:pt x="3412563" y="166971"/>
                </a:lnTo>
                <a:lnTo>
                  <a:pt x="3411768" y="166988"/>
                </a:lnTo>
                <a:lnTo>
                  <a:pt x="3410948" y="166999"/>
                </a:lnTo>
                <a:lnTo>
                  <a:pt x="3410102" y="167006"/>
                </a:lnTo>
                <a:lnTo>
                  <a:pt x="3409230" y="167009"/>
                </a:lnTo>
                <a:lnTo>
                  <a:pt x="3409230" y="190810"/>
                </a:lnTo>
                <a:lnTo>
                  <a:pt x="3414486" y="190810"/>
                </a:lnTo>
                <a:lnTo>
                  <a:pt x="3415557" y="190807"/>
                </a:lnTo>
                <a:lnTo>
                  <a:pt x="3416603" y="190798"/>
                </a:lnTo>
                <a:lnTo>
                  <a:pt x="3417626" y="190782"/>
                </a:lnTo>
                <a:lnTo>
                  <a:pt x="3418624" y="190761"/>
                </a:lnTo>
                <a:lnTo>
                  <a:pt x="3419598" y="190733"/>
                </a:lnTo>
                <a:lnTo>
                  <a:pt x="3420548" y="190699"/>
                </a:lnTo>
                <a:lnTo>
                  <a:pt x="3421474" y="190658"/>
                </a:lnTo>
                <a:lnTo>
                  <a:pt x="3422376" y="190612"/>
                </a:lnTo>
                <a:lnTo>
                  <a:pt x="3423254" y="190559"/>
                </a:lnTo>
                <a:lnTo>
                  <a:pt x="3424107" y="190500"/>
                </a:lnTo>
                <a:lnTo>
                  <a:pt x="3424937" y="190435"/>
                </a:lnTo>
                <a:lnTo>
                  <a:pt x="3425742" y="190363"/>
                </a:lnTo>
                <a:lnTo>
                  <a:pt x="3426524" y="190286"/>
                </a:lnTo>
                <a:lnTo>
                  <a:pt x="3427281" y="190202"/>
                </a:lnTo>
                <a:lnTo>
                  <a:pt x="3428014" y="190112"/>
                </a:lnTo>
                <a:lnTo>
                  <a:pt x="3428723" y="190016"/>
                </a:lnTo>
                <a:lnTo>
                  <a:pt x="3429408" y="189913"/>
                </a:lnTo>
                <a:lnTo>
                  <a:pt x="3430069" y="189805"/>
                </a:lnTo>
                <a:lnTo>
                  <a:pt x="3430706" y="189690"/>
                </a:lnTo>
                <a:lnTo>
                  <a:pt x="3431318" y="189569"/>
                </a:lnTo>
                <a:lnTo>
                  <a:pt x="3431907" y="189441"/>
                </a:lnTo>
                <a:lnTo>
                  <a:pt x="3432471" y="189308"/>
                </a:lnTo>
                <a:lnTo>
                  <a:pt x="3433011" y="189168"/>
                </a:lnTo>
                <a:lnTo>
                  <a:pt x="3433528" y="189022"/>
                </a:lnTo>
                <a:lnTo>
                  <a:pt x="3434272" y="188795"/>
                </a:lnTo>
                <a:lnTo>
                  <a:pt x="3435001" y="188562"/>
                </a:lnTo>
                <a:lnTo>
                  <a:pt x="3435716" y="188322"/>
                </a:lnTo>
                <a:lnTo>
                  <a:pt x="3436415" y="188075"/>
                </a:lnTo>
                <a:lnTo>
                  <a:pt x="3437099" y="187821"/>
                </a:lnTo>
                <a:lnTo>
                  <a:pt x="3437767" y="187561"/>
                </a:lnTo>
                <a:lnTo>
                  <a:pt x="3438421" y="187294"/>
                </a:lnTo>
                <a:lnTo>
                  <a:pt x="3439059" y="187020"/>
                </a:lnTo>
                <a:lnTo>
                  <a:pt x="3439683" y="186739"/>
                </a:lnTo>
                <a:lnTo>
                  <a:pt x="3440291" y="186452"/>
                </a:lnTo>
                <a:lnTo>
                  <a:pt x="3440884" y="186158"/>
                </a:lnTo>
                <a:lnTo>
                  <a:pt x="3441461" y="185857"/>
                </a:lnTo>
                <a:lnTo>
                  <a:pt x="3442024" y="185550"/>
                </a:lnTo>
                <a:lnTo>
                  <a:pt x="3442572" y="185235"/>
                </a:lnTo>
                <a:lnTo>
                  <a:pt x="3443104" y="184915"/>
                </a:lnTo>
                <a:lnTo>
                  <a:pt x="3443621" y="184587"/>
                </a:lnTo>
                <a:lnTo>
                  <a:pt x="3444123" y="184253"/>
                </a:lnTo>
                <a:lnTo>
                  <a:pt x="3444610" y="183911"/>
                </a:lnTo>
                <a:lnTo>
                  <a:pt x="3445082" y="183564"/>
                </a:lnTo>
                <a:lnTo>
                  <a:pt x="3445539" y="183209"/>
                </a:lnTo>
                <a:lnTo>
                  <a:pt x="3445980" y="182848"/>
                </a:lnTo>
                <a:lnTo>
                  <a:pt x="3446406" y="182480"/>
                </a:lnTo>
                <a:lnTo>
                  <a:pt x="3446818" y="182105"/>
                </a:lnTo>
                <a:lnTo>
                  <a:pt x="3447214" y="181724"/>
                </a:lnTo>
                <a:lnTo>
                  <a:pt x="3447597" y="181334"/>
                </a:lnTo>
                <a:lnTo>
                  <a:pt x="3447970" y="180933"/>
                </a:lnTo>
                <a:lnTo>
                  <a:pt x="3448333" y="180523"/>
                </a:lnTo>
                <a:lnTo>
                  <a:pt x="3448686" y="180101"/>
                </a:lnTo>
                <a:lnTo>
                  <a:pt x="3449029" y="179669"/>
                </a:lnTo>
                <a:lnTo>
                  <a:pt x="3449361" y="179227"/>
                </a:lnTo>
                <a:lnTo>
                  <a:pt x="3449684" y="178774"/>
                </a:lnTo>
                <a:lnTo>
                  <a:pt x="3449996" y="178310"/>
                </a:lnTo>
                <a:lnTo>
                  <a:pt x="3450298" y="177836"/>
                </a:lnTo>
                <a:lnTo>
                  <a:pt x="3450590" y="177352"/>
                </a:lnTo>
                <a:lnTo>
                  <a:pt x="3450872" y="176857"/>
                </a:lnTo>
                <a:lnTo>
                  <a:pt x="3451143" y="176351"/>
                </a:lnTo>
                <a:lnTo>
                  <a:pt x="3451405" y="175835"/>
                </a:lnTo>
                <a:lnTo>
                  <a:pt x="3451656" y="175308"/>
                </a:lnTo>
                <a:lnTo>
                  <a:pt x="3451897" y="174771"/>
                </a:lnTo>
                <a:lnTo>
                  <a:pt x="3452128" y="174224"/>
                </a:lnTo>
                <a:lnTo>
                  <a:pt x="3452349" y="173665"/>
                </a:lnTo>
                <a:lnTo>
                  <a:pt x="3452560" y="173097"/>
                </a:lnTo>
                <a:lnTo>
                  <a:pt x="3452760" y="172517"/>
                </a:lnTo>
                <a:lnTo>
                  <a:pt x="3452951" y="171928"/>
                </a:lnTo>
                <a:lnTo>
                  <a:pt x="3453131" y="171327"/>
                </a:lnTo>
                <a:lnTo>
                  <a:pt x="3453301" y="170716"/>
                </a:lnTo>
                <a:lnTo>
                  <a:pt x="3453461" y="170095"/>
                </a:lnTo>
                <a:lnTo>
                  <a:pt x="3453610" y="169463"/>
                </a:lnTo>
                <a:lnTo>
                  <a:pt x="3453752" y="168806"/>
                </a:lnTo>
                <a:lnTo>
                  <a:pt x="3453887" y="168108"/>
                </a:lnTo>
                <a:lnTo>
                  <a:pt x="3454017" y="167370"/>
                </a:lnTo>
                <a:lnTo>
                  <a:pt x="3454141" y="166592"/>
                </a:lnTo>
                <a:lnTo>
                  <a:pt x="3454258" y="165773"/>
                </a:lnTo>
                <a:lnTo>
                  <a:pt x="3454370" y="164914"/>
                </a:lnTo>
                <a:lnTo>
                  <a:pt x="3454475" y="164015"/>
                </a:lnTo>
                <a:lnTo>
                  <a:pt x="3454574" y="163075"/>
                </a:lnTo>
                <a:lnTo>
                  <a:pt x="3454668" y="162096"/>
                </a:lnTo>
                <a:lnTo>
                  <a:pt x="3454755" y="161075"/>
                </a:lnTo>
                <a:lnTo>
                  <a:pt x="3454837" y="160015"/>
                </a:lnTo>
                <a:lnTo>
                  <a:pt x="3454912" y="158914"/>
                </a:lnTo>
                <a:lnTo>
                  <a:pt x="3454981" y="157772"/>
                </a:lnTo>
                <a:lnTo>
                  <a:pt x="3455045" y="156591"/>
                </a:lnTo>
                <a:lnTo>
                  <a:pt x="3455102" y="155369"/>
                </a:lnTo>
                <a:lnTo>
                  <a:pt x="3455153" y="154106"/>
                </a:lnTo>
                <a:lnTo>
                  <a:pt x="3455198" y="152804"/>
                </a:lnTo>
                <a:lnTo>
                  <a:pt x="3455237" y="151461"/>
                </a:lnTo>
                <a:lnTo>
                  <a:pt x="3455270" y="150078"/>
                </a:lnTo>
                <a:lnTo>
                  <a:pt x="3455298" y="148654"/>
                </a:lnTo>
                <a:lnTo>
                  <a:pt x="3455319" y="147190"/>
                </a:lnTo>
                <a:lnTo>
                  <a:pt x="3455334" y="145686"/>
                </a:lnTo>
                <a:lnTo>
                  <a:pt x="3455343" y="144141"/>
                </a:lnTo>
                <a:lnTo>
                  <a:pt x="3455346" y="142556"/>
                </a:lnTo>
                <a:lnTo>
                  <a:pt x="3455347" y="141592"/>
                </a:lnTo>
                <a:lnTo>
                  <a:pt x="3455351" y="140651"/>
                </a:lnTo>
                <a:lnTo>
                  <a:pt x="3455358" y="139735"/>
                </a:lnTo>
                <a:lnTo>
                  <a:pt x="3455368" y="138843"/>
                </a:lnTo>
                <a:lnTo>
                  <a:pt x="3455380" y="137975"/>
                </a:lnTo>
                <a:lnTo>
                  <a:pt x="3455395" y="137132"/>
                </a:lnTo>
                <a:lnTo>
                  <a:pt x="3455413" y="136312"/>
                </a:lnTo>
                <a:lnTo>
                  <a:pt x="3455434" y="135517"/>
                </a:lnTo>
                <a:lnTo>
                  <a:pt x="3455457" y="134745"/>
                </a:lnTo>
                <a:lnTo>
                  <a:pt x="3455484" y="133998"/>
                </a:lnTo>
                <a:lnTo>
                  <a:pt x="3455512" y="133275"/>
                </a:lnTo>
                <a:lnTo>
                  <a:pt x="3455544" y="132576"/>
                </a:lnTo>
                <a:lnTo>
                  <a:pt x="3455579" y="131901"/>
                </a:lnTo>
                <a:lnTo>
                  <a:pt x="3455616" y="131251"/>
                </a:lnTo>
                <a:lnTo>
                  <a:pt x="3455656" y="130624"/>
                </a:lnTo>
                <a:lnTo>
                  <a:pt x="3455698" y="130022"/>
                </a:lnTo>
                <a:lnTo>
                  <a:pt x="3455744" y="129443"/>
                </a:lnTo>
                <a:lnTo>
                  <a:pt x="3455792" y="128889"/>
                </a:lnTo>
                <a:lnTo>
                  <a:pt x="3455843" y="128359"/>
                </a:lnTo>
                <a:lnTo>
                  <a:pt x="3455897" y="127854"/>
                </a:lnTo>
                <a:lnTo>
                  <a:pt x="3455953" y="127372"/>
                </a:lnTo>
                <a:lnTo>
                  <a:pt x="3456012" y="126914"/>
                </a:lnTo>
                <a:lnTo>
                  <a:pt x="3456074" y="126481"/>
                </a:lnTo>
                <a:lnTo>
                  <a:pt x="3456139" y="126072"/>
                </a:lnTo>
                <a:lnTo>
                  <a:pt x="3456233" y="125546"/>
                </a:lnTo>
                <a:lnTo>
                  <a:pt x="3456332" y="125028"/>
                </a:lnTo>
                <a:lnTo>
                  <a:pt x="3456436" y="124517"/>
                </a:lnTo>
                <a:lnTo>
                  <a:pt x="3456546" y="124013"/>
                </a:lnTo>
                <a:lnTo>
                  <a:pt x="3456660" y="123517"/>
                </a:lnTo>
                <a:lnTo>
                  <a:pt x="3456781" y="123028"/>
                </a:lnTo>
                <a:lnTo>
                  <a:pt x="3456906" y="122547"/>
                </a:lnTo>
                <a:lnTo>
                  <a:pt x="3457037" y="122073"/>
                </a:lnTo>
                <a:lnTo>
                  <a:pt x="3457174" y="121607"/>
                </a:lnTo>
                <a:lnTo>
                  <a:pt x="3457315" y="121148"/>
                </a:lnTo>
                <a:lnTo>
                  <a:pt x="3457462" y="120696"/>
                </a:lnTo>
                <a:lnTo>
                  <a:pt x="3457614" y="120252"/>
                </a:lnTo>
                <a:lnTo>
                  <a:pt x="3457772" y="119815"/>
                </a:lnTo>
                <a:lnTo>
                  <a:pt x="3457935" y="119386"/>
                </a:lnTo>
                <a:lnTo>
                  <a:pt x="3458103" y="118964"/>
                </a:lnTo>
                <a:lnTo>
                  <a:pt x="3458277" y="118550"/>
                </a:lnTo>
                <a:lnTo>
                  <a:pt x="3458456" y="118142"/>
                </a:lnTo>
                <a:lnTo>
                  <a:pt x="3458640" y="117743"/>
                </a:lnTo>
                <a:lnTo>
                  <a:pt x="3458830" y="117350"/>
                </a:lnTo>
                <a:lnTo>
                  <a:pt x="3459025" y="116966"/>
                </a:lnTo>
                <a:lnTo>
                  <a:pt x="3459225" y="116588"/>
                </a:lnTo>
                <a:lnTo>
                  <a:pt x="3459431" y="116218"/>
                </a:lnTo>
                <a:lnTo>
                  <a:pt x="3459642" y="115855"/>
                </a:lnTo>
                <a:lnTo>
                  <a:pt x="3459858" y="115500"/>
                </a:lnTo>
                <a:lnTo>
                  <a:pt x="3460079" y="115153"/>
                </a:lnTo>
                <a:lnTo>
                  <a:pt x="3460303" y="114814"/>
                </a:lnTo>
                <a:lnTo>
                  <a:pt x="3460532" y="114483"/>
                </a:lnTo>
                <a:lnTo>
                  <a:pt x="3460763" y="114161"/>
                </a:lnTo>
                <a:lnTo>
                  <a:pt x="3460998" y="113847"/>
                </a:lnTo>
                <a:lnTo>
                  <a:pt x="3461237" y="113542"/>
                </a:lnTo>
                <a:lnTo>
                  <a:pt x="3461480" y="113245"/>
                </a:lnTo>
                <a:lnTo>
                  <a:pt x="3461726" y="112957"/>
                </a:lnTo>
                <a:lnTo>
                  <a:pt x="3461976" y="112677"/>
                </a:lnTo>
                <a:lnTo>
                  <a:pt x="3462229" y="112405"/>
                </a:lnTo>
                <a:lnTo>
                  <a:pt x="3462486" y="112142"/>
                </a:lnTo>
                <a:lnTo>
                  <a:pt x="3462747" y="111887"/>
                </a:lnTo>
                <a:lnTo>
                  <a:pt x="3463011" y="111641"/>
                </a:lnTo>
                <a:lnTo>
                  <a:pt x="3463279" y="111404"/>
                </a:lnTo>
                <a:lnTo>
                  <a:pt x="3463550" y="111174"/>
                </a:lnTo>
                <a:lnTo>
                  <a:pt x="3463825" y="110953"/>
                </a:lnTo>
                <a:lnTo>
                  <a:pt x="3464104" y="110741"/>
                </a:lnTo>
                <a:lnTo>
                  <a:pt x="3464386" y="110537"/>
                </a:lnTo>
                <a:lnTo>
                  <a:pt x="3464672" y="110342"/>
                </a:lnTo>
                <a:lnTo>
                  <a:pt x="3464962" y="110155"/>
                </a:lnTo>
                <a:lnTo>
                  <a:pt x="3465255" y="109976"/>
                </a:lnTo>
                <a:lnTo>
                  <a:pt x="3465551" y="109806"/>
                </a:lnTo>
                <a:lnTo>
                  <a:pt x="3465852" y="109644"/>
                </a:lnTo>
                <a:lnTo>
                  <a:pt x="3466156" y="109491"/>
                </a:lnTo>
                <a:lnTo>
                  <a:pt x="3466468" y="109344"/>
                </a:lnTo>
                <a:lnTo>
                  <a:pt x="3466792" y="109203"/>
                </a:lnTo>
                <a:lnTo>
                  <a:pt x="3467129" y="109066"/>
                </a:lnTo>
                <a:lnTo>
                  <a:pt x="3467478" y="108934"/>
                </a:lnTo>
                <a:lnTo>
                  <a:pt x="3467840" y="108806"/>
                </a:lnTo>
                <a:lnTo>
                  <a:pt x="3468214" y="108684"/>
                </a:lnTo>
                <a:lnTo>
                  <a:pt x="3468600" y="108566"/>
                </a:lnTo>
                <a:lnTo>
                  <a:pt x="3468999" y="108453"/>
                </a:lnTo>
                <a:lnTo>
                  <a:pt x="3469410" y="108345"/>
                </a:lnTo>
                <a:lnTo>
                  <a:pt x="3469833" y="108242"/>
                </a:lnTo>
                <a:lnTo>
                  <a:pt x="3470269" y="108144"/>
                </a:lnTo>
                <a:lnTo>
                  <a:pt x="3470718" y="108051"/>
                </a:lnTo>
                <a:lnTo>
                  <a:pt x="3471179" y="107962"/>
                </a:lnTo>
                <a:lnTo>
                  <a:pt x="3471652" y="107878"/>
                </a:lnTo>
                <a:lnTo>
                  <a:pt x="3472137" y="107799"/>
                </a:lnTo>
                <a:lnTo>
                  <a:pt x="3472635" y="107725"/>
                </a:lnTo>
                <a:lnTo>
                  <a:pt x="3473145" y="107656"/>
                </a:lnTo>
                <a:lnTo>
                  <a:pt x="3473668" y="107591"/>
                </a:lnTo>
                <a:lnTo>
                  <a:pt x="3474203" y="107532"/>
                </a:lnTo>
                <a:lnTo>
                  <a:pt x="3474751" y="107477"/>
                </a:lnTo>
                <a:lnTo>
                  <a:pt x="3475311" y="107427"/>
                </a:lnTo>
                <a:lnTo>
                  <a:pt x="3475883" y="107382"/>
                </a:lnTo>
                <a:lnTo>
                  <a:pt x="3476468" y="107342"/>
                </a:lnTo>
                <a:lnTo>
                  <a:pt x="3477065" y="107306"/>
                </a:lnTo>
                <a:lnTo>
                  <a:pt x="3477065" y="83504"/>
                </a:lnTo>
                <a:lnTo>
                  <a:pt x="3476313" y="83458"/>
                </a:lnTo>
                <a:lnTo>
                  <a:pt x="3475577" y="83401"/>
                </a:lnTo>
                <a:lnTo>
                  <a:pt x="3474857" y="83335"/>
                </a:lnTo>
                <a:lnTo>
                  <a:pt x="3474153" y="83258"/>
                </a:lnTo>
                <a:lnTo>
                  <a:pt x="3473466" y="83171"/>
                </a:lnTo>
                <a:close/>
                <a:moveTo>
                  <a:pt x="1992488" y="137006"/>
                </a:moveTo>
                <a:lnTo>
                  <a:pt x="1993132" y="137648"/>
                </a:lnTo>
                <a:lnTo>
                  <a:pt x="1993774" y="138273"/>
                </a:lnTo>
                <a:lnTo>
                  <a:pt x="1994412" y="138881"/>
                </a:lnTo>
                <a:lnTo>
                  <a:pt x="1995048" y="139471"/>
                </a:lnTo>
                <a:lnTo>
                  <a:pt x="1995682" y="140044"/>
                </a:lnTo>
                <a:lnTo>
                  <a:pt x="1996313" y="140601"/>
                </a:lnTo>
                <a:lnTo>
                  <a:pt x="1996941" y="141139"/>
                </a:lnTo>
                <a:lnTo>
                  <a:pt x="1997567" y="141661"/>
                </a:lnTo>
                <a:lnTo>
                  <a:pt x="1998190" y="142166"/>
                </a:lnTo>
                <a:lnTo>
                  <a:pt x="1998811" y="142653"/>
                </a:lnTo>
                <a:lnTo>
                  <a:pt x="1999429" y="143123"/>
                </a:lnTo>
                <a:lnTo>
                  <a:pt x="2000044" y="143576"/>
                </a:lnTo>
                <a:lnTo>
                  <a:pt x="2000657" y="144011"/>
                </a:lnTo>
                <a:lnTo>
                  <a:pt x="2001267" y="144430"/>
                </a:lnTo>
                <a:lnTo>
                  <a:pt x="2001875" y="144831"/>
                </a:lnTo>
                <a:lnTo>
                  <a:pt x="2002480" y="145215"/>
                </a:lnTo>
                <a:lnTo>
                  <a:pt x="2003083" y="145582"/>
                </a:lnTo>
                <a:lnTo>
                  <a:pt x="2003683" y="145931"/>
                </a:lnTo>
                <a:lnTo>
                  <a:pt x="2004280" y="146263"/>
                </a:lnTo>
                <a:lnTo>
                  <a:pt x="2004875" y="146579"/>
                </a:lnTo>
                <a:lnTo>
                  <a:pt x="2005467" y="146876"/>
                </a:lnTo>
                <a:lnTo>
                  <a:pt x="2006061" y="147160"/>
                </a:lnTo>
                <a:lnTo>
                  <a:pt x="2006660" y="147431"/>
                </a:lnTo>
                <a:lnTo>
                  <a:pt x="2007265" y="147690"/>
                </a:lnTo>
                <a:lnTo>
                  <a:pt x="2007876" y="147937"/>
                </a:lnTo>
                <a:lnTo>
                  <a:pt x="2008493" y="148172"/>
                </a:lnTo>
                <a:lnTo>
                  <a:pt x="2009115" y="148395"/>
                </a:lnTo>
                <a:lnTo>
                  <a:pt x="2009743" y="148606"/>
                </a:lnTo>
                <a:lnTo>
                  <a:pt x="2010376" y="148805"/>
                </a:lnTo>
                <a:lnTo>
                  <a:pt x="2011015" y="148992"/>
                </a:lnTo>
                <a:lnTo>
                  <a:pt x="2011660" y="149166"/>
                </a:lnTo>
                <a:lnTo>
                  <a:pt x="2012311" y="149329"/>
                </a:lnTo>
                <a:lnTo>
                  <a:pt x="2012967" y="149480"/>
                </a:lnTo>
                <a:lnTo>
                  <a:pt x="2013629" y="149618"/>
                </a:lnTo>
                <a:lnTo>
                  <a:pt x="2014297" y="149745"/>
                </a:lnTo>
                <a:lnTo>
                  <a:pt x="2014970" y="149859"/>
                </a:lnTo>
                <a:lnTo>
                  <a:pt x="2015649" y="149962"/>
                </a:lnTo>
                <a:lnTo>
                  <a:pt x="2016334" y="150052"/>
                </a:lnTo>
                <a:lnTo>
                  <a:pt x="2017024" y="150131"/>
                </a:lnTo>
                <a:lnTo>
                  <a:pt x="2017720" y="150197"/>
                </a:lnTo>
                <a:lnTo>
                  <a:pt x="2018422" y="150251"/>
                </a:lnTo>
                <a:lnTo>
                  <a:pt x="2019129" y="150293"/>
                </a:lnTo>
                <a:lnTo>
                  <a:pt x="2019842" y="150323"/>
                </a:lnTo>
                <a:lnTo>
                  <a:pt x="2020561" y="150341"/>
                </a:lnTo>
                <a:lnTo>
                  <a:pt x="2021285" y="150347"/>
                </a:lnTo>
                <a:lnTo>
                  <a:pt x="2022805" y="150322"/>
                </a:lnTo>
                <a:lnTo>
                  <a:pt x="2024305" y="150246"/>
                </a:lnTo>
                <a:lnTo>
                  <a:pt x="2025787" y="150119"/>
                </a:lnTo>
                <a:lnTo>
                  <a:pt x="2027249" y="149941"/>
                </a:lnTo>
                <a:lnTo>
                  <a:pt x="2028693" y="149713"/>
                </a:lnTo>
                <a:lnTo>
                  <a:pt x="2030118" y="149433"/>
                </a:lnTo>
                <a:lnTo>
                  <a:pt x="2031524" y="149103"/>
                </a:lnTo>
                <a:lnTo>
                  <a:pt x="2032911" y="148722"/>
                </a:lnTo>
                <a:lnTo>
                  <a:pt x="2034279" y="148290"/>
                </a:lnTo>
                <a:lnTo>
                  <a:pt x="2035628" y="147808"/>
                </a:lnTo>
                <a:lnTo>
                  <a:pt x="2036958" y="147275"/>
                </a:lnTo>
                <a:lnTo>
                  <a:pt x="2038269" y="146690"/>
                </a:lnTo>
                <a:lnTo>
                  <a:pt x="2039561" y="146056"/>
                </a:lnTo>
                <a:lnTo>
                  <a:pt x="2040834" y="145370"/>
                </a:lnTo>
                <a:lnTo>
                  <a:pt x="2042088" y="144633"/>
                </a:lnTo>
                <a:lnTo>
                  <a:pt x="2043324" y="143846"/>
                </a:lnTo>
                <a:lnTo>
                  <a:pt x="2044540" y="143008"/>
                </a:lnTo>
                <a:lnTo>
                  <a:pt x="2045738" y="142119"/>
                </a:lnTo>
                <a:lnTo>
                  <a:pt x="2046916" y="141180"/>
                </a:lnTo>
                <a:lnTo>
                  <a:pt x="2048076" y="140189"/>
                </a:lnTo>
                <a:lnTo>
                  <a:pt x="2049217" y="139148"/>
                </a:lnTo>
                <a:lnTo>
                  <a:pt x="2050338" y="138056"/>
                </a:lnTo>
                <a:lnTo>
                  <a:pt x="2051441" y="136913"/>
                </a:lnTo>
                <a:lnTo>
                  <a:pt x="2052525" y="135719"/>
                </a:lnTo>
                <a:lnTo>
                  <a:pt x="2053577" y="134480"/>
                </a:lnTo>
                <a:lnTo>
                  <a:pt x="2054584" y="133200"/>
                </a:lnTo>
                <a:lnTo>
                  <a:pt x="2055547" y="131879"/>
                </a:lnTo>
                <a:lnTo>
                  <a:pt x="2056464" y="130517"/>
                </a:lnTo>
                <a:lnTo>
                  <a:pt x="2057337" y="129114"/>
                </a:lnTo>
                <a:lnTo>
                  <a:pt x="2058165" y="127671"/>
                </a:lnTo>
                <a:lnTo>
                  <a:pt x="2058949" y="126187"/>
                </a:lnTo>
                <a:lnTo>
                  <a:pt x="2059688" y="124661"/>
                </a:lnTo>
                <a:lnTo>
                  <a:pt x="2060381" y="123096"/>
                </a:lnTo>
                <a:lnTo>
                  <a:pt x="2061031" y="121489"/>
                </a:lnTo>
                <a:lnTo>
                  <a:pt x="2061635" y="119841"/>
                </a:lnTo>
                <a:lnTo>
                  <a:pt x="2062194" y="118153"/>
                </a:lnTo>
                <a:lnTo>
                  <a:pt x="2062709" y="116424"/>
                </a:lnTo>
                <a:lnTo>
                  <a:pt x="2063179" y="114654"/>
                </a:lnTo>
                <a:lnTo>
                  <a:pt x="2063605" y="112844"/>
                </a:lnTo>
                <a:lnTo>
                  <a:pt x="2063985" y="110992"/>
                </a:lnTo>
                <a:lnTo>
                  <a:pt x="2064321" y="109100"/>
                </a:lnTo>
                <a:lnTo>
                  <a:pt x="2064612" y="107167"/>
                </a:lnTo>
                <a:lnTo>
                  <a:pt x="2064858" y="105193"/>
                </a:lnTo>
                <a:lnTo>
                  <a:pt x="2065059" y="103178"/>
                </a:lnTo>
                <a:lnTo>
                  <a:pt x="2065216" y="101122"/>
                </a:lnTo>
                <a:lnTo>
                  <a:pt x="2065328" y="99026"/>
                </a:lnTo>
                <a:lnTo>
                  <a:pt x="2065395" y="96889"/>
                </a:lnTo>
                <a:lnTo>
                  <a:pt x="2065418" y="94711"/>
                </a:lnTo>
                <a:lnTo>
                  <a:pt x="2065395" y="92590"/>
                </a:lnTo>
                <a:lnTo>
                  <a:pt x="2065329" y="90508"/>
                </a:lnTo>
                <a:lnTo>
                  <a:pt x="2065218" y="88466"/>
                </a:lnTo>
                <a:lnTo>
                  <a:pt x="2065062" y="86463"/>
                </a:lnTo>
                <a:lnTo>
                  <a:pt x="2064862" y="84499"/>
                </a:lnTo>
                <a:lnTo>
                  <a:pt x="2064618" y="82575"/>
                </a:lnTo>
                <a:lnTo>
                  <a:pt x="2064329" y="80689"/>
                </a:lnTo>
                <a:lnTo>
                  <a:pt x="2063996" y="78843"/>
                </a:lnTo>
                <a:lnTo>
                  <a:pt x="2063619" y="77036"/>
                </a:lnTo>
                <a:lnTo>
                  <a:pt x="2063197" y="75269"/>
                </a:lnTo>
                <a:lnTo>
                  <a:pt x="2062730" y="73540"/>
                </a:lnTo>
                <a:lnTo>
                  <a:pt x="2062219" y="71851"/>
                </a:lnTo>
                <a:lnTo>
                  <a:pt x="2061664" y="70202"/>
                </a:lnTo>
                <a:lnTo>
                  <a:pt x="2061064" y="68591"/>
                </a:lnTo>
                <a:lnTo>
                  <a:pt x="2060420" y="67020"/>
                </a:lnTo>
                <a:lnTo>
                  <a:pt x="2059732" y="65488"/>
                </a:lnTo>
                <a:lnTo>
                  <a:pt x="2058999" y="63995"/>
                </a:lnTo>
                <a:lnTo>
                  <a:pt x="2058221" y="62541"/>
                </a:lnTo>
                <a:lnTo>
                  <a:pt x="2057399" y="61127"/>
                </a:lnTo>
                <a:lnTo>
                  <a:pt x="2056533" y="59752"/>
                </a:lnTo>
                <a:lnTo>
                  <a:pt x="2055623" y="58416"/>
                </a:lnTo>
                <a:lnTo>
                  <a:pt x="2054668" y="57120"/>
                </a:lnTo>
                <a:lnTo>
                  <a:pt x="2053668" y="55863"/>
                </a:lnTo>
                <a:lnTo>
                  <a:pt x="2052624" y="54645"/>
                </a:lnTo>
                <a:lnTo>
                  <a:pt x="2051548" y="53471"/>
                </a:lnTo>
                <a:lnTo>
                  <a:pt x="2050453" y="52348"/>
                </a:lnTo>
                <a:lnTo>
                  <a:pt x="2049339" y="51274"/>
                </a:lnTo>
                <a:lnTo>
                  <a:pt x="2048205" y="50251"/>
                </a:lnTo>
                <a:lnTo>
                  <a:pt x="2047053" y="49277"/>
                </a:lnTo>
                <a:lnTo>
                  <a:pt x="2045880" y="48353"/>
                </a:lnTo>
                <a:lnTo>
                  <a:pt x="2044689" y="47480"/>
                </a:lnTo>
                <a:lnTo>
                  <a:pt x="2043478" y="46656"/>
                </a:lnTo>
                <a:lnTo>
                  <a:pt x="2042248" y="45882"/>
                </a:lnTo>
                <a:lnTo>
                  <a:pt x="2040999" y="45158"/>
                </a:lnTo>
                <a:lnTo>
                  <a:pt x="2039730" y="44484"/>
                </a:lnTo>
                <a:lnTo>
                  <a:pt x="2038442" y="43860"/>
                </a:lnTo>
                <a:lnTo>
                  <a:pt x="2037135" y="43285"/>
                </a:lnTo>
                <a:lnTo>
                  <a:pt x="2035809" y="42761"/>
                </a:lnTo>
                <a:lnTo>
                  <a:pt x="2034463" y="42287"/>
                </a:lnTo>
                <a:lnTo>
                  <a:pt x="2033098" y="41862"/>
                </a:lnTo>
                <a:lnTo>
                  <a:pt x="2031714" y="41488"/>
                </a:lnTo>
                <a:lnTo>
                  <a:pt x="2030310" y="41163"/>
                </a:lnTo>
                <a:lnTo>
                  <a:pt x="2028887" y="40889"/>
                </a:lnTo>
                <a:lnTo>
                  <a:pt x="2027445" y="40664"/>
                </a:lnTo>
                <a:lnTo>
                  <a:pt x="2025984" y="40489"/>
                </a:lnTo>
                <a:lnTo>
                  <a:pt x="2024503" y="40364"/>
                </a:lnTo>
                <a:lnTo>
                  <a:pt x="2023003" y="40290"/>
                </a:lnTo>
                <a:lnTo>
                  <a:pt x="2021484" y="40265"/>
                </a:lnTo>
                <a:lnTo>
                  <a:pt x="2020611" y="40273"/>
                </a:lnTo>
                <a:lnTo>
                  <a:pt x="2019745" y="40299"/>
                </a:lnTo>
                <a:lnTo>
                  <a:pt x="2018885" y="40342"/>
                </a:lnTo>
                <a:lnTo>
                  <a:pt x="2018032" y="40402"/>
                </a:lnTo>
                <a:lnTo>
                  <a:pt x="2017185" y="40480"/>
                </a:lnTo>
                <a:lnTo>
                  <a:pt x="2016345" y="40574"/>
                </a:lnTo>
                <a:lnTo>
                  <a:pt x="2015512" y="40686"/>
                </a:lnTo>
                <a:lnTo>
                  <a:pt x="2014685" y="40816"/>
                </a:lnTo>
                <a:lnTo>
                  <a:pt x="2013864" y="40962"/>
                </a:lnTo>
                <a:lnTo>
                  <a:pt x="2013050" y="41125"/>
                </a:lnTo>
                <a:lnTo>
                  <a:pt x="2012243" y="41306"/>
                </a:lnTo>
                <a:lnTo>
                  <a:pt x="2011442" y="41504"/>
                </a:lnTo>
                <a:lnTo>
                  <a:pt x="2010648" y="41719"/>
                </a:lnTo>
                <a:lnTo>
                  <a:pt x="2009860" y="41952"/>
                </a:lnTo>
                <a:lnTo>
                  <a:pt x="2009079" y="42202"/>
                </a:lnTo>
                <a:lnTo>
                  <a:pt x="2008304" y="42468"/>
                </a:lnTo>
                <a:lnTo>
                  <a:pt x="2007536" y="42753"/>
                </a:lnTo>
                <a:lnTo>
                  <a:pt x="2006775" y="43054"/>
                </a:lnTo>
                <a:lnTo>
                  <a:pt x="2006020" y="43372"/>
                </a:lnTo>
                <a:lnTo>
                  <a:pt x="2005271" y="43708"/>
                </a:lnTo>
                <a:lnTo>
                  <a:pt x="2004530" y="44061"/>
                </a:lnTo>
                <a:lnTo>
                  <a:pt x="2003794" y="44431"/>
                </a:lnTo>
                <a:lnTo>
                  <a:pt x="2003065" y="44819"/>
                </a:lnTo>
                <a:lnTo>
                  <a:pt x="2002343" y="45223"/>
                </a:lnTo>
                <a:lnTo>
                  <a:pt x="2001630" y="45642"/>
                </a:lnTo>
                <a:lnTo>
                  <a:pt x="2000930" y="46070"/>
                </a:lnTo>
                <a:lnTo>
                  <a:pt x="2000242" y="46509"/>
                </a:lnTo>
                <a:lnTo>
                  <a:pt x="1999566" y="46959"/>
                </a:lnTo>
                <a:lnTo>
                  <a:pt x="1998903" y="47418"/>
                </a:lnTo>
                <a:lnTo>
                  <a:pt x="1998252" y="47889"/>
                </a:lnTo>
                <a:lnTo>
                  <a:pt x="1997614" y="48369"/>
                </a:lnTo>
                <a:lnTo>
                  <a:pt x="1996988" y="48860"/>
                </a:lnTo>
                <a:lnTo>
                  <a:pt x="1996374" y="49361"/>
                </a:lnTo>
                <a:lnTo>
                  <a:pt x="1995773" y="49872"/>
                </a:lnTo>
                <a:lnTo>
                  <a:pt x="1995184" y="50394"/>
                </a:lnTo>
                <a:lnTo>
                  <a:pt x="1994607" y="50926"/>
                </a:lnTo>
                <a:lnTo>
                  <a:pt x="1994043" y="51468"/>
                </a:lnTo>
                <a:lnTo>
                  <a:pt x="1993492" y="52021"/>
                </a:lnTo>
                <a:lnTo>
                  <a:pt x="1992953" y="52584"/>
                </a:lnTo>
                <a:lnTo>
                  <a:pt x="1992426" y="53157"/>
                </a:lnTo>
                <a:lnTo>
                  <a:pt x="1991911" y="53741"/>
                </a:lnTo>
                <a:lnTo>
                  <a:pt x="1991409" y="54335"/>
                </a:lnTo>
                <a:lnTo>
                  <a:pt x="1990919" y="54939"/>
                </a:lnTo>
                <a:lnTo>
                  <a:pt x="1990442" y="55554"/>
                </a:lnTo>
                <a:lnTo>
                  <a:pt x="1989977" y="56179"/>
                </a:lnTo>
                <a:lnTo>
                  <a:pt x="1989525" y="56814"/>
                </a:lnTo>
                <a:lnTo>
                  <a:pt x="1989085" y="57460"/>
                </a:lnTo>
                <a:lnTo>
                  <a:pt x="1988657" y="58116"/>
                </a:lnTo>
                <a:lnTo>
                  <a:pt x="1988657" y="42645"/>
                </a:lnTo>
                <a:lnTo>
                  <a:pt x="1962674" y="42645"/>
                </a:lnTo>
                <a:lnTo>
                  <a:pt x="1962674" y="188034"/>
                </a:lnTo>
                <a:lnTo>
                  <a:pt x="1990541" y="188034"/>
                </a:lnTo>
                <a:lnTo>
                  <a:pt x="1990541" y="134976"/>
                </a:lnTo>
                <a:lnTo>
                  <a:pt x="1991193" y="135669"/>
                </a:lnTo>
                <a:lnTo>
                  <a:pt x="1991842" y="136346"/>
                </a:lnTo>
                <a:lnTo>
                  <a:pt x="1992488" y="137006"/>
                </a:lnTo>
                <a:close/>
                <a:moveTo>
                  <a:pt x="1990665" y="86223"/>
                </a:moveTo>
                <a:lnTo>
                  <a:pt x="1990818" y="85107"/>
                </a:lnTo>
                <a:lnTo>
                  <a:pt x="1990993" y="84017"/>
                </a:lnTo>
                <a:lnTo>
                  <a:pt x="1991192" y="82953"/>
                </a:lnTo>
                <a:lnTo>
                  <a:pt x="1991415" y="81915"/>
                </a:lnTo>
                <a:lnTo>
                  <a:pt x="1991661" y="80904"/>
                </a:lnTo>
                <a:lnTo>
                  <a:pt x="1991930" y="79919"/>
                </a:lnTo>
                <a:lnTo>
                  <a:pt x="1992222" y="78961"/>
                </a:lnTo>
                <a:lnTo>
                  <a:pt x="1992539" y="78029"/>
                </a:lnTo>
                <a:lnTo>
                  <a:pt x="1992878" y="77123"/>
                </a:lnTo>
                <a:lnTo>
                  <a:pt x="1993241" y="76243"/>
                </a:lnTo>
                <a:lnTo>
                  <a:pt x="1993627" y="75390"/>
                </a:lnTo>
                <a:lnTo>
                  <a:pt x="1994037" y="74563"/>
                </a:lnTo>
                <a:lnTo>
                  <a:pt x="1994470" y="73762"/>
                </a:lnTo>
                <a:lnTo>
                  <a:pt x="1994927" y="72988"/>
                </a:lnTo>
                <a:lnTo>
                  <a:pt x="1995407" y="72239"/>
                </a:lnTo>
                <a:lnTo>
                  <a:pt x="1995911" y="71518"/>
                </a:lnTo>
                <a:lnTo>
                  <a:pt x="1996437" y="70822"/>
                </a:lnTo>
                <a:lnTo>
                  <a:pt x="1996988" y="70153"/>
                </a:lnTo>
                <a:lnTo>
                  <a:pt x="1997556" y="69511"/>
                </a:lnTo>
                <a:lnTo>
                  <a:pt x="1998136" y="68896"/>
                </a:lnTo>
                <a:lnTo>
                  <a:pt x="1998728" y="68308"/>
                </a:lnTo>
                <a:lnTo>
                  <a:pt x="1999332" y="67748"/>
                </a:lnTo>
                <a:lnTo>
                  <a:pt x="1999948" y="67215"/>
                </a:lnTo>
                <a:lnTo>
                  <a:pt x="2000577" y="66709"/>
                </a:lnTo>
                <a:lnTo>
                  <a:pt x="2001217" y="66231"/>
                </a:lnTo>
                <a:lnTo>
                  <a:pt x="2001869" y="65780"/>
                </a:lnTo>
                <a:lnTo>
                  <a:pt x="2002534" y="65356"/>
                </a:lnTo>
                <a:lnTo>
                  <a:pt x="2003210" y="64960"/>
                </a:lnTo>
                <a:lnTo>
                  <a:pt x="2003899" y="64591"/>
                </a:lnTo>
                <a:lnTo>
                  <a:pt x="2004599" y="64249"/>
                </a:lnTo>
                <a:lnTo>
                  <a:pt x="2005312" y="63935"/>
                </a:lnTo>
                <a:lnTo>
                  <a:pt x="2006037" y="63648"/>
                </a:lnTo>
                <a:lnTo>
                  <a:pt x="2006773" y="63388"/>
                </a:lnTo>
                <a:lnTo>
                  <a:pt x="2007522" y="63156"/>
                </a:lnTo>
                <a:lnTo>
                  <a:pt x="2008283" y="62951"/>
                </a:lnTo>
                <a:lnTo>
                  <a:pt x="2009056" y="62773"/>
                </a:lnTo>
                <a:lnTo>
                  <a:pt x="2009841" y="62623"/>
                </a:lnTo>
                <a:lnTo>
                  <a:pt x="2010638" y="62500"/>
                </a:lnTo>
                <a:lnTo>
                  <a:pt x="2011447" y="62404"/>
                </a:lnTo>
                <a:lnTo>
                  <a:pt x="2012268" y="62336"/>
                </a:lnTo>
                <a:lnTo>
                  <a:pt x="2013101" y="62295"/>
                </a:lnTo>
                <a:lnTo>
                  <a:pt x="2013946" y="62281"/>
                </a:lnTo>
                <a:lnTo>
                  <a:pt x="2014759" y="62295"/>
                </a:lnTo>
                <a:lnTo>
                  <a:pt x="2015561" y="62337"/>
                </a:lnTo>
                <a:lnTo>
                  <a:pt x="2016351" y="62406"/>
                </a:lnTo>
                <a:lnTo>
                  <a:pt x="2017131" y="62504"/>
                </a:lnTo>
                <a:lnTo>
                  <a:pt x="2017900" y="62629"/>
                </a:lnTo>
                <a:lnTo>
                  <a:pt x="2018657" y="62782"/>
                </a:lnTo>
                <a:lnTo>
                  <a:pt x="2019404" y="62963"/>
                </a:lnTo>
                <a:lnTo>
                  <a:pt x="2020139" y="63172"/>
                </a:lnTo>
                <a:lnTo>
                  <a:pt x="2020864" y="63409"/>
                </a:lnTo>
                <a:lnTo>
                  <a:pt x="2021577" y="63674"/>
                </a:lnTo>
                <a:lnTo>
                  <a:pt x="2022280" y="63966"/>
                </a:lnTo>
                <a:lnTo>
                  <a:pt x="2022971" y="64286"/>
                </a:lnTo>
                <a:lnTo>
                  <a:pt x="2023652" y="64634"/>
                </a:lnTo>
                <a:lnTo>
                  <a:pt x="2024321" y="65010"/>
                </a:lnTo>
                <a:lnTo>
                  <a:pt x="2024979" y="65414"/>
                </a:lnTo>
                <a:lnTo>
                  <a:pt x="2025627" y="65846"/>
                </a:lnTo>
                <a:lnTo>
                  <a:pt x="2026263" y="66305"/>
                </a:lnTo>
                <a:lnTo>
                  <a:pt x="2026889" y="66793"/>
                </a:lnTo>
                <a:lnTo>
                  <a:pt x="2027503" y="67308"/>
                </a:lnTo>
                <a:lnTo>
                  <a:pt x="2028106" y="67851"/>
                </a:lnTo>
                <a:lnTo>
                  <a:pt x="2028698" y="68422"/>
                </a:lnTo>
                <a:lnTo>
                  <a:pt x="2029280" y="69021"/>
                </a:lnTo>
                <a:lnTo>
                  <a:pt x="2029850" y="69647"/>
                </a:lnTo>
                <a:lnTo>
                  <a:pt x="2030409" y="70302"/>
                </a:lnTo>
                <a:lnTo>
                  <a:pt x="2030951" y="70985"/>
                </a:lnTo>
                <a:lnTo>
                  <a:pt x="2031471" y="71698"/>
                </a:lnTo>
                <a:lnTo>
                  <a:pt x="2031967" y="72440"/>
                </a:lnTo>
                <a:lnTo>
                  <a:pt x="2032440" y="73212"/>
                </a:lnTo>
                <a:lnTo>
                  <a:pt x="2032889" y="74013"/>
                </a:lnTo>
                <a:lnTo>
                  <a:pt x="2033316" y="74844"/>
                </a:lnTo>
                <a:lnTo>
                  <a:pt x="2033720" y="75705"/>
                </a:lnTo>
                <a:lnTo>
                  <a:pt x="2034101" y="76595"/>
                </a:lnTo>
                <a:lnTo>
                  <a:pt x="2034458" y="77515"/>
                </a:lnTo>
                <a:lnTo>
                  <a:pt x="2034793" y="78464"/>
                </a:lnTo>
                <a:lnTo>
                  <a:pt x="2035104" y="79443"/>
                </a:lnTo>
                <a:lnTo>
                  <a:pt x="2035393" y="80452"/>
                </a:lnTo>
                <a:lnTo>
                  <a:pt x="2035658" y="81490"/>
                </a:lnTo>
                <a:lnTo>
                  <a:pt x="2035900" y="82557"/>
                </a:lnTo>
                <a:lnTo>
                  <a:pt x="2036119" y="83654"/>
                </a:lnTo>
                <a:lnTo>
                  <a:pt x="2036316" y="84781"/>
                </a:lnTo>
                <a:lnTo>
                  <a:pt x="2036489" y="85938"/>
                </a:lnTo>
                <a:lnTo>
                  <a:pt x="2036639" y="87123"/>
                </a:lnTo>
                <a:lnTo>
                  <a:pt x="2036765" y="88339"/>
                </a:lnTo>
                <a:lnTo>
                  <a:pt x="2036869" y="89584"/>
                </a:lnTo>
                <a:lnTo>
                  <a:pt x="2036950" y="90859"/>
                </a:lnTo>
                <a:lnTo>
                  <a:pt x="2037008" y="92163"/>
                </a:lnTo>
                <a:lnTo>
                  <a:pt x="2037042" y="93496"/>
                </a:lnTo>
                <a:lnTo>
                  <a:pt x="2037054" y="94860"/>
                </a:lnTo>
                <a:lnTo>
                  <a:pt x="2037043" y="96320"/>
                </a:lnTo>
                <a:lnTo>
                  <a:pt x="2037009" y="97745"/>
                </a:lnTo>
                <a:lnTo>
                  <a:pt x="2036953" y="99136"/>
                </a:lnTo>
                <a:lnTo>
                  <a:pt x="2036875" y="100492"/>
                </a:lnTo>
                <a:lnTo>
                  <a:pt x="2036774" y="101814"/>
                </a:lnTo>
                <a:lnTo>
                  <a:pt x="2036651" y="103101"/>
                </a:lnTo>
                <a:lnTo>
                  <a:pt x="2036505" y="104354"/>
                </a:lnTo>
                <a:lnTo>
                  <a:pt x="2036338" y="105572"/>
                </a:lnTo>
                <a:lnTo>
                  <a:pt x="2036147" y="106755"/>
                </a:lnTo>
                <a:lnTo>
                  <a:pt x="2035935" y="107904"/>
                </a:lnTo>
                <a:lnTo>
                  <a:pt x="2035700" y="109019"/>
                </a:lnTo>
                <a:lnTo>
                  <a:pt x="2035442" y="110098"/>
                </a:lnTo>
                <a:lnTo>
                  <a:pt x="2035163" y="111144"/>
                </a:lnTo>
                <a:lnTo>
                  <a:pt x="2034860" y="112154"/>
                </a:lnTo>
                <a:lnTo>
                  <a:pt x="2034536" y="113130"/>
                </a:lnTo>
                <a:lnTo>
                  <a:pt x="2034189" y="114072"/>
                </a:lnTo>
                <a:lnTo>
                  <a:pt x="2033820" y="114979"/>
                </a:lnTo>
                <a:lnTo>
                  <a:pt x="2033428" y="115851"/>
                </a:lnTo>
                <a:lnTo>
                  <a:pt x="2033014" y="116689"/>
                </a:lnTo>
                <a:lnTo>
                  <a:pt x="2032577" y="117492"/>
                </a:lnTo>
                <a:lnTo>
                  <a:pt x="2032118" y="118261"/>
                </a:lnTo>
                <a:lnTo>
                  <a:pt x="2031637" y="118995"/>
                </a:lnTo>
                <a:lnTo>
                  <a:pt x="2031134" y="119695"/>
                </a:lnTo>
                <a:lnTo>
                  <a:pt x="2030608" y="120360"/>
                </a:lnTo>
                <a:lnTo>
                  <a:pt x="2030065" y="120994"/>
                </a:lnTo>
                <a:lnTo>
                  <a:pt x="2029510" y="121601"/>
                </a:lnTo>
                <a:lnTo>
                  <a:pt x="2028945" y="122182"/>
                </a:lnTo>
                <a:lnTo>
                  <a:pt x="2028368" y="122735"/>
                </a:lnTo>
                <a:lnTo>
                  <a:pt x="2027780" y="123261"/>
                </a:lnTo>
                <a:lnTo>
                  <a:pt x="2027180" y="123760"/>
                </a:lnTo>
                <a:lnTo>
                  <a:pt x="2026569" y="124233"/>
                </a:lnTo>
                <a:lnTo>
                  <a:pt x="2025946" y="124678"/>
                </a:lnTo>
                <a:lnTo>
                  <a:pt x="2025313" y="125096"/>
                </a:lnTo>
                <a:lnTo>
                  <a:pt x="2024667" y="125488"/>
                </a:lnTo>
                <a:lnTo>
                  <a:pt x="2024011" y="125852"/>
                </a:lnTo>
                <a:lnTo>
                  <a:pt x="2023343" y="126189"/>
                </a:lnTo>
                <a:lnTo>
                  <a:pt x="2022664" y="126500"/>
                </a:lnTo>
                <a:lnTo>
                  <a:pt x="2021973" y="126783"/>
                </a:lnTo>
                <a:lnTo>
                  <a:pt x="2021271" y="127040"/>
                </a:lnTo>
                <a:lnTo>
                  <a:pt x="2020558" y="127269"/>
                </a:lnTo>
                <a:lnTo>
                  <a:pt x="2019833" y="127471"/>
                </a:lnTo>
                <a:lnTo>
                  <a:pt x="2019097" y="127647"/>
                </a:lnTo>
                <a:lnTo>
                  <a:pt x="2018350" y="127795"/>
                </a:lnTo>
                <a:lnTo>
                  <a:pt x="2017591" y="127917"/>
                </a:lnTo>
                <a:lnTo>
                  <a:pt x="2016821" y="128011"/>
                </a:lnTo>
                <a:lnTo>
                  <a:pt x="2016039" y="128079"/>
                </a:lnTo>
                <a:lnTo>
                  <a:pt x="2015246" y="128119"/>
                </a:lnTo>
                <a:lnTo>
                  <a:pt x="2014442" y="128133"/>
                </a:lnTo>
                <a:lnTo>
                  <a:pt x="2013605" y="128118"/>
                </a:lnTo>
                <a:lnTo>
                  <a:pt x="2012778" y="128074"/>
                </a:lnTo>
                <a:lnTo>
                  <a:pt x="2011961" y="128000"/>
                </a:lnTo>
                <a:lnTo>
                  <a:pt x="2011156" y="127897"/>
                </a:lnTo>
                <a:lnTo>
                  <a:pt x="2010361" y="127765"/>
                </a:lnTo>
                <a:lnTo>
                  <a:pt x="2009577" y="127603"/>
                </a:lnTo>
                <a:lnTo>
                  <a:pt x="2008803" y="127412"/>
                </a:lnTo>
                <a:lnTo>
                  <a:pt x="2008040" y="127192"/>
                </a:lnTo>
                <a:lnTo>
                  <a:pt x="2007288" y="126942"/>
                </a:lnTo>
                <a:lnTo>
                  <a:pt x="2006546" y="126663"/>
                </a:lnTo>
                <a:lnTo>
                  <a:pt x="2005815" y="126354"/>
                </a:lnTo>
                <a:lnTo>
                  <a:pt x="2005095" y="126016"/>
                </a:lnTo>
                <a:lnTo>
                  <a:pt x="2004386" y="125648"/>
                </a:lnTo>
                <a:lnTo>
                  <a:pt x="2003687" y="125251"/>
                </a:lnTo>
                <a:lnTo>
                  <a:pt x="2002999" y="124825"/>
                </a:lnTo>
                <a:lnTo>
                  <a:pt x="2002321" y="124369"/>
                </a:lnTo>
                <a:lnTo>
                  <a:pt x="2001654" y="123884"/>
                </a:lnTo>
                <a:lnTo>
                  <a:pt x="2000998" y="123370"/>
                </a:lnTo>
                <a:lnTo>
                  <a:pt x="2000353" y="122826"/>
                </a:lnTo>
                <a:lnTo>
                  <a:pt x="1999718" y="122253"/>
                </a:lnTo>
                <a:lnTo>
                  <a:pt x="1999094" y="121650"/>
                </a:lnTo>
                <a:lnTo>
                  <a:pt x="1998480" y="121018"/>
                </a:lnTo>
                <a:lnTo>
                  <a:pt x="1997877" y="120356"/>
                </a:lnTo>
                <a:lnTo>
                  <a:pt x="1997285" y="119666"/>
                </a:lnTo>
                <a:lnTo>
                  <a:pt x="1996711" y="118944"/>
                </a:lnTo>
                <a:lnTo>
                  <a:pt x="1996161" y="118190"/>
                </a:lnTo>
                <a:lnTo>
                  <a:pt x="1995635" y="117404"/>
                </a:lnTo>
                <a:lnTo>
                  <a:pt x="1995134" y="116586"/>
                </a:lnTo>
                <a:lnTo>
                  <a:pt x="1994657" y="115736"/>
                </a:lnTo>
                <a:lnTo>
                  <a:pt x="1994205" y="114854"/>
                </a:lnTo>
                <a:lnTo>
                  <a:pt x="1993777" y="113939"/>
                </a:lnTo>
                <a:lnTo>
                  <a:pt x="1993373" y="112992"/>
                </a:lnTo>
                <a:lnTo>
                  <a:pt x="1992994" y="112014"/>
                </a:lnTo>
                <a:lnTo>
                  <a:pt x="1992640" y="111003"/>
                </a:lnTo>
                <a:lnTo>
                  <a:pt x="1992310" y="109960"/>
                </a:lnTo>
                <a:lnTo>
                  <a:pt x="1992004" y="108884"/>
                </a:lnTo>
                <a:lnTo>
                  <a:pt x="1991723" y="107777"/>
                </a:lnTo>
                <a:lnTo>
                  <a:pt x="1991466" y="106637"/>
                </a:lnTo>
                <a:lnTo>
                  <a:pt x="1991234" y="105466"/>
                </a:lnTo>
                <a:lnTo>
                  <a:pt x="1991026" y="104262"/>
                </a:lnTo>
                <a:lnTo>
                  <a:pt x="1990843" y="103026"/>
                </a:lnTo>
                <a:lnTo>
                  <a:pt x="1990684" y="101758"/>
                </a:lnTo>
                <a:lnTo>
                  <a:pt x="1990549" y="100458"/>
                </a:lnTo>
                <a:lnTo>
                  <a:pt x="1990439" y="99125"/>
                </a:lnTo>
                <a:lnTo>
                  <a:pt x="1990354" y="97761"/>
                </a:lnTo>
                <a:lnTo>
                  <a:pt x="1990293" y="96364"/>
                </a:lnTo>
                <a:lnTo>
                  <a:pt x="1990256" y="94935"/>
                </a:lnTo>
                <a:lnTo>
                  <a:pt x="1990244" y="93474"/>
                </a:lnTo>
                <a:lnTo>
                  <a:pt x="1990256" y="92200"/>
                </a:lnTo>
                <a:lnTo>
                  <a:pt x="1990291" y="90952"/>
                </a:lnTo>
                <a:lnTo>
                  <a:pt x="1990349" y="89730"/>
                </a:lnTo>
                <a:lnTo>
                  <a:pt x="1990431" y="88535"/>
                </a:lnTo>
                <a:lnTo>
                  <a:pt x="1990537" y="87366"/>
                </a:lnTo>
                <a:lnTo>
                  <a:pt x="1990665" y="86223"/>
                </a:lnTo>
                <a:close/>
                <a:moveTo>
                  <a:pt x="3512027" y="151528"/>
                </a:moveTo>
                <a:lnTo>
                  <a:pt x="3511957" y="152196"/>
                </a:lnTo>
                <a:lnTo>
                  <a:pt x="3511878" y="152850"/>
                </a:lnTo>
                <a:lnTo>
                  <a:pt x="3511791" y="153489"/>
                </a:lnTo>
                <a:lnTo>
                  <a:pt x="3511696" y="154114"/>
                </a:lnTo>
                <a:lnTo>
                  <a:pt x="3511593" y="154724"/>
                </a:lnTo>
                <a:lnTo>
                  <a:pt x="3511481" y="155319"/>
                </a:lnTo>
                <a:lnTo>
                  <a:pt x="3511362" y="155900"/>
                </a:lnTo>
                <a:lnTo>
                  <a:pt x="3511234" y="156467"/>
                </a:lnTo>
                <a:lnTo>
                  <a:pt x="3511097" y="157019"/>
                </a:lnTo>
                <a:lnTo>
                  <a:pt x="3510953" y="157556"/>
                </a:lnTo>
                <a:lnTo>
                  <a:pt x="3510800" y="158079"/>
                </a:lnTo>
                <a:lnTo>
                  <a:pt x="3510638" y="158587"/>
                </a:lnTo>
                <a:lnTo>
                  <a:pt x="3510469" y="159081"/>
                </a:lnTo>
                <a:lnTo>
                  <a:pt x="3510291" y="159560"/>
                </a:lnTo>
                <a:lnTo>
                  <a:pt x="3510105" y="160024"/>
                </a:lnTo>
                <a:lnTo>
                  <a:pt x="3509911" y="160474"/>
                </a:lnTo>
                <a:lnTo>
                  <a:pt x="3509709" y="160910"/>
                </a:lnTo>
                <a:lnTo>
                  <a:pt x="3509498" y="161331"/>
                </a:lnTo>
                <a:lnTo>
                  <a:pt x="3509279" y="161737"/>
                </a:lnTo>
                <a:lnTo>
                  <a:pt x="3509051" y="162132"/>
                </a:lnTo>
                <a:lnTo>
                  <a:pt x="3508812" y="162519"/>
                </a:lnTo>
                <a:lnTo>
                  <a:pt x="3508563" y="162898"/>
                </a:lnTo>
                <a:lnTo>
                  <a:pt x="3508304" y="163269"/>
                </a:lnTo>
                <a:lnTo>
                  <a:pt x="3508034" y="163631"/>
                </a:lnTo>
                <a:lnTo>
                  <a:pt x="3507754" y="163986"/>
                </a:lnTo>
                <a:lnTo>
                  <a:pt x="3507464" y="164333"/>
                </a:lnTo>
                <a:lnTo>
                  <a:pt x="3507163" y="164671"/>
                </a:lnTo>
                <a:lnTo>
                  <a:pt x="3506852" y="165002"/>
                </a:lnTo>
                <a:lnTo>
                  <a:pt x="3506531" y="165324"/>
                </a:lnTo>
                <a:lnTo>
                  <a:pt x="3506199" y="165639"/>
                </a:lnTo>
                <a:lnTo>
                  <a:pt x="3505857" y="165945"/>
                </a:lnTo>
                <a:lnTo>
                  <a:pt x="3505505" y="166243"/>
                </a:lnTo>
                <a:lnTo>
                  <a:pt x="3505143" y="166533"/>
                </a:lnTo>
                <a:lnTo>
                  <a:pt x="3504770" y="166816"/>
                </a:lnTo>
                <a:lnTo>
                  <a:pt x="3504386" y="167090"/>
                </a:lnTo>
                <a:lnTo>
                  <a:pt x="3503993" y="167356"/>
                </a:lnTo>
                <a:lnTo>
                  <a:pt x="3503589" y="167614"/>
                </a:lnTo>
                <a:lnTo>
                  <a:pt x="3503175" y="167864"/>
                </a:lnTo>
                <a:lnTo>
                  <a:pt x="3502750" y="168105"/>
                </a:lnTo>
                <a:lnTo>
                  <a:pt x="3502315" y="168339"/>
                </a:lnTo>
                <a:lnTo>
                  <a:pt x="3501870" y="168565"/>
                </a:lnTo>
                <a:lnTo>
                  <a:pt x="3501414" y="168783"/>
                </a:lnTo>
                <a:lnTo>
                  <a:pt x="3500948" y="168992"/>
                </a:lnTo>
                <a:lnTo>
                  <a:pt x="3505907" y="176728"/>
                </a:lnTo>
                <a:lnTo>
                  <a:pt x="3506618" y="176408"/>
                </a:lnTo>
                <a:lnTo>
                  <a:pt x="3507313" y="176077"/>
                </a:lnTo>
                <a:lnTo>
                  <a:pt x="3507991" y="175735"/>
                </a:lnTo>
                <a:lnTo>
                  <a:pt x="3508654" y="175382"/>
                </a:lnTo>
                <a:lnTo>
                  <a:pt x="3509300" y="175019"/>
                </a:lnTo>
                <a:lnTo>
                  <a:pt x="3509930" y="174644"/>
                </a:lnTo>
                <a:lnTo>
                  <a:pt x="3510544" y="174259"/>
                </a:lnTo>
                <a:lnTo>
                  <a:pt x="3511141" y="173863"/>
                </a:lnTo>
                <a:lnTo>
                  <a:pt x="3511723" y="173456"/>
                </a:lnTo>
                <a:lnTo>
                  <a:pt x="3512288" y="173038"/>
                </a:lnTo>
                <a:lnTo>
                  <a:pt x="3512837" y="172609"/>
                </a:lnTo>
                <a:lnTo>
                  <a:pt x="3513370" y="172170"/>
                </a:lnTo>
                <a:lnTo>
                  <a:pt x="3513887" y="171719"/>
                </a:lnTo>
                <a:lnTo>
                  <a:pt x="3514387" y="171258"/>
                </a:lnTo>
                <a:lnTo>
                  <a:pt x="3514871" y="170785"/>
                </a:lnTo>
                <a:lnTo>
                  <a:pt x="3515340" y="170302"/>
                </a:lnTo>
                <a:lnTo>
                  <a:pt x="3515792" y="169808"/>
                </a:lnTo>
                <a:lnTo>
                  <a:pt x="3516227" y="169303"/>
                </a:lnTo>
                <a:lnTo>
                  <a:pt x="3516647" y="168787"/>
                </a:lnTo>
                <a:lnTo>
                  <a:pt x="3517050" y="168260"/>
                </a:lnTo>
                <a:lnTo>
                  <a:pt x="3517438" y="167723"/>
                </a:lnTo>
                <a:lnTo>
                  <a:pt x="3517809" y="167174"/>
                </a:lnTo>
                <a:lnTo>
                  <a:pt x="3518163" y="166615"/>
                </a:lnTo>
                <a:lnTo>
                  <a:pt x="3518502" y="166045"/>
                </a:lnTo>
                <a:lnTo>
                  <a:pt x="3518826" y="165462"/>
                </a:lnTo>
                <a:lnTo>
                  <a:pt x="3519136" y="164864"/>
                </a:lnTo>
                <a:lnTo>
                  <a:pt x="3519432" y="164251"/>
                </a:lnTo>
                <a:lnTo>
                  <a:pt x="3519714" y="163623"/>
                </a:lnTo>
                <a:lnTo>
                  <a:pt x="3519983" y="162980"/>
                </a:lnTo>
                <a:lnTo>
                  <a:pt x="3520238" y="162322"/>
                </a:lnTo>
                <a:lnTo>
                  <a:pt x="3520479" y="161649"/>
                </a:lnTo>
                <a:lnTo>
                  <a:pt x="3520706" y="160961"/>
                </a:lnTo>
                <a:lnTo>
                  <a:pt x="3520919" y="160258"/>
                </a:lnTo>
                <a:lnTo>
                  <a:pt x="3521119" y="159540"/>
                </a:lnTo>
                <a:lnTo>
                  <a:pt x="3521305" y="158806"/>
                </a:lnTo>
                <a:lnTo>
                  <a:pt x="3521477" y="158058"/>
                </a:lnTo>
                <a:lnTo>
                  <a:pt x="3521636" y="157295"/>
                </a:lnTo>
                <a:lnTo>
                  <a:pt x="3521780" y="156517"/>
                </a:lnTo>
                <a:lnTo>
                  <a:pt x="3521911" y="155724"/>
                </a:lnTo>
                <a:lnTo>
                  <a:pt x="3522028" y="154915"/>
                </a:lnTo>
                <a:lnTo>
                  <a:pt x="3522132" y="154092"/>
                </a:lnTo>
                <a:lnTo>
                  <a:pt x="3522221" y="153254"/>
                </a:lnTo>
                <a:lnTo>
                  <a:pt x="3522297" y="152400"/>
                </a:lnTo>
                <a:lnTo>
                  <a:pt x="3522359" y="151532"/>
                </a:lnTo>
                <a:lnTo>
                  <a:pt x="3522407" y="150649"/>
                </a:lnTo>
                <a:lnTo>
                  <a:pt x="3522442" y="149750"/>
                </a:lnTo>
                <a:lnTo>
                  <a:pt x="3522462" y="148837"/>
                </a:lnTo>
                <a:lnTo>
                  <a:pt x="3522469" y="147908"/>
                </a:lnTo>
                <a:lnTo>
                  <a:pt x="3522469" y="127538"/>
                </a:lnTo>
                <a:lnTo>
                  <a:pt x="3502138" y="127538"/>
                </a:lnTo>
                <a:lnTo>
                  <a:pt x="3502138" y="147967"/>
                </a:lnTo>
                <a:lnTo>
                  <a:pt x="3512254" y="147967"/>
                </a:lnTo>
                <a:lnTo>
                  <a:pt x="3512225" y="148708"/>
                </a:lnTo>
                <a:lnTo>
                  <a:pt x="3512188" y="149435"/>
                </a:lnTo>
                <a:lnTo>
                  <a:pt x="3512143" y="150147"/>
                </a:lnTo>
                <a:lnTo>
                  <a:pt x="3512089" y="150845"/>
                </a:lnTo>
                <a:lnTo>
                  <a:pt x="3512027" y="151528"/>
                </a:lnTo>
                <a:close/>
                <a:moveTo>
                  <a:pt x="4982882" y="2579"/>
                </a:moveTo>
                <a:lnTo>
                  <a:pt x="4965031" y="2579"/>
                </a:lnTo>
                <a:lnTo>
                  <a:pt x="4965031" y="23207"/>
                </a:lnTo>
                <a:lnTo>
                  <a:pt x="4982882" y="23207"/>
                </a:lnTo>
                <a:lnTo>
                  <a:pt x="4982882" y="2579"/>
                </a:lnTo>
                <a:close/>
                <a:moveTo>
                  <a:pt x="4237883" y="2579"/>
                </a:moveTo>
                <a:lnTo>
                  <a:pt x="4220032" y="2579"/>
                </a:lnTo>
                <a:lnTo>
                  <a:pt x="4220032" y="23207"/>
                </a:lnTo>
                <a:lnTo>
                  <a:pt x="4237883" y="23207"/>
                </a:lnTo>
                <a:lnTo>
                  <a:pt x="4237883" y="2579"/>
                </a:lnTo>
                <a:close/>
                <a:moveTo>
                  <a:pt x="5310276" y="86364"/>
                </a:moveTo>
                <a:lnTo>
                  <a:pt x="5310322" y="85414"/>
                </a:lnTo>
                <a:lnTo>
                  <a:pt x="5310379" y="84484"/>
                </a:lnTo>
                <a:lnTo>
                  <a:pt x="5310446" y="83571"/>
                </a:lnTo>
                <a:lnTo>
                  <a:pt x="5310523" y="82678"/>
                </a:lnTo>
                <a:lnTo>
                  <a:pt x="5310611" y="81803"/>
                </a:lnTo>
                <a:lnTo>
                  <a:pt x="5310709" y="80946"/>
                </a:lnTo>
                <a:lnTo>
                  <a:pt x="5310818" y="80109"/>
                </a:lnTo>
                <a:lnTo>
                  <a:pt x="5310937" y="79289"/>
                </a:lnTo>
                <a:lnTo>
                  <a:pt x="5311066" y="78489"/>
                </a:lnTo>
                <a:lnTo>
                  <a:pt x="5311205" y="77707"/>
                </a:lnTo>
                <a:lnTo>
                  <a:pt x="5311355" y="76943"/>
                </a:lnTo>
                <a:lnTo>
                  <a:pt x="5311515" y="76199"/>
                </a:lnTo>
                <a:lnTo>
                  <a:pt x="5311686" y="75472"/>
                </a:lnTo>
                <a:lnTo>
                  <a:pt x="5311866" y="74765"/>
                </a:lnTo>
                <a:lnTo>
                  <a:pt x="5312058" y="74076"/>
                </a:lnTo>
                <a:lnTo>
                  <a:pt x="5312259" y="73405"/>
                </a:lnTo>
                <a:lnTo>
                  <a:pt x="5312471" y="72753"/>
                </a:lnTo>
                <a:lnTo>
                  <a:pt x="5312693" y="72120"/>
                </a:lnTo>
                <a:lnTo>
                  <a:pt x="5312925" y="71505"/>
                </a:lnTo>
                <a:lnTo>
                  <a:pt x="5313168" y="70909"/>
                </a:lnTo>
                <a:lnTo>
                  <a:pt x="5313423" y="70328"/>
                </a:lnTo>
                <a:lnTo>
                  <a:pt x="5313692" y="69756"/>
                </a:lnTo>
                <a:lnTo>
                  <a:pt x="5313975" y="69195"/>
                </a:lnTo>
                <a:lnTo>
                  <a:pt x="5314271" y="68643"/>
                </a:lnTo>
                <a:lnTo>
                  <a:pt x="5314582" y="68102"/>
                </a:lnTo>
                <a:lnTo>
                  <a:pt x="5314907" y="67571"/>
                </a:lnTo>
                <a:lnTo>
                  <a:pt x="5315245" y="67051"/>
                </a:lnTo>
                <a:lnTo>
                  <a:pt x="5315598" y="66540"/>
                </a:lnTo>
                <a:lnTo>
                  <a:pt x="5315964" y="66040"/>
                </a:lnTo>
                <a:lnTo>
                  <a:pt x="5316345" y="65549"/>
                </a:lnTo>
                <a:lnTo>
                  <a:pt x="5316739" y="65069"/>
                </a:lnTo>
                <a:lnTo>
                  <a:pt x="5317147" y="64599"/>
                </a:lnTo>
                <a:lnTo>
                  <a:pt x="5317570" y="64140"/>
                </a:lnTo>
                <a:lnTo>
                  <a:pt x="5318006" y="63690"/>
                </a:lnTo>
                <a:lnTo>
                  <a:pt x="5318456" y="63250"/>
                </a:lnTo>
                <a:lnTo>
                  <a:pt x="5318920" y="62821"/>
                </a:lnTo>
                <a:lnTo>
                  <a:pt x="5319398" y="62402"/>
                </a:lnTo>
                <a:lnTo>
                  <a:pt x="5319890" y="61993"/>
                </a:lnTo>
                <a:lnTo>
                  <a:pt x="5320396" y="61594"/>
                </a:lnTo>
                <a:lnTo>
                  <a:pt x="5320916" y="61205"/>
                </a:lnTo>
                <a:lnTo>
                  <a:pt x="5321450" y="60827"/>
                </a:lnTo>
                <a:lnTo>
                  <a:pt x="5321998" y="60458"/>
                </a:lnTo>
                <a:lnTo>
                  <a:pt x="5322559" y="60100"/>
                </a:lnTo>
                <a:lnTo>
                  <a:pt x="5323135" y="59752"/>
                </a:lnTo>
                <a:lnTo>
                  <a:pt x="5323719" y="59416"/>
                </a:lnTo>
                <a:lnTo>
                  <a:pt x="5324307" y="59095"/>
                </a:lnTo>
                <a:lnTo>
                  <a:pt x="5324898" y="58788"/>
                </a:lnTo>
                <a:lnTo>
                  <a:pt x="5325492" y="58495"/>
                </a:lnTo>
                <a:lnTo>
                  <a:pt x="5326089" y="58216"/>
                </a:lnTo>
                <a:lnTo>
                  <a:pt x="5326690" y="57952"/>
                </a:lnTo>
                <a:lnTo>
                  <a:pt x="5327294" y="57701"/>
                </a:lnTo>
                <a:lnTo>
                  <a:pt x="5327901" y="57466"/>
                </a:lnTo>
                <a:lnTo>
                  <a:pt x="5328511" y="57244"/>
                </a:lnTo>
                <a:lnTo>
                  <a:pt x="5329125" y="57037"/>
                </a:lnTo>
                <a:lnTo>
                  <a:pt x="5329742" y="56844"/>
                </a:lnTo>
                <a:lnTo>
                  <a:pt x="5330362" y="56665"/>
                </a:lnTo>
                <a:lnTo>
                  <a:pt x="5330986" y="56501"/>
                </a:lnTo>
                <a:lnTo>
                  <a:pt x="5331613" y="56351"/>
                </a:lnTo>
                <a:lnTo>
                  <a:pt x="5332243" y="56215"/>
                </a:lnTo>
                <a:lnTo>
                  <a:pt x="5332876" y="56094"/>
                </a:lnTo>
                <a:lnTo>
                  <a:pt x="5333513" y="55987"/>
                </a:lnTo>
                <a:lnTo>
                  <a:pt x="5334153" y="55894"/>
                </a:lnTo>
                <a:lnTo>
                  <a:pt x="5334796" y="55815"/>
                </a:lnTo>
                <a:lnTo>
                  <a:pt x="5335442" y="55751"/>
                </a:lnTo>
                <a:lnTo>
                  <a:pt x="5336092" y="55701"/>
                </a:lnTo>
                <a:lnTo>
                  <a:pt x="5336745" y="55665"/>
                </a:lnTo>
                <a:lnTo>
                  <a:pt x="5337401" y="55644"/>
                </a:lnTo>
                <a:lnTo>
                  <a:pt x="5338061" y="55636"/>
                </a:lnTo>
                <a:lnTo>
                  <a:pt x="5338937" y="55647"/>
                </a:lnTo>
                <a:lnTo>
                  <a:pt x="5339796" y="55679"/>
                </a:lnTo>
                <a:lnTo>
                  <a:pt x="5340638" y="55732"/>
                </a:lnTo>
                <a:lnTo>
                  <a:pt x="5341464" y="55806"/>
                </a:lnTo>
                <a:lnTo>
                  <a:pt x="5342273" y="55901"/>
                </a:lnTo>
                <a:lnTo>
                  <a:pt x="5343066" y="56018"/>
                </a:lnTo>
                <a:lnTo>
                  <a:pt x="5343842" y="56155"/>
                </a:lnTo>
                <a:lnTo>
                  <a:pt x="5344601" y="56314"/>
                </a:lnTo>
                <a:lnTo>
                  <a:pt x="5345343" y="56494"/>
                </a:lnTo>
                <a:lnTo>
                  <a:pt x="5346069" y="56695"/>
                </a:lnTo>
                <a:lnTo>
                  <a:pt x="5346778" y="56918"/>
                </a:lnTo>
                <a:lnTo>
                  <a:pt x="5347470" y="57161"/>
                </a:lnTo>
                <a:lnTo>
                  <a:pt x="5348145" y="57426"/>
                </a:lnTo>
                <a:lnTo>
                  <a:pt x="5348804" y="57712"/>
                </a:lnTo>
                <a:lnTo>
                  <a:pt x="5349446" y="58019"/>
                </a:lnTo>
                <a:lnTo>
                  <a:pt x="5350072" y="58347"/>
                </a:lnTo>
                <a:lnTo>
                  <a:pt x="5350681" y="58697"/>
                </a:lnTo>
                <a:lnTo>
                  <a:pt x="5351273" y="59067"/>
                </a:lnTo>
                <a:lnTo>
                  <a:pt x="5351848" y="59459"/>
                </a:lnTo>
                <a:lnTo>
                  <a:pt x="5352406" y="59872"/>
                </a:lnTo>
                <a:lnTo>
                  <a:pt x="5352948" y="60306"/>
                </a:lnTo>
                <a:lnTo>
                  <a:pt x="5353474" y="60762"/>
                </a:lnTo>
                <a:lnTo>
                  <a:pt x="5353982" y="61238"/>
                </a:lnTo>
                <a:lnTo>
                  <a:pt x="5354474" y="61736"/>
                </a:lnTo>
                <a:lnTo>
                  <a:pt x="5354947" y="62257"/>
                </a:lnTo>
                <a:lnTo>
                  <a:pt x="5355401" y="62803"/>
                </a:lnTo>
                <a:lnTo>
                  <a:pt x="5355834" y="63374"/>
                </a:lnTo>
                <a:lnTo>
                  <a:pt x="5356247" y="63971"/>
                </a:lnTo>
                <a:lnTo>
                  <a:pt x="5356640" y="64593"/>
                </a:lnTo>
                <a:lnTo>
                  <a:pt x="5357012" y="65241"/>
                </a:lnTo>
                <a:lnTo>
                  <a:pt x="5357365" y="65914"/>
                </a:lnTo>
                <a:lnTo>
                  <a:pt x="5357697" y="66612"/>
                </a:lnTo>
                <a:lnTo>
                  <a:pt x="5358009" y="67335"/>
                </a:lnTo>
                <a:lnTo>
                  <a:pt x="5358301" y="68084"/>
                </a:lnTo>
                <a:lnTo>
                  <a:pt x="5358573" y="68858"/>
                </a:lnTo>
                <a:lnTo>
                  <a:pt x="5358825" y="69657"/>
                </a:lnTo>
                <a:lnTo>
                  <a:pt x="5359057" y="70482"/>
                </a:lnTo>
                <a:lnTo>
                  <a:pt x="5359268" y="71332"/>
                </a:lnTo>
                <a:lnTo>
                  <a:pt x="5359460" y="72207"/>
                </a:lnTo>
                <a:lnTo>
                  <a:pt x="5359631" y="73108"/>
                </a:lnTo>
                <a:lnTo>
                  <a:pt x="5359782" y="74033"/>
                </a:lnTo>
                <a:lnTo>
                  <a:pt x="5359913" y="74985"/>
                </a:lnTo>
                <a:lnTo>
                  <a:pt x="5360024" y="75961"/>
                </a:lnTo>
                <a:lnTo>
                  <a:pt x="5360115" y="76963"/>
                </a:lnTo>
                <a:lnTo>
                  <a:pt x="5360185" y="77990"/>
                </a:lnTo>
                <a:lnTo>
                  <a:pt x="5360235" y="79043"/>
                </a:lnTo>
                <a:lnTo>
                  <a:pt x="5360266" y="80120"/>
                </a:lnTo>
                <a:lnTo>
                  <a:pt x="5360276" y="81223"/>
                </a:lnTo>
                <a:lnTo>
                  <a:pt x="5360276" y="147967"/>
                </a:lnTo>
                <a:lnTo>
                  <a:pt x="5378127" y="147967"/>
                </a:lnTo>
                <a:lnTo>
                  <a:pt x="5378127" y="81223"/>
                </a:lnTo>
                <a:lnTo>
                  <a:pt x="5378120" y="79947"/>
                </a:lnTo>
                <a:lnTo>
                  <a:pt x="5378101" y="78696"/>
                </a:lnTo>
                <a:lnTo>
                  <a:pt x="5378069" y="77470"/>
                </a:lnTo>
                <a:lnTo>
                  <a:pt x="5378024" y="76270"/>
                </a:lnTo>
                <a:lnTo>
                  <a:pt x="5377966" y="75096"/>
                </a:lnTo>
                <a:lnTo>
                  <a:pt x="5377895" y="73946"/>
                </a:lnTo>
                <a:lnTo>
                  <a:pt x="5377811" y="72823"/>
                </a:lnTo>
                <a:lnTo>
                  <a:pt x="5377714" y="71725"/>
                </a:lnTo>
                <a:lnTo>
                  <a:pt x="5377604" y="70652"/>
                </a:lnTo>
                <a:lnTo>
                  <a:pt x="5377481" y="69605"/>
                </a:lnTo>
                <a:lnTo>
                  <a:pt x="5377346" y="68583"/>
                </a:lnTo>
                <a:lnTo>
                  <a:pt x="5377197" y="67587"/>
                </a:lnTo>
                <a:lnTo>
                  <a:pt x="5377036" y="66616"/>
                </a:lnTo>
                <a:lnTo>
                  <a:pt x="5376861" y="65671"/>
                </a:lnTo>
                <a:lnTo>
                  <a:pt x="5376674" y="64751"/>
                </a:lnTo>
                <a:lnTo>
                  <a:pt x="5376474" y="63857"/>
                </a:lnTo>
                <a:lnTo>
                  <a:pt x="5376261" y="62988"/>
                </a:lnTo>
                <a:lnTo>
                  <a:pt x="5376035" y="62145"/>
                </a:lnTo>
                <a:lnTo>
                  <a:pt x="5375796" y="61327"/>
                </a:lnTo>
                <a:lnTo>
                  <a:pt x="5375544" y="60535"/>
                </a:lnTo>
                <a:lnTo>
                  <a:pt x="5375280" y="59768"/>
                </a:lnTo>
                <a:lnTo>
                  <a:pt x="5375002" y="59026"/>
                </a:lnTo>
                <a:lnTo>
                  <a:pt x="5374711" y="58310"/>
                </a:lnTo>
                <a:lnTo>
                  <a:pt x="5374408" y="57620"/>
                </a:lnTo>
                <a:lnTo>
                  <a:pt x="5374089" y="56948"/>
                </a:lnTo>
                <a:lnTo>
                  <a:pt x="5373754" y="56289"/>
                </a:lnTo>
                <a:lnTo>
                  <a:pt x="5373401" y="55642"/>
                </a:lnTo>
                <a:lnTo>
                  <a:pt x="5373032" y="55007"/>
                </a:lnTo>
                <a:lnTo>
                  <a:pt x="5372645" y="54384"/>
                </a:lnTo>
                <a:lnTo>
                  <a:pt x="5372242" y="53774"/>
                </a:lnTo>
                <a:lnTo>
                  <a:pt x="5371821" y="53176"/>
                </a:lnTo>
                <a:lnTo>
                  <a:pt x="5371383" y="52590"/>
                </a:lnTo>
                <a:lnTo>
                  <a:pt x="5370928" y="52016"/>
                </a:lnTo>
                <a:lnTo>
                  <a:pt x="5370456" y="51454"/>
                </a:lnTo>
                <a:lnTo>
                  <a:pt x="5369968" y="50905"/>
                </a:lnTo>
                <a:lnTo>
                  <a:pt x="5369462" y="50368"/>
                </a:lnTo>
                <a:lnTo>
                  <a:pt x="5368939" y="49843"/>
                </a:lnTo>
                <a:lnTo>
                  <a:pt x="5368399" y="49330"/>
                </a:lnTo>
                <a:lnTo>
                  <a:pt x="5367842" y="48830"/>
                </a:lnTo>
                <a:lnTo>
                  <a:pt x="5367267" y="48342"/>
                </a:lnTo>
                <a:lnTo>
                  <a:pt x="5366676" y="47866"/>
                </a:lnTo>
                <a:lnTo>
                  <a:pt x="5366068" y="47402"/>
                </a:lnTo>
                <a:lnTo>
                  <a:pt x="5365443" y="46950"/>
                </a:lnTo>
                <a:lnTo>
                  <a:pt x="5364800" y="46511"/>
                </a:lnTo>
                <a:lnTo>
                  <a:pt x="5364141" y="46084"/>
                </a:lnTo>
                <a:lnTo>
                  <a:pt x="5363465" y="45669"/>
                </a:lnTo>
                <a:lnTo>
                  <a:pt x="5362771" y="45267"/>
                </a:lnTo>
                <a:lnTo>
                  <a:pt x="5362061" y="44876"/>
                </a:lnTo>
                <a:lnTo>
                  <a:pt x="5361336" y="44500"/>
                </a:lnTo>
                <a:lnTo>
                  <a:pt x="5360601" y="44140"/>
                </a:lnTo>
                <a:lnTo>
                  <a:pt x="5359856" y="43795"/>
                </a:lnTo>
                <a:lnTo>
                  <a:pt x="5359099" y="43467"/>
                </a:lnTo>
                <a:lnTo>
                  <a:pt x="5358332" y="43155"/>
                </a:lnTo>
                <a:lnTo>
                  <a:pt x="5357555" y="42859"/>
                </a:lnTo>
                <a:lnTo>
                  <a:pt x="5356766" y="42578"/>
                </a:lnTo>
                <a:lnTo>
                  <a:pt x="5355967" y="42314"/>
                </a:lnTo>
                <a:lnTo>
                  <a:pt x="5355157" y="42066"/>
                </a:lnTo>
                <a:lnTo>
                  <a:pt x="5354337" y="41834"/>
                </a:lnTo>
                <a:lnTo>
                  <a:pt x="5353506" y="41618"/>
                </a:lnTo>
                <a:lnTo>
                  <a:pt x="5352664" y="41417"/>
                </a:lnTo>
                <a:lnTo>
                  <a:pt x="5351812" y="41233"/>
                </a:lnTo>
                <a:lnTo>
                  <a:pt x="5350949" y="41065"/>
                </a:lnTo>
                <a:lnTo>
                  <a:pt x="5350075" y="40913"/>
                </a:lnTo>
                <a:lnTo>
                  <a:pt x="5349190" y="40777"/>
                </a:lnTo>
                <a:lnTo>
                  <a:pt x="5348295" y="40657"/>
                </a:lnTo>
                <a:lnTo>
                  <a:pt x="5347389" y="40553"/>
                </a:lnTo>
                <a:lnTo>
                  <a:pt x="5346473" y="40465"/>
                </a:lnTo>
                <a:lnTo>
                  <a:pt x="5345546" y="40393"/>
                </a:lnTo>
                <a:lnTo>
                  <a:pt x="5344608" y="40337"/>
                </a:lnTo>
                <a:lnTo>
                  <a:pt x="5343659" y="40297"/>
                </a:lnTo>
                <a:lnTo>
                  <a:pt x="5342700" y="40273"/>
                </a:lnTo>
                <a:lnTo>
                  <a:pt x="5341730" y="40265"/>
                </a:lnTo>
                <a:lnTo>
                  <a:pt x="5340155" y="40290"/>
                </a:lnTo>
                <a:lnTo>
                  <a:pt x="5338602" y="40365"/>
                </a:lnTo>
                <a:lnTo>
                  <a:pt x="5337072" y="40491"/>
                </a:lnTo>
                <a:lnTo>
                  <a:pt x="5335565" y="40667"/>
                </a:lnTo>
                <a:lnTo>
                  <a:pt x="5334080" y="40893"/>
                </a:lnTo>
                <a:lnTo>
                  <a:pt x="5332619" y="41170"/>
                </a:lnTo>
                <a:lnTo>
                  <a:pt x="5331180" y="41496"/>
                </a:lnTo>
                <a:lnTo>
                  <a:pt x="5329763" y="41873"/>
                </a:lnTo>
                <a:lnTo>
                  <a:pt x="5328370" y="42301"/>
                </a:lnTo>
                <a:lnTo>
                  <a:pt x="5326999" y="42778"/>
                </a:lnTo>
                <a:lnTo>
                  <a:pt x="5325651" y="43306"/>
                </a:lnTo>
                <a:lnTo>
                  <a:pt x="5324325" y="43884"/>
                </a:lnTo>
                <a:lnTo>
                  <a:pt x="5323022" y="44513"/>
                </a:lnTo>
                <a:lnTo>
                  <a:pt x="5321743" y="45192"/>
                </a:lnTo>
                <a:lnTo>
                  <a:pt x="5320485" y="45921"/>
                </a:lnTo>
                <a:lnTo>
                  <a:pt x="5319251" y="46700"/>
                </a:lnTo>
                <a:lnTo>
                  <a:pt x="5318039" y="47529"/>
                </a:lnTo>
                <a:lnTo>
                  <a:pt x="5316850" y="48409"/>
                </a:lnTo>
                <a:lnTo>
                  <a:pt x="5315684" y="49339"/>
                </a:lnTo>
                <a:lnTo>
                  <a:pt x="5314540" y="50320"/>
                </a:lnTo>
                <a:lnTo>
                  <a:pt x="5313419" y="51350"/>
                </a:lnTo>
                <a:lnTo>
                  <a:pt x="5312321" y="52431"/>
                </a:lnTo>
                <a:lnTo>
                  <a:pt x="5311246" y="53562"/>
                </a:lnTo>
                <a:lnTo>
                  <a:pt x="5310193" y="54744"/>
                </a:lnTo>
                <a:lnTo>
                  <a:pt x="5310193" y="2579"/>
                </a:lnTo>
                <a:lnTo>
                  <a:pt x="5292342" y="2579"/>
                </a:lnTo>
                <a:lnTo>
                  <a:pt x="5292342" y="147967"/>
                </a:lnTo>
                <a:lnTo>
                  <a:pt x="5310193" y="147967"/>
                </a:lnTo>
                <a:lnTo>
                  <a:pt x="5310193" y="90347"/>
                </a:lnTo>
                <a:lnTo>
                  <a:pt x="5310198" y="89324"/>
                </a:lnTo>
                <a:lnTo>
                  <a:pt x="5310214" y="88318"/>
                </a:lnTo>
                <a:lnTo>
                  <a:pt x="5310239" y="87332"/>
                </a:lnTo>
                <a:lnTo>
                  <a:pt x="5310276" y="86364"/>
                </a:lnTo>
                <a:close/>
                <a:moveTo>
                  <a:pt x="5084420" y="86364"/>
                </a:moveTo>
                <a:lnTo>
                  <a:pt x="5084467" y="85414"/>
                </a:lnTo>
                <a:lnTo>
                  <a:pt x="5084523" y="84484"/>
                </a:lnTo>
                <a:lnTo>
                  <a:pt x="5084591" y="83571"/>
                </a:lnTo>
                <a:lnTo>
                  <a:pt x="5084668" y="82678"/>
                </a:lnTo>
                <a:lnTo>
                  <a:pt x="5084756" y="81803"/>
                </a:lnTo>
                <a:lnTo>
                  <a:pt x="5084854" y="80946"/>
                </a:lnTo>
                <a:lnTo>
                  <a:pt x="5084963" y="80109"/>
                </a:lnTo>
                <a:lnTo>
                  <a:pt x="5085081" y="79289"/>
                </a:lnTo>
                <a:lnTo>
                  <a:pt x="5085210" y="78489"/>
                </a:lnTo>
                <a:lnTo>
                  <a:pt x="5085350" y="77707"/>
                </a:lnTo>
                <a:lnTo>
                  <a:pt x="5085500" y="76943"/>
                </a:lnTo>
                <a:lnTo>
                  <a:pt x="5085660" y="76199"/>
                </a:lnTo>
                <a:lnTo>
                  <a:pt x="5085830" y="75472"/>
                </a:lnTo>
                <a:lnTo>
                  <a:pt x="5086011" y="74765"/>
                </a:lnTo>
                <a:lnTo>
                  <a:pt x="5086202" y="74076"/>
                </a:lnTo>
                <a:lnTo>
                  <a:pt x="5086404" y="73405"/>
                </a:lnTo>
                <a:lnTo>
                  <a:pt x="5086615" y="72753"/>
                </a:lnTo>
                <a:lnTo>
                  <a:pt x="5086838" y="72120"/>
                </a:lnTo>
                <a:lnTo>
                  <a:pt x="5087070" y="71505"/>
                </a:lnTo>
                <a:lnTo>
                  <a:pt x="5087313" y="70909"/>
                </a:lnTo>
                <a:lnTo>
                  <a:pt x="5087568" y="70328"/>
                </a:lnTo>
                <a:lnTo>
                  <a:pt x="5087836" y="69756"/>
                </a:lnTo>
                <a:lnTo>
                  <a:pt x="5088119" y="69195"/>
                </a:lnTo>
                <a:lnTo>
                  <a:pt x="5088416" y="68643"/>
                </a:lnTo>
                <a:lnTo>
                  <a:pt x="5088727" y="68102"/>
                </a:lnTo>
                <a:lnTo>
                  <a:pt x="5089051" y="67571"/>
                </a:lnTo>
                <a:lnTo>
                  <a:pt x="5089390" y="67051"/>
                </a:lnTo>
                <a:lnTo>
                  <a:pt x="5089742" y="66540"/>
                </a:lnTo>
                <a:lnTo>
                  <a:pt x="5090109" y="66040"/>
                </a:lnTo>
                <a:lnTo>
                  <a:pt x="5090489" y="65549"/>
                </a:lnTo>
                <a:lnTo>
                  <a:pt x="5090884" y="65069"/>
                </a:lnTo>
                <a:lnTo>
                  <a:pt x="5091292" y="64599"/>
                </a:lnTo>
                <a:lnTo>
                  <a:pt x="5091714" y="64140"/>
                </a:lnTo>
                <a:lnTo>
                  <a:pt x="5092151" y="63690"/>
                </a:lnTo>
                <a:lnTo>
                  <a:pt x="5092601" y="63250"/>
                </a:lnTo>
                <a:lnTo>
                  <a:pt x="5093065" y="62821"/>
                </a:lnTo>
                <a:lnTo>
                  <a:pt x="5093543" y="62402"/>
                </a:lnTo>
                <a:lnTo>
                  <a:pt x="5094035" y="61993"/>
                </a:lnTo>
                <a:lnTo>
                  <a:pt x="5094541" y="61594"/>
                </a:lnTo>
                <a:lnTo>
                  <a:pt x="5095061" y="61205"/>
                </a:lnTo>
                <a:lnTo>
                  <a:pt x="5095595" y="60827"/>
                </a:lnTo>
                <a:lnTo>
                  <a:pt x="5096142" y="60458"/>
                </a:lnTo>
                <a:lnTo>
                  <a:pt x="5096704" y="60100"/>
                </a:lnTo>
                <a:lnTo>
                  <a:pt x="5097280" y="59752"/>
                </a:lnTo>
                <a:lnTo>
                  <a:pt x="5097864" y="59416"/>
                </a:lnTo>
                <a:lnTo>
                  <a:pt x="5098452" y="59095"/>
                </a:lnTo>
                <a:lnTo>
                  <a:pt x="5099042" y="58788"/>
                </a:lnTo>
                <a:lnTo>
                  <a:pt x="5099636" y="58495"/>
                </a:lnTo>
                <a:lnTo>
                  <a:pt x="5100234" y="58216"/>
                </a:lnTo>
                <a:lnTo>
                  <a:pt x="5100834" y="57952"/>
                </a:lnTo>
                <a:lnTo>
                  <a:pt x="5101438" y="57701"/>
                </a:lnTo>
                <a:lnTo>
                  <a:pt x="5102046" y="57466"/>
                </a:lnTo>
                <a:lnTo>
                  <a:pt x="5102656" y="57244"/>
                </a:lnTo>
                <a:lnTo>
                  <a:pt x="5103270" y="57037"/>
                </a:lnTo>
                <a:lnTo>
                  <a:pt x="5103887" y="56844"/>
                </a:lnTo>
                <a:lnTo>
                  <a:pt x="5104507" y="56665"/>
                </a:lnTo>
                <a:lnTo>
                  <a:pt x="5105131" y="56501"/>
                </a:lnTo>
                <a:lnTo>
                  <a:pt x="5105757" y="56351"/>
                </a:lnTo>
                <a:lnTo>
                  <a:pt x="5106387" y="56215"/>
                </a:lnTo>
                <a:lnTo>
                  <a:pt x="5107021" y="56094"/>
                </a:lnTo>
                <a:lnTo>
                  <a:pt x="5107657" y="55987"/>
                </a:lnTo>
                <a:lnTo>
                  <a:pt x="5108297" y="55894"/>
                </a:lnTo>
                <a:lnTo>
                  <a:pt x="5108940" y="55815"/>
                </a:lnTo>
                <a:lnTo>
                  <a:pt x="5109587" y="55751"/>
                </a:lnTo>
                <a:lnTo>
                  <a:pt x="5110237" y="55701"/>
                </a:lnTo>
                <a:lnTo>
                  <a:pt x="5110890" y="55665"/>
                </a:lnTo>
                <a:lnTo>
                  <a:pt x="5111546" y="55644"/>
                </a:lnTo>
                <a:lnTo>
                  <a:pt x="5112205" y="55636"/>
                </a:lnTo>
                <a:lnTo>
                  <a:pt x="5113081" y="55647"/>
                </a:lnTo>
                <a:lnTo>
                  <a:pt x="5113941" y="55679"/>
                </a:lnTo>
                <a:lnTo>
                  <a:pt x="5114783" y="55732"/>
                </a:lnTo>
                <a:lnTo>
                  <a:pt x="5115609" y="55806"/>
                </a:lnTo>
                <a:lnTo>
                  <a:pt x="5116418" y="55901"/>
                </a:lnTo>
                <a:lnTo>
                  <a:pt x="5117211" y="56018"/>
                </a:lnTo>
                <a:lnTo>
                  <a:pt x="5117986" y="56155"/>
                </a:lnTo>
                <a:lnTo>
                  <a:pt x="5118745" y="56314"/>
                </a:lnTo>
                <a:lnTo>
                  <a:pt x="5119488" y="56494"/>
                </a:lnTo>
                <a:lnTo>
                  <a:pt x="5120213" y="56695"/>
                </a:lnTo>
                <a:lnTo>
                  <a:pt x="5120922" y="56918"/>
                </a:lnTo>
                <a:lnTo>
                  <a:pt x="5121614" y="57161"/>
                </a:lnTo>
                <a:lnTo>
                  <a:pt x="5122290" y="57426"/>
                </a:lnTo>
                <a:lnTo>
                  <a:pt x="5122949" y="57712"/>
                </a:lnTo>
                <a:lnTo>
                  <a:pt x="5123591" y="58019"/>
                </a:lnTo>
                <a:lnTo>
                  <a:pt x="5124216" y="58347"/>
                </a:lnTo>
                <a:lnTo>
                  <a:pt x="5124825" y="58697"/>
                </a:lnTo>
                <a:lnTo>
                  <a:pt x="5125417" y="59067"/>
                </a:lnTo>
                <a:lnTo>
                  <a:pt x="5125992" y="59459"/>
                </a:lnTo>
                <a:lnTo>
                  <a:pt x="5126551" y="59872"/>
                </a:lnTo>
                <a:lnTo>
                  <a:pt x="5127093" y="60306"/>
                </a:lnTo>
                <a:lnTo>
                  <a:pt x="5127618" y="60762"/>
                </a:lnTo>
                <a:lnTo>
                  <a:pt x="5128127" y="61238"/>
                </a:lnTo>
                <a:lnTo>
                  <a:pt x="5128619" y="61736"/>
                </a:lnTo>
                <a:lnTo>
                  <a:pt x="5129092" y="62257"/>
                </a:lnTo>
                <a:lnTo>
                  <a:pt x="5129545" y="62803"/>
                </a:lnTo>
                <a:lnTo>
                  <a:pt x="5129978" y="63374"/>
                </a:lnTo>
                <a:lnTo>
                  <a:pt x="5130391" y="63971"/>
                </a:lnTo>
                <a:lnTo>
                  <a:pt x="5130784" y="64593"/>
                </a:lnTo>
                <a:lnTo>
                  <a:pt x="5131157" y="65241"/>
                </a:lnTo>
                <a:lnTo>
                  <a:pt x="5131509" y="65914"/>
                </a:lnTo>
                <a:lnTo>
                  <a:pt x="5131842" y="66612"/>
                </a:lnTo>
                <a:lnTo>
                  <a:pt x="5132154" y="67335"/>
                </a:lnTo>
                <a:lnTo>
                  <a:pt x="5132446" y="68084"/>
                </a:lnTo>
                <a:lnTo>
                  <a:pt x="5132718" y="68858"/>
                </a:lnTo>
                <a:lnTo>
                  <a:pt x="5132970" y="69657"/>
                </a:lnTo>
                <a:lnTo>
                  <a:pt x="5133202" y="70482"/>
                </a:lnTo>
                <a:lnTo>
                  <a:pt x="5133413" y="71332"/>
                </a:lnTo>
                <a:lnTo>
                  <a:pt x="5133604" y="72207"/>
                </a:lnTo>
                <a:lnTo>
                  <a:pt x="5133776" y="73108"/>
                </a:lnTo>
                <a:lnTo>
                  <a:pt x="5133927" y="74033"/>
                </a:lnTo>
                <a:lnTo>
                  <a:pt x="5134058" y="74985"/>
                </a:lnTo>
                <a:lnTo>
                  <a:pt x="5134168" y="75961"/>
                </a:lnTo>
                <a:lnTo>
                  <a:pt x="5134259" y="76963"/>
                </a:lnTo>
                <a:lnTo>
                  <a:pt x="5134330" y="77990"/>
                </a:lnTo>
                <a:lnTo>
                  <a:pt x="5134380" y="79043"/>
                </a:lnTo>
                <a:lnTo>
                  <a:pt x="5134410" y="80120"/>
                </a:lnTo>
                <a:lnTo>
                  <a:pt x="5134420" y="81223"/>
                </a:lnTo>
                <a:lnTo>
                  <a:pt x="5134420" y="147967"/>
                </a:lnTo>
                <a:lnTo>
                  <a:pt x="5152272" y="147967"/>
                </a:lnTo>
                <a:lnTo>
                  <a:pt x="5152272" y="81223"/>
                </a:lnTo>
                <a:lnTo>
                  <a:pt x="5152265" y="79947"/>
                </a:lnTo>
                <a:lnTo>
                  <a:pt x="5152246" y="78696"/>
                </a:lnTo>
                <a:lnTo>
                  <a:pt x="5152213" y="77470"/>
                </a:lnTo>
                <a:lnTo>
                  <a:pt x="5152168" y="76270"/>
                </a:lnTo>
                <a:lnTo>
                  <a:pt x="5152110" y="75096"/>
                </a:lnTo>
                <a:lnTo>
                  <a:pt x="5152039" y="73946"/>
                </a:lnTo>
                <a:lnTo>
                  <a:pt x="5151955" y="72823"/>
                </a:lnTo>
                <a:lnTo>
                  <a:pt x="5151858" y="71725"/>
                </a:lnTo>
                <a:lnTo>
                  <a:pt x="5151749" y="70652"/>
                </a:lnTo>
                <a:lnTo>
                  <a:pt x="5151626" y="69605"/>
                </a:lnTo>
                <a:lnTo>
                  <a:pt x="5151490" y="68583"/>
                </a:lnTo>
                <a:lnTo>
                  <a:pt x="5151342" y="67587"/>
                </a:lnTo>
                <a:lnTo>
                  <a:pt x="5151180" y="66616"/>
                </a:lnTo>
                <a:lnTo>
                  <a:pt x="5151006" y="65671"/>
                </a:lnTo>
                <a:lnTo>
                  <a:pt x="5150819" y="64751"/>
                </a:lnTo>
                <a:lnTo>
                  <a:pt x="5150619" y="63857"/>
                </a:lnTo>
                <a:lnTo>
                  <a:pt x="5150406" y="62988"/>
                </a:lnTo>
                <a:lnTo>
                  <a:pt x="5150180" y="62145"/>
                </a:lnTo>
                <a:lnTo>
                  <a:pt x="5149941" y="61327"/>
                </a:lnTo>
                <a:lnTo>
                  <a:pt x="5149689" y="60535"/>
                </a:lnTo>
                <a:lnTo>
                  <a:pt x="5149424" y="59768"/>
                </a:lnTo>
                <a:lnTo>
                  <a:pt x="5149147" y="59026"/>
                </a:lnTo>
                <a:lnTo>
                  <a:pt x="5148856" y="58310"/>
                </a:lnTo>
                <a:lnTo>
                  <a:pt x="5148553" y="57620"/>
                </a:lnTo>
                <a:lnTo>
                  <a:pt x="5148234" y="56948"/>
                </a:lnTo>
                <a:lnTo>
                  <a:pt x="5147899" y="56289"/>
                </a:lnTo>
                <a:lnTo>
                  <a:pt x="5147546" y="55642"/>
                </a:lnTo>
                <a:lnTo>
                  <a:pt x="5147177" y="55007"/>
                </a:lnTo>
                <a:lnTo>
                  <a:pt x="5146790" y="54384"/>
                </a:lnTo>
                <a:lnTo>
                  <a:pt x="5146386" y="53774"/>
                </a:lnTo>
                <a:lnTo>
                  <a:pt x="5145966" y="53176"/>
                </a:lnTo>
                <a:lnTo>
                  <a:pt x="5145528" y="52590"/>
                </a:lnTo>
                <a:lnTo>
                  <a:pt x="5145073" y="52016"/>
                </a:lnTo>
                <a:lnTo>
                  <a:pt x="5144601" y="51454"/>
                </a:lnTo>
                <a:lnTo>
                  <a:pt x="5144112" y="50905"/>
                </a:lnTo>
                <a:lnTo>
                  <a:pt x="5143606" y="50368"/>
                </a:lnTo>
                <a:lnTo>
                  <a:pt x="5143083" y="49843"/>
                </a:lnTo>
                <a:lnTo>
                  <a:pt x="5142543" y="49330"/>
                </a:lnTo>
                <a:lnTo>
                  <a:pt x="5141986" y="48830"/>
                </a:lnTo>
                <a:lnTo>
                  <a:pt x="5141412" y="48342"/>
                </a:lnTo>
                <a:lnTo>
                  <a:pt x="5140821" y="47866"/>
                </a:lnTo>
                <a:lnTo>
                  <a:pt x="5140213" y="47402"/>
                </a:lnTo>
                <a:lnTo>
                  <a:pt x="5139587" y="46950"/>
                </a:lnTo>
                <a:lnTo>
                  <a:pt x="5138945" y="46511"/>
                </a:lnTo>
                <a:lnTo>
                  <a:pt x="5138286" y="46084"/>
                </a:lnTo>
                <a:lnTo>
                  <a:pt x="5137609" y="45669"/>
                </a:lnTo>
                <a:lnTo>
                  <a:pt x="5136916" y="45267"/>
                </a:lnTo>
                <a:lnTo>
                  <a:pt x="5136205" y="44876"/>
                </a:lnTo>
                <a:lnTo>
                  <a:pt x="5135481" y="44500"/>
                </a:lnTo>
                <a:lnTo>
                  <a:pt x="5134746" y="44140"/>
                </a:lnTo>
                <a:lnTo>
                  <a:pt x="5134000" y="43795"/>
                </a:lnTo>
                <a:lnTo>
                  <a:pt x="5133244" y="43467"/>
                </a:lnTo>
                <a:lnTo>
                  <a:pt x="5132477" y="43155"/>
                </a:lnTo>
                <a:lnTo>
                  <a:pt x="5131699" y="42859"/>
                </a:lnTo>
                <a:lnTo>
                  <a:pt x="5130911" y="42578"/>
                </a:lnTo>
                <a:lnTo>
                  <a:pt x="5130112" y="42314"/>
                </a:lnTo>
                <a:lnTo>
                  <a:pt x="5129302" y="42066"/>
                </a:lnTo>
                <a:lnTo>
                  <a:pt x="5128482" y="41834"/>
                </a:lnTo>
                <a:lnTo>
                  <a:pt x="5127650" y="41618"/>
                </a:lnTo>
                <a:lnTo>
                  <a:pt x="5126809" y="41417"/>
                </a:lnTo>
                <a:lnTo>
                  <a:pt x="5125956" y="41233"/>
                </a:lnTo>
                <a:lnTo>
                  <a:pt x="5125093" y="41065"/>
                </a:lnTo>
                <a:lnTo>
                  <a:pt x="5124219" y="40913"/>
                </a:lnTo>
                <a:lnTo>
                  <a:pt x="5123335" y="40777"/>
                </a:lnTo>
                <a:lnTo>
                  <a:pt x="5122440" y="40657"/>
                </a:lnTo>
                <a:lnTo>
                  <a:pt x="5121534" y="40553"/>
                </a:lnTo>
                <a:lnTo>
                  <a:pt x="5120617" y="40465"/>
                </a:lnTo>
                <a:lnTo>
                  <a:pt x="5119690" y="40393"/>
                </a:lnTo>
                <a:lnTo>
                  <a:pt x="5118752" y="40337"/>
                </a:lnTo>
                <a:lnTo>
                  <a:pt x="5117804" y="40297"/>
                </a:lnTo>
                <a:lnTo>
                  <a:pt x="5116845" y="40273"/>
                </a:lnTo>
                <a:lnTo>
                  <a:pt x="5115875" y="40265"/>
                </a:lnTo>
                <a:lnTo>
                  <a:pt x="5114299" y="40290"/>
                </a:lnTo>
                <a:lnTo>
                  <a:pt x="5112747" y="40365"/>
                </a:lnTo>
                <a:lnTo>
                  <a:pt x="5111217" y="40491"/>
                </a:lnTo>
                <a:lnTo>
                  <a:pt x="5109709" y="40667"/>
                </a:lnTo>
                <a:lnTo>
                  <a:pt x="5108225" y="40893"/>
                </a:lnTo>
                <a:lnTo>
                  <a:pt x="5106763" y="41170"/>
                </a:lnTo>
                <a:lnTo>
                  <a:pt x="5105324" y="41496"/>
                </a:lnTo>
                <a:lnTo>
                  <a:pt x="5103908" y="41873"/>
                </a:lnTo>
                <a:lnTo>
                  <a:pt x="5102514" y="42301"/>
                </a:lnTo>
                <a:lnTo>
                  <a:pt x="5101143" y="42778"/>
                </a:lnTo>
                <a:lnTo>
                  <a:pt x="5099795" y="43306"/>
                </a:lnTo>
                <a:lnTo>
                  <a:pt x="5098470" y="43884"/>
                </a:lnTo>
                <a:lnTo>
                  <a:pt x="5097167" y="44513"/>
                </a:lnTo>
                <a:lnTo>
                  <a:pt x="5095887" y="45192"/>
                </a:lnTo>
                <a:lnTo>
                  <a:pt x="5094630" y="45921"/>
                </a:lnTo>
                <a:lnTo>
                  <a:pt x="5093395" y="46700"/>
                </a:lnTo>
                <a:lnTo>
                  <a:pt x="5092184" y="47529"/>
                </a:lnTo>
                <a:lnTo>
                  <a:pt x="5090995" y="48409"/>
                </a:lnTo>
                <a:lnTo>
                  <a:pt x="5089828" y="49339"/>
                </a:lnTo>
                <a:lnTo>
                  <a:pt x="5088685" y="50320"/>
                </a:lnTo>
                <a:lnTo>
                  <a:pt x="5087564" y="51350"/>
                </a:lnTo>
                <a:lnTo>
                  <a:pt x="5086466" y="52431"/>
                </a:lnTo>
                <a:lnTo>
                  <a:pt x="5085390" y="53562"/>
                </a:lnTo>
                <a:lnTo>
                  <a:pt x="5084338" y="54744"/>
                </a:lnTo>
                <a:lnTo>
                  <a:pt x="5084338" y="2579"/>
                </a:lnTo>
                <a:lnTo>
                  <a:pt x="5066486" y="2579"/>
                </a:lnTo>
                <a:lnTo>
                  <a:pt x="5066486" y="147967"/>
                </a:lnTo>
                <a:lnTo>
                  <a:pt x="5084338" y="147967"/>
                </a:lnTo>
                <a:lnTo>
                  <a:pt x="5084338" y="90347"/>
                </a:lnTo>
                <a:lnTo>
                  <a:pt x="5084343" y="89324"/>
                </a:lnTo>
                <a:lnTo>
                  <a:pt x="5084358" y="88318"/>
                </a:lnTo>
                <a:lnTo>
                  <a:pt x="5084384" y="87332"/>
                </a:lnTo>
                <a:lnTo>
                  <a:pt x="5084420" y="86364"/>
                </a:lnTo>
                <a:close/>
                <a:moveTo>
                  <a:pt x="6341810" y="2579"/>
                </a:moveTo>
                <a:lnTo>
                  <a:pt x="6341810" y="147967"/>
                </a:lnTo>
                <a:lnTo>
                  <a:pt x="6359661" y="147967"/>
                </a:lnTo>
                <a:lnTo>
                  <a:pt x="6359661" y="2579"/>
                </a:lnTo>
                <a:lnTo>
                  <a:pt x="6341810" y="2579"/>
                </a:lnTo>
                <a:close/>
                <a:moveTo>
                  <a:pt x="5046323" y="132446"/>
                </a:moveTo>
                <a:lnTo>
                  <a:pt x="5045967" y="132474"/>
                </a:lnTo>
                <a:lnTo>
                  <a:pt x="5045618" y="132501"/>
                </a:lnTo>
                <a:lnTo>
                  <a:pt x="5045275" y="132526"/>
                </a:lnTo>
                <a:lnTo>
                  <a:pt x="5044939" y="132549"/>
                </a:lnTo>
                <a:lnTo>
                  <a:pt x="5044609" y="132571"/>
                </a:lnTo>
                <a:lnTo>
                  <a:pt x="5044286" y="132590"/>
                </a:lnTo>
                <a:lnTo>
                  <a:pt x="5043969" y="132608"/>
                </a:lnTo>
                <a:lnTo>
                  <a:pt x="5043659" y="132625"/>
                </a:lnTo>
                <a:lnTo>
                  <a:pt x="5043356" y="132639"/>
                </a:lnTo>
                <a:lnTo>
                  <a:pt x="5043059" y="132652"/>
                </a:lnTo>
                <a:lnTo>
                  <a:pt x="5042768" y="132664"/>
                </a:lnTo>
                <a:lnTo>
                  <a:pt x="5042484" y="132673"/>
                </a:lnTo>
                <a:lnTo>
                  <a:pt x="5042207" y="132681"/>
                </a:lnTo>
                <a:lnTo>
                  <a:pt x="5041936" y="132687"/>
                </a:lnTo>
                <a:lnTo>
                  <a:pt x="5041672" y="132691"/>
                </a:lnTo>
                <a:lnTo>
                  <a:pt x="5041414" y="132694"/>
                </a:lnTo>
                <a:lnTo>
                  <a:pt x="5041163" y="132695"/>
                </a:lnTo>
                <a:lnTo>
                  <a:pt x="5040835" y="132692"/>
                </a:lnTo>
                <a:lnTo>
                  <a:pt x="5040514" y="132686"/>
                </a:lnTo>
                <a:lnTo>
                  <a:pt x="5040200" y="132674"/>
                </a:lnTo>
                <a:lnTo>
                  <a:pt x="5039892" y="132659"/>
                </a:lnTo>
                <a:lnTo>
                  <a:pt x="5039590" y="132639"/>
                </a:lnTo>
                <a:lnTo>
                  <a:pt x="5039294" y="132614"/>
                </a:lnTo>
                <a:lnTo>
                  <a:pt x="5039005" y="132585"/>
                </a:lnTo>
                <a:lnTo>
                  <a:pt x="5038722" y="132551"/>
                </a:lnTo>
                <a:lnTo>
                  <a:pt x="5038446" y="132513"/>
                </a:lnTo>
                <a:lnTo>
                  <a:pt x="5038176" y="132471"/>
                </a:lnTo>
                <a:lnTo>
                  <a:pt x="5037912" y="132424"/>
                </a:lnTo>
                <a:lnTo>
                  <a:pt x="5037655" y="132372"/>
                </a:lnTo>
                <a:lnTo>
                  <a:pt x="5037404" y="132316"/>
                </a:lnTo>
                <a:lnTo>
                  <a:pt x="5037159" y="132256"/>
                </a:lnTo>
                <a:lnTo>
                  <a:pt x="5036921" y="132191"/>
                </a:lnTo>
                <a:lnTo>
                  <a:pt x="5036689" y="132122"/>
                </a:lnTo>
                <a:lnTo>
                  <a:pt x="5036464" y="132048"/>
                </a:lnTo>
                <a:lnTo>
                  <a:pt x="5036244" y="131969"/>
                </a:lnTo>
                <a:lnTo>
                  <a:pt x="5036032" y="131887"/>
                </a:lnTo>
                <a:lnTo>
                  <a:pt x="5035825" y="131799"/>
                </a:lnTo>
                <a:lnTo>
                  <a:pt x="5035625" y="131707"/>
                </a:lnTo>
                <a:lnTo>
                  <a:pt x="5035432" y="131611"/>
                </a:lnTo>
                <a:lnTo>
                  <a:pt x="5035245" y="131510"/>
                </a:lnTo>
                <a:lnTo>
                  <a:pt x="5035064" y="131405"/>
                </a:lnTo>
                <a:lnTo>
                  <a:pt x="5034888" y="131296"/>
                </a:lnTo>
                <a:lnTo>
                  <a:pt x="5034717" y="131184"/>
                </a:lnTo>
                <a:lnTo>
                  <a:pt x="5034549" y="131069"/>
                </a:lnTo>
                <a:lnTo>
                  <a:pt x="5034386" y="130951"/>
                </a:lnTo>
                <a:lnTo>
                  <a:pt x="5034227" y="130829"/>
                </a:lnTo>
                <a:lnTo>
                  <a:pt x="5034072" y="130705"/>
                </a:lnTo>
                <a:lnTo>
                  <a:pt x="5033921" y="130577"/>
                </a:lnTo>
                <a:lnTo>
                  <a:pt x="5033774" y="130447"/>
                </a:lnTo>
                <a:lnTo>
                  <a:pt x="5033632" y="130313"/>
                </a:lnTo>
                <a:lnTo>
                  <a:pt x="5033493" y="130176"/>
                </a:lnTo>
                <a:lnTo>
                  <a:pt x="5033359" y="130036"/>
                </a:lnTo>
                <a:lnTo>
                  <a:pt x="5033229" y="129893"/>
                </a:lnTo>
                <a:lnTo>
                  <a:pt x="5033103" y="129747"/>
                </a:lnTo>
                <a:lnTo>
                  <a:pt x="5032981" y="129597"/>
                </a:lnTo>
                <a:lnTo>
                  <a:pt x="5032863" y="129445"/>
                </a:lnTo>
                <a:lnTo>
                  <a:pt x="5032750" y="129290"/>
                </a:lnTo>
                <a:lnTo>
                  <a:pt x="5032640" y="129131"/>
                </a:lnTo>
                <a:lnTo>
                  <a:pt x="5032535" y="128969"/>
                </a:lnTo>
                <a:lnTo>
                  <a:pt x="5032434" y="128805"/>
                </a:lnTo>
                <a:lnTo>
                  <a:pt x="5032336" y="128637"/>
                </a:lnTo>
                <a:lnTo>
                  <a:pt x="5032243" y="128466"/>
                </a:lnTo>
                <a:lnTo>
                  <a:pt x="5032155" y="128292"/>
                </a:lnTo>
                <a:lnTo>
                  <a:pt x="5032070" y="128114"/>
                </a:lnTo>
                <a:lnTo>
                  <a:pt x="5031989" y="127934"/>
                </a:lnTo>
                <a:lnTo>
                  <a:pt x="5031912" y="127743"/>
                </a:lnTo>
                <a:lnTo>
                  <a:pt x="5031839" y="127533"/>
                </a:lnTo>
                <a:lnTo>
                  <a:pt x="5031769" y="127304"/>
                </a:lnTo>
                <a:lnTo>
                  <a:pt x="5031701" y="127055"/>
                </a:lnTo>
                <a:lnTo>
                  <a:pt x="5031638" y="126788"/>
                </a:lnTo>
                <a:lnTo>
                  <a:pt x="5031577" y="126502"/>
                </a:lnTo>
                <a:lnTo>
                  <a:pt x="5031520" y="126197"/>
                </a:lnTo>
                <a:lnTo>
                  <a:pt x="5031466" y="125874"/>
                </a:lnTo>
                <a:lnTo>
                  <a:pt x="5031415" y="125531"/>
                </a:lnTo>
                <a:lnTo>
                  <a:pt x="5031368" y="125169"/>
                </a:lnTo>
                <a:lnTo>
                  <a:pt x="5031324" y="124788"/>
                </a:lnTo>
                <a:lnTo>
                  <a:pt x="5031283" y="124389"/>
                </a:lnTo>
                <a:lnTo>
                  <a:pt x="5031245" y="123970"/>
                </a:lnTo>
                <a:lnTo>
                  <a:pt x="5031211" y="123533"/>
                </a:lnTo>
                <a:lnTo>
                  <a:pt x="5031180" y="123076"/>
                </a:lnTo>
                <a:lnTo>
                  <a:pt x="5031152" y="122601"/>
                </a:lnTo>
                <a:lnTo>
                  <a:pt x="5031127" y="122107"/>
                </a:lnTo>
                <a:lnTo>
                  <a:pt x="5031106" y="121593"/>
                </a:lnTo>
                <a:lnTo>
                  <a:pt x="5031088" y="121061"/>
                </a:lnTo>
                <a:lnTo>
                  <a:pt x="5031073" y="120510"/>
                </a:lnTo>
                <a:lnTo>
                  <a:pt x="5031062" y="119940"/>
                </a:lnTo>
                <a:lnTo>
                  <a:pt x="5031054" y="119351"/>
                </a:lnTo>
                <a:lnTo>
                  <a:pt x="5031049" y="118743"/>
                </a:lnTo>
                <a:lnTo>
                  <a:pt x="5031047" y="118116"/>
                </a:lnTo>
                <a:lnTo>
                  <a:pt x="5031047" y="56529"/>
                </a:lnTo>
                <a:lnTo>
                  <a:pt x="5048998" y="56529"/>
                </a:lnTo>
                <a:lnTo>
                  <a:pt x="5048998" y="42645"/>
                </a:lnTo>
                <a:lnTo>
                  <a:pt x="5031047" y="42645"/>
                </a:lnTo>
                <a:lnTo>
                  <a:pt x="5031047" y="5752"/>
                </a:lnTo>
                <a:lnTo>
                  <a:pt x="5013295" y="16491"/>
                </a:lnTo>
                <a:lnTo>
                  <a:pt x="5013295" y="42645"/>
                </a:lnTo>
                <a:lnTo>
                  <a:pt x="5000204" y="42645"/>
                </a:lnTo>
                <a:lnTo>
                  <a:pt x="5000204" y="56529"/>
                </a:lnTo>
                <a:lnTo>
                  <a:pt x="5013295" y="56529"/>
                </a:lnTo>
                <a:lnTo>
                  <a:pt x="5013295" y="117124"/>
                </a:lnTo>
                <a:lnTo>
                  <a:pt x="5013299" y="118444"/>
                </a:lnTo>
                <a:lnTo>
                  <a:pt x="5013310" y="119725"/>
                </a:lnTo>
                <a:lnTo>
                  <a:pt x="5013329" y="120968"/>
                </a:lnTo>
                <a:lnTo>
                  <a:pt x="5013356" y="122172"/>
                </a:lnTo>
                <a:lnTo>
                  <a:pt x="5013390" y="123339"/>
                </a:lnTo>
                <a:lnTo>
                  <a:pt x="5013431" y="124466"/>
                </a:lnTo>
                <a:lnTo>
                  <a:pt x="5013481" y="125555"/>
                </a:lnTo>
                <a:lnTo>
                  <a:pt x="5013537" y="126606"/>
                </a:lnTo>
                <a:lnTo>
                  <a:pt x="5013602" y="127619"/>
                </a:lnTo>
                <a:lnTo>
                  <a:pt x="5013674" y="128593"/>
                </a:lnTo>
                <a:lnTo>
                  <a:pt x="5013753" y="129529"/>
                </a:lnTo>
                <a:lnTo>
                  <a:pt x="5013841" y="130426"/>
                </a:lnTo>
                <a:lnTo>
                  <a:pt x="5013935" y="131285"/>
                </a:lnTo>
                <a:lnTo>
                  <a:pt x="5014037" y="132105"/>
                </a:lnTo>
                <a:lnTo>
                  <a:pt x="5014147" y="132887"/>
                </a:lnTo>
                <a:lnTo>
                  <a:pt x="5014265" y="133631"/>
                </a:lnTo>
                <a:lnTo>
                  <a:pt x="5014390" y="134337"/>
                </a:lnTo>
                <a:lnTo>
                  <a:pt x="5014522" y="135003"/>
                </a:lnTo>
                <a:lnTo>
                  <a:pt x="5014662" y="135632"/>
                </a:lnTo>
                <a:lnTo>
                  <a:pt x="5014810" y="136222"/>
                </a:lnTo>
                <a:lnTo>
                  <a:pt x="5014966" y="136774"/>
                </a:lnTo>
                <a:lnTo>
                  <a:pt x="5015128" y="137287"/>
                </a:lnTo>
                <a:lnTo>
                  <a:pt x="5015299" y="137762"/>
                </a:lnTo>
                <a:lnTo>
                  <a:pt x="5015477" y="138199"/>
                </a:lnTo>
                <a:lnTo>
                  <a:pt x="5015664" y="138613"/>
                </a:lnTo>
                <a:lnTo>
                  <a:pt x="5015863" y="139020"/>
                </a:lnTo>
                <a:lnTo>
                  <a:pt x="5016072" y="139421"/>
                </a:lnTo>
                <a:lnTo>
                  <a:pt x="5016292" y="139814"/>
                </a:lnTo>
                <a:lnTo>
                  <a:pt x="5016524" y="140202"/>
                </a:lnTo>
                <a:lnTo>
                  <a:pt x="5016766" y="140582"/>
                </a:lnTo>
                <a:lnTo>
                  <a:pt x="5017020" y="140956"/>
                </a:lnTo>
                <a:lnTo>
                  <a:pt x="5017284" y="141323"/>
                </a:lnTo>
                <a:lnTo>
                  <a:pt x="5017560" y="141683"/>
                </a:lnTo>
                <a:lnTo>
                  <a:pt x="5017846" y="142037"/>
                </a:lnTo>
                <a:lnTo>
                  <a:pt x="5018144" y="142383"/>
                </a:lnTo>
                <a:lnTo>
                  <a:pt x="5018452" y="142723"/>
                </a:lnTo>
                <a:lnTo>
                  <a:pt x="5018772" y="143057"/>
                </a:lnTo>
                <a:lnTo>
                  <a:pt x="5019102" y="143384"/>
                </a:lnTo>
                <a:lnTo>
                  <a:pt x="5019444" y="143704"/>
                </a:lnTo>
                <a:lnTo>
                  <a:pt x="5019796" y="144017"/>
                </a:lnTo>
                <a:lnTo>
                  <a:pt x="5020160" y="144323"/>
                </a:lnTo>
                <a:lnTo>
                  <a:pt x="5020535" y="144623"/>
                </a:lnTo>
                <a:lnTo>
                  <a:pt x="5020920" y="144916"/>
                </a:lnTo>
                <a:lnTo>
                  <a:pt x="5021317" y="145203"/>
                </a:lnTo>
                <a:lnTo>
                  <a:pt x="5021725" y="145483"/>
                </a:lnTo>
                <a:lnTo>
                  <a:pt x="5022144" y="145756"/>
                </a:lnTo>
                <a:lnTo>
                  <a:pt x="5022573" y="146022"/>
                </a:lnTo>
                <a:lnTo>
                  <a:pt x="5023014" y="146281"/>
                </a:lnTo>
                <a:lnTo>
                  <a:pt x="5023468" y="146532"/>
                </a:lnTo>
                <a:lnTo>
                  <a:pt x="5023937" y="146772"/>
                </a:lnTo>
                <a:lnTo>
                  <a:pt x="5024421" y="147002"/>
                </a:lnTo>
                <a:lnTo>
                  <a:pt x="5024920" y="147221"/>
                </a:lnTo>
                <a:lnTo>
                  <a:pt x="5025435" y="147429"/>
                </a:lnTo>
                <a:lnTo>
                  <a:pt x="5025965" y="147626"/>
                </a:lnTo>
                <a:lnTo>
                  <a:pt x="5026509" y="147813"/>
                </a:lnTo>
                <a:lnTo>
                  <a:pt x="5027069" y="147989"/>
                </a:lnTo>
                <a:lnTo>
                  <a:pt x="5027644" y="148155"/>
                </a:lnTo>
                <a:lnTo>
                  <a:pt x="5028234" y="148310"/>
                </a:lnTo>
                <a:lnTo>
                  <a:pt x="5028840" y="148454"/>
                </a:lnTo>
                <a:lnTo>
                  <a:pt x="5029460" y="148587"/>
                </a:lnTo>
                <a:lnTo>
                  <a:pt x="5030096" y="148710"/>
                </a:lnTo>
                <a:lnTo>
                  <a:pt x="5030747" y="148822"/>
                </a:lnTo>
                <a:lnTo>
                  <a:pt x="5031413" y="148923"/>
                </a:lnTo>
                <a:lnTo>
                  <a:pt x="5032094" y="149014"/>
                </a:lnTo>
                <a:lnTo>
                  <a:pt x="5032790" y="149094"/>
                </a:lnTo>
                <a:lnTo>
                  <a:pt x="5033502" y="149164"/>
                </a:lnTo>
                <a:lnTo>
                  <a:pt x="5034228" y="149222"/>
                </a:lnTo>
                <a:lnTo>
                  <a:pt x="5034970" y="149270"/>
                </a:lnTo>
                <a:lnTo>
                  <a:pt x="5035727" y="149308"/>
                </a:lnTo>
                <a:lnTo>
                  <a:pt x="5036499" y="149334"/>
                </a:lnTo>
                <a:lnTo>
                  <a:pt x="5037286" y="149350"/>
                </a:lnTo>
                <a:lnTo>
                  <a:pt x="5038089" y="149356"/>
                </a:lnTo>
                <a:lnTo>
                  <a:pt x="5038587" y="149353"/>
                </a:lnTo>
                <a:lnTo>
                  <a:pt x="5039091" y="149346"/>
                </a:lnTo>
                <a:lnTo>
                  <a:pt x="5039601" y="149334"/>
                </a:lnTo>
                <a:lnTo>
                  <a:pt x="5040116" y="149317"/>
                </a:lnTo>
                <a:lnTo>
                  <a:pt x="5040637" y="149295"/>
                </a:lnTo>
                <a:lnTo>
                  <a:pt x="5041163" y="149269"/>
                </a:lnTo>
                <a:lnTo>
                  <a:pt x="5041695" y="149238"/>
                </a:lnTo>
                <a:lnTo>
                  <a:pt x="5042232" y="149201"/>
                </a:lnTo>
                <a:lnTo>
                  <a:pt x="5042774" y="149160"/>
                </a:lnTo>
                <a:lnTo>
                  <a:pt x="5043323" y="149115"/>
                </a:lnTo>
                <a:lnTo>
                  <a:pt x="5043876" y="149064"/>
                </a:lnTo>
                <a:lnTo>
                  <a:pt x="5044436" y="149009"/>
                </a:lnTo>
                <a:lnTo>
                  <a:pt x="5045000" y="148948"/>
                </a:lnTo>
                <a:lnTo>
                  <a:pt x="5045571" y="148883"/>
                </a:lnTo>
                <a:lnTo>
                  <a:pt x="5046146" y="148813"/>
                </a:lnTo>
                <a:lnTo>
                  <a:pt x="5046728" y="148739"/>
                </a:lnTo>
                <a:lnTo>
                  <a:pt x="5047314" y="148659"/>
                </a:lnTo>
                <a:lnTo>
                  <a:pt x="5047907" y="148575"/>
                </a:lnTo>
                <a:lnTo>
                  <a:pt x="5048505" y="148486"/>
                </a:lnTo>
                <a:lnTo>
                  <a:pt x="5049108" y="148392"/>
                </a:lnTo>
                <a:lnTo>
                  <a:pt x="5049717" y="148293"/>
                </a:lnTo>
                <a:lnTo>
                  <a:pt x="5050331" y="148189"/>
                </a:lnTo>
                <a:lnTo>
                  <a:pt x="5050951" y="148081"/>
                </a:lnTo>
                <a:lnTo>
                  <a:pt x="5051576" y="147967"/>
                </a:lnTo>
                <a:lnTo>
                  <a:pt x="5048998" y="132199"/>
                </a:lnTo>
                <a:lnTo>
                  <a:pt x="5048596" y="132239"/>
                </a:lnTo>
                <a:lnTo>
                  <a:pt x="5048201" y="132278"/>
                </a:lnTo>
                <a:lnTo>
                  <a:pt x="5047812" y="132315"/>
                </a:lnTo>
                <a:lnTo>
                  <a:pt x="5047430" y="132350"/>
                </a:lnTo>
                <a:lnTo>
                  <a:pt x="5047055" y="132384"/>
                </a:lnTo>
                <a:lnTo>
                  <a:pt x="5046686" y="132416"/>
                </a:lnTo>
                <a:lnTo>
                  <a:pt x="5046323" y="132446"/>
                </a:lnTo>
                <a:close/>
                <a:moveTo>
                  <a:pt x="5272541" y="132416"/>
                </a:moveTo>
                <a:lnTo>
                  <a:pt x="5272178" y="132446"/>
                </a:lnTo>
                <a:lnTo>
                  <a:pt x="5271822" y="132474"/>
                </a:lnTo>
                <a:lnTo>
                  <a:pt x="5271473" y="132501"/>
                </a:lnTo>
                <a:lnTo>
                  <a:pt x="5271130" y="132526"/>
                </a:lnTo>
                <a:lnTo>
                  <a:pt x="5270794" y="132549"/>
                </a:lnTo>
                <a:lnTo>
                  <a:pt x="5270464" y="132571"/>
                </a:lnTo>
                <a:lnTo>
                  <a:pt x="5270141" y="132590"/>
                </a:lnTo>
                <a:lnTo>
                  <a:pt x="5269824" y="132608"/>
                </a:lnTo>
                <a:lnTo>
                  <a:pt x="5269514" y="132625"/>
                </a:lnTo>
                <a:lnTo>
                  <a:pt x="5269211" y="132639"/>
                </a:lnTo>
                <a:lnTo>
                  <a:pt x="5268914" y="132652"/>
                </a:lnTo>
                <a:lnTo>
                  <a:pt x="5268623" y="132664"/>
                </a:lnTo>
                <a:lnTo>
                  <a:pt x="5268339" y="132673"/>
                </a:lnTo>
                <a:lnTo>
                  <a:pt x="5268062" y="132681"/>
                </a:lnTo>
                <a:lnTo>
                  <a:pt x="5267791" y="132687"/>
                </a:lnTo>
                <a:lnTo>
                  <a:pt x="5267527" y="132691"/>
                </a:lnTo>
                <a:lnTo>
                  <a:pt x="5267269" y="132694"/>
                </a:lnTo>
                <a:lnTo>
                  <a:pt x="5267018" y="132695"/>
                </a:lnTo>
                <a:lnTo>
                  <a:pt x="5266691" y="132692"/>
                </a:lnTo>
                <a:lnTo>
                  <a:pt x="5266370" y="132686"/>
                </a:lnTo>
                <a:lnTo>
                  <a:pt x="5266055" y="132674"/>
                </a:lnTo>
                <a:lnTo>
                  <a:pt x="5265747" y="132659"/>
                </a:lnTo>
                <a:lnTo>
                  <a:pt x="5265445" y="132639"/>
                </a:lnTo>
                <a:lnTo>
                  <a:pt x="5265149" y="132614"/>
                </a:lnTo>
                <a:lnTo>
                  <a:pt x="5264860" y="132585"/>
                </a:lnTo>
                <a:lnTo>
                  <a:pt x="5264577" y="132551"/>
                </a:lnTo>
                <a:lnTo>
                  <a:pt x="5264301" y="132513"/>
                </a:lnTo>
                <a:lnTo>
                  <a:pt x="5264031" y="132471"/>
                </a:lnTo>
                <a:lnTo>
                  <a:pt x="5263767" y="132424"/>
                </a:lnTo>
                <a:lnTo>
                  <a:pt x="5263510" y="132372"/>
                </a:lnTo>
                <a:lnTo>
                  <a:pt x="5263259" y="132316"/>
                </a:lnTo>
                <a:lnTo>
                  <a:pt x="5263014" y="132256"/>
                </a:lnTo>
                <a:lnTo>
                  <a:pt x="5262776" y="132191"/>
                </a:lnTo>
                <a:lnTo>
                  <a:pt x="5262544" y="132122"/>
                </a:lnTo>
                <a:lnTo>
                  <a:pt x="5262319" y="132048"/>
                </a:lnTo>
                <a:lnTo>
                  <a:pt x="5262100" y="131969"/>
                </a:lnTo>
                <a:lnTo>
                  <a:pt x="5261887" y="131887"/>
                </a:lnTo>
                <a:lnTo>
                  <a:pt x="5261681" y="131799"/>
                </a:lnTo>
                <a:lnTo>
                  <a:pt x="5261481" y="131707"/>
                </a:lnTo>
                <a:lnTo>
                  <a:pt x="5261287" y="131611"/>
                </a:lnTo>
                <a:lnTo>
                  <a:pt x="5261100" y="131510"/>
                </a:lnTo>
                <a:lnTo>
                  <a:pt x="5260919" y="131405"/>
                </a:lnTo>
                <a:lnTo>
                  <a:pt x="5260743" y="131296"/>
                </a:lnTo>
                <a:lnTo>
                  <a:pt x="5260572" y="131184"/>
                </a:lnTo>
                <a:lnTo>
                  <a:pt x="5260404" y="131069"/>
                </a:lnTo>
                <a:lnTo>
                  <a:pt x="5260241" y="130951"/>
                </a:lnTo>
                <a:lnTo>
                  <a:pt x="5260082" y="130829"/>
                </a:lnTo>
                <a:lnTo>
                  <a:pt x="5259927" y="130705"/>
                </a:lnTo>
                <a:lnTo>
                  <a:pt x="5259776" y="130577"/>
                </a:lnTo>
                <a:lnTo>
                  <a:pt x="5259630" y="130447"/>
                </a:lnTo>
                <a:lnTo>
                  <a:pt x="5259487" y="130313"/>
                </a:lnTo>
                <a:lnTo>
                  <a:pt x="5259349" y="130176"/>
                </a:lnTo>
                <a:lnTo>
                  <a:pt x="5259214" y="130036"/>
                </a:lnTo>
                <a:lnTo>
                  <a:pt x="5259084" y="129893"/>
                </a:lnTo>
                <a:lnTo>
                  <a:pt x="5258958" y="129747"/>
                </a:lnTo>
                <a:lnTo>
                  <a:pt x="5258836" y="129597"/>
                </a:lnTo>
                <a:lnTo>
                  <a:pt x="5258718" y="129445"/>
                </a:lnTo>
                <a:lnTo>
                  <a:pt x="5258605" y="129290"/>
                </a:lnTo>
                <a:lnTo>
                  <a:pt x="5258495" y="129131"/>
                </a:lnTo>
                <a:lnTo>
                  <a:pt x="5258390" y="128969"/>
                </a:lnTo>
                <a:lnTo>
                  <a:pt x="5258289" y="128805"/>
                </a:lnTo>
                <a:lnTo>
                  <a:pt x="5258192" y="128637"/>
                </a:lnTo>
                <a:lnTo>
                  <a:pt x="5258099" y="128466"/>
                </a:lnTo>
                <a:lnTo>
                  <a:pt x="5258010" y="128292"/>
                </a:lnTo>
                <a:lnTo>
                  <a:pt x="5257925" y="128114"/>
                </a:lnTo>
                <a:lnTo>
                  <a:pt x="5257844" y="127934"/>
                </a:lnTo>
                <a:lnTo>
                  <a:pt x="5257768" y="127743"/>
                </a:lnTo>
                <a:lnTo>
                  <a:pt x="5257694" y="127533"/>
                </a:lnTo>
                <a:lnTo>
                  <a:pt x="5257624" y="127304"/>
                </a:lnTo>
                <a:lnTo>
                  <a:pt x="5257557" y="127055"/>
                </a:lnTo>
                <a:lnTo>
                  <a:pt x="5257493" y="126788"/>
                </a:lnTo>
                <a:lnTo>
                  <a:pt x="5257432" y="126502"/>
                </a:lnTo>
                <a:lnTo>
                  <a:pt x="5257375" y="126197"/>
                </a:lnTo>
                <a:lnTo>
                  <a:pt x="5257321" y="125874"/>
                </a:lnTo>
                <a:lnTo>
                  <a:pt x="5257270" y="125531"/>
                </a:lnTo>
                <a:lnTo>
                  <a:pt x="5257223" y="125169"/>
                </a:lnTo>
                <a:lnTo>
                  <a:pt x="5257179" y="124788"/>
                </a:lnTo>
                <a:lnTo>
                  <a:pt x="5257138" y="124389"/>
                </a:lnTo>
                <a:lnTo>
                  <a:pt x="5257100" y="123970"/>
                </a:lnTo>
                <a:lnTo>
                  <a:pt x="5257066" y="123533"/>
                </a:lnTo>
                <a:lnTo>
                  <a:pt x="5257035" y="123076"/>
                </a:lnTo>
                <a:lnTo>
                  <a:pt x="5257007" y="122601"/>
                </a:lnTo>
                <a:lnTo>
                  <a:pt x="5256982" y="122107"/>
                </a:lnTo>
                <a:lnTo>
                  <a:pt x="5256961" y="121593"/>
                </a:lnTo>
                <a:lnTo>
                  <a:pt x="5256943" y="121061"/>
                </a:lnTo>
                <a:lnTo>
                  <a:pt x="5256928" y="120510"/>
                </a:lnTo>
                <a:lnTo>
                  <a:pt x="5256917" y="119940"/>
                </a:lnTo>
                <a:lnTo>
                  <a:pt x="5256909" y="119351"/>
                </a:lnTo>
                <a:lnTo>
                  <a:pt x="5256904" y="118743"/>
                </a:lnTo>
                <a:lnTo>
                  <a:pt x="5256902" y="118116"/>
                </a:lnTo>
                <a:lnTo>
                  <a:pt x="5256902" y="56529"/>
                </a:lnTo>
                <a:lnTo>
                  <a:pt x="5274853" y="56529"/>
                </a:lnTo>
                <a:lnTo>
                  <a:pt x="5274853" y="42645"/>
                </a:lnTo>
                <a:lnTo>
                  <a:pt x="5256902" y="42645"/>
                </a:lnTo>
                <a:lnTo>
                  <a:pt x="5256902" y="5752"/>
                </a:lnTo>
                <a:lnTo>
                  <a:pt x="5239150" y="16491"/>
                </a:lnTo>
                <a:lnTo>
                  <a:pt x="5239150" y="42645"/>
                </a:lnTo>
                <a:lnTo>
                  <a:pt x="5226059" y="42645"/>
                </a:lnTo>
                <a:lnTo>
                  <a:pt x="5226059" y="56529"/>
                </a:lnTo>
                <a:lnTo>
                  <a:pt x="5239150" y="56529"/>
                </a:lnTo>
                <a:lnTo>
                  <a:pt x="5239150" y="117124"/>
                </a:lnTo>
                <a:lnTo>
                  <a:pt x="5239154" y="118444"/>
                </a:lnTo>
                <a:lnTo>
                  <a:pt x="5239165" y="119725"/>
                </a:lnTo>
                <a:lnTo>
                  <a:pt x="5239184" y="120968"/>
                </a:lnTo>
                <a:lnTo>
                  <a:pt x="5239211" y="122172"/>
                </a:lnTo>
                <a:lnTo>
                  <a:pt x="5239245" y="123339"/>
                </a:lnTo>
                <a:lnTo>
                  <a:pt x="5239287" y="124466"/>
                </a:lnTo>
                <a:lnTo>
                  <a:pt x="5239336" y="125555"/>
                </a:lnTo>
                <a:lnTo>
                  <a:pt x="5239393" y="126606"/>
                </a:lnTo>
                <a:lnTo>
                  <a:pt x="5239457" y="127619"/>
                </a:lnTo>
                <a:lnTo>
                  <a:pt x="5239529" y="128593"/>
                </a:lnTo>
                <a:lnTo>
                  <a:pt x="5239608" y="129529"/>
                </a:lnTo>
                <a:lnTo>
                  <a:pt x="5239696" y="130426"/>
                </a:lnTo>
                <a:lnTo>
                  <a:pt x="5239790" y="131285"/>
                </a:lnTo>
                <a:lnTo>
                  <a:pt x="5239893" y="132105"/>
                </a:lnTo>
                <a:lnTo>
                  <a:pt x="5240002" y="132887"/>
                </a:lnTo>
                <a:lnTo>
                  <a:pt x="5240120" y="133631"/>
                </a:lnTo>
                <a:lnTo>
                  <a:pt x="5240245" y="134337"/>
                </a:lnTo>
                <a:lnTo>
                  <a:pt x="5240377" y="135003"/>
                </a:lnTo>
                <a:lnTo>
                  <a:pt x="5240518" y="135632"/>
                </a:lnTo>
                <a:lnTo>
                  <a:pt x="5240665" y="136222"/>
                </a:lnTo>
                <a:lnTo>
                  <a:pt x="5240821" y="136774"/>
                </a:lnTo>
                <a:lnTo>
                  <a:pt x="5240983" y="137287"/>
                </a:lnTo>
                <a:lnTo>
                  <a:pt x="5241154" y="137762"/>
                </a:lnTo>
                <a:lnTo>
                  <a:pt x="5241332" y="138199"/>
                </a:lnTo>
                <a:lnTo>
                  <a:pt x="5241519" y="138613"/>
                </a:lnTo>
                <a:lnTo>
                  <a:pt x="5241718" y="139020"/>
                </a:lnTo>
                <a:lnTo>
                  <a:pt x="5241927" y="139421"/>
                </a:lnTo>
                <a:lnTo>
                  <a:pt x="5242147" y="139814"/>
                </a:lnTo>
                <a:lnTo>
                  <a:pt x="5242379" y="140202"/>
                </a:lnTo>
                <a:lnTo>
                  <a:pt x="5242621" y="140582"/>
                </a:lnTo>
                <a:lnTo>
                  <a:pt x="5242875" y="140956"/>
                </a:lnTo>
                <a:lnTo>
                  <a:pt x="5243139" y="141323"/>
                </a:lnTo>
                <a:lnTo>
                  <a:pt x="5243415" y="141683"/>
                </a:lnTo>
                <a:lnTo>
                  <a:pt x="5243701" y="142037"/>
                </a:lnTo>
                <a:lnTo>
                  <a:pt x="5243999" y="142383"/>
                </a:lnTo>
                <a:lnTo>
                  <a:pt x="5244307" y="142723"/>
                </a:lnTo>
                <a:lnTo>
                  <a:pt x="5244627" y="143057"/>
                </a:lnTo>
                <a:lnTo>
                  <a:pt x="5244957" y="143384"/>
                </a:lnTo>
                <a:lnTo>
                  <a:pt x="5245299" y="143704"/>
                </a:lnTo>
                <a:lnTo>
                  <a:pt x="5245652" y="144017"/>
                </a:lnTo>
                <a:lnTo>
                  <a:pt x="5246015" y="144323"/>
                </a:lnTo>
                <a:lnTo>
                  <a:pt x="5246390" y="144623"/>
                </a:lnTo>
                <a:lnTo>
                  <a:pt x="5246776" y="144916"/>
                </a:lnTo>
                <a:lnTo>
                  <a:pt x="5247172" y="145203"/>
                </a:lnTo>
                <a:lnTo>
                  <a:pt x="5247580" y="145483"/>
                </a:lnTo>
                <a:lnTo>
                  <a:pt x="5247999" y="145756"/>
                </a:lnTo>
                <a:lnTo>
                  <a:pt x="5248428" y="146022"/>
                </a:lnTo>
                <a:lnTo>
                  <a:pt x="5248869" y="146281"/>
                </a:lnTo>
                <a:lnTo>
                  <a:pt x="5249323" y="146532"/>
                </a:lnTo>
                <a:lnTo>
                  <a:pt x="5249792" y="146772"/>
                </a:lnTo>
                <a:lnTo>
                  <a:pt x="5250276" y="147002"/>
                </a:lnTo>
                <a:lnTo>
                  <a:pt x="5250776" y="147221"/>
                </a:lnTo>
                <a:lnTo>
                  <a:pt x="5251290" y="147429"/>
                </a:lnTo>
                <a:lnTo>
                  <a:pt x="5251820" y="147626"/>
                </a:lnTo>
                <a:lnTo>
                  <a:pt x="5252364" y="147813"/>
                </a:lnTo>
                <a:lnTo>
                  <a:pt x="5252924" y="147989"/>
                </a:lnTo>
                <a:lnTo>
                  <a:pt x="5253499" y="148155"/>
                </a:lnTo>
                <a:lnTo>
                  <a:pt x="5254090" y="148310"/>
                </a:lnTo>
                <a:lnTo>
                  <a:pt x="5254695" y="148454"/>
                </a:lnTo>
                <a:lnTo>
                  <a:pt x="5255315" y="148587"/>
                </a:lnTo>
                <a:lnTo>
                  <a:pt x="5255951" y="148710"/>
                </a:lnTo>
                <a:lnTo>
                  <a:pt x="5256602" y="148822"/>
                </a:lnTo>
                <a:lnTo>
                  <a:pt x="5257268" y="148923"/>
                </a:lnTo>
                <a:lnTo>
                  <a:pt x="5257949" y="149014"/>
                </a:lnTo>
                <a:lnTo>
                  <a:pt x="5258645" y="149094"/>
                </a:lnTo>
                <a:lnTo>
                  <a:pt x="5259357" y="149164"/>
                </a:lnTo>
                <a:lnTo>
                  <a:pt x="5260083" y="149222"/>
                </a:lnTo>
                <a:lnTo>
                  <a:pt x="5260825" y="149270"/>
                </a:lnTo>
                <a:lnTo>
                  <a:pt x="5261582" y="149308"/>
                </a:lnTo>
                <a:lnTo>
                  <a:pt x="5262354" y="149334"/>
                </a:lnTo>
                <a:lnTo>
                  <a:pt x="5263141" y="149350"/>
                </a:lnTo>
                <a:lnTo>
                  <a:pt x="5263944" y="149356"/>
                </a:lnTo>
                <a:lnTo>
                  <a:pt x="5264442" y="149353"/>
                </a:lnTo>
                <a:lnTo>
                  <a:pt x="5264946" y="149346"/>
                </a:lnTo>
                <a:lnTo>
                  <a:pt x="5265456" y="149334"/>
                </a:lnTo>
                <a:lnTo>
                  <a:pt x="5265971" y="149317"/>
                </a:lnTo>
                <a:lnTo>
                  <a:pt x="5266492" y="149295"/>
                </a:lnTo>
                <a:lnTo>
                  <a:pt x="5267018" y="149269"/>
                </a:lnTo>
                <a:lnTo>
                  <a:pt x="5267550" y="149238"/>
                </a:lnTo>
                <a:lnTo>
                  <a:pt x="5268087" y="149201"/>
                </a:lnTo>
                <a:lnTo>
                  <a:pt x="5268630" y="149160"/>
                </a:lnTo>
                <a:lnTo>
                  <a:pt x="5269178" y="149115"/>
                </a:lnTo>
                <a:lnTo>
                  <a:pt x="5269731" y="149064"/>
                </a:lnTo>
                <a:lnTo>
                  <a:pt x="5270291" y="149009"/>
                </a:lnTo>
                <a:lnTo>
                  <a:pt x="5270855" y="148948"/>
                </a:lnTo>
                <a:lnTo>
                  <a:pt x="5271426" y="148883"/>
                </a:lnTo>
                <a:lnTo>
                  <a:pt x="5272001" y="148813"/>
                </a:lnTo>
                <a:lnTo>
                  <a:pt x="5272583" y="148739"/>
                </a:lnTo>
                <a:lnTo>
                  <a:pt x="5273170" y="148659"/>
                </a:lnTo>
                <a:lnTo>
                  <a:pt x="5273762" y="148575"/>
                </a:lnTo>
                <a:lnTo>
                  <a:pt x="5274360" y="148486"/>
                </a:lnTo>
                <a:lnTo>
                  <a:pt x="5274963" y="148392"/>
                </a:lnTo>
                <a:lnTo>
                  <a:pt x="5275572" y="148293"/>
                </a:lnTo>
                <a:lnTo>
                  <a:pt x="5276186" y="148189"/>
                </a:lnTo>
                <a:lnTo>
                  <a:pt x="5276806" y="148081"/>
                </a:lnTo>
                <a:lnTo>
                  <a:pt x="5277431" y="147967"/>
                </a:lnTo>
                <a:lnTo>
                  <a:pt x="5274853" y="132199"/>
                </a:lnTo>
                <a:lnTo>
                  <a:pt x="5274451" y="132239"/>
                </a:lnTo>
                <a:lnTo>
                  <a:pt x="5274056" y="132278"/>
                </a:lnTo>
                <a:lnTo>
                  <a:pt x="5273667" y="132315"/>
                </a:lnTo>
                <a:lnTo>
                  <a:pt x="5273285" y="132350"/>
                </a:lnTo>
                <a:lnTo>
                  <a:pt x="5272910" y="132384"/>
                </a:lnTo>
                <a:lnTo>
                  <a:pt x="5272541" y="132416"/>
                </a:lnTo>
                <a:close/>
                <a:moveTo>
                  <a:pt x="5807076" y="88653"/>
                </a:moveTo>
                <a:lnTo>
                  <a:pt x="5807121" y="87559"/>
                </a:lnTo>
                <a:lnTo>
                  <a:pt x="5807176" y="86488"/>
                </a:lnTo>
                <a:lnTo>
                  <a:pt x="5807241" y="85441"/>
                </a:lnTo>
                <a:lnTo>
                  <a:pt x="5807315" y="84417"/>
                </a:lnTo>
                <a:lnTo>
                  <a:pt x="5807400" y="83417"/>
                </a:lnTo>
                <a:lnTo>
                  <a:pt x="5807495" y="82440"/>
                </a:lnTo>
                <a:lnTo>
                  <a:pt x="5807600" y="81486"/>
                </a:lnTo>
                <a:lnTo>
                  <a:pt x="5807715" y="80556"/>
                </a:lnTo>
                <a:lnTo>
                  <a:pt x="5807840" y="79650"/>
                </a:lnTo>
                <a:lnTo>
                  <a:pt x="5807974" y="78767"/>
                </a:lnTo>
                <a:lnTo>
                  <a:pt x="5808119" y="77907"/>
                </a:lnTo>
                <a:lnTo>
                  <a:pt x="5808274" y="77071"/>
                </a:lnTo>
                <a:lnTo>
                  <a:pt x="5808439" y="76258"/>
                </a:lnTo>
                <a:lnTo>
                  <a:pt x="5808614" y="75469"/>
                </a:lnTo>
                <a:lnTo>
                  <a:pt x="5808798" y="74703"/>
                </a:lnTo>
                <a:lnTo>
                  <a:pt x="5808993" y="73960"/>
                </a:lnTo>
                <a:lnTo>
                  <a:pt x="5809198" y="73242"/>
                </a:lnTo>
                <a:lnTo>
                  <a:pt x="5809413" y="72546"/>
                </a:lnTo>
                <a:lnTo>
                  <a:pt x="5809637" y="71874"/>
                </a:lnTo>
                <a:lnTo>
                  <a:pt x="5809872" y="71225"/>
                </a:lnTo>
                <a:lnTo>
                  <a:pt x="5810118" y="70595"/>
                </a:lnTo>
                <a:lnTo>
                  <a:pt x="5810376" y="69977"/>
                </a:lnTo>
                <a:lnTo>
                  <a:pt x="5810646" y="69371"/>
                </a:lnTo>
                <a:lnTo>
                  <a:pt x="5810928" y="68779"/>
                </a:lnTo>
                <a:lnTo>
                  <a:pt x="5811223" y="68199"/>
                </a:lnTo>
                <a:lnTo>
                  <a:pt x="5811530" y="67632"/>
                </a:lnTo>
                <a:lnTo>
                  <a:pt x="5811849" y="67078"/>
                </a:lnTo>
                <a:lnTo>
                  <a:pt x="5812180" y="66537"/>
                </a:lnTo>
                <a:lnTo>
                  <a:pt x="5812524" y="66008"/>
                </a:lnTo>
                <a:lnTo>
                  <a:pt x="5812880" y="65492"/>
                </a:lnTo>
                <a:lnTo>
                  <a:pt x="5813248" y="64989"/>
                </a:lnTo>
                <a:lnTo>
                  <a:pt x="5813628" y="64499"/>
                </a:lnTo>
                <a:lnTo>
                  <a:pt x="5814021" y="64021"/>
                </a:lnTo>
                <a:lnTo>
                  <a:pt x="5814425" y="63556"/>
                </a:lnTo>
                <a:lnTo>
                  <a:pt x="5814842" y="63104"/>
                </a:lnTo>
                <a:lnTo>
                  <a:pt x="5815271" y="62665"/>
                </a:lnTo>
                <a:lnTo>
                  <a:pt x="5815713" y="62238"/>
                </a:lnTo>
                <a:lnTo>
                  <a:pt x="5816166" y="61824"/>
                </a:lnTo>
                <a:lnTo>
                  <a:pt x="5816632" y="61423"/>
                </a:lnTo>
                <a:lnTo>
                  <a:pt x="5817110" y="61035"/>
                </a:lnTo>
                <a:lnTo>
                  <a:pt x="5817600" y="60660"/>
                </a:lnTo>
                <a:lnTo>
                  <a:pt x="5818103" y="60297"/>
                </a:lnTo>
                <a:lnTo>
                  <a:pt x="5818618" y="59947"/>
                </a:lnTo>
                <a:lnTo>
                  <a:pt x="5819145" y="59610"/>
                </a:lnTo>
                <a:lnTo>
                  <a:pt x="5819680" y="59285"/>
                </a:lnTo>
                <a:lnTo>
                  <a:pt x="5820219" y="58975"/>
                </a:lnTo>
                <a:lnTo>
                  <a:pt x="5820762" y="58678"/>
                </a:lnTo>
                <a:lnTo>
                  <a:pt x="5821309" y="58396"/>
                </a:lnTo>
                <a:lnTo>
                  <a:pt x="5821859" y="58127"/>
                </a:lnTo>
                <a:lnTo>
                  <a:pt x="5822414" y="57871"/>
                </a:lnTo>
                <a:lnTo>
                  <a:pt x="5822973" y="57630"/>
                </a:lnTo>
                <a:lnTo>
                  <a:pt x="5823536" y="57402"/>
                </a:lnTo>
                <a:lnTo>
                  <a:pt x="5824103" y="57189"/>
                </a:lnTo>
                <a:lnTo>
                  <a:pt x="5824673" y="56988"/>
                </a:lnTo>
                <a:lnTo>
                  <a:pt x="5825248" y="56802"/>
                </a:lnTo>
                <a:lnTo>
                  <a:pt x="5825826" y="56630"/>
                </a:lnTo>
                <a:lnTo>
                  <a:pt x="5826409" y="56471"/>
                </a:lnTo>
                <a:lnTo>
                  <a:pt x="5826996" y="56326"/>
                </a:lnTo>
                <a:lnTo>
                  <a:pt x="5827586" y="56195"/>
                </a:lnTo>
                <a:lnTo>
                  <a:pt x="5828180" y="56078"/>
                </a:lnTo>
                <a:lnTo>
                  <a:pt x="5828779" y="55974"/>
                </a:lnTo>
                <a:lnTo>
                  <a:pt x="5829381" y="55885"/>
                </a:lnTo>
                <a:lnTo>
                  <a:pt x="5829988" y="55809"/>
                </a:lnTo>
                <a:lnTo>
                  <a:pt x="5830598" y="55747"/>
                </a:lnTo>
                <a:lnTo>
                  <a:pt x="5831212" y="55699"/>
                </a:lnTo>
                <a:lnTo>
                  <a:pt x="5831830" y="55664"/>
                </a:lnTo>
                <a:lnTo>
                  <a:pt x="5832452" y="55643"/>
                </a:lnTo>
                <a:lnTo>
                  <a:pt x="5833079" y="55636"/>
                </a:lnTo>
                <a:lnTo>
                  <a:pt x="5833895" y="55647"/>
                </a:lnTo>
                <a:lnTo>
                  <a:pt x="5834693" y="55678"/>
                </a:lnTo>
                <a:lnTo>
                  <a:pt x="5835471" y="55730"/>
                </a:lnTo>
                <a:lnTo>
                  <a:pt x="5836230" y="55802"/>
                </a:lnTo>
                <a:lnTo>
                  <a:pt x="5836970" y="55895"/>
                </a:lnTo>
                <a:lnTo>
                  <a:pt x="5837690" y="56009"/>
                </a:lnTo>
                <a:lnTo>
                  <a:pt x="5838391" y="56143"/>
                </a:lnTo>
                <a:lnTo>
                  <a:pt x="5839073" y="56298"/>
                </a:lnTo>
                <a:lnTo>
                  <a:pt x="5839736" y="56474"/>
                </a:lnTo>
                <a:lnTo>
                  <a:pt x="5840379" y="56671"/>
                </a:lnTo>
                <a:lnTo>
                  <a:pt x="5841003" y="56888"/>
                </a:lnTo>
                <a:lnTo>
                  <a:pt x="5841608" y="57126"/>
                </a:lnTo>
                <a:lnTo>
                  <a:pt x="5842193" y="57384"/>
                </a:lnTo>
                <a:lnTo>
                  <a:pt x="5842759" y="57663"/>
                </a:lnTo>
                <a:lnTo>
                  <a:pt x="5843306" y="57963"/>
                </a:lnTo>
                <a:lnTo>
                  <a:pt x="5843833" y="58284"/>
                </a:lnTo>
                <a:lnTo>
                  <a:pt x="5844342" y="58625"/>
                </a:lnTo>
                <a:lnTo>
                  <a:pt x="5844831" y="58987"/>
                </a:lnTo>
                <a:lnTo>
                  <a:pt x="5845300" y="59370"/>
                </a:lnTo>
                <a:lnTo>
                  <a:pt x="5845751" y="59773"/>
                </a:lnTo>
                <a:lnTo>
                  <a:pt x="5846182" y="60197"/>
                </a:lnTo>
                <a:lnTo>
                  <a:pt x="5846594" y="60642"/>
                </a:lnTo>
                <a:lnTo>
                  <a:pt x="5846986" y="61107"/>
                </a:lnTo>
                <a:lnTo>
                  <a:pt x="5847360" y="61593"/>
                </a:lnTo>
                <a:lnTo>
                  <a:pt x="5847716" y="62100"/>
                </a:lnTo>
                <a:lnTo>
                  <a:pt x="5848057" y="62627"/>
                </a:lnTo>
                <a:lnTo>
                  <a:pt x="5848382" y="63175"/>
                </a:lnTo>
                <a:lnTo>
                  <a:pt x="5848693" y="63744"/>
                </a:lnTo>
                <a:lnTo>
                  <a:pt x="5848988" y="64334"/>
                </a:lnTo>
                <a:lnTo>
                  <a:pt x="5849269" y="64944"/>
                </a:lnTo>
                <a:lnTo>
                  <a:pt x="5849534" y="65575"/>
                </a:lnTo>
                <a:lnTo>
                  <a:pt x="5849784" y="66226"/>
                </a:lnTo>
                <a:lnTo>
                  <a:pt x="5850019" y="66898"/>
                </a:lnTo>
                <a:lnTo>
                  <a:pt x="5850238" y="67591"/>
                </a:lnTo>
                <a:lnTo>
                  <a:pt x="5850443" y="68305"/>
                </a:lnTo>
                <a:lnTo>
                  <a:pt x="5850632" y="69039"/>
                </a:lnTo>
                <a:lnTo>
                  <a:pt x="5850807" y="69794"/>
                </a:lnTo>
                <a:lnTo>
                  <a:pt x="5850966" y="70569"/>
                </a:lnTo>
                <a:lnTo>
                  <a:pt x="5851110" y="71366"/>
                </a:lnTo>
                <a:lnTo>
                  <a:pt x="5851238" y="72183"/>
                </a:lnTo>
                <a:lnTo>
                  <a:pt x="5851352" y="73020"/>
                </a:lnTo>
                <a:lnTo>
                  <a:pt x="5851450" y="73879"/>
                </a:lnTo>
                <a:lnTo>
                  <a:pt x="5851534" y="74758"/>
                </a:lnTo>
                <a:lnTo>
                  <a:pt x="5851602" y="75657"/>
                </a:lnTo>
                <a:lnTo>
                  <a:pt x="5851655" y="76578"/>
                </a:lnTo>
                <a:lnTo>
                  <a:pt x="5851693" y="77519"/>
                </a:lnTo>
                <a:lnTo>
                  <a:pt x="5851716" y="78481"/>
                </a:lnTo>
                <a:lnTo>
                  <a:pt x="5851723" y="79463"/>
                </a:lnTo>
                <a:lnTo>
                  <a:pt x="5851723" y="147967"/>
                </a:lnTo>
                <a:lnTo>
                  <a:pt x="5869575" y="147967"/>
                </a:lnTo>
                <a:lnTo>
                  <a:pt x="5869575" y="86712"/>
                </a:lnTo>
                <a:lnTo>
                  <a:pt x="5869587" y="85370"/>
                </a:lnTo>
                <a:lnTo>
                  <a:pt x="5869625" y="84060"/>
                </a:lnTo>
                <a:lnTo>
                  <a:pt x="5869689" y="82780"/>
                </a:lnTo>
                <a:lnTo>
                  <a:pt x="5869778" y="81531"/>
                </a:lnTo>
                <a:lnTo>
                  <a:pt x="5869893" y="80313"/>
                </a:lnTo>
                <a:lnTo>
                  <a:pt x="5870033" y="79126"/>
                </a:lnTo>
                <a:lnTo>
                  <a:pt x="5870199" y="77970"/>
                </a:lnTo>
                <a:lnTo>
                  <a:pt x="5870390" y="76844"/>
                </a:lnTo>
                <a:lnTo>
                  <a:pt x="5870607" y="75750"/>
                </a:lnTo>
                <a:lnTo>
                  <a:pt x="5870849" y="74686"/>
                </a:lnTo>
                <a:lnTo>
                  <a:pt x="5871116" y="73653"/>
                </a:lnTo>
                <a:lnTo>
                  <a:pt x="5871409" y="72651"/>
                </a:lnTo>
                <a:lnTo>
                  <a:pt x="5871728" y="71680"/>
                </a:lnTo>
                <a:lnTo>
                  <a:pt x="5872072" y="70740"/>
                </a:lnTo>
                <a:lnTo>
                  <a:pt x="5872441" y="69830"/>
                </a:lnTo>
                <a:lnTo>
                  <a:pt x="5872836" y="68952"/>
                </a:lnTo>
                <a:lnTo>
                  <a:pt x="5873257" y="68104"/>
                </a:lnTo>
                <a:lnTo>
                  <a:pt x="5873703" y="67287"/>
                </a:lnTo>
                <a:lnTo>
                  <a:pt x="5874174" y="66501"/>
                </a:lnTo>
                <a:lnTo>
                  <a:pt x="5874671" y="65746"/>
                </a:lnTo>
                <a:lnTo>
                  <a:pt x="5875193" y="65022"/>
                </a:lnTo>
                <a:lnTo>
                  <a:pt x="5875741" y="64328"/>
                </a:lnTo>
                <a:lnTo>
                  <a:pt x="5876315" y="63666"/>
                </a:lnTo>
                <a:lnTo>
                  <a:pt x="5876913" y="63034"/>
                </a:lnTo>
                <a:lnTo>
                  <a:pt x="5877531" y="62431"/>
                </a:lnTo>
                <a:lnTo>
                  <a:pt x="5878163" y="61853"/>
                </a:lnTo>
                <a:lnTo>
                  <a:pt x="5878807" y="61300"/>
                </a:lnTo>
                <a:lnTo>
                  <a:pt x="5879464" y="60774"/>
                </a:lnTo>
                <a:lnTo>
                  <a:pt x="5880135" y="60273"/>
                </a:lnTo>
                <a:lnTo>
                  <a:pt x="5880818" y="59798"/>
                </a:lnTo>
                <a:lnTo>
                  <a:pt x="5881515" y="59348"/>
                </a:lnTo>
                <a:lnTo>
                  <a:pt x="5882225" y="58924"/>
                </a:lnTo>
                <a:lnTo>
                  <a:pt x="5882947" y="58526"/>
                </a:lnTo>
                <a:lnTo>
                  <a:pt x="5883683" y="58154"/>
                </a:lnTo>
                <a:lnTo>
                  <a:pt x="5884432" y="57807"/>
                </a:lnTo>
                <a:lnTo>
                  <a:pt x="5885194" y="57486"/>
                </a:lnTo>
                <a:lnTo>
                  <a:pt x="5885970" y="57191"/>
                </a:lnTo>
                <a:lnTo>
                  <a:pt x="5886758" y="56921"/>
                </a:lnTo>
                <a:lnTo>
                  <a:pt x="5887559" y="56677"/>
                </a:lnTo>
                <a:lnTo>
                  <a:pt x="5888373" y="56458"/>
                </a:lnTo>
                <a:lnTo>
                  <a:pt x="5889201" y="56266"/>
                </a:lnTo>
                <a:lnTo>
                  <a:pt x="5890042" y="56099"/>
                </a:lnTo>
                <a:lnTo>
                  <a:pt x="5890895" y="55958"/>
                </a:lnTo>
                <a:lnTo>
                  <a:pt x="5891762" y="55842"/>
                </a:lnTo>
                <a:lnTo>
                  <a:pt x="5892642" y="55752"/>
                </a:lnTo>
                <a:lnTo>
                  <a:pt x="5893535" y="55688"/>
                </a:lnTo>
                <a:lnTo>
                  <a:pt x="5894441" y="55649"/>
                </a:lnTo>
                <a:lnTo>
                  <a:pt x="5895360" y="55636"/>
                </a:lnTo>
                <a:lnTo>
                  <a:pt x="5895869" y="55641"/>
                </a:lnTo>
                <a:lnTo>
                  <a:pt x="5896373" y="55656"/>
                </a:lnTo>
                <a:lnTo>
                  <a:pt x="5896872" y="55681"/>
                </a:lnTo>
                <a:lnTo>
                  <a:pt x="5897365" y="55716"/>
                </a:lnTo>
                <a:lnTo>
                  <a:pt x="5897853" y="55761"/>
                </a:lnTo>
                <a:lnTo>
                  <a:pt x="5898335" y="55816"/>
                </a:lnTo>
                <a:lnTo>
                  <a:pt x="5898812" y="55881"/>
                </a:lnTo>
                <a:lnTo>
                  <a:pt x="5899283" y="55956"/>
                </a:lnTo>
                <a:lnTo>
                  <a:pt x="5899748" y="56041"/>
                </a:lnTo>
                <a:lnTo>
                  <a:pt x="5900208" y="56136"/>
                </a:lnTo>
                <a:lnTo>
                  <a:pt x="5900663" y="56241"/>
                </a:lnTo>
                <a:lnTo>
                  <a:pt x="5901112" y="56356"/>
                </a:lnTo>
                <a:lnTo>
                  <a:pt x="5901555" y="56481"/>
                </a:lnTo>
                <a:lnTo>
                  <a:pt x="5901993" y="56616"/>
                </a:lnTo>
                <a:lnTo>
                  <a:pt x="5902426" y="56761"/>
                </a:lnTo>
                <a:lnTo>
                  <a:pt x="5902853" y="56916"/>
                </a:lnTo>
                <a:lnTo>
                  <a:pt x="5903274" y="57081"/>
                </a:lnTo>
                <a:lnTo>
                  <a:pt x="5903690" y="57256"/>
                </a:lnTo>
                <a:lnTo>
                  <a:pt x="5904101" y="57441"/>
                </a:lnTo>
                <a:lnTo>
                  <a:pt x="5904506" y="57636"/>
                </a:lnTo>
                <a:lnTo>
                  <a:pt x="5904905" y="57841"/>
                </a:lnTo>
                <a:lnTo>
                  <a:pt x="5905299" y="58056"/>
                </a:lnTo>
                <a:lnTo>
                  <a:pt x="5905688" y="58281"/>
                </a:lnTo>
                <a:lnTo>
                  <a:pt x="5906070" y="58516"/>
                </a:lnTo>
                <a:lnTo>
                  <a:pt x="5906446" y="58759"/>
                </a:lnTo>
                <a:lnTo>
                  <a:pt x="5906811" y="59008"/>
                </a:lnTo>
                <a:lnTo>
                  <a:pt x="5907167" y="59264"/>
                </a:lnTo>
                <a:lnTo>
                  <a:pt x="5907513" y="59526"/>
                </a:lnTo>
                <a:lnTo>
                  <a:pt x="5907849" y="59795"/>
                </a:lnTo>
                <a:lnTo>
                  <a:pt x="5908175" y="60070"/>
                </a:lnTo>
                <a:lnTo>
                  <a:pt x="5908491" y="60351"/>
                </a:lnTo>
                <a:lnTo>
                  <a:pt x="5908798" y="60639"/>
                </a:lnTo>
                <a:lnTo>
                  <a:pt x="5909094" y="60933"/>
                </a:lnTo>
                <a:lnTo>
                  <a:pt x="5909381" y="61234"/>
                </a:lnTo>
                <a:lnTo>
                  <a:pt x="5909659" y="61541"/>
                </a:lnTo>
                <a:lnTo>
                  <a:pt x="5909926" y="61854"/>
                </a:lnTo>
                <a:lnTo>
                  <a:pt x="5910183" y="62174"/>
                </a:lnTo>
                <a:lnTo>
                  <a:pt x="5910431" y="62500"/>
                </a:lnTo>
                <a:lnTo>
                  <a:pt x="5910669" y="62832"/>
                </a:lnTo>
                <a:lnTo>
                  <a:pt x="5910897" y="63171"/>
                </a:lnTo>
                <a:lnTo>
                  <a:pt x="5911115" y="63517"/>
                </a:lnTo>
                <a:lnTo>
                  <a:pt x="5911324" y="63868"/>
                </a:lnTo>
                <a:lnTo>
                  <a:pt x="5911522" y="64226"/>
                </a:lnTo>
                <a:lnTo>
                  <a:pt x="5911711" y="64590"/>
                </a:lnTo>
                <a:lnTo>
                  <a:pt x="5911890" y="64961"/>
                </a:lnTo>
                <a:lnTo>
                  <a:pt x="5912059" y="65338"/>
                </a:lnTo>
                <a:lnTo>
                  <a:pt x="5912218" y="65722"/>
                </a:lnTo>
                <a:lnTo>
                  <a:pt x="5912368" y="66112"/>
                </a:lnTo>
                <a:lnTo>
                  <a:pt x="5912510" y="66515"/>
                </a:lnTo>
                <a:lnTo>
                  <a:pt x="5912645" y="66939"/>
                </a:lnTo>
                <a:lnTo>
                  <a:pt x="5912775" y="67384"/>
                </a:lnTo>
                <a:lnTo>
                  <a:pt x="5912898" y="67850"/>
                </a:lnTo>
                <a:lnTo>
                  <a:pt x="5913016" y="68337"/>
                </a:lnTo>
                <a:lnTo>
                  <a:pt x="5913127" y="68844"/>
                </a:lnTo>
                <a:lnTo>
                  <a:pt x="5913233" y="69373"/>
                </a:lnTo>
                <a:lnTo>
                  <a:pt x="5913332" y="69922"/>
                </a:lnTo>
                <a:lnTo>
                  <a:pt x="5913426" y="70492"/>
                </a:lnTo>
                <a:lnTo>
                  <a:pt x="5913513" y="71083"/>
                </a:lnTo>
                <a:lnTo>
                  <a:pt x="5913594" y="71695"/>
                </a:lnTo>
                <a:lnTo>
                  <a:pt x="5913670" y="72328"/>
                </a:lnTo>
                <a:lnTo>
                  <a:pt x="5913739" y="72982"/>
                </a:lnTo>
                <a:lnTo>
                  <a:pt x="5913802" y="73656"/>
                </a:lnTo>
                <a:lnTo>
                  <a:pt x="5913859" y="74351"/>
                </a:lnTo>
                <a:lnTo>
                  <a:pt x="5913911" y="75068"/>
                </a:lnTo>
                <a:lnTo>
                  <a:pt x="5913956" y="75805"/>
                </a:lnTo>
                <a:lnTo>
                  <a:pt x="5913995" y="76563"/>
                </a:lnTo>
                <a:lnTo>
                  <a:pt x="5914028" y="77342"/>
                </a:lnTo>
                <a:lnTo>
                  <a:pt x="5914055" y="78141"/>
                </a:lnTo>
                <a:lnTo>
                  <a:pt x="5914076" y="78962"/>
                </a:lnTo>
                <a:lnTo>
                  <a:pt x="5914092" y="79803"/>
                </a:lnTo>
                <a:lnTo>
                  <a:pt x="5914101" y="80666"/>
                </a:lnTo>
                <a:lnTo>
                  <a:pt x="5914104" y="81549"/>
                </a:lnTo>
                <a:lnTo>
                  <a:pt x="5914104" y="147967"/>
                </a:lnTo>
                <a:lnTo>
                  <a:pt x="5931856" y="147967"/>
                </a:lnTo>
                <a:lnTo>
                  <a:pt x="5931856" y="75670"/>
                </a:lnTo>
                <a:lnTo>
                  <a:pt x="5931841" y="74182"/>
                </a:lnTo>
                <a:lnTo>
                  <a:pt x="5931797" y="72726"/>
                </a:lnTo>
                <a:lnTo>
                  <a:pt x="5931724" y="71304"/>
                </a:lnTo>
                <a:lnTo>
                  <a:pt x="5931622" y="69913"/>
                </a:lnTo>
                <a:lnTo>
                  <a:pt x="5931490" y="68556"/>
                </a:lnTo>
                <a:lnTo>
                  <a:pt x="5931329" y="67231"/>
                </a:lnTo>
                <a:lnTo>
                  <a:pt x="5931139" y="65938"/>
                </a:lnTo>
                <a:lnTo>
                  <a:pt x="5930919" y="64678"/>
                </a:lnTo>
                <a:lnTo>
                  <a:pt x="5930670" y="63450"/>
                </a:lnTo>
                <a:lnTo>
                  <a:pt x="5930392" y="62255"/>
                </a:lnTo>
                <a:lnTo>
                  <a:pt x="5930085" y="61093"/>
                </a:lnTo>
                <a:lnTo>
                  <a:pt x="5929748" y="59963"/>
                </a:lnTo>
                <a:lnTo>
                  <a:pt x="5929382" y="58866"/>
                </a:lnTo>
                <a:lnTo>
                  <a:pt x="5928987" y="57801"/>
                </a:lnTo>
                <a:lnTo>
                  <a:pt x="5928563" y="56768"/>
                </a:lnTo>
                <a:lnTo>
                  <a:pt x="5928109" y="55769"/>
                </a:lnTo>
                <a:lnTo>
                  <a:pt x="5927626" y="54802"/>
                </a:lnTo>
                <a:lnTo>
                  <a:pt x="5927114" y="53867"/>
                </a:lnTo>
                <a:lnTo>
                  <a:pt x="5926572" y="52965"/>
                </a:lnTo>
                <a:lnTo>
                  <a:pt x="5926002" y="52095"/>
                </a:lnTo>
                <a:lnTo>
                  <a:pt x="5925402" y="51258"/>
                </a:lnTo>
                <a:lnTo>
                  <a:pt x="5924772" y="50454"/>
                </a:lnTo>
                <a:lnTo>
                  <a:pt x="5924114" y="49682"/>
                </a:lnTo>
                <a:lnTo>
                  <a:pt x="5923426" y="48942"/>
                </a:lnTo>
                <a:lnTo>
                  <a:pt x="5922711" y="48234"/>
                </a:lnTo>
                <a:lnTo>
                  <a:pt x="5921971" y="47556"/>
                </a:lnTo>
                <a:lnTo>
                  <a:pt x="5921205" y="46908"/>
                </a:lnTo>
                <a:lnTo>
                  <a:pt x="5920415" y="46291"/>
                </a:lnTo>
                <a:lnTo>
                  <a:pt x="5919599" y="45703"/>
                </a:lnTo>
                <a:lnTo>
                  <a:pt x="5918759" y="45146"/>
                </a:lnTo>
                <a:lnTo>
                  <a:pt x="5917893" y="44618"/>
                </a:lnTo>
                <a:lnTo>
                  <a:pt x="5917002" y="44121"/>
                </a:lnTo>
                <a:lnTo>
                  <a:pt x="5916085" y="43654"/>
                </a:lnTo>
                <a:lnTo>
                  <a:pt x="5915144" y="43217"/>
                </a:lnTo>
                <a:lnTo>
                  <a:pt x="5914178" y="42811"/>
                </a:lnTo>
                <a:lnTo>
                  <a:pt x="5913186" y="42434"/>
                </a:lnTo>
                <a:lnTo>
                  <a:pt x="5912169" y="42087"/>
                </a:lnTo>
                <a:lnTo>
                  <a:pt x="5911128" y="41771"/>
                </a:lnTo>
                <a:lnTo>
                  <a:pt x="5910061" y="41485"/>
                </a:lnTo>
                <a:lnTo>
                  <a:pt x="5908969" y="41229"/>
                </a:lnTo>
                <a:lnTo>
                  <a:pt x="5907851" y="41003"/>
                </a:lnTo>
                <a:lnTo>
                  <a:pt x="5906709" y="40807"/>
                </a:lnTo>
                <a:lnTo>
                  <a:pt x="5905541" y="40641"/>
                </a:lnTo>
                <a:lnTo>
                  <a:pt x="5904349" y="40506"/>
                </a:lnTo>
                <a:lnTo>
                  <a:pt x="5903131" y="40400"/>
                </a:lnTo>
                <a:lnTo>
                  <a:pt x="5901888" y="40325"/>
                </a:lnTo>
                <a:lnTo>
                  <a:pt x="5900620" y="40280"/>
                </a:lnTo>
                <a:lnTo>
                  <a:pt x="5899327" y="40265"/>
                </a:lnTo>
                <a:lnTo>
                  <a:pt x="5897670" y="40296"/>
                </a:lnTo>
                <a:lnTo>
                  <a:pt x="5896040" y="40392"/>
                </a:lnTo>
                <a:lnTo>
                  <a:pt x="5894436" y="40551"/>
                </a:lnTo>
                <a:lnTo>
                  <a:pt x="5892858" y="40774"/>
                </a:lnTo>
                <a:lnTo>
                  <a:pt x="5891307" y="41061"/>
                </a:lnTo>
                <a:lnTo>
                  <a:pt x="5889781" y="41411"/>
                </a:lnTo>
                <a:lnTo>
                  <a:pt x="5888282" y="41825"/>
                </a:lnTo>
                <a:lnTo>
                  <a:pt x="5886809" y="42303"/>
                </a:lnTo>
                <a:lnTo>
                  <a:pt x="5885362" y="42845"/>
                </a:lnTo>
                <a:lnTo>
                  <a:pt x="5883941" y="43450"/>
                </a:lnTo>
                <a:lnTo>
                  <a:pt x="5882546" y="44119"/>
                </a:lnTo>
                <a:lnTo>
                  <a:pt x="5881178" y="44851"/>
                </a:lnTo>
                <a:lnTo>
                  <a:pt x="5879836" y="45648"/>
                </a:lnTo>
                <a:lnTo>
                  <a:pt x="5878519" y="46508"/>
                </a:lnTo>
                <a:lnTo>
                  <a:pt x="5877229" y="47431"/>
                </a:lnTo>
                <a:lnTo>
                  <a:pt x="5875966" y="48419"/>
                </a:lnTo>
                <a:lnTo>
                  <a:pt x="5874728" y="49470"/>
                </a:lnTo>
                <a:lnTo>
                  <a:pt x="5873517" y="50585"/>
                </a:lnTo>
                <a:lnTo>
                  <a:pt x="5872331" y="51763"/>
                </a:lnTo>
                <a:lnTo>
                  <a:pt x="5871172" y="53006"/>
                </a:lnTo>
                <a:lnTo>
                  <a:pt x="5870039" y="54312"/>
                </a:lnTo>
                <a:lnTo>
                  <a:pt x="5868933" y="55681"/>
                </a:lnTo>
                <a:lnTo>
                  <a:pt x="5867852" y="57115"/>
                </a:lnTo>
                <a:lnTo>
                  <a:pt x="5866798" y="58612"/>
                </a:lnTo>
                <a:lnTo>
                  <a:pt x="5866534" y="57895"/>
                </a:lnTo>
                <a:lnTo>
                  <a:pt x="5866255" y="57192"/>
                </a:lnTo>
                <a:lnTo>
                  <a:pt x="5865960" y="56502"/>
                </a:lnTo>
                <a:lnTo>
                  <a:pt x="5865650" y="55825"/>
                </a:lnTo>
                <a:lnTo>
                  <a:pt x="5865325" y="55162"/>
                </a:lnTo>
                <a:lnTo>
                  <a:pt x="5864985" y="54512"/>
                </a:lnTo>
                <a:lnTo>
                  <a:pt x="5864629" y="53875"/>
                </a:lnTo>
                <a:lnTo>
                  <a:pt x="5864258" y="53252"/>
                </a:lnTo>
                <a:lnTo>
                  <a:pt x="5863871" y="52642"/>
                </a:lnTo>
                <a:lnTo>
                  <a:pt x="5863469" y="52046"/>
                </a:lnTo>
                <a:lnTo>
                  <a:pt x="5863052" y="51463"/>
                </a:lnTo>
                <a:lnTo>
                  <a:pt x="5862620" y="50893"/>
                </a:lnTo>
                <a:lnTo>
                  <a:pt x="5862172" y="50337"/>
                </a:lnTo>
                <a:lnTo>
                  <a:pt x="5861709" y="49794"/>
                </a:lnTo>
                <a:lnTo>
                  <a:pt x="5861231" y="49264"/>
                </a:lnTo>
                <a:lnTo>
                  <a:pt x="5860737" y="48748"/>
                </a:lnTo>
                <a:lnTo>
                  <a:pt x="5860228" y="48245"/>
                </a:lnTo>
                <a:lnTo>
                  <a:pt x="5859704" y="47756"/>
                </a:lnTo>
                <a:lnTo>
                  <a:pt x="5859164" y="47280"/>
                </a:lnTo>
                <a:lnTo>
                  <a:pt x="5858609" y="46817"/>
                </a:lnTo>
                <a:lnTo>
                  <a:pt x="5858039" y="46367"/>
                </a:lnTo>
                <a:lnTo>
                  <a:pt x="5857453" y="45931"/>
                </a:lnTo>
                <a:lnTo>
                  <a:pt x="5856852" y="45509"/>
                </a:lnTo>
                <a:lnTo>
                  <a:pt x="5856236" y="45099"/>
                </a:lnTo>
                <a:lnTo>
                  <a:pt x="5855604" y="44705"/>
                </a:lnTo>
                <a:lnTo>
                  <a:pt x="5854958" y="44327"/>
                </a:lnTo>
                <a:lnTo>
                  <a:pt x="5854298" y="43966"/>
                </a:lnTo>
                <a:lnTo>
                  <a:pt x="5853623" y="43622"/>
                </a:lnTo>
                <a:lnTo>
                  <a:pt x="5852933" y="43295"/>
                </a:lnTo>
                <a:lnTo>
                  <a:pt x="5852228" y="42984"/>
                </a:lnTo>
                <a:lnTo>
                  <a:pt x="5851509" y="42690"/>
                </a:lnTo>
                <a:lnTo>
                  <a:pt x="5850776" y="42413"/>
                </a:lnTo>
                <a:lnTo>
                  <a:pt x="5850027" y="42153"/>
                </a:lnTo>
                <a:lnTo>
                  <a:pt x="5849264" y="41910"/>
                </a:lnTo>
                <a:lnTo>
                  <a:pt x="5848487" y="41683"/>
                </a:lnTo>
                <a:lnTo>
                  <a:pt x="5847694" y="41473"/>
                </a:lnTo>
                <a:lnTo>
                  <a:pt x="5846887" y="41280"/>
                </a:lnTo>
                <a:lnTo>
                  <a:pt x="5846066" y="41104"/>
                </a:lnTo>
                <a:lnTo>
                  <a:pt x="5845230" y="40944"/>
                </a:lnTo>
                <a:lnTo>
                  <a:pt x="5844379" y="40802"/>
                </a:lnTo>
                <a:lnTo>
                  <a:pt x="5843513" y="40676"/>
                </a:lnTo>
                <a:lnTo>
                  <a:pt x="5842633" y="40567"/>
                </a:lnTo>
                <a:lnTo>
                  <a:pt x="5841739" y="40474"/>
                </a:lnTo>
                <a:lnTo>
                  <a:pt x="5840829" y="40399"/>
                </a:lnTo>
                <a:lnTo>
                  <a:pt x="5839905" y="40340"/>
                </a:lnTo>
                <a:lnTo>
                  <a:pt x="5838967" y="40298"/>
                </a:lnTo>
                <a:lnTo>
                  <a:pt x="5838013" y="40273"/>
                </a:lnTo>
                <a:lnTo>
                  <a:pt x="5837045" y="40265"/>
                </a:lnTo>
                <a:lnTo>
                  <a:pt x="5836173" y="40273"/>
                </a:lnTo>
                <a:lnTo>
                  <a:pt x="5835309" y="40297"/>
                </a:lnTo>
                <a:lnTo>
                  <a:pt x="5834453" y="40338"/>
                </a:lnTo>
                <a:lnTo>
                  <a:pt x="5833605" y="40395"/>
                </a:lnTo>
                <a:lnTo>
                  <a:pt x="5832764" y="40468"/>
                </a:lnTo>
                <a:lnTo>
                  <a:pt x="5831932" y="40557"/>
                </a:lnTo>
                <a:lnTo>
                  <a:pt x="5831107" y="40663"/>
                </a:lnTo>
                <a:lnTo>
                  <a:pt x="5830291" y="40785"/>
                </a:lnTo>
                <a:lnTo>
                  <a:pt x="5829482" y="40923"/>
                </a:lnTo>
                <a:lnTo>
                  <a:pt x="5828681" y="41078"/>
                </a:lnTo>
                <a:lnTo>
                  <a:pt x="5827888" y="41248"/>
                </a:lnTo>
                <a:lnTo>
                  <a:pt x="5827103" y="41435"/>
                </a:lnTo>
                <a:lnTo>
                  <a:pt x="5826326" y="41639"/>
                </a:lnTo>
                <a:lnTo>
                  <a:pt x="5825557" y="41858"/>
                </a:lnTo>
                <a:lnTo>
                  <a:pt x="5824796" y="42094"/>
                </a:lnTo>
                <a:lnTo>
                  <a:pt x="5824043" y="42346"/>
                </a:lnTo>
                <a:lnTo>
                  <a:pt x="5823297" y="42614"/>
                </a:lnTo>
                <a:lnTo>
                  <a:pt x="5822560" y="42899"/>
                </a:lnTo>
                <a:lnTo>
                  <a:pt x="5821830" y="43199"/>
                </a:lnTo>
                <a:lnTo>
                  <a:pt x="5821109" y="43517"/>
                </a:lnTo>
                <a:lnTo>
                  <a:pt x="5820395" y="43850"/>
                </a:lnTo>
                <a:lnTo>
                  <a:pt x="5819689" y="44199"/>
                </a:lnTo>
                <a:lnTo>
                  <a:pt x="5818992" y="44565"/>
                </a:lnTo>
                <a:lnTo>
                  <a:pt x="5818302" y="44947"/>
                </a:lnTo>
                <a:lnTo>
                  <a:pt x="5817621" y="45343"/>
                </a:lnTo>
                <a:lnTo>
                  <a:pt x="5816952" y="45749"/>
                </a:lnTo>
                <a:lnTo>
                  <a:pt x="5816295" y="46165"/>
                </a:lnTo>
                <a:lnTo>
                  <a:pt x="5815649" y="46592"/>
                </a:lnTo>
                <a:lnTo>
                  <a:pt x="5815014" y="47029"/>
                </a:lnTo>
                <a:lnTo>
                  <a:pt x="5814390" y="47477"/>
                </a:lnTo>
                <a:lnTo>
                  <a:pt x="5813778" y="47935"/>
                </a:lnTo>
                <a:lnTo>
                  <a:pt x="5813178" y="48404"/>
                </a:lnTo>
                <a:lnTo>
                  <a:pt x="5812588" y="48883"/>
                </a:lnTo>
                <a:lnTo>
                  <a:pt x="5812010" y="49372"/>
                </a:lnTo>
                <a:lnTo>
                  <a:pt x="5811444" y="49872"/>
                </a:lnTo>
                <a:lnTo>
                  <a:pt x="5810888" y="50383"/>
                </a:lnTo>
                <a:lnTo>
                  <a:pt x="5810345" y="50903"/>
                </a:lnTo>
                <a:lnTo>
                  <a:pt x="5809812" y="51435"/>
                </a:lnTo>
                <a:lnTo>
                  <a:pt x="5809291" y="51977"/>
                </a:lnTo>
                <a:lnTo>
                  <a:pt x="5808781" y="52529"/>
                </a:lnTo>
                <a:lnTo>
                  <a:pt x="5808283" y="53091"/>
                </a:lnTo>
                <a:lnTo>
                  <a:pt x="5807795" y="53664"/>
                </a:lnTo>
                <a:lnTo>
                  <a:pt x="5807320" y="54248"/>
                </a:lnTo>
                <a:lnTo>
                  <a:pt x="5806855" y="54842"/>
                </a:lnTo>
                <a:lnTo>
                  <a:pt x="5806402" y="55446"/>
                </a:lnTo>
                <a:lnTo>
                  <a:pt x="5805961" y="56061"/>
                </a:lnTo>
                <a:lnTo>
                  <a:pt x="5805530" y="56687"/>
                </a:lnTo>
                <a:lnTo>
                  <a:pt x="5805112" y="57322"/>
                </a:lnTo>
                <a:lnTo>
                  <a:pt x="5805112" y="42645"/>
                </a:lnTo>
                <a:lnTo>
                  <a:pt x="5789145" y="42645"/>
                </a:lnTo>
                <a:lnTo>
                  <a:pt x="5789145" y="147967"/>
                </a:lnTo>
                <a:lnTo>
                  <a:pt x="5806996" y="147967"/>
                </a:lnTo>
                <a:lnTo>
                  <a:pt x="5806996" y="93264"/>
                </a:lnTo>
                <a:lnTo>
                  <a:pt x="5807001" y="92076"/>
                </a:lnTo>
                <a:lnTo>
                  <a:pt x="5807016" y="90911"/>
                </a:lnTo>
                <a:lnTo>
                  <a:pt x="5807041" y="89770"/>
                </a:lnTo>
                <a:lnTo>
                  <a:pt x="5807076" y="88653"/>
                </a:lnTo>
                <a:close/>
                <a:moveTo>
                  <a:pt x="6517961" y="89042"/>
                </a:moveTo>
                <a:lnTo>
                  <a:pt x="6518007" y="88126"/>
                </a:lnTo>
                <a:lnTo>
                  <a:pt x="6518064" y="87217"/>
                </a:lnTo>
                <a:lnTo>
                  <a:pt x="6518131" y="86315"/>
                </a:lnTo>
                <a:lnTo>
                  <a:pt x="6518209" y="85418"/>
                </a:lnTo>
                <a:lnTo>
                  <a:pt x="6518296" y="84528"/>
                </a:lnTo>
                <a:lnTo>
                  <a:pt x="6518395" y="83643"/>
                </a:lnTo>
                <a:lnTo>
                  <a:pt x="6518503" y="82765"/>
                </a:lnTo>
                <a:lnTo>
                  <a:pt x="6518622" y="81894"/>
                </a:lnTo>
                <a:lnTo>
                  <a:pt x="6518751" y="81028"/>
                </a:lnTo>
                <a:lnTo>
                  <a:pt x="6518890" y="80169"/>
                </a:lnTo>
                <a:lnTo>
                  <a:pt x="6519040" y="79315"/>
                </a:lnTo>
                <a:lnTo>
                  <a:pt x="6519200" y="78469"/>
                </a:lnTo>
                <a:lnTo>
                  <a:pt x="6519371" y="77628"/>
                </a:lnTo>
                <a:lnTo>
                  <a:pt x="6519552" y="76793"/>
                </a:lnTo>
                <a:lnTo>
                  <a:pt x="6519743" y="75965"/>
                </a:lnTo>
                <a:lnTo>
                  <a:pt x="6519944" y="75143"/>
                </a:lnTo>
                <a:lnTo>
                  <a:pt x="6520156" y="74327"/>
                </a:lnTo>
                <a:lnTo>
                  <a:pt x="6520378" y="73517"/>
                </a:lnTo>
                <a:lnTo>
                  <a:pt x="6520611" y="72714"/>
                </a:lnTo>
                <a:lnTo>
                  <a:pt x="6520853" y="71916"/>
                </a:lnTo>
                <a:lnTo>
                  <a:pt x="6521023" y="71400"/>
                </a:lnTo>
                <a:lnTo>
                  <a:pt x="6521202" y="70893"/>
                </a:lnTo>
                <a:lnTo>
                  <a:pt x="6521391" y="70396"/>
                </a:lnTo>
                <a:lnTo>
                  <a:pt x="6521589" y="69908"/>
                </a:lnTo>
                <a:lnTo>
                  <a:pt x="6521796" y="69429"/>
                </a:lnTo>
                <a:lnTo>
                  <a:pt x="6522012" y="68960"/>
                </a:lnTo>
                <a:lnTo>
                  <a:pt x="6522238" y="68501"/>
                </a:lnTo>
                <a:lnTo>
                  <a:pt x="6522473" y="68050"/>
                </a:lnTo>
                <a:lnTo>
                  <a:pt x="6522717" y="67610"/>
                </a:lnTo>
                <a:lnTo>
                  <a:pt x="6522971" y="67179"/>
                </a:lnTo>
                <a:lnTo>
                  <a:pt x="6523234" y="66757"/>
                </a:lnTo>
                <a:lnTo>
                  <a:pt x="6523506" y="66345"/>
                </a:lnTo>
                <a:lnTo>
                  <a:pt x="6523788" y="65942"/>
                </a:lnTo>
                <a:lnTo>
                  <a:pt x="6524079" y="65549"/>
                </a:lnTo>
                <a:lnTo>
                  <a:pt x="6524379" y="65165"/>
                </a:lnTo>
                <a:lnTo>
                  <a:pt x="6524688" y="64791"/>
                </a:lnTo>
                <a:lnTo>
                  <a:pt x="6525007" y="64426"/>
                </a:lnTo>
                <a:lnTo>
                  <a:pt x="6525335" y="64071"/>
                </a:lnTo>
                <a:lnTo>
                  <a:pt x="6525672" y="63725"/>
                </a:lnTo>
                <a:lnTo>
                  <a:pt x="6526019" y="63389"/>
                </a:lnTo>
                <a:lnTo>
                  <a:pt x="6526374" y="63062"/>
                </a:lnTo>
                <a:lnTo>
                  <a:pt x="6526740" y="62745"/>
                </a:lnTo>
                <a:lnTo>
                  <a:pt x="6527114" y="62437"/>
                </a:lnTo>
                <a:lnTo>
                  <a:pt x="6527498" y="62139"/>
                </a:lnTo>
                <a:lnTo>
                  <a:pt x="6527888" y="61851"/>
                </a:lnTo>
                <a:lnTo>
                  <a:pt x="6528283" y="61575"/>
                </a:lnTo>
                <a:lnTo>
                  <a:pt x="6528682" y="61312"/>
                </a:lnTo>
                <a:lnTo>
                  <a:pt x="6529085" y="61061"/>
                </a:lnTo>
                <a:lnTo>
                  <a:pt x="6529492" y="60822"/>
                </a:lnTo>
                <a:lnTo>
                  <a:pt x="6529903" y="60596"/>
                </a:lnTo>
                <a:lnTo>
                  <a:pt x="6530318" y="60381"/>
                </a:lnTo>
                <a:lnTo>
                  <a:pt x="6530738" y="60179"/>
                </a:lnTo>
                <a:lnTo>
                  <a:pt x="6531161" y="59989"/>
                </a:lnTo>
                <a:lnTo>
                  <a:pt x="6531589" y="59812"/>
                </a:lnTo>
                <a:lnTo>
                  <a:pt x="6532021" y="59647"/>
                </a:lnTo>
                <a:lnTo>
                  <a:pt x="6532457" y="59493"/>
                </a:lnTo>
                <a:lnTo>
                  <a:pt x="6532897" y="59353"/>
                </a:lnTo>
                <a:lnTo>
                  <a:pt x="6533341" y="59224"/>
                </a:lnTo>
                <a:lnTo>
                  <a:pt x="6533789" y="59108"/>
                </a:lnTo>
                <a:lnTo>
                  <a:pt x="6534242" y="59004"/>
                </a:lnTo>
                <a:lnTo>
                  <a:pt x="6534698" y="58912"/>
                </a:lnTo>
                <a:lnTo>
                  <a:pt x="6535159" y="58832"/>
                </a:lnTo>
                <a:lnTo>
                  <a:pt x="6535624" y="58765"/>
                </a:lnTo>
                <a:lnTo>
                  <a:pt x="6536093" y="58710"/>
                </a:lnTo>
                <a:lnTo>
                  <a:pt x="6536566" y="58667"/>
                </a:lnTo>
                <a:lnTo>
                  <a:pt x="6537043" y="58636"/>
                </a:lnTo>
                <a:lnTo>
                  <a:pt x="6537525" y="58618"/>
                </a:lnTo>
                <a:lnTo>
                  <a:pt x="6538010" y="58612"/>
                </a:lnTo>
                <a:lnTo>
                  <a:pt x="6538556" y="58618"/>
                </a:lnTo>
                <a:lnTo>
                  <a:pt x="6539101" y="58639"/>
                </a:lnTo>
                <a:lnTo>
                  <a:pt x="6539647" y="58672"/>
                </a:lnTo>
                <a:lnTo>
                  <a:pt x="6540192" y="58719"/>
                </a:lnTo>
                <a:lnTo>
                  <a:pt x="6540738" y="58780"/>
                </a:lnTo>
                <a:lnTo>
                  <a:pt x="6541283" y="58853"/>
                </a:lnTo>
                <a:lnTo>
                  <a:pt x="6541829" y="58941"/>
                </a:lnTo>
                <a:lnTo>
                  <a:pt x="6542374" y="59041"/>
                </a:lnTo>
                <a:lnTo>
                  <a:pt x="6542919" y="59156"/>
                </a:lnTo>
                <a:lnTo>
                  <a:pt x="6543465" y="59283"/>
                </a:lnTo>
                <a:lnTo>
                  <a:pt x="6544010" y="59424"/>
                </a:lnTo>
                <a:lnTo>
                  <a:pt x="6544556" y="59579"/>
                </a:lnTo>
                <a:lnTo>
                  <a:pt x="6545101" y="59747"/>
                </a:lnTo>
                <a:lnTo>
                  <a:pt x="6545647" y="59928"/>
                </a:lnTo>
                <a:lnTo>
                  <a:pt x="6546192" y="60123"/>
                </a:lnTo>
                <a:lnTo>
                  <a:pt x="6546738" y="60331"/>
                </a:lnTo>
                <a:lnTo>
                  <a:pt x="6547283" y="60552"/>
                </a:lnTo>
                <a:lnTo>
                  <a:pt x="6547829" y="60787"/>
                </a:lnTo>
                <a:lnTo>
                  <a:pt x="6548374" y="61036"/>
                </a:lnTo>
                <a:lnTo>
                  <a:pt x="6548919" y="61298"/>
                </a:lnTo>
                <a:lnTo>
                  <a:pt x="6549465" y="61573"/>
                </a:lnTo>
                <a:lnTo>
                  <a:pt x="6550010" y="61862"/>
                </a:lnTo>
                <a:lnTo>
                  <a:pt x="6550556" y="62164"/>
                </a:lnTo>
                <a:lnTo>
                  <a:pt x="6551101" y="62479"/>
                </a:lnTo>
                <a:lnTo>
                  <a:pt x="6557250" y="45992"/>
                </a:lnTo>
                <a:lnTo>
                  <a:pt x="6556474" y="45525"/>
                </a:lnTo>
                <a:lnTo>
                  <a:pt x="6555698" y="45077"/>
                </a:lnTo>
                <a:lnTo>
                  <a:pt x="6554924" y="44650"/>
                </a:lnTo>
                <a:lnTo>
                  <a:pt x="6554151" y="44242"/>
                </a:lnTo>
                <a:lnTo>
                  <a:pt x="6553379" y="43854"/>
                </a:lnTo>
                <a:lnTo>
                  <a:pt x="6552608" y="43486"/>
                </a:lnTo>
                <a:lnTo>
                  <a:pt x="6551837" y="43138"/>
                </a:lnTo>
                <a:lnTo>
                  <a:pt x="6551068" y="42810"/>
                </a:lnTo>
                <a:lnTo>
                  <a:pt x="6550300" y="42502"/>
                </a:lnTo>
                <a:lnTo>
                  <a:pt x="6549533" y="42213"/>
                </a:lnTo>
                <a:lnTo>
                  <a:pt x="6548767" y="41945"/>
                </a:lnTo>
                <a:lnTo>
                  <a:pt x="6548002" y="41696"/>
                </a:lnTo>
                <a:lnTo>
                  <a:pt x="6547238" y="41468"/>
                </a:lnTo>
                <a:lnTo>
                  <a:pt x="6546475" y="41259"/>
                </a:lnTo>
                <a:lnTo>
                  <a:pt x="6545713" y="41070"/>
                </a:lnTo>
                <a:lnTo>
                  <a:pt x="6544953" y="40901"/>
                </a:lnTo>
                <a:lnTo>
                  <a:pt x="6544193" y="40752"/>
                </a:lnTo>
                <a:lnTo>
                  <a:pt x="6543434" y="40623"/>
                </a:lnTo>
                <a:lnTo>
                  <a:pt x="6542676" y="40513"/>
                </a:lnTo>
                <a:lnTo>
                  <a:pt x="6541919" y="40424"/>
                </a:lnTo>
                <a:lnTo>
                  <a:pt x="6541164" y="40354"/>
                </a:lnTo>
                <a:lnTo>
                  <a:pt x="6540409" y="40304"/>
                </a:lnTo>
                <a:lnTo>
                  <a:pt x="6539656" y="40274"/>
                </a:lnTo>
                <a:lnTo>
                  <a:pt x="6538903" y="40265"/>
                </a:lnTo>
                <a:lnTo>
                  <a:pt x="6538384" y="40271"/>
                </a:lnTo>
                <a:lnTo>
                  <a:pt x="6537869" y="40289"/>
                </a:lnTo>
                <a:lnTo>
                  <a:pt x="6537357" y="40320"/>
                </a:lnTo>
                <a:lnTo>
                  <a:pt x="6536849" y="40363"/>
                </a:lnTo>
                <a:lnTo>
                  <a:pt x="6536345" y="40419"/>
                </a:lnTo>
                <a:lnTo>
                  <a:pt x="6535844" y="40487"/>
                </a:lnTo>
                <a:lnTo>
                  <a:pt x="6535347" y="40567"/>
                </a:lnTo>
                <a:lnTo>
                  <a:pt x="6534853" y="40659"/>
                </a:lnTo>
                <a:lnTo>
                  <a:pt x="6534363" y="40764"/>
                </a:lnTo>
                <a:lnTo>
                  <a:pt x="6533877" y="40881"/>
                </a:lnTo>
                <a:lnTo>
                  <a:pt x="6533394" y="41011"/>
                </a:lnTo>
                <a:lnTo>
                  <a:pt x="6532915" y="41152"/>
                </a:lnTo>
                <a:lnTo>
                  <a:pt x="6532440" y="41307"/>
                </a:lnTo>
                <a:lnTo>
                  <a:pt x="6531968" y="41473"/>
                </a:lnTo>
                <a:lnTo>
                  <a:pt x="6531500" y="41652"/>
                </a:lnTo>
                <a:lnTo>
                  <a:pt x="6531035" y="41843"/>
                </a:lnTo>
                <a:lnTo>
                  <a:pt x="6530574" y="42047"/>
                </a:lnTo>
                <a:lnTo>
                  <a:pt x="6530117" y="42262"/>
                </a:lnTo>
                <a:lnTo>
                  <a:pt x="6529663" y="42491"/>
                </a:lnTo>
                <a:lnTo>
                  <a:pt x="6529213" y="42731"/>
                </a:lnTo>
                <a:lnTo>
                  <a:pt x="6528766" y="42984"/>
                </a:lnTo>
                <a:lnTo>
                  <a:pt x="6528323" y="43249"/>
                </a:lnTo>
                <a:lnTo>
                  <a:pt x="6527884" y="43526"/>
                </a:lnTo>
                <a:lnTo>
                  <a:pt x="6527448" y="43816"/>
                </a:lnTo>
                <a:lnTo>
                  <a:pt x="6527013" y="44125"/>
                </a:lnTo>
                <a:lnTo>
                  <a:pt x="6526574" y="44461"/>
                </a:lnTo>
                <a:lnTo>
                  <a:pt x="6526132" y="44823"/>
                </a:lnTo>
                <a:lnTo>
                  <a:pt x="6525687" y="45211"/>
                </a:lnTo>
                <a:lnTo>
                  <a:pt x="6525238" y="45626"/>
                </a:lnTo>
                <a:lnTo>
                  <a:pt x="6524786" y="46067"/>
                </a:lnTo>
                <a:lnTo>
                  <a:pt x="6524331" y="46534"/>
                </a:lnTo>
                <a:lnTo>
                  <a:pt x="6523873" y="47028"/>
                </a:lnTo>
                <a:lnTo>
                  <a:pt x="6523411" y="47548"/>
                </a:lnTo>
                <a:lnTo>
                  <a:pt x="6522946" y="48094"/>
                </a:lnTo>
                <a:lnTo>
                  <a:pt x="6522478" y="48667"/>
                </a:lnTo>
                <a:lnTo>
                  <a:pt x="6522006" y="49266"/>
                </a:lnTo>
                <a:lnTo>
                  <a:pt x="6521531" y="49892"/>
                </a:lnTo>
                <a:lnTo>
                  <a:pt x="6521053" y="50544"/>
                </a:lnTo>
                <a:lnTo>
                  <a:pt x="6520572" y="51222"/>
                </a:lnTo>
                <a:lnTo>
                  <a:pt x="6520087" y="51926"/>
                </a:lnTo>
                <a:lnTo>
                  <a:pt x="6519600" y="52657"/>
                </a:lnTo>
                <a:lnTo>
                  <a:pt x="6519108" y="53415"/>
                </a:lnTo>
                <a:lnTo>
                  <a:pt x="6518614" y="54198"/>
                </a:lnTo>
                <a:lnTo>
                  <a:pt x="6518116" y="55009"/>
                </a:lnTo>
                <a:lnTo>
                  <a:pt x="6517615" y="55845"/>
                </a:lnTo>
                <a:lnTo>
                  <a:pt x="6517111" y="56708"/>
                </a:lnTo>
                <a:lnTo>
                  <a:pt x="6516604" y="57597"/>
                </a:lnTo>
                <a:lnTo>
                  <a:pt x="6516093" y="58513"/>
                </a:lnTo>
                <a:lnTo>
                  <a:pt x="6516093" y="42645"/>
                </a:lnTo>
                <a:lnTo>
                  <a:pt x="6500027" y="42645"/>
                </a:lnTo>
                <a:lnTo>
                  <a:pt x="6500027" y="147967"/>
                </a:lnTo>
                <a:lnTo>
                  <a:pt x="6517878" y="147967"/>
                </a:lnTo>
                <a:lnTo>
                  <a:pt x="6517878" y="92765"/>
                </a:lnTo>
                <a:lnTo>
                  <a:pt x="6517883" y="91825"/>
                </a:lnTo>
                <a:lnTo>
                  <a:pt x="6517899" y="90891"/>
                </a:lnTo>
                <a:lnTo>
                  <a:pt x="6517925" y="89963"/>
                </a:lnTo>
                <a:lnTo>
                  <a:pt x="6517961" y="89042"/>
                </a:lnTo>
                <a:close/>
                <a:moveTo>
                  <a:pt x="4436463" y="119271"/>
                </a:moveTo>
                <a:lnTo>
                  <a:pt x="4436059" y="120067"/>
                </a:lnTo>
                <a:lnTo>
                  <a:pt x="4435646" y="120842"/>
                </a:lnTo>
                <a:lnTo>
                  <a:pt x="4435222" y="121596"/>
                </a:lnTo>
                <a:lnTo>
                  <a:pt x="4434788" y="122328"/>
                </a:lnTo>
                <a:lnTo>
                  <a:pt x="4434344" y="123040"/>
                </a:lnTo>
                <a:lnTo>
                  <a:pt x="4433891" y="123730"/>
                </a:lnTo>
                <a:lnTo>
                  <a:pt x="4433427" y="124399"/>
                </a:lnTo>
                <a:lnTo>
                  <a:pt x="4432953" y="125047"/>
                </a:lnTo>
                <a:lnTo>
                  <a:pt x="4432470" y="125674"/>
                </a:lnTo>
                <a:lnTo>
                  <a:pt x="4431976" y="126280"/>
                </a:lnTo>
                <a:lnTo>
                  <a:pt x="4431472" y="126864"/>
                </a:lnTo>
                <a:lnTo>
                  <a:pt x="4430959" y="127428"/>
                </a:lnTo>
                <a:lnTo>
                  <a:pt x="4430435" y="127970"/>
                </a:lnTo>
                <a:lnTo>
                  <a:pt x="4429902" y="128491"/>
                </a:lnTo>
                <a:lnTo>
                  <a:pt x="4429358" y="128991"/>
                </a:lnTo>
                <a:lnTo>
                  <a:pt x="4428805" y="129470"/>
                </a:lnTo>
                <a:lnTo>
                  <a:pt x="4428241" y="129928"/>
                </a:lnTo>
                <a:lnTo>
                  <a:pt x="4427668" y="130364"/>
                </a:lnTo>
                <a:lnTo>
                  <a:pt x="4427084" y="130781"/>
                </a:lnTo>
                <a:lnTo>
                  <a:pt x="4426491" y="131180"/>
                </a:lnTo>
                <a:lnTo>
                  <a:pt x="4425887" y="131561"/>
                </a:lnTo>
                <a:lnTo>
                  <a:pt x="4425274" y="131925"/>
                </a:lnTo>
                <a:lnTo>
                  <a:pt x="4424650" y="132270"/>
                </a:lnTo>
                <a:lnTo>
                  <a:pt x="4424017" y="132598"/>
                </a:lnTo>
                <a:lnTo>
                  <a:pt x="4423373" y="132909"/>
                </a:lnTo>
                <a:lnTo>
                  <a:pt x="4422720" y="133201"/>
                </a:lnTo>
                <a:lnTo>
                  <a:pt x="4422056" y="133476"/>
                </a:lnTo>
                <a:lnTo>
                  <a:pt x="4421383" y="133733"/>
                </a:lnTo>
                <a:lnTo>
                  <a:pt x="4420700" y="133973"/>
                </a:lnTo>
                <a:lnTo>
                  <a:pt x="4420006" y="134195"/>
                </a:lnTo>
                <a:lnTo>
                  <a:pt x="4419303" y="134398"/>
                </a:lnTo>
                <a:lnTo>
                  <a:pt x="4418590" y="134585"/>
                </a:lnTo>
                <a:lnTo>
                  <a:pt x="4417866" y="134753"/>
                </a:lnTo>
                <a:lnTo>
                  <a:pt x="4417133" y="134904"/>
                </a:lnTo>
                <a:lnTo>
                  <a:pt x="4416390" y="135037"/>
                </a:lnTo>
                <a:lnTo>
                  <a:pt x="4415637" y="135152"/>
                </a:lnTo>
                <a:lnTo>
                  <a:pt x="4414873" y="135250"/>
                </a:lnTo>
                <a:lnTo>
                  <a:pt x="4414100" y="135330"/>
                </a:lnTo>
                <a:lnTo>
                  <a:pt x="4413317" y="135392"/>
                </a:lnTo>
                <a:lnTo>
                  <a:pt x="4412524" y="135436"/>
                </a:lnTo>
                <a:lnTo>
                  <a:pt x="4411720" y="135463"/>
                </a:lnTo>
                <a:lnTo>
                  <a:pt x="4410907" y="135471"/>
                </a:lnTo>
                <a:lnTo>
                  <a:pt x="4409816" y="135455"/>
                </a:lnTo>
                <a:lnTo>
                  <a:pt x="4408739" y="135408"/>
                </a:lnTo>
                <a:lnTo>
                  <a:pt x="4407678" y="135328"/>
                </a:lnTo>
                <a:lnTo>
                  <a:pt x="4406632" y="135216"/>
                </a:lnTo>
                <a:lnTo>
                  <a:pt x="4405601" y="135072"/>
                </a:lnTo>
                <a:lnTo>
                  <a:pt x="4404585" y="134897"/>
                </a:lnTo>
                <a:lnTo>
                  <a:pt x="4403584" y="134689"/>
                </a:lnTo>
                <a:lnTo>
                  <a:pt x="4402599" y="134449"/>
                </a:lnTo>
                <a:lnTo>
                  <a:pt x="4401628" y="134178"/>
                </a:lnTo>
                <a:lnTo>
                  <a:pt x="4400673" y="133874"/>
                </a:lnTo>
                <a:lnTo>
                  <a:pt x="4399733" y="133539"/>
                </a:lnTo>
                <a:lnTo>
                  <a:pt x="4398808" y="133172"/>
                </a:lnTo>
                <a:lnTo>
                  <a:pt x="4397898" y="132773"/>
                </a:lnTo>
                <a:lnTo>
                  <a:pt x="4397004" y="132341"/>
                </a:lnTo>
                <a:lnTo>
                  <a:pt x="4396124" y="131878"/>
                </a:lnTo>
                <a:lnTo>
                  <a:pt x="4395260" y="131383"/>
                </a:lnTo>
                <a:lnTo>
                  <a:pt x="4394411" y="130856"/>
                </a:lnTo>
                <a:lnTo>
                  <a:pt x="4393577" y="130297"/>
                </a:lnTo>
                <a:lnTo>
                  <a:pt x="4392758" y="129706"/>
                </a:lnTo>
                <a:lnTo>
                  <a:pt x="4391954" y="129084"/>
                </a:lnTo>
                <a:lnTo>
                  <a:pt x="4391165" y="128429"/>
                </a:lnTo>
                <a:lnTo>
                  <a:pt x="4390392" y="127742"/>
                </a:lnTo>
                <a:lnTo>
                  <a:pt x="4389634" y="127024"/>
                </a:lnTo>
                <a:lnTo>
                  <a:pt x="4388891" y="126273"/>
                </a:lnTo>
                <a:lnTo>
                  <a:pt x="4388169" y="125492"/>
                </a:lnTo>
                <a:lnTo>
                  <a:pt x="4387474" y="124684"/>
                </a:lnTo>
                <a:lnTo>
                  <a:pt x="4386806" y="123847"/>
                </a:lnTo>
                <a:lnTo>
                  <a:pt x="4386166" y="122982"/>
                </a:lnTo>
                <a:lnTo>
                  <a:pt x="4385553" y="122089"/>
                </a:lnTo>
                <a:lnTo>
                  <a:pt x="4384967" y="121167"/>
                </a:lnTo>
                <a:lnTo>
                  <a:pt x="4384408" y="120218"/>
                </a:lnTo>
                <a:lnTo>
                  <a:pt x="4383877" y="119240"/>
                </a:lnTo>
                <a:lnTo>
                  <a:pt x="4383372" y="118234"/>
                </a:lnTo>
                <a:lnTo>
                  <a:pt x="4382895" y="117200"/>
                </a:lnTo>
                <a:lnTo>
                  <a:pt x="4382445" y="116138"/>
                </a:lnTo>
                <a:lnTo>
                  <a:pt x="4382023" y="115048"/>
                </a:lnTo>
                <a:lnTo>
                  <a:pt x="4381627" y="113929"/>
                </a:lnTo>
                <a:lnTo>
                  <a:pt x="4381259" y="112783"/>
                </a:lnTo>
                <a:lnTo>
                  <a:pt x="4380918" y="111608"/>
                </a:lnTo>
                <a:lnTo>
                  <a:pt x="4380604" y="110405"/>
                </a:lnTo>
                <a:lnTo>
                  <a:pt x="4380317" y="109174"/>
                </a:lnTo>
                <a:lnTo>
                  <a:pt x="4380058" y="107915"/>
                </a:lnTo>
                <a:lnTo>
                  <a:pt x="4379826" y="106628"/>
                </a:lnTo>
                <a:lnTo>
                  <a:pt x="4379621" y="105312"/>
                </a:lnTo>
                <a:lnTo>
                  <a:pt x="4379443" y="103969"/>
                </a:lnTo>
                <a:lnTo>
                  <a:pt x="4379292" y="102597"/>
                </a:lnTo>
                <a:lnTo>
                  <a:pt x="4379169" y="101197"/>
                </a:lnTo>
                <a:lnTo>
                  <a:pt x="4379072" y="99769"/>
                </a:lnTo>
                <a:lnTo>
                  <a:pt x="4457618" y="99769"/>
                </a:lnTo>
                <a:lnTo>
                  <a:pt x="4457626" y="99508"/>
                </a:lnTo>
                <a:lnTo>
                  <a:pt x="4457634" y="99252"/>
                </a:lnTo>
                <a:lnTo>
                  <a:pt x="4457641" y="99002"/>
                </a:lnTo>
                <a:lnTo>
                  <a:pt x="4457648" y="98757"/>
                </a:lnTo>
                <a:lnTo>
                  <a:pt x="4457655" y="98518"/>
                </a:lnTo>
                <a:lnTo>
                  <a:pt x="4457661" y="98284"/>
                </a:lnTo>
                <a:lnTo>
                  <a:pt x="4457667" y="98056"/>
                </a:lnTo>
                <a:lnTo>
                  <a:pt x="4457673" y="97833"/>
                </a:lnTo>
                <a:lnTo>
                  <a:pt x="4457678" y="97616"/>
                </a:lnTo>
                <a:lnTo>
                  <a:pt x="4457683" y="97404"/>
                </a:lnTo>
                <a:lnTo>
                  <a:pt x="4457688" y="97198"/>
                </a:lnTo>
                <a:lnTo>
                  <a:pt x="4457692" y="96997"/>
                </a:lnTo>
                <a:lnTo>
                  <a:pt x="4457696" y="96802"/>
                </a:lnTo>
                <a:lnTo>
                  <a:pt x="4457700" y="96612"/>
                </a:lnTo>
                <a:lnTo>
                  <a:pt x="4457703" y="96428"/>
                </a:lnTo>
                <a:lnTo>
                  <a:pt x="4457706" y="96250"/>
                </a:lnTo>
                <a:lnTo>
                  <a:pt x="4457709" y="96076"/>
                </a:lnTo>
                <a:lnTo>
                  <a:pt x="4457711" y="95909"/>
                </a:lnTo>
                <a:lnTo>
                  <a:pt x="4457713" y="95746"/>
                </a:lnTo>
                <a:lnTo>
                  <a:pt x="4457714" y="95590"/>
                </a:lnTo>
                <a:lnTo>
                  <a:pt x="4457716" y="95438"/>
                </a:lnTo>
                <a:lnTo>
                  <a:pt x="4457717" y="95293"/>
                </a:lnTo>
                <a:lnTo>
                  <a:pt x="4457717" y="95153"/>
                </a:lnTo>
                <a:lnTo>
                  <a:pt x="4457717" y="95018"/>
                </a:lnTo>
                <a:lnTo>
                  <a:pt x="4457694" y="92868"/>
                </a:lnTo>
                <a:lnTo>
                  <a:pt x="4457624" y="90759"/>
                </a:lnTo>
                <a:lnTo>
                  <a:pt x="4457508" y="88691"/>
                </a:lnTo>
                <a:lnTo>
                  <a:pt x="4457345" y="86663"/>
                </a:lnTo>
                <a:lnTo>
                  <a:pt x="4457136" y="84675"/>
                </a:lnTo>
                <a:lnTo>
                  <a:pt x="4456880" y="82728"/>
                </a:lnTo>
                <a:lnTo>
                  <a:pt x="4456578" y="80822"/>
                </a:lnTo>
                <a:lnTo>
                  <a:pt x="4456230" y="78956"/>
                </a:lnTo>
                <a:lnTo>
                  <a:pt x="4455834" y="77131"/>
                </a:lnTo>
                <a:lnTo>
                  <a:pt x="4455393" y="75347"/>
                </a:lnTo>
                <a:lnTo>
                  <a:pt x="4454905" y="73603"/>
                </a:lnTo>
                <a:lnTo>
                  <a:pt x="4454370" y="71899"/>
                </a:lnTo>
                <a:lnTo>
                  <a:pt x="4453789" y="70237"/>
                </a:lnTo>
                <a:lnTo>
                  <a:pt x="4453161" y="68614"/>
                </a:lnTo>
                <a:lnTo>
                  <a:pt x="4452487" y="67033"/>
                </a:lnTo>
                <a:lnTo>
                  <a:pt x="4451767" y="65492"/>
                </a:lnTo>
                <a:lnTo>
                  <a:pt x="4451000" y="63991"/>
                </a:lnTo>
                <a:lnTo>
                  <a:pt x="4450186" y="62531"/>
                </a:lnTo>
                <a:lnTo>
                  <a:pt x="4449326" y="61112"/>
                </a:lnTo>
                <a:lnTo>
                  <a:pt x="4448420" y="59733"/>
                </a:lnTo>
                <a:lnTo>
                  <a:pt x="4447467" y="58394"/>
                </a:lnTo>
                <a:lnTo>
                  <a:pt x="4446467" y="57097"/>
                </a:lnTo>
                <a:lnTo>
                  <a:pt x="4445421" y="55840"/>
                </a:lnTo>
                <a:lnTo>
                  <a:pt x="4444329" y="54623"/>
                </a:lnTo>
                <a:lnTo>
                  <a:pt x="4443200" y="53451"/>
                </a:lnTo>
                <a:lnTo>
                  <a:pt x="4442044" y="52330"/>
                </a:lnTo>
                <a:lnTo>
                  <a:pt x="4440861" y="51258"/>
                </a:lnTo>
                <a:lnTo>
                  <a:pt x="4439651" y="50236"/>
                </a:lnTo>
                <a:lnTo>
                  <a:pt x="4438414" y="49264"/>
                </a:lnTo>
                <a:lnTo>
                  <a:pt x="4437151" y="48341"/>
                </a:lnTo>
                <a:lnTo>
                  <a:pt x="4435861" y="47469"/>
                </a:lnTo>
                <a:lnTo>
                  <a:pt x="4434544" y="46646"/>
                </a:lnTo>
                <a:lnTo>
                  <a:pt x="4433200" y="45873"/>
                </a:lnTo>
                <a:lnTo>
                  <a:pt x="4431829" y="45150"/>
                </a:lnTo>
                <a:lnTo>
                  <a:pt x="4430431" y="44477"/>
                </a:lnTo>
                <a:lnTo>
                  <a:pt x="4429006" y="43854"/>
                </a:lnTo>
                <a:lnTo>
                  <a:pt x="4427555" y="43281"/>
                </a:lnTo>
                <a:lnTo>
                  <a:pt x="4426077" y="42757"/>
                </a:lnTo>
                <a:lnTo>
                  <a:pt x="4424571" y="42284"/>
                </a:lnTo>
                <a:lnTo>
                  <a:pt x="4423039" y="41860"/>
                </a:lnTo>
                <a:lnTo>
                  <a:pt x="4421481" y="41486"/>
                </a:lnTo>
                <a:lnTo>
                  <a:pt x="4419895" y="41162"/>
                </a:lnTo>
                <a:lnTo>
                  <a:pt x="4418282" y="40888"/>
                </a:lnTo>
                <a:lnTo>
                  <a:pt x="4416643" y="40663"/>
                </a:lnTo>
                <a:lnTo>
                  <a:pt x="4414976" y="40489"/>
                </a:lnTo>
                <a:lnTo>
                  <a:pt x="4413283" y="40364"/>
                </a:lnTo>
                <a:lnTo>
                  <a:pt x="4411563" y="40289"/>
                </a:lnTo>
                <a:lnTo>
                  <a:pt x="4409816" y="40265"/>
                </a:lnTo>
                <a:lnTo>
                  <a:pt x="4408012" y="40290"/>
                </a:lnTo>
                <a:lnTo>
                  <a:pt x="4406236" y="40366"/>
                </a:lnTo>
                <a:lnTo>
                  <a:pt x="4404489" y="40494"/>
                </a:lnTo>
                <a:lnTo>
                  <a:pt x="4402769" y="40672"/>
                </a:lnTo>
                <a:lnTo>
                  <a:pt x="4401078" y="40902"/>
                </a:lnTo>
                <a:lnTo>
                  <a:pt x="4399415" y="41182"/>
                </a:lnTo>
                <a:lnTo>
                  <a:pt x="4397781" y="41513"/>
                </a:lnTo>
                <a:lnTo>
                  <a:pt x="4396174" y="41895"/>
                </a:lnTo>
                <a:lnTo>
                  <a:pt x="4394596" y="42329"/>
                </a:lnTo>
                <a:lnTo>
                  <a:pt x="4393046" y="42813"/>
                </a:lnTo>
                <a:lnTo>
                  <a:pt x="4391525" y="43348"/>
                </a:lnTo>
                <a:lnTo>
                  <a:pt x="4390031" y="43934"/>
                </a:lnTo>
                <a:lnTo>
                  <a:pt x="4388566" y="44571"/>
                </a:lnTo>
                <a:lnTo>
                  <a:pt x="4387129" y="45259"/>
                </a:lnTo>
                <a:lnTo>
                  <a:pt x="4385720" y="45998"/>
                </a:lnTo>
                <a:lnTo>
                  <a:pt x="4384340" y="46788"/>
                </a:lnTo>
                <a:lnTo>
                  <a:pt x="4382987" y="47629"/>
                </a:lnTo>
                <a:lnTo>
                  <a:pt x="4381663" y="48521"/>
                </a:lnTo>
                <a:lnTo>
                  <a:pt x="4380367" y="49464"/>
                </a:lnTo>
                <a:lnTo>
                  <a:pt x="4379100" y="50457"/>
                </a:lnTo>
                <a:lnTo>
                  <a:pt x="4377861" y="51502"/>
                </a:lnTo>
                <a:lnTo>
                  <a:pt x="4376649" y="52598"/>
                </a:lnTo>
                <a:lnTo>
                  <a:pt x="4375467" y="53745"/>
                </a:lnTo>
                <a:lnTo>
                  <a:pt x="4374312" y="54942"/>
                </a:lnTo>
                <a:lnTo>
                  <a:pt x="4373195" y="56186"/>
                </a:lnTo>
                <a:lnTo>
                  <a:pt x="4372126" y="57471"/>
                </a:lnTo>
                <a:lnTo>
                  <a:pt x="4371104" y="58798"/>
                </a:lnTo>
                <a:lnTo>
                  <a:pt x="4370130" y="60165"/>
                </a:lnTo>
                <a:lnTo>
                  <a:pt x="4369204" y="61575"/>
                </a:lnTo>
                <a:lnTo>
                  <a:pt x="4368324" y="63025"/>
                </a:lnTo>
                <a:lnTo>
                  <a:pt x="4367493" y="64517"/>
                </a:lnTo>
                <a:lnTo>
                  <a:pt x="4366709" y="66050"/>
                </a:lnTo>
                <a:lnTo>
                  <a:pt x="4365972" y="67624"/>
                </a:lnTo>
                <a:lnTo>
                  <a:pt x="4365283" y="69240"/>
                </a:lnTo>
                <a:lnTo>
                  <a:pt x="4364642" y="70897"/>
                </a:lnTo>
                <a:lnTo>
                  <a:pt x="4364048" y="72595"/>
                </a:lnTo>
                <a:lnTo>
                  <a:pt x="4363501" y="74335"/>
                </a:lnTo>
                <a:lnTo>
                  <a:pt x="4363002" y="76116"/>
                </a:lnTo>
                <a:lnTo>
                  <a:pt x="4362551" y="77938"/>
                </a:lnTo>
                <a:lnTo>
                  <a:pt x="4362147" y="79802"/>
                </a:lnTo>
                <a:lnTo>
                  <a:pt x="4361790" y="81707"/>
                </a:lnTo>
                <a:lnTo>
                  <a:pt x="4361481" y="83653"/>
                </a:lnTo>
                <a:lnTo>
                  <a:pt x="4361220" y="85641"/>
                </a:lnTo>
                <a:lnTo>
                  <a:pt x="4361006" y="87670"/>
                </a:lnTo>
                <a:lnTo>
                  <a:pt x="4360840" y="89740"/>
                </a:lnTo>
                <a:lnTo>
                  <a:pt x="4360721" y="91851"/>
                </a:lnTo>
                <a:lnTo>
                  <a:pt x="4360650" y="94004"/>
                </a:lnTo>
                <a:lnTo>
                  <a:pt x="4360626" y="96199"/>
                </a:lnTo>
                <a:lnTo>
                  <a:pt x="4360650" y="98319"/>
                </a:lnTo>
                <a:lnTo>
                  <a:pt x="4360720" y="100400"/>
                </a:lnTo>
                <a:lnTo>
                  <a:pt x="4360838" y="102441"/>
                </a:lnTo>
                <a:lnTo>
                  <a:pt x="4361002" y="104442"/>
                </a:lnTo>
                <a:lnTo>
                  <a:pt x="4361214" y="106404"/>
                </a:lnTo>
                <a:lnTo>
                  <a:pt x="4361472" y="108326"/>
                </a:lnTo>
                <a:lnTo>
                  <a:pt x="4361778" y="110208"/>
                </a:lnTo>
                <a:lnTo>
                  <a:pt x="4362130" y="112050"/>
                </a:lnTo>
                <a:lnTo>
                  <a:pt x="4362530" y="113852"/>
                </a:lnTo>
                <a:lnTo>
                  <a:pt x="4362976" y="115615"/>
                </a:lnTo>
                <a:lnTo>
                  <a:pt x="4363470" y="117338"/>
                </a:lnTo>
                <a:lnTo>
                  <a:pt x="4364010" y="119021"/>
                </a:lnTo>
                <a:lnTo>
                  <a:pt x="4364598" y="120664"/>
                </a:lnTo>
                <a:lnTo>
                  <a:pt x="4365232" y="122268"/>
                </a:lnTo>
                <a:lnTo>
                  <a:pt x="4365914" y="123832"/>
                </a:lnTo>
                <a:lnTo>
                  <a:pt x="4366643" y="125356"/>
                </a:lnTo>
                <a:lnTo>
                  <a:pt x="4367418" y="126840"/>
                </a:lnTo>
                <a:lnTo>
                  <a:pt x="4368241" y="128284"/>
                </a:lnTo>
                <a:lnTo>
                  <a:pt x="4369110" y="129689"/>
                </a:lnTo>
                <a:lnTo>
                  <a:pt x="4370027" y="131054"/>
                </a:lnTo>
                <a:lnTo>
                  <a:pt x="4370990" y="132379"/>
                </a:lnTo>
                <a:lnTo>
                  <a:pt x="4372001" y="133665"/>
                </a:lnTo>
                <a:lnTo>
                  <a:pt x="4373059" y="134910"/>
                </a:lnTo>
                <a:lnTo>
                  <a:pt x="4374163" y="136116"/>
                </a:lnTo>
                <a:lnTo>
                  <a:pt x="4375308" y="137277"/>
                </a:lnTo>
                <a:lnTo>
                  <a:pt x="4376486" y="138389"/>
                </a:lnTo>
                <a:lnTo>
                  <a:pt x="4377697" y="139452"/>
                </a:lnTo>
                <a:lnTo>
                  <a:pt x="4378942" y="140465"/>
                </a:lnTo>
                <a:lnTo>
                  <a:pt x="4380219" y="141428"/>
                </a:lnTo>
                <a:lnTo>
                  <a:pt x="4381530" y="142342"/>
                </a:lnTo>
                <a:lnTo>
                  <a:pt x="4382874" y="143207"/>
                </a:lnTo>
                <a:lnTo>
                  <a:pt x="4384251" y="144022"/>
                </a:lnTo>
                <a:lnTo>
                  <a:pt x="4385662" y="144788"/>
                </a:lnTo>
                <a:lnTo>
                  <a:pt x="4387106" y="145505"/>
                </a:lnTo>
                <a:lnTo>
                  <a:pt x="4388583" y="146172"/>
                </a:lnTo>
                <a:lnTo>
                  <a:pt x="4390093" y="146790"/>
                </a:lnTo>
                <a:lnTo>
                  <a:pt x="4391637" y="147358"/>
                </a:lnTo>
                <a:lnTo>
                  <a:pt x="4393213" y="147877"/>
                </a:lnTo>
                <a:lnTo>
                  <a:pt x="4394823" y="148346"/>
                </a:lnTo>
                <a:lnTo>
                  <a:pt x="4396466" y="148766"/>
                </a:lnTo>
                <a:lnTo>
                  <a:pt x="4398143" y="149137"/>
                </a:lnTo>
                <a:lnTo>
                  <a:pt x="4399852" y="149458"/>
                </a:lnTo>
                <a:lnTo>
                  <a:pt x="4401595" y="149730"/>
                </a:lnTo>
                <a:lnTo>
                  <a:pt x="4403371" y="149952"/>
                </a:lnTo>
                <a:lnTo>
                  <a:pt x="4405181" y="150125"/>
                </a:lnTo>
                <a:lnTo>
                  <a:pt x="4407023" y="150249"/>
                </a:lnTo>
                <a:lnTo>
                  <a:pt x="4408899" y="150323"/>
                </a:lnTo>
                <a:lnTo>
                  <a:pt x="4410808" y="150347"/>
                </a:lnTo>
                <a:lnTo>
                  <a:pt x="4412326" y="150332"/>
                </a:lnTo>
                <a:lnTo>
                  <a:pt x="4413820" y="150285"/>
                </a:lnTo>
                <a:lnTo>
                  <a:pt x="4415293" y="150208"/>
                </a:lnTo>
                <a:lnTo>
                  <a:pt x="4416742" y="150100"/>
                </a:lnTo>
                <a:lnTo>
                  <a:pt x="4418169" y="149960"/>
                </a:lnTo>
                <a:lnTo>
                  <a:pt x="4419572" y="149790"/>
                </a:lnTo>
                <a:lnTo>
                  <a:pt x="4420954" y="149588"/>
                </a:lnTo>
                <a:lnTo>
                  <a:pt x="4422312" y="149356"/>
                </a:lnTo>
                <a:lnTo>
                  <a:pt x="4423648" y="149092"/>
                </a:lnTo>
                <a:lnTo>
                  <a:pt x="4424961" y="148798"/>
                </a:lnTo>
                <a:lnTo>
                  <a:pt x="4426251" y="148472"/>
                </a:lnTo>
                <a:lnTo>
                  <a:pt x="4427519" y="148116"/>
                </a:lnTo>
                <a:lnTo>
                  <a:pt x="4428764" y="147729"/>
                </a:lnTo>
                <a:lnTo>
                  <a:pt x="4429986" y="147310"/>
                </a:lnTo>
                <a:lnTo>
                  <a:pt x="4431185" y="146861"/>
                </a:lnTo>
                <a:lnTo>
                  <a:pt x="4432362" y="146381"/>
                </a:lnTo>
                <a:lnTo>
                  <a:pt x="4433516" y="145869"/>
                </a:lnTo>
                <a:lnTo>
                  <a:pt x="4434647" y="145327"/>
                </a:lnTo>
                <a:lnTo>
                  <a:pt x="4435755" y="144753"/>
                </a:lnTo>
                <a:lnTo>
                  <a:pt x="4436841" y="144149"/>
                </a:lnTo>
                <a:lnTo>
                  <a:pt x="4437904" y="143514"/>
                </a:lnTo>
                <a:lnTo>
                  <a:pt x="4438944" y="142847"/>
                </a:lnTo>
                <a:lnTo>
                  <a:pt x="4439962" y="142150"/>
                </a:lnTo>
                <a:lnTo>
                  <a:pt x="4440957" y="141422"/>
                </a:lnTo>
                <a:lnTo>
                  <a:pt x="4441927" y="140665"/>
                </a:lnTo>
                <a:lnTo>
                  <a:pt x="4442872" y="139884"/>
                </a:lnTo>
                <a:lnTo>
                  <a:pt x="4443791" y="139077"/>
                </a:lnTo>
                <a:lnTo>
                  <a:pt x="4444684" y="138246"/>
                </a:lnTo>
                <a:lnTo>
                  <a:pt x="4445551" y="137389"/>
                </a:lnTo>
                <a:lnTo>
                  <a:pt x="4446393" y="136507"/>
                </a:lnTo>
                <a:lnTo>
                  <a:pt x="4447208" y="135599"/>
                </a:lnTo>
                <a:lnTo>
                  <a:pt x="4447998" y="134667"/>
                </a:lnTo>
                <a:lnTo>
                  <a:pt x="4448762" y="133710"/>
                </a:lnTo>
                <a:lnTo>
                  <a:pt x="4449500" y="132727"/>
                </a:lnTo>
                <a:lnTo>
                  <a:pt x="4450213" y="131719"/>
                </a:lnTo>
                <a:lnTo>
                  <a:pt x="4450899" y="130686"/>
                </a:lnTo>
                <a:lnTo>
                  <a:pt x="4451560" y="129628"/>
                </a:lnTo>
                <a:lnTo>
                  <a:pt x="4452194" y="128545"/>
                </a:lnTo>
                <a:lnTo>
                  <a:pt x="4452803" y="127437"/>
                </a:lnTo>
                <a:lnTo>
                  <a:pt x="4453387" y="126303"/>
                </a:lnTo>
                <a:lnTo>
                  <a:pt x="4453944" y="125145"/>
                </a:lnTo>
                <a:lnTo>
                  <a:pt x="4454475" y="123961"/>
                </a:lnTo>
                <a:lnTo>
                  <a:pt x="4454981" y="122752"/>
                </a:lnTo>
                <a:lnTo>
                  <a:pt x="4455461" y="121518"/>
                </a:lnTo>
                <a:lnTo>
                  <a:pt x="4455915" y="120259"/>
                </a:lnTo>
                <a:lnTo>
                  <a:pt x="4456343" y="118975"/>
                </a:lnTo>
                <a:lnTo>
                  <a:pt x="4456746" y="117665"/>
                </a:lnTo>
                <a:lnTo>
                  <a:pt x="4457122" y="116331"/>
                </a:lnTo>
                <a:lnTo>
                  <a:pt x="4438676" y="114050"/>
                </a:lnTo>
                <a:lnTo>
                  <a:pt x="4438332" y="114973"/>
                </a:lnTo>
                <a:lnTo>
                  <a:pt x="4437978" y="115875"/>
                </a:lnTo>
                <a:lnTo>
                  <a:pt x="4437614" y="116756"/>
                </a:lnTo>
                <a:lnTo>
                  <a:pt x="4437241" y="117615"/>
                </a:lnTo>
                <a:lnTo>
                  <a:pt x="4436857" y="118454"/>
                </a:lnTo>
                <a:lnTo>
                  <a:pt x="4436463" y="119271"/>
                </a:lnTo>
                <a:close/>
                <a:moveTo>
                  <a:pt x="4380978" y="78455"/>
                </a:moveTo>
                <a:lnTo>
                  <a:pt x="4381222" y="77448"/>
                </a:lnTo>
                <a:lnTo>
                  <a:pt x="4381491" y="76461"/>
                </a:lnTo>
                <a:lnTo>
                  <a:pt x="4381786" y="75492"/>
                </a:lnTo>
                <a:lnTo>
                  <a:pt x="4382108" y="74542"/>
                </a:lnTo>
                <a:lnTo>
                  <a:pt x="4382455" y="73612"/>
                </a:lnTo>
                <a:lnTo>
                  <a:pt x="4382829" y="72700"/>
                </a:lnTo>
                <a:lnTo>
                  <a:pt x="4383228" y="71807"/>
                </a:lnTo>
                <a:lnTo>
                  <a:pt x="4383653" y="70933"/>
                </a:lnTo>
                <a:lnTo>
                  <a:pt x="4384105" y="70078"/>
                </a:lnTo>
                <a:lnTo>
                  <a:pt x="4384582" y="69243"/>
                </a:lnTo>
                <a:lnTo>
                  <a:pt x="4385085" y="68426"/>
                </a:lnTo>
                <a:lnTo>
                  <a:pt x="4385615" y="67628"/>
                </a:lnTo>
                <a:lnTo>
                  <a:pt x="4386170" y="66849"/>
                </a:lnTo>
                <a:lnTo>
                  <a:pt x="4386751" y="66089"/>
                </a:lnTo>
                <a:lnTo>
                  <a:pt x="4387359" y="65348"/>
                </a:lnTo>
                <a:lnTo>
                  <a:pt x="4387992" y="64626"/>
                </a:lnTo>
                <a:lnTo>
                  <a:pt x="4388652" y="63923"/>
                </a:lnTo>
                <a:lnTo>
                  <a:pt x="4389337" y="63239"/>
                </a:lnTo>
                <a:lnTo>
                  <a:pt x="4390042" y="62578"/>
                </a:lnTo>
                <a:lnTo>
                  <a:pt x="4390761" y="61945"/>
                </a:lnTo>
                <a:lnTo>
                  <a:pt x="4391493" y="61341"/>
                </a:lnTo>
                <a:lnTo>
                  <a:pt x="4392239" y="60764"/>
                </a:lnTo>
                <a:lnTo>
                  <a:pt x="4392999" y="60216"/>
                </a:lnTo>
                <a:lnTo>
                  <a:pt x="4393772" y="59696"/>
                </a:lnTo>
                <a:lnTo>
                  <a:pt x="4394559" y="59204"/>
                </a:lnTo>
                <a:lnTo>
                  <a:pt x="4395359" y="58740"/>
                </a:lnTo>
                <a:lnTo>
                  <a:pt x="4396173" y="58304"/>
                </a:lnTo>
                <a:lnTo>
                  <a:pt x="4397000" y="57896"/>
                </a:lnTo>
                <a:lnTo>
                  <a:pt x="4397842" y="57517"/>
                </a:lnTo>
                <a:lnTo>
                  <a:pt x="4398696" y="57165"/>
                </a:lnTo>
                <a:lnTo>
                  <a:pt x="4399565" y="56842"/>
                </a:lnTo>
                <a:lnTo>
                  <a:pt x="4400447" y="56547"/>
                </a:lnTo>
                <a:lnTo>
                  <a:pt x="4401342" y="56279"/>
                </a:lnTo>
                <a:lnTo>
                  <a:pt x="4402251" y="56040"/>
                </a:lnTo>
                <a:lnTo>
                  <a:pt x="4403174" y="55830"/>
                </a:lnTo>
                <a:lnTo>
                  <a:pt x="4404111" y="55647"/>
                </a:lnTo>
                <a:lnTo>
                  <a:pt x="4405061" y="55492"/>
                </a:lnTo>
                <a:lnTo>
                  <a:pt x="4406024" y="55366"/>
                </a:lnTo>
                <a:lnTo>
                  <a:pt x="4407001" y="55267"/>
                </a:lnTo>
                <a:lnTo>
                  <a:pt x="4407992" y="55197"/>
                </a:lnTo>
                <a:lnTo>
                  <a:pt x="4408997" y="55155"/>
                </a:lnTo>
                <a:lnTo>
                  <a:pt x="4410015" y="55141"/>
                </a:lnTo>
                <a:lnTo>
                  <a:pt x="4411138" y="55158"/>
                </a:lnTo>
                <a:lnTo>
                  <a:pt x="4412244" y="55211"/>
                </a:lnTo>
                <a:lnTo>
                  <a:pt x="4413332" y="55299"/>
                </a:lnTo>
                <a:lnTo>
                  <a:pt x="4414403" y="55422"/>
                </a:lnTo>
                <a:lnTo>
                  <a:pt x="4415456" y="55581"/>
                </a:lnTo>
                <a:lnTo>
                  <a:pt x="4416492" y="55775"/>
                </a:lnTo>
                <a:lnTo>
                  <a:pt x="4417510" y="56004"/>
                </a:lnTo>
                <a:lnTo>
                  <a:pt x="4418510" y="56268"/>
                </a:lnTo>
                <a:lnTo>
                  <a:pt x="4419493" y="56567"/>
                </a:lnTo>
                <a:lnTo>
                  <a:pt x="4420459" y="56902"/>
                </a:lnTo>
                <a:lnTo>
                  <a:pt x="4421407" y="57271"/>
                </a:lnTo>
                <a:lnTo>
                  <a:pt x="4422337" y="57677"/>
                </a:lnTo>
                <a:lnTo>
                  <a:pt x="4423250" y="58117"/>
                </a:lnTo>
                <a:lnTo>
                  <a:pt x="4424145" y="58592"/>
                </a:lnTo>
                <a:lnTo>
                  <a:pt x="4425022" y="59103"/>
                </a:lnTo>
                <a:lnTo>
                  <a:pt x="4425882" y="59649"/>
                </a:lnTo>
                <a:lnTo>
                  <a:pt x="4426725" y="60230"/>
                </a:lnTo>
                <a:lnTo>
                  <a:pt x="4427550" y="60846"/>
                </a:lnTo>
                <a:lnTo>
                  <a:pt x="4428357" y="61498"/>
                </a:lnTo>
                <a:lnTo>
                  <a:pt x="4429147" y="62185"/>
                </a:lnTo>
                <a:lnTo>
                  <a:pt x="4429919" y="62907"/>
                </a:lnTo>
                <a:lnTo>
                  <a:pt x="4430674" y="63664"/>
                </a:lnTo>
                <a:lnTo>
                  <a:pt x="4431411" y="64457"/>
                </a:lnTo>
                <a:lnTo>
                  <a:pt x="4432130" y="65284"/>
                </a:lnTo>
                <a:lnTo>
                  <a:pt x="4432586" y="65840"/>
                </a:lnTo>
                <a:lnTo>
                  <a:pt x="4433026" y="66419"/>
                </a:lnTo>
                <a:lnTo>
                  <a:pt x="4433451" y="67020"/>
                </a:lnTo>
                <a:lnTo>
                  <a:pt x="4433860" y="67645"/>
                </a:lnTo>
                <a:lnTo>
                  <a:pt x="4434255" y="68291"/>
                </a:lnTo>
                <a:lnTo>
                  <a:pt x="4434634" y="68961"/>
                </a:lnTo>
                <a:lnTo>
                  <a:pt x="4434999" y="69653"/>
                </a:lnTo>
                <a:lnTo>
                  <a:pt x="4435348" y="70368"/>
                </a:lnTo>
                <a:lnTo>
                  <a:pt x="4435682" y="71106"/>
                </a:lnTo>
                <a:lnTo>
                  <a:pt x="4436001" y="71866"/>
                </a:lnTo>
                <a:lnTo>
                  <a:pt x="4436305" y="72649"/>
                </a:lnTo>
                <a:lnTo>
                  <a:pt x="4436593" y="73454"/>
                </a:lnTo>
                <a:lnTo>
                  <a:pt x="4436867" y="74283"/>
                </a:lnTo>
                <a:lnTo>
                  <a:pt x="4437125" y="75134"/>
                </a:lnTo>
                <a:lnTo>
                  <a:pt x="4437368" y="76008"/>
                </a:lnTo>
                <a:lnTo>
                  <a:pt x="4437596" y="76904"/>
                </a:lnTo>
                <a:lnTo>
                  <a:pt x="4437809" y="77823"/>
                </a:lnTo>
                <a:lnTo>
                  <a:pt x="4438006" y="78765"/>
                </a:lnTo>
                <a:lnTo>
                  <a:pt x="4438189" y="79730"/>
                </a:lnTo>
                <a:lnTo>
                  <a:pt x="4438356" y="80717"/>
                </a:lnTo>
                <a:lnTo>
                  <a:pt x="4438508" y="81727"/>
                </a:lnTo>
                <a:lnTo>
                  <a:pt x="4438646" y="82759"/>
                </a:lnTo>
                <a:lnTo>
                  <a:pt x="4438767" y="83815"/>
                </a:lnTo>
                <a:lnTo>
                  <a:pt x="4438874" y="84893"/>
                </a:lnTo>
                <a:lnTo>
                  <a:pt x="4380064" y="84893"/>
                </a:lnTo>
                <a:lnTo>
                  <a:pt x="4380151" y="83772"/>
                </a:lnTo>
                <a:lnTo>
                  <a:pt x="4380265" y="82671"/>
                </a:lnTo>
                <a:lnTo>
                  <a:pt x="4380404" y="81588"/>
                </a:lnTo>
                <a:lnTo>
                  <a:pt x="4380570" y="80525"/>
                </a:lnTo>
                <a:lnTo>
                  <a:pt x="4380761" y="79480"/>
                </a:lnTo>
                <a:lnTo>
                  <a:pt x="4380978" y="78455"/>
                </a:lnTo>
                <a:close/>
                <a:moveTo>
                  <a:pt x="4643105" y="107864"/>
                </a:moveTo>
                <a:lnTo>
                  <a:pt x="4643412" y="109805"/>
                </a:lnTo>
                <a:lnTo>
                  <a:pt x="4643767" y="111703"/>
                </a:lnTo>
                <a:lnTo>
                  <a:pt x="4644170" y="113557"/>
                </a:lnTo>
                <a:lnTo>
                  <a:pt x="4644620" y="115368"/>
                </a:lnTo>
                <a:lnTo>
                  <a:pt x="4645117" y="117136"/>
                </a:lnTo>
                <a:lnTo>
                  <a:pt x="4645661" y="118860"/>
                </a:lnTo>
                <a:lnTo>
                  <a:pt x="4646253" y="120541"/>
                </a:lnTo>
                <a:lnTo>
                  <a:pt x="4646892" y="122178"/>
                </a:lnTo>
                <a:lnTo>
                  <a:pt x="4647579" y="123772"/>
                </a:lnTo>
                <a:lnTo>
                  <a:pt x="4648313" y="125323"/>
                </a:lnTo>
                <a:lnTo>
                  <a:pt x="4649094" y="126830"/>
                </a:lnTo>
                <a:lnTo>
                  <a:pt x="4649923" y="128294"/>
                </a:lnTo>
                <a:lnTo>
                  <a:pt x="4650799" y="129714"/>
                </a:lnTo>
                <a:lnTo>
                  <a:pt x="4651722" y="131091"/>
                </a:lnTo>
                <a:lnTo>
                  <a:pt x="4652693" y="132425"/>
                </a:lnTo>
                <a:lnTo>
                  <a:pt x="4653711" y="133715"/>
                </a:lnTo>
                <a:lnTo>
                  <a:pt x="4654776" y="134962"/>
                </a:lnTo>
                <a:lnTo>
                  <a:pt x="4655889" y="136166"/>
                </a:lnTo>
                <a:lnTo>
                  <a:pt x="4657040" y="137323"/>
                </a:lnTo>
                <a:lnTo>
                  <a:pt x="4658220" y="138431"/>
                </a:lnTo>
                <a:lnTo>
                  <a:pt x="4659430" y="139490"/>
                </a:lnTo>
                <a:lnTo>
                  <a:pt x="4660670" y="140499"/>
                </a:lnTo>
                <a:lnTo>
                  <a:pt x="4661939" y="141459"/>
                </a:lnTo>
                <a:lnTo>
                  <a:pt x="4663237" y="142370"/>
                </a:lnTo>
                <a:lnTo>
                  <a:pt x="4664565" y="143232"/>
                </a:lnTo>
                <a:lnTo>
                  <a:pt x="4665922" y="144044"/>
                </a:lnTo>
                <a:lnTo>
                  <a:pt x="4667308" y="144808"/>
                </a:lnTo>
                <a:lnTo>
                  <a:pt x="4668724" y="145522"/>
                </a:lnTo>
                <a:lnTo>
                  <a:pt x="4670170" y="146186"/>
                </a:lnTo>
                <a:lnTo>
                  <a:pt x="4671645" y="146802"/>
                </a:lnTo>
                <a:lnTo>
                  <a:pt x="4673149" y="147368"/>
                </a:lnTo>
                <a:lnTo>
                  <a:pt x="4674683" y="147885"/>
                </a:lnTo>
                <a:lnTo>
                  <a:pt x="4676246" y="148353"/>
                </a:lnTo>
                <a:lnTo>
                  <a:pt x="4677839" y="148772"/>
                </a:lnTo>
                <a:lnTo>
                  <a:pt x="4679461" y="149141"/>
                </a:lnTo>
                <a:lnTo>
                  <a:pt x="4681113" y="149461"/>
                </a:lnTo>
                <a:lnTo>
                  <a:pt x="4682794" y="149732"/>
                </a:lnTo>
                <a:lnTo>
                  <a:pt x="4684504" y="149954"/>
                </a:lnTo>
                <a:lnTo>
                  <a:pt x="4686244" y="150126"/>
                </a:lnTo>
                <a:lnTo>
                  <a:pt x="4688014" y="150249"/>
                </a:lnTo>
                <a:lnTo>
                  <a:pt x="4689813" y="150323"/>
                </a:lnTo>
                <a:lnTo>
                  <a:pt x="4691641" y="150347"/>
                </a:lnTo>
                <a:lnTo>
                  <a:pt x="4692786" y="150336"/>
                </a:lnTo>
                <a:lnTo>
                  <a:pt x="4693924" y="150303"/>
                </a:lnTo>
                <a:lnTo>
                  <a:pt x="4695054" y="150247"/>
                </a:lnTo>
                <a:lnTo>
                  <a:pt x="4696177" y="150168"/>
                </a:lnTo>
                <a:lnTo>
                  <a:pt x="4697292" y="150068"/>
                </a:lnTo>
                <a:lnTo>
                  <a:pt x="4698400" y="149945"/>
                </a:lnTo>
                <a:lnTo>
                  <a:pt x="4699501" y="149799"/>
                </a:lnTo>
                <a:lnTo>
                  <a:pt x="4700594" y="149631"/>
                </a:lnTo>
                <a:lnTo>
                  <a:pt x="4701680" y="149441"/>
                </a:lnTo>
                <a:lnTo>
                  <a:pt x="4702758" y="149228"/>
                </a:lnTo>
                <a:lnTo>
                  <a:pt x="4703829" y="148993"/>
                </a:lnTo>
                <a:lnTo>
                  <a:pt x="4704893" y="148736"/>
                </a:lnTo>
                <a:lnTo>
                  <a:pt x="4705949" y="148456"/>
                </a:lnTo>
                <a:lnTo>
                  <a:pt x="4706998" y="148154"/>
                </a:lnTo>
                <a:lnTo>
                  <a:pt x="4708039" y="147829"/>
                </a:lnTo>
                <a:lnTo>
                  <a:pt x="4709073" y="147482"/>
                </a:lnTo>
                <a:lnTo>
                  <a:pt x="4710100" y="147113"/>
                </a:lnTo>
                <a:lnTo>
                  <a:pt x="4711119" y="146721"/>
                </a:lnTo>
                <a:lnTo>
                  <a:pt x="4712131" y="146307"/>
                </a:lnTo>
                <a:lnTo>
                  <a:pt x="4713135" y="145871"/>
                </a:lnTo>
                <a:lnTo>
                  <a:pt x="4714132" y="145412"/>
                </a:lnTo>
                <a:lnTo>
                  <a:pt x="4715122" y="144931"/>
                </a:lnTo>
                <a:lnTo>
                  <a:pt x="4716104" y="144427"/>
                </a:lnTo>
                <a:lnTo>
                  <a:pt x="4717079" y="143901"/>
                </a:lnTo>
                <a:lnTo>
                  <a:pt x="4718040" y="143355"/>
                </a:lnTo>
                <a:lnTo>
                  <a:pt x="4718982" y="142791"/>
                </a:lnTo>
                <a:lnTo>
                  <a:pt x="4719905" y="142208"/>
                </a:lnTo>
                <a:lnTo>
                  <a:pt x="4720809" y="141608"/>
                </a:lnTo>
                <a:lnTo>
                  <a:pt x="4721693" y="140989"/>
                </a:lnTo>
                <a:lnTo>
                  <a:pt x="4722558" y="140353"/>
                </a:lnTo>
                <a:lnTo>
                  <a:pt x="4723404" y="139698"/>
                </a:lnTo>
                <a:lnTo>
                  <a:pt x="4724230" y="139025"/>
                </a:lnTo>
                <a:lnTo>
                  <a:pt x="4725038" y="138334"/>
                </a:lnTo>
                <a:lnTo>
                  <a:pt x="4725825" y="137625"/>
                </a:lnTo>
                <a:lnTo>
                  <a:pt x="4726594" y="136898"/>
                </a:lnTo>
                <a:lnTo>
                  <a:pt x="4727343" y="136153"/>
                </a:lnTo>
                <a:lnTo>
                  <a:pt x="4728073" y="135390"/>
                </a:lnTo>
                <a:lnTo>
                  <a:pt x="4728784" y="134609"/>
                </a:lnTo>
                <a:lnTo>
                  <a:pt x="4729476" y="133809"/>
                </a:lnTo>
                <a:lnTo>
                  <a:pt x="4730148" y="132992"/>
                </a:lnTo>
                <a:lnTo>
                  <a:pt x="4730801" y="132157"/>
                </a:lnTo>
                <a:lnTo>
                  <a:pt x="4731434" y="131303"/>
                </a:lnTo>
                <a:lnTo>
                  <a:pt x="4732049" y="130431"/>
                </a:lnTo>
                <a:lnTo>
                  <a:pt x="4732644" y="129542"/>
                </a:lnTo>
                <a:lnTo>
                  <a:pt x="4733219" y="128634"/>
                </a:lnTo>
                <a:lnTo>
                  <a:pt x="4733776" y="127708"/>
                </a:lnTo>
                <a:lnTo>
                  <a:pt x="4734313" y="126764"/>
                </a:lnTo>
                <a:lnTo>
                  <a:pt x="4734831" y="125802"/>
                </a:lnTo>
                <a:lnTo>
                  <a:pt x="4735329" y="124816"/>
                </a:lnTo>
                <a:lnTo>
                  <a:pt x="4735805" y="123800"/>
                </a:lnTo>
                <a:lnTo>
                  <a:pt x="4736260" y="122753"/>
                </a:lnTo>
                <a:lnTo>
                  <a:pt x="4736695" y="121677"/>
                </a:lnTo>
                <a:lnTo>
                  <a:pt x="4737108" y="120570"/>
                </a:lnTo>
                <a:lnTo>
                  <a:pt x="4737499" y="119433"/>
                </a:lnTo>
                <a:lnTo>
                  <a:pt x="4737870" y="118266"/>
                </a:lnTo>
                <a:lnTo>
                  <a:pt x="4738219" y="117069"/>
                </a:lnTo>
                <a:lnTo>
                  <a:pt x="4738548" y="115842"/>
                </a:lnTo>
                <a:lnTo>
                  <a:pt x="4738855" y="114585"/>
                </a:lnTo>
                <a:lnTo>
                  <a:pt x="4739141" y="113297"/>
                </a:lnTo>
                <a:lnTo>
                  <a:pt x="4739405" y="111980"/>
                </a:lnTo>
                <a:lnTo>
                  <a:pt x="4739649" y="110632"/>
                </a:lnTo>
                <a:lnTo>
                  <a:pt x="4739871" y="109254"/>
                </a:lnTo>
                <a:lnTo>
                  <a:pt x="4740072" y="107846"/>
                </a:lnTo>
                <a:lnTo>
                  <a:pt x="4740253" y="106408"/>
                </a:lnTo>
                <a:lnTo>
                  <a:pt x="4740411" y="104940"/>
                </a:lnTo>
                <a:lnTo>
                  <a:pt x="4740549" y="103441"/>
                </a:lnTo>
                <a:lnTo>
                  <a:pt x="4740665" y="101913"/>
                </a:lnTo>
                <a:lnTo>
                  <a:pt x="4740761" y="100354"/>
                </a:lnTo>
                <a:lnTo>
                  <a:pt x="4740835" y="98765"/>
                </a:lnTo>
                <a:lnTo>
                  <a:pt x="4740888" y="97147"/>
                </a:lnTo>
                <a:lnTo>
                  <a:pt x="4740920" y="95498"/>
                </a:lnTo>
                <a:lnTo>
                  <a:pt x="4740930" y="93818"/>
                </a:lnTo>
                <a:lnTo>
                  <a:pt x="4740906" y="91746"/>
                </a:lnTo>
                <a:lnTo>
                  <a:pt x="4740834" y="89712"/>
                </a:lnTo>
                <a:lnTo>
                  <a:pt x="4740715" y="87715"/>
                </a:lnTo>
                <a:lnTo>
                  <a:pt x="4740547" y="85756"/>
                </a:lnTo>
                <a:lnTo>
                  <a:pt x="4740332" y="83835"/>
                </a:lnTo>
                <a:lnTo>
                  <a:pt x="4740069" y="81952"/>
                </a:lnTo>
                <a:lnTo>
                  <a:pt x="4739757" y="80106"/>
                </a:lnTo>
                <a:lnTo>
                  <a:pt x="4739399" y="78298"/>
                </a:lnTo>
                <a:lnTo>
                  <a:pt x="4738992" y="76527"/>
                </a:lnTo>
                <a:lnTo>
                  <a:pt x="4738537" y="74795"/>
                </a:lnTo>
                <a:lnTo>
                  <a:pt x="4738034" y="73100"/>
                </a:lnTo>
                <a:lnTo>
                  <a:pt x="4737484" y="71442"/>
                </a:lnTo>
                <a:lnTo>
                  <a:pt x="4736886" y="69823"/>
                </a:lnTo>
                <a:lnTo>
                  <a:pt x="4736239" y="68241"/>
                </a:lnTo>
                <a:lnTo>
                  <a:pt x="4735545" y="66697"/>
                </a:lnTo>
                <a:lnTo>
                  <a:pt x="4734803" y="65190"/>
                </a:lnTo>
                <a:lnTo>
                  <a:pt x="4734014" y="63721"/>
                </a:lnTo>
                <a:lnTo>
                  <a:pt x="4733176" y="62290"/>
                </a:lnTo>
                <a:lnTo>
                  <a:pt x="4732291" y="60897"/>
                </a:lnTo>
                <a:lnTo>
                  <a:pt x="4731357" y="59541"/>
                </a:lnTo>
                <a:lnTo>
                  <a:pt x="4730376" y="58224"/>
                </a:lnTo>
                <a:lnTo>
                  <a:pt x="4729347" y="56943"/>
                </a:lnTo>
                <a:lnTo>
                  <a:pt x="4728270" y="55701"/>
                </a:lnTo>
                <a:lnTo>
                  <a:pt x="4727145" y="54496"/>
                </a:lnTo>
                <a:lnTo>
                  <a:pt x="4725982" y="53335"/>
                </a:lnTo>
                <a:lnTo>
                  <a:pt x="4724792" y="52223"/>
                </a:lnTo>
                <a:lnTo>
                  <a:pt x="4723575" y="51161"/>
                </a:lnTo>
                <a:lnTo>
                  <a:pt x="4722330" y="50148"/>
                </a:lnTo>
                <a:lnTo>
                  <a:pt x="4721057" y="49184"/>
                </a:lnTo>
                <a:lnTo>
                  <a:pt x="4719757" y="48270"/>
                </a:lnTo>
                <a:lnTo>
                  <a:pt x="4718429" y="47405"/>
                </a:lnTo>
                <a:lnTo>
                  <a:pt x="4717073" y="46590"/>
                </a:lnTo>
                <a:lnTo>
                  <a:pt x="4715690" y="45824"/>
                </a:lnTo>
                <a:lnTo>
                  <a:pt x="4714280" y="45107"/>
                </a:lnTo>
                <a:lnTo>
                  <a:pt x="4712842" y="44440"/>
                </a:lnTo>
                <a:lnTo>
                  <a:pt x="4711376" y="43822"/>
                </a:lnTo>
                <a:lnTo>
                  <a:pt x="4709883" y="43254"/>
                </a:lnTo>
                <a:lnTo>
                  <a:pt x="4708363" y="42735"/>
                </a:lnTo>
                <a:lnTo>
                  <a:pt x="4706814" y="42266"/>
                </a:lnTo>
                <a:lnTo>
                  <a:pt x="4705239" y="41846"/>
                </a:lnTo>
                <a:lnTo>
                  <a:pt x="4703635" y="41475"/>
                </a:lnTo>
                <a:lnTo>
                  <a:pt x="4702004" y="41154"/>
                </a:lnTo>
                <a:lnTo>
                  <a:pt x="4700346" y="40882"/>
                </a:lnTo>
                <a:lnTo>
                  <a:pt x="4698660" y="40660"/>
                </a:lnTo>
                <a:lnTo>
                  <a:pt x="4696947" y="40487"/>
                </a:lnTo>
                <a:lnTo>
                  <a:pt x="4695206" y="40363"/>
                </a:lnTo>
                <a:lnTo>
                  <a:pt x="4693437" y="40289"/>
                </a:lnTo>
                <a:lnTo>
                  <a:pt x="4691641" y="40265"/>
                </a:lnTo>
                <a:lnTo>
                  <a:pt x="4690023" y="40285"/>
                </a:lnTo>
                <a:lnTo>
                  <a:pt x="4688426" y="40346"/>
                </a:lnTo>
                <a:lnTo>
                  <a:pt x="4686849" y="40447"/>
                </a:lnTo>
                <a:lnTo>
                  <a:pt x="4685294" y="40590"/>
                </a:lnTo>
                <a:lnTo>
                  <a:pt x="4683759" y="40772"/>
                </a:lnTo>
                <a:lnTo>
                  <a:pt x="4682244" y="40996"/>
                </a:lnTo>
                <a:lnTo>
                  <a:pt x="4680750" y="41260"/>
                </a:lnTo>
                <a:lnTo>
                  <a:pt x="4679277" y="41565"/>
                </a:lnTo>
                <a:lnTo>
                  <a:pt x="4677825" y="41910"/>
                </a:lnTo>
                <a:lnTo>
                  <a:pt x="4676393" y="42296"/>
                </a:lnTo>
                <a:lnTo>
                  <a:pt x="4674982" y="42723"/>
                </a:lnTo>
                <a:lnTo>
                  <a:pt x="4673591" y="43190"/>
                </a:lnTo>
                <a:lnTo>
                  <a:pt x="4672221" y="43698"/>
                </a:lnTo>
                <a:lnTo>
                  <a:pt x="4670872" y="44247"/>
                </a:lnTo>
                <a:lnTo>
                  <a:pt x="4669544" y="44836"/>
                </a:lnTo>
                <a:lnTo>
                  <a:pt x="4668236" y="45466"/>
                </a:lnTo>
                <a:lnTo>
                  <a:pt x="4666949" y="46136"/>
                </a:lnTo>
                <a:lnTo>
                  <a:pt x="4665682" y="46847"/>
                </a:lnTo>
                <a:lnTo>
                  <a:pt x="4664436" y="47599"/>
                </a:lnTo>
                <a:lnTo>
                  <a:pt x="4663211" y="48391"/>
                </a:lnTo>
                <a:lnTo>
                  <a:pt x="4662006" y="49224"/>
                </a:lnTo>
                <a:lnTo>
                  <a:pt x="4660823" y="50098"/>
                </a:lnTo>
                <a:lnTo>
                  <a:pt x="4659659" y="51012"/>
                </a:lnTo>
                <a:lnTo>
                  <a:pt x="4658517" y="51967"/>
                </a:lnTo>
                <a:lnTo>
                  <a:pt x="4657190" y="53167"/>
                </a:lnTo>
                <a:lnTo>
                  <a:pt x="4655919" y="54420"/>
                </a:lnTo>
                <a:lnTo>
                  <a:pt x="4654705" y="55725"/>
                </a:lnTo>
                <a:lnTo>
                  <a:pt x="4653547" y="57083"/>
                </a:lnTo>
                <a:lnTo>
                  <a:pt x="4652446" y="58493"/>
                </a:lnTo>
                <a:lnTo>
                  <a:pt x="4651401" y="59957"/>
                </a:lnTo>
                <a:lnTo>
                  <a:pt x="4650413" y="61473"/>
                </a:lnTo>
                <a:lnTo>
                  <a:pt x="4649481" y="63041"/>
                </a:lnTo>
                <a:lnTo>
                  <a:pt x="4648606" y="64663"/>
                </a:lnTo>
                <a:lnTo>
                  <a:pt x="4647787" y="66337"/>
                </a:lnTo>
                <a:lnTo>
                  <a:pt x="4647024" y="68064"/>
                </a:lnTo>
                <a:lnTo>
                  <a:pt x="4646318" y="69843"/>
                </a:lnTo>
                <a:lnTo>
                  <a:pt x="4645669" y="71675"/>
                </a:lnTo>
                <a:lnTo>
                  <a:pt x="4645076" y="73560"/>
                </a:lnTo>
                <a:lnTo>
                  <a:pt x="4644539" y="75498"/>
                </a:lnTo>
                <a:lnTo>
                  <a:pt x="4644059" y="77488"/>
                </a:lnTo>
                <a:lnTo>
                  <a:pt x="4643636" y="79531"/>
                </a:lnTo>
                <a:lnTo>
                  <a:pt x="4643269" y="81626"/>
                </a:lnTo>
                <a:lnTo>
                  <a:pt x="4642958" y="83774"/>
                </a:lnTo>
                <a:lnTo>
                  <a:pt x="4642704" y="85975"/>
                </a:lnTo>
                <a:lnTo>
                  <a:pt x="4642506" y="88229"/>
                </a:lnTo>
                <a:lnTo>
                  <a:pt x="4642365" y="90535"/>
                </a:lnTo>
                <a:lnTo>
                  <a:pt x="4642280" y="92894"/>
                </a:lnTo>
                <a:lnTo>
                  <a:pt x="4642252" y="95306"/>
                </a:lnTo>
                <a:lnTo>
                  <a:pt x="4642276" y="97507"/>
                </a:lnTo>
                <a:lnTo>
                  <a:pt x="4642347" y="99666"/>
                </a:lnTo>
                <a:lnTo>
                  <a:pt x="4642465" y="101780"/>
                </a:lnTo>
                <a:lnTo>
                  <a:pt x="4642631" y="103851"/>
                </a:lnTo>
                <a:lnTo>
                  <a:pt x="4642844" y="105879"/>
                </a:lnTo>
                <a:lnTo>
                  <a:pt x="4643105" y="107864"/>
                </a:lnTo>
                <a:close/>
                <a:moveTo>
                  <a:pt x="4661151" y="85814"/>
                </a:moveTo>
                <a:lnTo>
                  <a:pt x="4661350" y="84364"/>
                </a:lnTo>
                <a:lnTo>
                  <a:pt x="4661580" y="82949"/>
                </a:lnTo>
                <a:lnTo>
                  <a:pt x="4661841" y="81570"/>
                </a:lnTo>
                <a:lnTo>
                  <a:pt x="4662132" y="80226"/>
                </a:lnTo>
                <a:lnTo>
                  <a:pt x="4662454" y="78917"/>
                </a:lnTo>
                <a:lnTo>
                  <a:pt x="4662806" y="77644"/>
                </a:lnTo>
                <a:lnTo>
                  <a:pt x="4663189" y="76406"/>
                </a:lnTo>
                <a:lnTo>
                  <a:pt x="4663603" y="75203"/>
                </a:lnTo>
                <a:lnTo>
                  <a:pt x="4664047" y="74036"/>
                </a:lnTo>
                <a:lnTo>
                  <a:pt x="4664522" y="72904"/>
                </a:lnTo>
                <a:lnTo>
                  <a:pt x="4665028" y="71807"/>
                </a:lnTo>
                <a:lnTo>
                  <a:pt x="4665564" y="70746"/>
                </a:lnTo>
                <a:lnTo>
                  <a:pt x="4666131" y="69720"/>
                </a:lnTo>
                <a:lnTo>
                  <a:pt x="4666729" y="68729"/>
                </a:lnTo>
                <a:lnTo>
                  <a:pt x="4667357" y="67774"/>
                </a:lnTo>
                <a:lnTo>
                  <a:pt x="4668016" y="66854"/>
                </a:lnTo>
                <a:lnTo>
                  <a:pt x="4668706" y="65969"/>
                </a:lnTo>
                <a:lnTo>
                  <a:pt x="4669426" y="65120"/>
                </a:lnTo>
                <a:lnTo>
                  <a:pt x="4670169" y="64306"/>
                </a:lnTo>
                <a:lnTo>
                  <a:pt x="4670929" y="63526"/>
                </a:lnTo>
                <a:lnTo>
                  <a:pt x="4671704" y="62781"/>
                </a:lnTo>
                <a:lnTo>
                  <a:pt x="4672495" y="62071"/>
                </a:lnTo>
                <a:lnTo>
                  <a:pt x="4673302" y="61395"/>
                </a:lnTo>
                <a:lnTo>
                  <a:pt x="4674124" y="60754"/>
                </a:lnTo>
                <a:lnTo>
                  <a:pt x="4674963" y="60148"/>
                </a:lnTo>
                <a:lnTo>
                  <a:pt x="4675817" y="59576"/>
                </a:lnTo>
                <a:lnTo>
                  <a:pt x="4676687" y="59039"/>
                </a:lnTo>
                <a:lnTo>
                  <a:pt x="4677573" y="58536"/>
                </a:lnTo>
                <a:lnTo>
                  <a:pt x="4678475" y="58069"/>
                </a:lnTo>
                <a:lnTo>
                  <a:pt x="4679393" y="57635"/>
                </a:lnTo>
                <a:lnTo>
                  <a:pt x="4680326" y="57237"/>
                </a:lnTo>
                <a:lnTo>
                  <a:pt x="4681276" y="56873"/>
                </a:lnTo>
                <a:lnTo>
                  <a:pt x="4682241" y="56544"/>
                </a:lnTo>
                <a:lnTo>
                  <a:pt x="4683222" y="56249"/>
                </a:lnTo>
                <a:lnTo>
                  <a:pt x="4684219" y="55990"/>
                </a:lnTo>
                <a:lnTo>
                  <a:pt x="4685232" y="55764"/>
                </a:lnTo>
                <a:lnTo>
                  <a:pt x="4686260" y="55574"/>
                </a:lnTo>
                <a:lnTo>
                  <a:pt x="4687305" y="55418"/>
                </a:lnTo>
                <a:lnTo>
                  <a:pt x="4688365" y="55297"/>
                </a:lnTo>
                <a:lnTo>
                  <a:pt x="4689441" y="55210"/>
                </a:lnTo>
                <a:lnTo>
                  <a:pt x="4690533" y="55158"/>
                </a:lnTo>
                <a:lnTo>
                  <a:pt x="4691641" y="55141"/>
                </a:lnTo>
                <a:lnTo>
                  <a:pt x="4692732" y="55158"/>
                </a:lnTo>
                <a:lnTo>
                  <a:pt x="4693809" y="55210"/>
                </a:lnTo>
                <a:lnTo>
                  <a:pt x="4694871" y="55297"/>
                </a:lnTo>
                <a:lnTo>
                  <a:pt x="4695918" y="55419"/>
                </a:lnTo>
                <a:lnTo>
                  <a:pt x="4696949" y="55576"/>
                </a:lnTo>
                <a:lnTo>
                  <a:pt x="4697966" y="55767"/>
                </a:lnTo>
                <a:lnTo>
                  <a:pt x="4698968" y="55994"/>
                </a:lnTo>
                <a:lnTo>
                  <a:pt x="4699955" y="56255"/>
                </a:lnTo>
                <a:lnTo>
                  <a:pt x="4700927" y="56551"/>
                </a:lnTo>
                <a:lnTo>
                  <a:pt x="4701884" y="56882"/>
                </a:lnTo>
                <a:lnTo>
                  <a:pt x="4702825" y="57247"/>
                </a:lnTo>
                <a:lnTo>
                  <a:pt x="4703752" y="57648"/>
                </a:lnTo>
                <a:lnTo>
                  <a:pt x="4704664" y="58083"/>
                </a:lnTo>
                <a:lnTo>
                  <a:pt x="4705561" y="58553"/>
                </a:lnTo>
                <a:lnTo>
                  <a:pt x="4706443" y="59058"/>
                </a:lnTo>
                <a:lnTo>
                  <a:pt x="4707310" y="59598"/>
                </a:lnTo>
                <a:lnTo>
                  <a:pt x="4708162" y="60173"/>
                </a:lnTo>
                <a:lnTo>
                  <a:pt x="4708999" y="60782"/>
                </a:lnTo>
                <a:lnTo>
                  <a:pt x="4709821" y="61426"/>
                </a:lnTo>
                <a:lnTo>
                  <a:pt x="4710628" y="62105"/>
                </a:lnTo>
                <a:lnTo>
                  <a:pt x="4711421" y="62819"/>
                </a:lnTo>
                <a:lnTo>
                  <a:pt x="4712198" y="63568"/>
                </a:lnTo>
                <a:lnTo>
                  <a:pt x="4712960" y="64351"/>
                </a:lnTo>
                <a:lnTo>
                  <a:pt x="4713707" y="65170"/>
                </a:lnTo>
                <a:lnTo>
                  <a:pt x="4714431" y="66022"/>
                </a:lnTo>
                <a:lnTo>
                  <a:pt x="4715125" y="66907"/>
                </a:lnTo>
                <a:lnTo>
                  <a:pt x="4715787" y="67824"/>
                </a:lnTo>
                <a:lnTo>
                  <a:pt x="4716419" y="68775"/>
                </a:lnTo>
                <a:lnTo>
                  <a:pt x="4717020" y="69758"/>
                </a:lnTo>
                <a:lnTo>
                  <a:pt x="4717590" y="70774"/>
                </a:lnTo>
                <a:lnTo>
                  <a:pt x="4718130" y="71823"/>
                </a:lnTo>
                <a:lnTo>
                  <a:pt x="4718638" y="72904"/>
                </a:lnTo>
                <a:lnTo>
                  <a:pt x="4719116" y="74018"/>
                </a:lnTo>
                <a:lnTo>
                  <a:pt x="4719563" y="75165"/>
                </a:lnTo>
                <a:lnTo>
                  <a:pt x="4719979" y="76345"/>
                </a:lnTo>
                <a:lnTo>
                  <a:pt x="4720364" y="77558"/>
                </a:lnTo>
                <a:lnTo>
                  <a:pt x="4720718" y="78803"/>
                </a:lnTo>
                <a:lnTo>
                  <a:pt x="4721042" y="80081"/>
                </a:lnTo>
                <a:lnTo>
                  <a:pt x="4721335" y="81392"/>
                </a:lnTo>
                <a:lnTo>
                  <a:pt x="4721597" y="82736"/>
                </a:lnTo>
                <a:lnTo>
                  <a:pt x="4721828" y="84112"/>
                </a:lnTo>
                <a:lnTo>
                  <a:pt x="4722028" y="85521"/>
                </a:lnTo>
                <a:lnTo>
                  <a:pt x="4722198" y="86963"/>
                </a:lnTo>
                <a:lnTo>
                  <a:pt x="4722336" y="88438"/>
                </a:lnTo>
                <a:lnTo>
                  <a:pt x="4722444" y="89945"/>
                </a:lnTo>
                <a:lnTo>
                  <a:pt x="4722521" y="91486"/>
                </a:lnTo>
                <a:lnTo>
                  <a:pt x="4722568" y="93059"/>
                </a:lnTo>
                <a:lnTo>
                  <a:pt x="4722583" y="94664"/>
                </a:lnTo>
                <a:lnTo>
                  <a:pt x="4722568" y="96367"/>
                </a:lnTo>
                <a:lnTo>
                  <a:pt x="4722522" y="98033"/>
                </a:lnTo>
                <a:lnTo>
                  <a:pt x="4722445" y="99662"/>
                </a:lnTo>
                <a:lnTo>
                  <a:pt x="4722338" y="101254"/>
                </a:lnTo>
                <a:lnTo>
                  <a:pt x="4722200" y="102810"/>
                </a:lnTo>
                <a:lnTo>
                  <a:pt x="4722031" y="104329"/>
                </a:lnTo>
                <a:lnTo>
                  <a:pt x="4721832" y="105811"/>
                </a:lnTo>
                <a:lnTo>
                  <a:pt x="4721602" y="107256"/>
                </a:lnTo>
                <a:lnTo>
                  <a:pt x="4721342" y="108665"/>
                </a:lnTo>
                <a:lnTo>
                  <a:pt x="4721051" y="110037"/>
                </a:lnTo>
                <a:lnTo>
                  <a:pt x="4720729" y="111373"/>
                </a:lnTo>
                <a:lnTo>
                  <a:pt x="4720376" y="112672"/>
                </a:lnTo>
                <a:lnTo>
                  <a:pt x="4719993" y="113934"/>
                </a:lnTo>
                <a:lnTo>
                  <a:pt x="4719580" y="115159"/>
                </a:lnTo>
                <a:lnTo>
                  <a:pt x="4719135" y="116347"/>
                </a:lnTo>
                <a:lnTo>
                  <a:pt x="4718660" y="117499"/>
                </a:lnTo>
                <a:lnTo>
                  <a:pt x="4718154" y="118614"/>
                </a:lnTo>
                <a:lnTo>
                  <a:pt x="4717618" y="119693"/>
                </a:lnTo>
                <a:lnTo>
                  <a:pt x="4717051" y="120735"/>
                </a:lnTo>
                <a:lnTo>
                  <a:pt x="4716454" y="121740"/>
                </a:lnTo>
                <a:lnTo>
                  <a:pt x="4715825" y="122708"/>
                </a:lnTo>
                <a:lnTo>
                  <a:pt x="4715166" y="123640"/>
                </a:lnTo>
                <a:lnTo>
                  <a:pt x="4714477" y="124535"/>
                </a:lnTo>
                <a:lnTo>
                  <a:pt x="4713757" y="125393"/>
                </a:lnTo>
                <a:lnTo>
                  <a:pt x="4713013" y="126215"/>
                </a:lnTo>
                <a:lnTo>
                  <a:pt x="4712254" y="127003"/>
                </a:lnTo>
                <a:lnTo>
                  <a:pt x="4711480" y="127755"/>
                </a:lnTo>
                <a:lnTo>
                  <a:pt x="4710690" y="128472"/>
                </a:lnTo>
                <a:lnTo>
                  <a:pt x="4709885" y="129155"/>
                </a:lnTo>
                <a:lnTo>
                  <a:pt x="4709064" y="129802"/>
                </a:lnTo>
                <a:lnTo>
                  <a:pt x="4708228" y="130415"/>
                </a:lnTo>
                <a:lnTo>
                  <a:pt x="4707376" y="130992"/>
                </a:lnTo>
                <a:lnTo>
                  <a:pt x="4706509" y="131534"/>
                </a:lnTo>
                <a:lnTo>
                  <a:pt x="4705626" y="132042"/>
                </a:lnTo>
                <a:lnTo>
                  <a:pt x="4704728" y="132514"/>
                </a:lnTo>
                <a:lnTo>
                  <a:pt x="4703814" y="132952"/>
                </a:lnTo>
                <a:lnTo>
                  <a:pt x="4702885" y="133354"/>
                </a:lnTo>
                <a:lnTo>
                  <a:pt x="4701940" y="133722"/>
                </a:lnTo>
                <a:lnTo>
                  <a:pt x="4700980" y="134054"/>
                </a:lnTo>
                <a:lnTo>
                  <a:pt x="4700004" y="134352"/>
                </a:lnTo>
                <a:lnTo>
                  <a:pt x="4699013" y="134614"/>
                </a:lnTo>
                <a:lnTo>
                  <a:pt x="4698007" y="134842"/>
                </a:lnTo>
                <a:lnTo>
                  <a:pt x="4696984" y="135034"/>
                </a:lnTo>
                <a:lnTo>
                  <a:pt x="4695947" y="135191"/>
                </a:lnTo>
                <a:lnTo>
                  <a:pt x="4694893" y="135314"/>
                </a:lnTo>
                <a:lnTo>
                  <a:pt x="4693825" y="135401"/>
                </a:lnTo>
                <a:lnTo>
                  <a:pt x="4692741" y="135454"/>
                </a:lnTo>
                <a:lnTo>
                  <a:pt x="4691641" y="135471"/>
                </a:lnTo>
                <a:lnTo>
                  <a:pt x="4690533" y="135454"/>
                </a:lnTo>
                <a:lnTo>
                  <a:pt x="4689441" y="135402"/>
                </a:lnTo>
                <a:lnTo>
                  <a:pt x="4688365" y="135315"/>
                </a:lnTo>
                <a:lnTo>
                  <a:pt x="4687305" y="135193"/>
                </a:lnTo>
                <a:lnTo>
                  <a:pt x="4686260" y="135036"/>
                </a:lnTo>
                <a:lnTo>
                  <a:pt x="4685232" y="134845"/>
                </a:lnTo>
                <a:lnTo>
                  <a:pt x="4684219" y="134618"/>
                </a:lnTo>
                <a:lnTo>
                  <a:pt x="4683222" y="134357"/>
                </a:lnTo>
                <a:lnTo>
                  <a:pt x="4682241" y="134061"/>
                </a:lnTo>
                <a:lnTo>
                  <a:pt x="4681276" y="133730"/>
                </a:lnTo>
                <a:lnTo>
                  <a:pt x="4680326" y="133365"/>
                </a:lnTo>
                <a:lnTo>
                  <a:pt x="4679393" y="132964"/>
                </a:lnTo>
                <a:lnTo>
                  <a:pt x="4678475" y="132529"/>
                </a:lnTo>
                <a:lnTo>
                  <a:pt x="4677573" y="132059"/>
                </a:lnTo>
                <a:lnTo>
                  <a:pt x="4676687" y="131554"/>
                </a:lnTo>
                <a:lnTo>
                  <a:pt x="4675817" y="131014"/>
                </a:lnTo>
                <a:lnTo>
                  <a:pt x="4674963" y="130440"/>
                </a:lnTo>
                <a:lnTo>
                  <a:pt x="4674124" y="129830"/>
                </a:lnTo>
                <a:lnTo>
                  <a:pt x="4673302" y="129186"/>
                </a:lnTo>
                <a:lnTo>
                  <a:pt x="4672495" y="128507"/>
                </a:lnTo>
                <a:lnTo>
                  <a:pt x="4671704" y="127793"/>
                </a:lnTo>
                <a:lnTo>
                  <a:pt x="4670929" y="127044"/>
                </a:lnTo>
                <a:lnTo>
                  <a:pt x="4670169" y="126261"/>
                </a:lnTo>
                <a:lnTo>
                  <a:pt x="4669426" y="125442"/>
                </a:lnTo>
                <a:lnTo>
                  <a:pt x="4668706" y="124589"/>
                </a:lnTo>
                <a:lnTo>
                  <a:pt x="4668016" y="123701"/>
                </a:lnTo>
                <a:lnTo>
                  <a:pt x="4667357" y="122777"/>
                </a:lnTo>
                <a:lnTo>
                  <a:pt x="4666729" y="121818"/>
                </a:lnTo>
                <a:lnTo>
                  <a:pt x="4666131" y="120824"/>
                </a:lnTo>
                <a:lnTo>
                  <a:pt x="4665564" y="119795"/>
                </a:lnTo>
                <a:lnTo>
                  <a:pt x="4665028" y="118731"/>
                </a:lnTo>
                <a:lnTo>
                  <a:pt x="4664522" y="117631"/>
                </a:lnTo>
                <a:lnTo>
                  <a:pt x="4664047" y="116496"/>
                </a:lnTo>
                <a:lnTo>
                  <a:pt x="4663603" y="115327"/>
                </a:lnTo>
                <a:lnTo>
                  <a:pt x="4663189" y="114122"/>
                </a:lnTo>
                <a:lnTo>
                  <a:pt x="4662806" y="112881"/>
                </a:lnTo>
                <a:lnTo>
                  <a:pt x="4662454" y="111606"/>
                </a:lnTo>
                <a:lnTo>
                  <a:pt x="4662132" y="110296"/>
                </a:lnTo>
                <a:lnTo>
                  <a:pt x="4661841" y="108950"/>
                </a:lnTo>
                <a:lnTo>
                  <a:pt x="4661580" y="107569"/>
                </a:lnTo>
                <a:lnTo>
                  <a:pt x="4661350" y="106153"/>
                </a:lnTo>
                <a:lnTo>
                  <a:pt x="4661151" y="104702"/>
                </a:lnTo>
                <a:lnTo>
                  <a:pt x="4660983" y="103216"/>
                </a:lnTo>
                <a:lnTo>
                  <a:pt x="4660845" y="101694"/>
                </a:lnTo>
                <a:lnTo>
                  <a:pt x="4660737" y="100137"/>
                </a:lnTo>
                <a:lnTo>
                  <a:pt x="4660661" y="98546"/>
                </a:lnTo>
                <a:lnTo>
                  <a:pt x="4660615" y="96919"/>
                </a:lnTo>
                <a:lnTo>
                  <a:pt x="4660599" y="95256"/>
                </a:lnTo>
                <a:lnTo>
                  <a:pt x="4660615" y="93594"/>
                </a:lnTo>
                <a:lnTo>
                  <a:pt x="4660661" y="91968"/>
                </a:lnTo>
                <a:lnTo>
                  <a:pt x="4660737" y="90376"/>
                </a:lnTo>
                <a:lnTo>
                  <a:pt x="4660845" y="88820"/>
                </a:lnTo>
                <a:lnTo>
                  <a:pt x="4660983" y="87299"/>
                </a:lnTo>
                <a:lnTo>
                  <a:pt x="4661151" y="85814"/>
                </a:lnTo>
                <a:close/>
                <a:moveTo>
                  <a:pt x="4259855" y="124319"/>
                </a:moveTo>
                <a:lnTo>
                  <a:pt x="4260279" y="125533"/>
                </a:lnTo>
                <a:lnTo>
                  <a:pt x="4260730" y="126719"/>
                </a:lnTo>
                <a:lnTo>
                  <a:pt x="4261207" y="127876"/>
                </a:lnTo>
                <a:lnTo>
                  <a:pt x="4261712" y="129005"/>
                </a:lnTo>
                <a:lnTo>
                  <a:pt x="4262244" y="130105"/>
                </a:lnTo>
                <a:lnTo>
                  <a:pt x="4262803" y="131176"/>
                </a:lnTo>
                <a:lnTo>
                  <a:pt x="4263389" y="132218"/>
                </a:lnTo>
                <a:lnTo>
                  <a:pt x="4264001" y="133232"/>
                </a:lnTo>
                <a:lnTo>
                  <a:pt x="4264641" y="134217"/>
                </a:lnTo>
                <a:lnTo>
                  <a:pt x="4265308" y="135174"/>
                </a:lnTo>
                <a:lnTo>
                  <a:pt x="4266002" y="136102"/>
                </a:lnTo>
                <a:lnTo>
                  <a:pt x="4266723" y="137001"/>
                </a:lnTo>
                <a:lnTo>
                  <a:pt x="4267471" y="137871"/>
                </a:lnTo>
                <a:lnTo>
                  <a:pt x="4268246" y="138713"/>
                </a:lnTo>
                <a:lnTo>
                  <a:pt x="4269048" y="139526"/>
                </a:lnTo>
                <a:lnTo>
                  <a:pt x="4269878" y="140311"/>
                </a:lnTo>
                <a:lnTo>
                  <a:pt x="4270734" y="141067"/>
                </a:lnTo>
                <a:lnTo>
                  <a:pt x="4271617" y="141794"/>
                </a:lnTo>
                <a:lnTo>
                  <a:pt x="4272530" y="142492"/>
                </a:lnTo>
                <a:lnTo>
                  <a:pt x="4273478" y="143160"/>
                </a:lnTo>
                <a:lnTo>
                  <a:pt x="4274460" y="143799"/>
                </a:lnTo>
                <a:lnTo>
                  <a:pt x="4275475" y="144407"/>
                </a:lnTo>
                <a:lnTo>
                  <a:pt x="4276524" y="144987"/>
                </a:lnTo>
                <a:lnTo>
                  <a:pt x="4277608" y="145536"/>
                </a:lnTo>
                <a:lnTo>
                  <a:pt x="4278725" y="146056"/>
                </a:lnTo>
                <a:lnTo>
                  <a:pt x="4279876" y="146546"/>
                </a:lnTo>
                <a:lnTo>
                  <a:pt x="4281061" y="147006"/>
                </a:lnTo>
                <a:lnTo>
                  <a:pt x="4282280" y="147437"/>
                </a:lnTo>
                <a:lnTo>
                  <a:pt x="4283533" y="147838"/>
                </a:lnTo>
                <a:lnTo>
                  <a:pt x="4284819" y="148209"/>
                </a:lnTo>
                <a:lnTo>
                  <a:pt x="4286140" y="148551"/>
                </a:lnTo>
                <a:lnTo>
                  <a:pt x="4287495" y="148862"/>
                </a:lnTo>
                <a:lnTo>
                  <a:pt x="4288883" y="149145"/>
                </a:lnTo>
                <a:lnTo>
                  <a:pt x="4290306" y="149397"/>
                </a:lnTo>
                <a:lnTo>
                  <a:pt x="4291762" y="149620"/>
                </a:lnTo>
                <a:lnTo>
                  <a:pt x="4293252" y="149813"/>
                </a:lnTo>
                <a:lnTo>
                  <a:pt x="4294776" y="149976"/>
                </a:lnTo>
                <a:lnTo>
                  <a:pt x="4296335" y="150110"/>
                </a:lnTo>
                <a:lnTo>
                  <a:pt x="4297927" y="150214"/>
                </a:lnTo>
                <a:lnTo>
                  <a:pt x="4299553" y="150288"/>
                </a:lnTo>
                <a:lnTo>
                  <a:pt x="4301212" y="150333"/>
                </a:lnTo>
                <a:lnTo>
                  <a:pt x="4302906" y="150347"/>
                </a:lnTo>
                <a:lnTo>
                  <a:pt x="4303935" y="150340"/>
                </a:lnTo>
                <a:lnTo>
                  <a:pt x="4304954" y="150318"/>
                </a:lnTo>
                <a:lnTo>
                  <a:pt x="4305965" y="150280"/>
                </a:lnTo>
                <a:lnTo>
                  <a:pt x="4306967" y="150228"/>
                </a:lnTo>
                <a:lnTo>
                  <a:pt x="4307960" y="150160"/>
                </a:lnTo>
                <a:lnTo>
                  <a:pt x="4308943" y="150078"/>
                </a:lnTo>
                <a:lnTo>
                  <a:pt x="4309918" y="149981"/>
                </a:lnTo>
                <a:lnTo>
                  <a:pt x="4310884" y="149868"/>
                </a:lnTo>
                <a:lnTo>
                  <a:pt x="4311841" y="149741"/>
                </a:lnTo>
                <a:lnTo>
                  <a:pt x="4312789" y="149599"/>
                </a:lnTo>
                <a:lnTo>
                  <a:pt x="4313728" y="149442"/>
                </a:lnTo>
                <a:lnTo>
                  <a:pt x="4314658" y="149270"/>
                </a:lnTo>
                <a:lnTo>
                  <a:pt x="4315579" y="149083"/>
                </a:lnTo>
                <a:lnTo>
                  <a:pt x="4316492" y="148881"/>
                </a:lnTo>
                <a:lnTo>
                  <a:pt x="4317395" y="148664"/>
                </a:lnTo>
                <a:lnTo>
                  <a:pt x="4318289" y="148431"/>
                </a:lnTo>
                <a:lnTo>
                  <a:pt x="4319174" y="148185"/>
                </a:lnTo>
                <a:lnTo>
                  <a:pt x="4320051" y="147923"/>
                </a:lnTo>
                <a:lnTo>
                  <a:pt x="4320918" y="147646"/>
                </a:lnTo>
                <a:lnTo>
                  <a:pt x="4321777" y="147354"/>
                </a:lnTo>
                <a:lnTo>
                  <a:pt x="4322626" y="147047"/>
                </a:lnTo>
                <a:lnTo>
                  <a:pt x="4323467" y="146725"/>
                </a:lnTo>
                <a:lnTo>
                  <a:pt x="4324298" y="146388"/>
                </a:lnTo>
                <a:lnTo>
                  <a:pt x="4325121" y="146037"/>
                </a:lnTo>
                <a:lnTo>
                  <a:pt x="4325931" y="145671"/>
                </a:lnTo>
                <a:lnTo>
                  <a:pt x="4326725" y="145293"/>
                </a:lnTo>
                <a:lnTo>
                  <a:pt x="4327504" y="144903"/>
                </a:lnTo>
                <a:lnTo>
                  <a:pt x="4328266" y="144501"/>
                </a:lnTo>
                <a:lnTo>
                  <a:pt x="4329012" y="144086"/>
                </a:lnTo>
                <a:lnTo>
                  <a:pt x="4329742" y="143658"/>
                </a:lnTo>
                <a:lnTo>
                  <a:pt x="4330456" y="143219"/>
                </a:lnTo>
                <a:lnTo>
                  <a:pt x="4331154" y="142767"/>
                </a:lnTo>
                <a:lnTo>
                  <a:pt x="4331836" y="142302"/>
                </a:lnTo>
                <a:lnTo>
                  <a:pt x="4332502" y="141825"/>
                </a:lnTo>
                <a:lnTo>
                  <a:pt x="4333152" y="141336"/>
                </a:lnTo>
                <a:lnTo>
                  <a:pt x="4333786" y="140835"/>
                </a:lnTo>
                <a:lnTo>
                  <a:pt x="4334404" y="140321"/>
                </a:lnTo>
                <a:lnTo>
                  <a:pt x="4335006" y="139794"/>
                </a:lnTo>
                <a:lnTo>
                  <a:pt x="4335592" y="139256"/>
                </a:lnTo>
                <a:lnTo>
                  <a:pt x="4336162" y="138705"/>
                </a:lnTo>
                <a:lnTo>
                  <a:pt x="4336716" y="138141"/>
                </a:lnTo>
                <a:lnTo>
                  <a:pt x="4337254" y="137565"/>
                </a:lnTo>
                <a:lnTo>
                  <a:pt x="4337776" y="136977"/>
                </a:lnTo>
                <a:lnTo>
                  <a:pt x="4338282" y="136377"/>
                </a:lnTo>
                <a:lnTo>
                  <a:pt x="4338772" y="135764"/>
                </a:lnTo>
                <a:lnTo>
                  <a:pt x="4339246" y="135138"/>
                </a:lnTo>
                <a:lnTo>
                  <a:pt x="4339704" y="134501"/>
                </a:lnTo>
                <a:lnTo>
                  <a:pt x="4340146" y="133851"/>
                </a:lnTo>
                <a:lnTo>
                  <a:pt x="4340571" y="133192"/>
                </a:lnTo>
                <a:lnTo>
                  <a:pt x="4340978" y="132530"/>
                </a:lnTo>
                <a:lnTo>
                  <a:pt x="4341366" y="131865"/>
                </a:lnTo>
                <a:lnTo>
                  <a:pt x="4341737" y="131196"/>
                </a:lnTo>
                <a:lnTo>
                  <a:pt x="4342089" y="130523"/>
                </a:lnTo>
                <a:lnTo>
                  <a:pt x="4342424" y="129846"/>
                </a:lnTo>
                <a:lnTo>
                  <a:pt x="4342740" y="129166"/>
                </a:lnTo>
                <a:lnTo>
                  <a:pt x="4343039" y="128483"/>
                </a:lnTo>
                <a:lnTo>
                  <a:pt x="4343319" y="127796"/>
                </a:lnTo>
                <a:lnTo>
                  <a:pt x="4343581" y="127105"/>
                </a:lnTo>
                <a:lnTo>
                  <a:pt x="4343825" y="126410"/>
                </a:lnTo>
                <a:lnTo>
                  <a:pt x="4344051" y="125712"/>
                </a:lnTo>
                <a:lnTo>
                  <a:pt x="4344259" y="125010"/>
                </a:lnTo>
                <a:lnTo>
                  <a:pt x="4344449" y="124305"/>
                </a:lnTo>
                <a:lnTo>
                  <a:pt x="4344620" y="123596"/>
                </a:lnTo>
                <a:lnTo>
                  <a:pt x="4344774" y="122884"/>
                </a:lnTo>
                <a:lnTo>
                  <a:pt x="4344910" y="122167"/>
                </a:lnTo>
                <a:lnTo>
                  <a:pt x="4345027" y="121448"/>
                </a:lnTo>
                <a:lnTo>
                  <a:pt x="4345127" y="120724"/>
                </a:lnTo>
                <a:lnTo>
                  <a:pt x="4345208" y="119997"/>
                </a:lnTo>
                <a:lnTo>
                  <a:pt x="4345271" y="119267"/>
                </a:lnTo>
                <a:lnTo>
                  <a:pt x="4345316" y="118532"/>
                </a:lnTo>
                <a:lnTo>
                  <a:pt x="4345344" y="117794"/>
                </a:lnTo>
                <a:lnTo>
                  <a:pt x="4345353" y="117053"/>
                </a:lnTo>
                <a:lnTo>
                  <a:pt x="4345345" y="116299"/>
                </a:lnTo>
                <a:lnTo>
                  <a:pt x="4345323" y="115555"/>
                </a:lnTo>
                <a:lnTo>
                  <a:pt x="4345286" y="114821"/>
                </a:lnTo>
                <a:lnTo>
                  <a:pt x="4345234" y="114097"/>
                </a:lnTo>
                <a:lnTo>
                  <a:pt x="4345167" y="113384"/>
                </a:lnTo>
                <a:lnTo>
                  <a:pt x="4345086" y="112681"/>
                </a:lnTo>
                <a:lnTo>
                  <a:pt x="4344990" y="111989"/>
                </a:lnTo>
                <a:lnTo>
                  <a:pt x="4344879" y="111307"/>
                </a:lnTo>
                <a:lnTo>
                  <a:pt x="4344753" y="110635"/>
                </a:lnTo>
                <a:lnTo>
                  <a:pt x="4344612" y="109973"/>
                </a:lnTo>
                <a:lnTo>
                  <a:pt x="4344457" y="109322"/>
                </a:lnTo>
                <a:lnTo>
                  <a:pt x="4344286" y="108681"/>
                </a:lnTo>
                <a:lnTo>
                  <a:pt x="4344101" y="108051"/>
                </a:lnTo>
                <a:lnTo>
                  <a:pt x="4343901" y="107431"/>
                </a:lnTo>
                <a:lnTo>
                  <a:pt x="4343687" y="106821"/>
                </a:lnTo>
                <a:lnTo>
                  <a:pt x="4343457" y="106221"/>
                </a:lnTo>
                <a:lnTo>
                  <a:pt x="4343213" y="105632"/>
                </a:lnTo>
                <a:lnTo>
                  <a:pt x="4342954" y="105053"/>
                </a:lnTo>
                <a:lnTo>
                  <a:pt x="4342680" y="104484"/>
                </a:lnTo>
                <a:lnTo>
                  <a:pt x="4342391" y="103926"/>
                </a:lnTo>
                <a:lnTo>
                  <a:pt x="4342088" y="103378"/>
                </a:lnTo>
                <a:lnTo>
                  <a:pt x="4341769" y="102840"/>
                </a:lnTo>
                <a:lnTo>
                  <a:pt x="4341436" y="102313"/>
                </a:lnTo>
                <a:lnTo>
                  <a:pt x="4341088" y="101796"/>
                </a:lnTo>
                <a:lnTo>
                  <a:pt x="4340727" y="101289"/>
                </a:lnTo>
                <a:lnTo>
                  <a:pt x="4340355" y="100792"/>
                </a:lnTo>
                <a:lnTo>
                  <a:pt x="4339972" y="100305"/>
                </a:lnTo>
                <a:lnTo>
                  <a:pt x="4339577" y="99828"/>
                </a:lnTo>
                <a:lnTo>
                  <a:pt x="4339171" y="99362"/>
                </a:lnTo>
                <a:lnTo>
                  <a:pt x="4338754" y="98906"/>
                </a:lnTo>
                <a:lnTo>
                  <a:pt x="4338326" y="98460"/>
                </a:lnTo>
                <a:lnTo>
                  <a:pt x="4337887" y="98024"/>
                </a:lnTo>
                <a:lnTo>
                  <a:pt x="4337436" y="97598"/>
                </a:lnTo>
                <a:lnTo>
                  <a:pt x="4336975" y="97182"/>
                </a:lnTo>
                <a:lnTo>
                  <a:pt x="4336502" y="96777"/>
                </a:lnTo>
                <a:lnTo>
                  <a:pt x="4336018" y="96381"/>
                </a:lnTo>
                <a:lnTo>
                  <a:pt x="4335523" y="95996"/>
                </a:lnTo>
                <a:lnTo>
                  <a:pt x="4335016" y="95621"/>
                </a:lnTo>
                <a:lnTo>
                  <a:pt x="4334498" y="95256"/>
                </a:lnTo>
                <a:lnTo>
                  <a:pt x="4333970" y="94902"/>
                </a:lnTo>
                <a:lnTo>
                  <a:pt x="4333430" y="94557"/>
                </a:lnTo>
                <a:lnTo>
                  <a:pt x="4332878" y="94223"/>
                </a:lnTo>
                <a:lnTo>
                  <a:pt x="4332316" y="93899"/>
                </a:lnTo>
                <a:lnTo>
                  <a:pt x="4331742" y="93585"/>
                </a:lnTo>
                <a:lnTo>
                  <a:pt x="4331158" y="93281"/>
                </a:lnTo>
                <a:lnTo>
                  <a:pt x="4330562" y="92987"/>
                </a:lnTo>
                <a:lnTo>
                  <a:pt x="4329954" y="92703"/>
                </a:lnTo>
                <a:lnTo>
                  <a:pt x="4329336" y="92430"/>
                </a:lnTo>
                <a:lnTo>
                  <a:pt x="4328692" y="92158"/>
                </a:lnTo>
                <a:lnTo>
                  <a:pt x="4328009" y="91881"/>
                </a:lnTo>
                <a:lnTo>
                  <a:pt x="4327285" y="91596"/>
                </a:lnTo>
                <a:lnTo>
                  <a:pt x="4326522" y="91306"/>
                </a:lnTo>
                <a:lnTo>
                  <a:pt x="4325719" y="91009"/>
                </a:lnTo>
                <a:lnTo>
                  <a:pt x="4324876" y="90705"/>
                </a:lnTo>
                <a:lnTo>
                  <a:pt x="4323994" y="90396"/>
                </a:lnTo>
                <a:lnTo>
                  <a:pt x="4323072" y="90079"/>
                </a:lnTo>
                <a:lnTo>
                  <a:pt x="4322109" y="89757"/>
                </a:lnTo>
                <a:lnTo>
                  <a:pt x="4321108" y="89428"/>
                </a:lnTo>
                <a:lnTo>
                  <a:pt x="4320066" y="89093"/>
                </a:lnTo>
                <a:lnTo>
                  <a:pt x="4318985" y="88751"/>
                </a:lnTo>
                <a:lnTo>
                  <a:pt x="4317864" y="88403"/>
                </a:lnTo>
                <a:lnTo>
                  <a:pt x="4316703" y="88049"/>
                </a:lnTo>
                <a:lnTo>
                  <a:pt x="4315502" y="87688"/>
                </a:lnTo>
                <a:lnTo>
                  <a:pt x="4314262" y="87321"/>
                </a:lnTo>
                <a:lnTo>
                  <a:pt x="4312981" y="86948"/>
                </a:lnTo>
                <a:lnTo>
                  <a:pt x="4311661" y="86568"/>
                </a:lnTo>
                <a:lnTo>
                  <a:pt x="4310302" y="86182"/>
                </a:lnTo>
                <a:lnTo>
                  <a:pt x="4308902" y="85789"/>
                </a:lnTo>
                <a:lnTo>
                  <a:pt x="4307463" y="85390"/>
                </a:lnTo>
                <a:lnTo>
                  <a:pt x="4305984" y="84985"/>
                </a:lnTo>
                <a:lnTo>
                  <a:pt x="4304465" y="84573"/>
                </a:lnTo>
                <a:lnTo>
                  <a:pt x="4302906" y="84155"/>
                </a:lnTo>
                <a:lnTo>
                  <a:pt x="4301833" y="83864"/>
                </a:lnTo>
                <a:lnTo>
                  <a:pt x="4300797" y="83581"/>
                </a:lnTo>
                <a:lnTo>
                  <a:pt x="4299796" y="83307"/>
                </a:lnTo>
                <a:lnTo>
                  <a:pt x="4298832" y="83042"/>
                </a:lnTo>
                <a:lnTo>
                  <a:pt x="4297904" y="82787"/>
                </a:lnTo>
                <a:lnTo>
                  <a:pt x="4297012" y="82540"/>
                </a:lnTo>
                <a:lnTo>
                  <a:pt x="4296156" y="82301"/>
                </a:lnTo>
                <a:lnTo>
                  <a:pt x="4295336" y="82072"/>
                </a:lnTo>
                <a:lnTo>
                  <a:pt x="4294552" y="81852"/>
                </a:lnTo>
                <a:lnTo>
                  <a:pt x="4293805" y="81640"/>
                </a:lnTo>
                <a:lnTo>
                  <a:pt x="4293094" y="81438"/>
                </a:lnTo>
                <a:lnTo>
                  <a:pt x="4292419" y="81244"/>
                </a:lnTo>
                <a:lnTo>
                  <a:pt x="4291780" y="81060"/>
                </a:lnTo>
                <a:lnTo>
                  <a:pt x="4291177" y="80884"/>
                </a:lnTo>
                <a:lnTo>
                  <a:pt x="4290610" y="80717"/>
                </a:lnTo>
                <a:lnTo>
                  <a:pt x="4290080" y="80559"/>
                </a:lnTo>
                <a:lnTo>
                  <a:pt x="4289585" y="80410"/>
                </a:lnTo>
                <a:lnTo>
                  <a:pt x="4289127" y="80269"/>
                </a:lnTo>
                <a:lnTo>
                  <a:pt x="4288705" y="80138"/>
                </a:lnTo>
                <a:lnTo>
                  <a:pt x="4288319" y="80016"/>
                </a:lnTo>
                <a:lnTo>
                  <a:pt x="4287970" y="79902"/>
                </a:lnTo>
                <a:lnTo>
                  <a:pt x="4287656" y="79797"/>
                </a:lnTo>
                <a:lnTo>
                  <a:pt x="4287379" y="79702"/>
                </a:lnTo>
                <a:lnTo>
                  <a:pt x="4287138" y="79615"/>
                </a:lnTo>
                <a:lnTo>
                  <a:pt x="4286753" y="79457"/>
                </a:lnTo>
                <a:lnTo>
                  <a:pt x="4286378" y="79296"/>
                </a:lnTo>
                <a:lnTo>
                  <a:pt x="4286011" y="79131"/>
                </a:lnTo>
                <a:lnTo>
                  <a:pt x="4285653" y="78962"/>
                </a:lnTo>
                <a:lnTo>
                  <a:pt x="4285303" y="78791"/>
                </a:lnTo>
                <a:lnTo>
                  <a:pt x="4284962" y="78616"/>
                </a:lnTo>
                <a:lnTo>
                  <a:pt x="4284629" y="78437"/>
                </a:lnTo>
                <a:lnTo>
                  <a:pt x="4284306" y="78255"/>
                </a:lnTo>
                <a:lnTo>
                  <a:pt x="4283990" y="78070"/>
                </a:lnTo>
                <a:lnTo>
                  <a:pt x="4283684" y="77881"/>
                </a:lnTo>
                <a:lnTo>
                  <a:pt x="4283386" y="77689"/>
                </a:lnTo>
                <a:lnTo>
                  <a:pt x="4283096" y="77493"/>
                </a:lnTo>
                <a:lnTo>
                  <a:pt x="4282815" y="77294"/>
                </a:lnTo>
                <a:lnTo>
                  <a:pt x="4282543" y="77092"/>
                </a:lnTo>
                <a:lnTo>
                  <a:pt x="4282280" y="76886"/>
                </a:lnTo>
                <a:lnTo>
                  <a:pt x="4282025" y="76677"/>
                </a:lnTo>
                <a:lnTo>
                  <a:pt x="4281778" y="76464"/>
                </a:lnTo>
                <a:lnTo>
                  <a:pt x="4281540" y="76248"/>
                </a:lnTo>
                <a:lnTo>
                  <a:pt x="4281311" y="76028"/>
                </a:lnTo>
                <a:lnTo>
                  <a:pt x="4281091" y="75805"/>
                </a:lnTo>
                <a:lnTo>
                  <a:pt x="4280879" y="75579"/>
                </a:lnTo>
                <a:lnTo>
                  <a:pt x="4280675" y="75349"/>
                </a:lnTo>
                <a:lnTo>
                  <a:pt x="4280481" y="75116"/>
                </a:lnTo>
                <a:lnTo>
                  <a:pt x="4280295" y="74879"/>
                </a:lnTo>
                <a:lnTo>
                  <a:pt x="4280117" y="74648"/>
                </a:lnTo>
                <a:lnTo>
                  <a:pt x="4279946" y="74414"/>
                </a:lnTo>
                <a:lnTo>
                  <a:pt x="4279783" y="74177"/>
                </a:lnTo>
                <a:lnTo>
                  <a:pt x="4279628" y="73939"/>
                </a:lnTo>
                <a:lnTo>
                  <a:pt x="4279480" y="73698"/>
                </a:lnTo>
                <a:lnTo>
                  <a:pt x="4279340" y="73454"/>
                </a:lnTo>
                <a:lnTo>
                  <a:pt x="4279207" y="73208"/>
                </a:lnTo>
                <a:lnTo>
                  <a:pt x="4279082" y="72960"/>
                </a:lnTo>
                <a:lnTo>
                  <a:pt x="4278965" y="72709"/>
                </a:lnTo>
                <a:lnTo>
                  <a:pt x="4278855" y="72456"/>
                </a:lnTo>
                <a:lnTo>
                  <a:pt x="4278753" y="72201"/>
                </a:lnTo>
                <a:lnTo>
                  <a:pt x="4278658" y="71943"/>
                </a:lnTo>
                <a:lnTo>
                  <a:pt x="4278571" y="71683"/>
                </a:lnTo>
                <a:lnTo>
                  <a:pt x="4278492" y="71420"/>
                </a:lnTo>
                <a:lnTo>
                  <a:pt x="4278420" y="71155"/>
                </a:lnTo>
                <a:lnTo>
                  <a:pt x="4278355" y="70888"/>
                </a:lnTo>
                <a:lnTo>
                  <a:pt x="4278298" y="70618"/>
                </a:lnTo>
                <a:lnTo>
                  <a:pt x="4278249" y="70346"/>
                </a:lnTo>
                <a:lnTo>
                  <a:pt x="4278207" y="70071"/>
                </a:lnTo>
                <a:lnTo>
                  <a:pt x="4278173" y="69794"/>
                </a:lnTo>
                <a:lnTo>
                  <a:pt x="4278147" y="69515"/>
                </a:lnTo>
                <a:lnTo>
                  <a:pt x="4278128" y="69233"/>
                </a:lnTo>
                <a:lnTo>
                  <a:pt x="4278117" y="68949"/>
                </a:lnTo>
                <a:lnTo>
                  <a:pt x="4278113" y="68662"/>
                </a:lnTo>
                <a:lnTo>
                  <a:pt x="4278122" y="68212"/>
                </a:lnTo>
                <a:lnTo>
                  <a:pt x="4278149" y="67767"/>
                </a:lnTo>
                <a:lnTo>
                  <a:pt x="4278195" y="67327"/>
                </a:lnTo>
                <a:lnTo>
                  <a:pt x="4278259" y="66891"/>
                </a:lnTo>
                <a:lnTo>
                  <a:pt x="4278341" y="66460"/>
                </a:lnTo>
                <a:lnTo>
                  <a:pt x="4278441" y="66034"/>
                </a:lnTo>
                <a:lnTo>
                  <a:pt x="4278560" y="65613"/>
                </a:lnTo>
                <a:lnTo>
                  <a:pt x="4278697" y="65196"/>
                </a:lnTo>
                <a:lnTo>
                  <a:pt x="4278852" y="64785"/>
                </a:lnTo>
                <a:lnTo>
                  <a:pt x="4279025" y="64378"/>
                </a:lnTo>
                <a:lnTo>
                  <a:pt x="4279217" y="63976"/>
                </a:lnTo>
                <a:lnTo>
                  <a:pt x="4279427" y="63579"/>
                </a:lnTo>
                <a:lnTo>
                  <a:pt x="4279655" y="63187"/>
                </a:lnTo>
                <a:lnTo>
                  <a:pt x="4279901" y="62799"/>
                </a:lnTo>
                <a:lnTo>
                  <a:pt x="4280166" y="62416"/>
                </a:lnTo>
                <a:lnTo>
                  <a:pt x="4280449" y="62038"/>
                </a:lnTo>
                <a:lnTo>
                  <a:pt x="4280750" y="61665"/>
                </a:lnTo>
                <a:lnTo>
                  <a:pt x="4281069" y="61297"/>
                </a:lnTo>
                <a:lnTo>
                  <a:pt x="4281407" y="60933"/>
                </a:lnTo>
                <a:lnTo>
                  <a:pt x="4281763" y="60575"/>
                </a:lnTo>
                <a:lnTo>
                  <a:pt x="4282137" y="60221"/>
                </a:lnTo>
                <a:lnTo>
                  <a:pt x="4282529" y="59872"/>
                </a:lnTo>
                <a:lnTo>
                  <a:pt x="4282940" y="59528"/>
                </a:lnTo>
                <a:lnTo>
                  <a:pt x="4283369" y="59188"/>
                </a:lnTo>
                <a:lnTo>
                  <a:pt x="4283819" y="58858"/>
                </a:lnTo>
                <a:lnTo>
                  <a:pt x="4284294" y="58542"/>
                </a:lnTo>
                <a:lnTo>
                  <a:pt x="4284793" y="58240"/>
                </a:lnTo>
                <a:lnTo>
                  <a:pt x="4285317" y="57951"/>
                </a:lnTo>
                <a:lnTo>
                  <a:pt x="4285865" y="57677"/>
                </a:lnTo>
                <a:lnTo>
                  <a:pt x="4286437" y="57417"/>
                </a:lnTo>
                <a:lnTo>
                  <a:pt x="4287034" y="57171"/>
                </a:lnTo>
                <a:lnTo>
                  <a:pt x="4287655" y="56940"/>
                </a:lnTo>
                <a:lnTo>
                  <a:pt x="4288301" y="56722"/>
                </a:lnTo>
                <a:lnTo>
                  <a:pt x="4288972" y="56518"/>
                </a:lnTo>
                <a:lnTo>
                  <a:pt x="4289666" y="56328"/>
                </a:lnTo>
                <a:lnTo>
                  <a:pt x="4290385" y="56153"/>
                </a:lnTo>
                <a:lnTo>
                  <a:pt x="4291129" y="55991"/>
                </a:lnTo>
                <a:lnTo>
                  <a:pt x="4291897" y="55843"/>
                </a:lnTo>
                <a:lnTo>
                  <a:pt x="4292690" y="55710"/>
                </a:lnTo>
                <a:lnTo>
                  <a:pt x="4293507" y="55590"/>
                </a:lnTo>
                <a:lnTo>
                  <a:pt x="4294348" y="55485"/>
                </a:lnTo>
                <a:lnTo>
                  <a:pt x="4295214" y="55394"/>
                </a:lnTo>
                <a:lnTo>
                  <a:pt x="4296104" y="55316"/>
                </a:lnTo>
                <a:lnTo>
                  <a:pt x="4297019" y="55253"/>
                </a:lnTo>
                <a:lnTo>
                  <a:pt x="4297958" y="55204"/>
                </a:lnTo>
                <a:lnTo>
                  <a:pt x="4298922" y="55169"/>
                </a:lnTo>
                <a:lnTo>
                  <a:pt x="4299910" y="55148"/>
                </a:lnTo>
                <a:lnTo>
                  <a:pt x="4300923" y="55141"/>
                </a:lnTo>
                <a:lnTo>
                  <a:pt x="4301782" y="55149"/>
                </a:lnTo>
                <a:lnTo>
                  <a:pt x="4302626" y="55172"/>
                </a:lnTo>
                <a:lnTo>
                  <a:pt x="4303452" y="55212"/>
                </a:lnTo>
                <a:lnTo>
                  <a:pt x="4304263" y="55267"/>
                </a:lnTo>
                <a:lnTo>
                  <a:pt x="4305057" y="55339"/>
                </a:lnTo>
                <a:lnTo>
                  <a:pt x="4305835" y="55426"/>
                </a:lnTo>
                <a:lnTo>
                  <a:pt x="4306596" y="55529"/>
                </a:lnTo>
                <a:lnTo>
                  <a:pt x="4307341" y="55648"/>
                </a:lnTo>
                <a:lnTo>
                  <a:pt x="4308070" y="55782"/>
                </a:lnTo>
                <a:lnTo>
                  <a:pt x="4308783" y="55933"/>
                </a:lnTo>
                <a:lnTo>
                  <a:pt x="4309479" y="56099"/>
                </a:lnTo>
                <a:lnTo>
                  <a:pt x="4310158" y="56281"/>
                </a:lnTo>
                <a:lnTo>
                  <a:pt x="4310822" y="56479"/>
                </a:lnTo>
                <a:lnTo>
                  <a:pt x="4311469" y="56693"/>
                </a:lnTo>
                <a:lnTo>
                  <a:pt x="4312099" y="56923"/>
                </a:lnTo>
                <a:lnTo>
                  <a:pt x="4312713" y="57168"/>
                </a:lnTo>
                <a:lnTo>
                  <a:pt x="4313311" y="57430"/>
                </a:lnTo>
                <a:lnTo>
                  <a:pt x="4313893" y="57707"/>
                </a:lnTo>
                <a:lnTo>
                  <a:pt x="4314458" y="58000"/>
                </a:lnTo>
                <a:lnTo>
                  <a:pt x="4315007" y="58309"/>
                </a:lnTo>
                <a:lnTo>
                  <a:pt x="4315539" y="58633"/>
                </a:lnTo>
                <a:lnTo>
                  <a:pt x="4316055" y="58974"/>
                </a:lnTo>
                <a:lnTo>
                  <a:pt x="4316555" y="59330"/>
                </a:lnTo>
                <a:lnTo>
                  <a:pt x="4317038" y="59703"/>
                </a:lnTo>
                <a:lnTo>
                  <a:pt x="4317506" y="60089"/>
                </a:lnTo>
                <a:lnTo>
                  <a:pt x="4317958" y="60488"/>
                </a:lnTo>
                <a:lnTo>
                  <a:pt x="4318394" y="60899"/>
                </a:lnTo>
                <a:lnTo>
                  <a:pt x="4318814" y="61322"/>
                </a:lnTo>
                <a:lnTo>
                  <a:pt x="4319219" y="61758"/>
                </a:lnTo>
                <a:lnTo>
                  <a:pt x="4319608" y="62207"/>
                </a:lnTo>
                <a:lnTo>
                  <a:pt x="4319981" y="62668"/>
                </a:lnTo>
                <a:lnTo>
                  <a:pt x="4320339" y="63141"/>
                </a:lnTo>
                <a:lnTo>
                  <a:pt x="4320681" y="63626"/>
                </a:lnTo>
                <a:lnTo>
                  <a:pt x="4321007" y="64124"/>
                </a:lnTo>
                <a:lnTo>
                  <a:pt x="4321318" y="64634"/>
                </a:lnTo>
                <a:lnTo>
                  <a:pt x="4321613" y="65157"/>
                </a:lnTo>
                <a:lnTo>
                  <a:pt x="4321892" y="65692"/>
                </a:lnTo>
                <a:lnTo>
                  <a:pt x="4322156" y="66240"/>
                </a:lnTo>
                <a:lnTo>
                  <a:pt x="4322404" y="66800"/>
                </a:lnTo>
                <a:lnTo>
                  <a:pt x="4322636" y="67372"/>
                </a:lnTo>
                <a:lnTo>
                  <a:pt x="4322853" y="67957"/>
                </a:lnTo>
                <a:lnTo>
                  <a:pt x="4323054" y="68554"/>
                </a:lnTo>
                <a:lnTo>
                  <a:pt x="4323239" y="69163"/>
                </a:lnTo>
                <a:lnTo>
                  <a:pt x="4323409" y="69785"/>
                </a:lnTo>
                <a:lnTo>
                  <a:pt x="4323563" y="70420"/>
                </a:lnTo>
                <a:lnTo>
                  <a:pt x="4323701" y="71066"/>
                </a:lnTo>
                <a:lnTo>
                  <a:pt x="4323824" y="71725"/>
                </a:lnTo>
                <a:lnTo>
                  <a:pt x="4323931" y="72397"/>
                </a:lnTo>
                <a:lnTo>
                  <a:pt x="4341386" y="70017"/>
                </a:lnTo>
                <a:lnTo>
                  <a:pt x="4341240" y="69167"/>
                </a:lnTo>
                <a:lnTo>
                  <a:pt x="4341085" y="68332"/>
                </a:lnTo>
                <a:lnTo>
                  <a:pt x="4340921" y="67511"/>
                </a:lnTo>
                <a:lnTo>
                  <a:pt x="4340746" y="66704"/>
                </a:lnTo>
                <a:lnTo>
                  <a:pt x="4340563" y="65912"/>
                </a:lnTo>
                <a:lnTo>
                  <a:pt x="4340369" y="65134"/>
                </a:lnTo>
                <a:lnTo>
                  <a:pt x="4340166" y="64371"/>
                </a:lnTo>
                <a:lnTo>
                  <a:pt x="4339953" y="63622"/>
                </a:lnTo>
                <a:lnTo>
                  <a:pt x="4339731" y="62887"/>
                </a:lnTo>
                <a:lnTo>
                  <a:pt x="4339499" y="62167"/>
                </a:lnTo>
                <a:lnTo>
                  <a:pt x="4339257" y="61461"/>
                </a:lnTo>
                <a:lnTo>
                  <a:pt x="4339005" y="60770"/>
                </a:lnTo>
                <a:lnTo>
                  <a:pt x="4338744" y="60092"/>
                </a:lnTo>
                <a:lnTo>
                  <a:pt x="4338474" y="59430"/>
                </a:lnTo>
                <a:lnTo>
                  <a:pt x="4338193" y="58781"/>
                </a:lnTo>
                <a:lnTo>
                  <a:pt x="4337904" y="58148"/>
                </a:lnTo>
                <a:lnTo>
                  <a:pt x="4337604" y="57528"/>
                </a:lnTo>
                <a:lnTo>
                  <a:pt x="4337295" y="56923"/>
                </a:lnTo>
                <a:lnTo>
                  <a:pt x="4336976" y="56332"/>
                </a:lnTo>
                <a:lnTo>
                  <a:pt x="4336647" y="55756"/>
                </a:lnTo>
                <a:lnTo>
                  <a:pt x="4336309" y="55194"/>
                </a:lnTo>
                <a:lnTo>
                  <a:pt x="4335961" y="54646"/>
                </a:lnTo>
                <a:lnTo>
                  <a:pt x="4335604" y="54113"/>
                </a:lnTo>
                <a:lnTo>
                  <a:pt x="4335237" y="53594"/>
                </a:lnTo>
                <a:lnTo>
                  <a:pt x="4334856" y="53087"/>
                </a:lnTo>
                <a:lnTo>
                  <a:pt x="4334459" y="52588"/>
                </a:lnTo>
                <a:lnTo>
                  <a:pt x="4334044" y="52098"/>
                </a:lnTo>
                <a:lnTo>
                  <a:pt x="4333613" y="51617"/>
                </a:lnTo>
                <a:lnTo>
                  <a:pt x="4333164" y="51145"/>
                </a:lnTo>
                <a:lnTo>
                  <a:pt x="4332699" y="50682"/>
                </a:lnTo>
                <a:lnTo>
                  <a:pt x="4332216" y="50228"/>
                </a:lnTo>
                <a:lnTo>
                  <a:pt x="4331716" y="49782"/>
                </a:lnTo>
                <a:lnTo>
                  <a:pt x="4331199" y="49346"/>
                </a:lnTo>
                <a:lnTo>
                  <a:pt x="4330666" y="48918"/>
                </a:lnTo>
                <a:lnTo>
                  <a:pt x="4330115" y="48499"/>
                </a:lnTo>
                <a:lnTo>
                  <a:pt x="4329547" y="48089"/>
                </a:lnTo>
                <a:lnTo>
                  <a:pt x="4328962" y="47688"/>
                </a:lnTo>
                <a:lnTo>
                  <a:pt x="4328360" y="47296"/>
                </a:lnTo>
                <a:lnTo>
                  <a:pt x="4327741" y="46912"/>
                </a:lnTo>
                <a:lnTo>
                  <a:pt x="4327105" y="46538"/>
                </a:lnTo>
                <a:lnTo>
                  <a:pt x="4326451" y="46172"/>
                </a:lnTo>
                <a:lnTo>
                  <a:pt x="4325781" y="45815"/>
                </a:lnTo>
                <a:lnTo>
                  <a:pt x="4325094" y="45467"/>
                </a:lnTo>
                <a:lnTo>
                  <a:pt x="4324390" y="45128"/>
                </a:lnTo>
                <a:lnTo>
                  <a:pt x="4323668" y="44797"/>
                </a:lnTo>
                <a:lnTo>
                  <a:pt x="4322930" y="44476"/>
                </a:lnTo>
                <a:lnTo>
                  <a:pt x="4322175" y="44163"/>
                </a:lnTo>
                <a:lnTo>
                  <a:pt x="4321402" y="43860"/>
                </a:lnTo>
                <a:lnTo>
                  <a:pt x="4320616" y="43566"/>
                </a:lnTo>
                <a:lnTo>
                  <a:pt x="4319819" y="43285"/>
                </a:lnTo>
                <a:lnTo>
                  <a:pt x="4319012" y="43017"/>
                </a:lnTo>
                <a:lnTo>
                  <a:pt x="4318194" y="42761"/>
                </a:lnTo>
                <a:lnTo>
                  <a:pt x="4317366" y="42518"/>
                </a:lnTo>
                <a:lnTo>
                  <a:pt x="4316527" y="42287"/>
                </a:lnTo>
                <a:lnTo>
                  <a:pt x="4315678" y="42068"/>
                </a:lnTo>
                <a:lnTo>
                  <a:pt x="4314818" y="41862"/>
                </a:lnTo>
                <a:lnTo>
                  <a:pt x="4313948" y="41669"/>
                </a:lnTo>
                <a:lnTo>
                  <a:pt x="4313067" y="41488"/>
                </a:lnTo>
                <a:lnTo>
                  <a:pt x="4312176" y="41319"/>
                </a:lnTo>
                <a:lnTo>
                  <a:pt x="4311274" y="41163"/>
                </a:lnTo>
                <a:lnTo>
                  <a:pt x="4310362" y="41020"/>
                </a:lnTo>
                <a:lnTo>
                  <a:pt x="4309439" y="40889"/>
                </a:lnTo>
                <a:lnTo>
                  <a:pt x="4308506" y="40770"/>
                </a:lnTo>
                <a:lnTo>
                  <a:pt x="4307562" y="40664"/>
                </a:lnTo>
                <a:lnTo>
                  <a:pt x="4306608" y="40570"/>
                </a:lnTo>
                <a:lnTo>
                  <a:pt x="4305643" y="40489"/>
                </a:lnTo>
                <a:lnTo>
                  <a:pt x="4304667" y="40421"/>
                </a:lnTo>
                <a:lnTo>
                  <a:pt x="4303682" y="40364"/>
                </a:lnTo>
                <a:lnTo>
                  <a:pt x="4302685" y="40321"/>
                </a:lnTo>
                <a:lnTo>
                  <a:pt x="4301679" y="40290"/>
                </a:lnTo>
                <a:lnTo>
                  <a:pt x="4300661" y="40271"/>
                </a:lnTo>
                <a:lnTo>
                  <a:pt x="4299633" y="40265"/>
                </a:lnTo>
                <a:lnTo>
                  <a:pt x="4298949" y="40268"/>
                </a:lnTo>
                <a:lnTo>
                  <a:pt x="4298269" y="40279"/>
                </a:lnTo>
                <a:lnTo>
                  <a:pt x="4297592" y="40298"/>
                </a:lnTo>
                <a:lnTo>
                  <a:pt x="4296919" y="40324"/>
                </a:lnTo>
                <a:lnTo>
                  <a:pt x="4296249" y="40357"/>
                </a:lnTo>
                <a:lnTo>
                  <a:pt x="4295583" y="40398"/>
                </a:lnTo>
                <a:lnTo>
                  <a:pt x="4294920" y="40446"/>
                </a:lnTo>
                <a:lnTo>
                  <a:pt x="4294262" y="40502"/>
                </a:lnTo>
                <a:lnTo>
                  <a:pt x="4293606" y="40565"/>
                </a:lnTo>
                <a:lnTo>
                  <a:pt x="4292955" y="40635"/>
                </a:lnTo>
                <a:lnTo>
                  <a:pt x="4292307" y="40713"/>
                </a:lnTo>
                <a:lnTo>
                  <a:pt x="4291662" y="40798"/>
                </a:lnTo>
                <a:lnTo>
                  <a:pt x="4291022" y="40891"/>
                </a:lnTo>
                <a:lnTo>
                  <a:pt x="4290384" y="40991"/>
                </a:lnTo>
                <a:lnTo>
                  <a:pt x="4289751" y="41099"/>
                </a:lnTo>
                <a:lnTo>
                  <a:pt x="4289121" y="41214"/>
                </a:lnTo>
                <a:lnTo>
                  <a:pt x="4288495" y="41336"/>
                </a:lnTo>
                <a:lnTo>
                  <a:pt x="4287872" y="41466"/>
                </a:lnTo>
                <a:lnTo>
                  <a:pt x="4287253" y="41603"/>
                </a:lnTo>
                <a:lnTo>
                  <a:pt x="4286638" y="41747"/>
                </a:lnTo>
                <a:lnTo>
                  <a:pt x="4286026" y="41899"/>
                </a:lnTo>
                <a:lnTo>
                  <a:pt x="4285417" y="42059"/>
                </a:lnTo>
                <a:lnTo>
                  <a:pt x="4284813" y="42226"/>
                </a:lnTo>
                <a:lnTo>
                  <a:pt x="4284212" y="42400"/>
                </a:lnTo>
                <a:lnTo>
                  <a:pt x="4283618" y="42579"/>
                </a:lnTo>
                <a:lnTo>
                  <a:pt x="4283035" y="42762"/>
                </a:lnTo>
                <a:lnTo>
                  <a:pt x="4282462" y="42948"/>
                </a:lnTo>
                <a:lnTo>
                  <a:pt x="4281899" y="43137"/>
                </a:lnTo>
                <a:lnTo>
                  <a:pt x="4281347" y="43329"/>
                </a:lnTo>
                <a:lnTo>
                  <a:pt x="4280806" y="43525"/>
                </a:lnTo>
                <a:lnTo>
                  <a:pt x="4280275" y="43724"/>
                </a:lnTo>
                <a:lnTo>
                  <a:pt x="4279755" y="43926"/>
                </a:lnTo>
                <a:lnTo>
                  <a:pt x="4279245" y="44132"/>
                </a:lnTo>
                <a:lnTo>
                  <a:pt x="4278745" y="44341"/>
                </a:lnTo>
                <a:lnTo>
                  <a:pt x="4278256" y="44553"/>
                </a:lnTo>
                <a:lnTo>
                  <a:pt x="4277778" y="44768"/>
                </a:lnTo>
                <a:lnTo>
                  <a:pt x="4277310" y="44987"/>
                </a:lnTo>
                <a:lnTo>
                  <a:pt x="4276853" y="45209"/>
                </a:lnTo>
                <a:lnTo>
                  <a:pt x="4276406" y="45434"/>
                </a:lnTo>
                <a:lnTo>
                  <a:pt x="4275969" y="45663"/>
                </a:lnTo>
                <a:lnTo>
                  <a:pt x="4275544" y="45895"/>
                </a:lnTo>
                <a:lnTo>
                  <a:pt x="4275128" y="46130"/>
                </a:lnTo>
                <a:lnTo>
                  <a:pt x="4274723" y="46368"/>
                </a:lnTo>
                <a:lnTo>
                  <a:pt x="4274329" y="46610"/>
                </a:lnTo>
                <a:lnTo>
                  <a:pt x="4273945" y="46855"/>
                </a:lnTo>
                <a:lnTo>
                  <a:pt x="4273572" y="47103"/>
                </a:lnTo>
                <a:lnTo>
                  <a:pt x="4273209" y="47355"/>
                </a:lnTo>
                <a:lnTo>
                  <a:pt x="4272857" y="47610"/>
                </a:lnTo>
                <a:lnTo>
                  <a:pt x="4272398" y="47944"/>
                </a:lnTo>
                <a:lnTo>
                  <a:pt x="4271947" y="48285"/>
                </a:lnTo>
                <a:lnTo>
                  <a:pt x="4271504" y="48634"/>
                </a:lnTo>
                <a:lnTo>
                  <a:pt x="4271070" y="48990"/>
                </a:lnTo>
                <a:lnTo>
                  <a:pt x="4270644" y="49352"/>
                </a:lnTo>
                <a:lnTo>
                  <a:pt x="4270225" y="49722"/>
                </a:lnTo>
                <a:lnTo>
                  <a:pt x="4269815" y="50099"/>
                </a:lnTo>
                <a:lnTo>
                  <a:pt x="4269413" y="50483"/>
                </a:lnTo>
                <a:lnTo>
                  <a:pt x="4269019" y="50873"/>
                </a:lnTo>
                <a:lnTo>
                  <a:pt x="4268633" y="51271"/>
                </a:lnTo>
                <a:lnTo>
                  <a:pt x="4268255" y="51677"/>
                </a:lnTo>
                <a:lnTo>
                  <a:pt x="4267885" y="52089"/>
                </a:lnTo>
                <a:lnTo>
                  <a:pt x="4267524" y="52508"/>
                </a:lnTo>
                <a:lnTo>
                  <a:pt x="4267170" y="52934"/>
                </a:lnTo>
                <a:lnTo>
                  <a:pt x="4266825" y="53368"/>
                </a:lnTo>
                <a:lnTo>
                  <a:pt x="4266487" y="53808"/>
                </a:lnTo>
                <a:lnTo>
                  <a:pt x="4266158" y="54255"/>
                </a:lnTo>
                <a:lnTo>
                  <a:pt x="4265837" y="54710"/>
                </a:lnTo>
                <a:lnTo>
                  <a:pt x="4265524" y="55172"/>
                </a:lnTo>
                <a:lnTo>
                  <a:pt x="4265219" y="55640"/>
                </a:lnTo>
                <a:lnTo>
                  <a:pt x="4264922" y="56116"/>
                </a:lnTo>
                <a:lnTo>
                  <a:pt x="4264633" y="56599"/>
                </a:lnTo>
                <a:lnTo>
                  <a:pt x="4264352" y="57089"/>
                </a:lnTo>
                <a:lnTo>
                  <a:pt x="4264080" y="57586"/>
                </a:lnTo>
                <a:lnTo>
                  <a:pt x="4263817" y="58088"/>
                </a:lnTo>
                <a:lnTo>
                  <a:pt x="4263565" y="58594"/>
                </a:lnTo>
                <a:lnTo>
                  <a:pt x="4263324" y="59104"/>
                </a:lnTo>
                <a:lnTo>
                  <a:pt x="4263095" y="59617"/>
                </a:lnTo>
                <a:lnTo>
                  <a:pt x="4262877" y="60134"/>
                </a:lnTo>
                <a:lnTo>
                  <a:pt x="4262669" y="60654"/>
                </a:lnTo>
                <a:lnTo>
                  <a:pt x="4262474" y="61178"/>
                </a:lnTo>
                <a:lnTo>
                  <a:pt x="4262289" y="61706"/>
                </a:lnTo>
                <a:lnTo>
                  <a:pt x="4262116" y="62237"/>
                </a:lnTo>
                <a:lnTo>
                  <a:pt x="4261953" y="62772"/>
                </a:lnTo>
                <a:lnTo>
                  <a:pt x="4261802" y="63310"/>
                </a:lnTo>
                <a:lnTo>
                  <a:pt x="4261662" y="63852"/>
                </a:lnTo>
                <a:lnTo>
                  <a:pt x="4261534" y="64398"/>
                </a:lnTo>
                <a:lnTo>
                  <a:pt x="4261416" y="64947"/>
                </a:lnTo>
                <a:lnTo>
                  <a:pt x="4261310" y="65500"/>
                </a:lnTo>
                <a:lnTo>
                  <a:pt x="4261215" y="66057"/>
                </a:lnTo>
                <a:lnTo>
                  <a:pt x="4261131" y="66617"/>
                </a:lnTo>
                <a:lnTo>
                  <a:pt x="4261058" y="67181"/>
                </a:lnTo>
                <a:lnTo>
                  <a:pt x="4260996" y="67748"/>
                </a:lnTo>
                <a:lnTo>
                  <a:pt x="4260946" y="68319"/>
                </a:lnTo>
                <a:lnTo>
                  <a:pt x="4260907" y="68894"/>
                </a:lnTo>
                <a:lnTo>
                  <a:pt x="4260879" y="69472"/>
                </a:lnTo>
                <a:lnTo>
                  <a:pt x="4260862" y="70054"/>
                </a:lnTo>
                <a:lnTo>
                  <a:pt x="4260856" y="70640"/>
                </a:lnTo>
                <a:lnTo>
                  <a:pt x="4260863" y="71282"/>
                </a:lnTo>
                <a:lnTo>
                  <a:pt x="4260884" y="71921"/>
                </a:lnTo>
                <a:lnTo>
                  <a:pt x="4260918" y="72554"/>
                </a:lnTo>
                <a:lnTo>
                  <a:pt x="4260965" y="73183"/>
                </a:lnTo>
                <a:lnTo>
                  <a:pt x="4261027" y="73807"/>
                </a:lnTo>
                <a:lnTo>
                  <a:pt x="4261101" y="74427"/>
                </a:lnTo>
                <a:lnTo>
                  <a:pt x="4261190" y="75042"/>
                </a:lnTo>
                <a:lnTo>
                  <a:pt x="4261292" y="75652"/>
                </a:lnTo>
                <a:lnTo>
                  <a:pt x="4261407" y="76258"/>
                </a:lnTo>
                <a:lnTo>
                  <a:pt x="4261537" y="76859"/>
                </a:lnTo>
                <a:lnTo>
                  <a:pt x="4261679" y="77455"/>
                </a:lnTo>
                <a:lnTo>
                  <a:pt x="4261836" y="78047"/>
                </a:lnTo>
                <a:lnTo>
                  <a:pt x="4262006" y="78634"/>
                </a:lnTo>
                <a:lnTo>
                  <a:pt x="4262189" y="79216"/>
                </a:lnTo>
                <a:lnTo>
                  <a:pt x="4262387" y="79794"/>
                </a:lnTo>
                <a:lnTo>
                  <a:pt x="4262598" y="80367"/>
                </a:lnTo>
                <a:lnTo>
                  <a:pt x="4262822" y="80935"/>
                </a:lnTo>
                <a:lnTo>
                  <a:pt x="4263060" y="81499"/>
                </a:lnTo>
                <a:lnTo>
                  <a:pt x="4263312" y="82058"/>
                </a:lnTo>
                <a:lnTo>
                  <a:pt x="4263577" y="82613"/>
                </a:lnTo>
                <a:lnTo>
                  <a:pt x="4263856" y="83163"/>
                </a:lnTo>
                <a:lnTo>
                  <a:pt x="4264148" y="83708"/>
                </a:lnTo>
                <a:lnTo>
                  <a:pt x="4264454" y="84248"/>
                </a:lnTo>
                <a:lnTo>
                  <a:pt x="4264774" y="84784"/>
                </a:lnTo>
                <a:lnTo>
                  <a:pt x="4265107" y="85313"/>
                </a:lnTo>
                <a:lnTo>
                  <a:pt x="4265452" y="85832"/>
                </a:lnTo>
                <a:lnTo>
                  <a:pt x="4265811" y="86342"/>
                </a:lnTo>
                <a:lnTo>
                  <a:pt x="4266182" y="86841"/>
                </a:lnTo>
                <a:lnTo>
                  <a:pt x="4266565" y="87332"/>
                </a:lnTo>
                <a:lnTo>
                  <a:pt x="4266962" y="87812"/>
                </a:lnTo>
                <a:lnTo>
                  <a:pt x="4267371" y="88283"/>
                </a:lnTo>
                <a:lnTo>
                  <a:pt x="4267793" y="88744"/>
                </a:lnTo>
                <a:lnTo>
                  <a:pt x="4268228" y="89196"/>
                </a:lnTo>
                <a:lnTo>
                  <a:pt x="4268675" y="89637"/>
                </a:lnTo>
                <a:lnTo>
                  <a:pt x="4269136" y="90070"/>
                </a:lnTo>
                <a:lnTo>
                  <a:pt x="4269609" y="90492"/>
                </a:lnTo>
                <a:lnTo>
                  <a:pt x="4270094" y="90905"/>
                </a:lnTo>
                <a:lnTo>
                  <a:pt x="4270593" y="91308"/>
                </a:lnTo>
                <a:lnTo>
                  <a:pt x="4271104" y="91702"/>
                </a:lnTo>
                <a:lnTo>
                  <a:pt x="4271628" y="92086"/>
                </a:lnTo>
                <a:lnTo>
                  <a:pt x="4272165" y="92460"/>
                </a:lnTo>
                <a:lnTo>
                  <a:pt x="4272714" y="92825"/>
                </a:lnTo>
                <a:lnTo>
                  <a:pt x="4273276" y="93180"/>
                </a:lnTo>
                <a:lnTo>
                  <a:pt x="4273851" y="93525"/>
                </a:lnTo>
                <a:lnTo>
                  <a:pt x="4274439" y="93861"/>
                </a:lnTo>
                <a:lnTo>
                  <a:pt x="4275039" y="94187"/>
                </a:lnTo>
                <a:lnTo>
                  <a:pt x="4275652" y="94503"/>
                </a:lnTo>
                <a:lnTo>
                  <a:pt x="4276278" y="94810"/>
                </a:lnTo>
                <a:lnTo>
                  <a:pt x="4276931" y="95114"/>
                </a:lnTo>
                <a:lnTo>
                  <a:pt x="4277626" y="95423"/>
                </a:lnTo>
                <a:lnTo>
                  <a:pt x="4278363" y="95737"/>
                </a:lnTo>
                <a:lnTo>
                  <a:pt x="4279142" y="96055"/>
                </a:lnTo>
                <a:lnTo>
                  <a:pt x="4279962" y="96378"/>
                </a:lnTo>
                <a:lnTo>
                  <a:pt x="4280825" y="96705"/>
                </a:lnTo>
                <a:lnTo>
                  <a:pt x="4281729" y="97037"/>
                </a:lnTo>
                <a:lnTo>
                  <a:pt x="4282675" y="97374"/>
                </a:lnTo>
                <a:lnTo>
                  <a:pt x="4283663" y="97716"/>
                </a:lnTo>
                <a:lnTo>
                  <a:pt x="4284692" y="98062"/>
                </a:lnTo>
                <a:lnTo>
                  <a:pt x="4285764" y="98412"/>
                </a:lnTo>
                <a:lnTo>
                  <a:pt x="4286877" y="98768"/>
                </a:lnTo>
                <a:lnTo>
                  <a:pt x="4288032" y="99128"/>
                </a:lnTo>
                <a:lnTo>
                  <a:pt x="4289229" y="99492"/>
                </a:lnTo>
                <a:lnTo>
                  <a:pt x="4290468" y="99862"/>
                </a:lnTo>
                <a:lnTo>
                  <a:pt x="4291749" y="100236"/>
                </a:lnTo>
                <a:lnTo>
                  <a:pt x="4293072" y="100614"/>
                </a:lnTo>
                <a:lnTo>
                  <a:pt x="4294436" y="100998"/>
                </a:lnTo>
                <a:lnTo>
                  <a:pt x="4295842" y="101386"/>
                </a:lnTo>
                <a:lnTo>
                  <a:pt x="4297290" y="101778"/>
                </a:lnTo>
                <a:lnTo>
                  <a:pt x="4298780" y="102175"/>
                </a:lnTo>
                <a:lnTo>
                  <a:pt x="4300312" y="102577"/>
                </a:lnTo>
                <a:lnTo>
                  <a:pt x="4301886" y="102984"/>
                </a:lnTo>
                <a:lnTo>
                  <a:pt x="4303501" y="103395"/>
                </a:lnTo>
                <a:lnTo>
                  <a:pt x="4304697" y="103696"/>
                </a:lnTo>
                <a:lnTo>
                  <a:pt x="4305855" y="103993"/>
                </a:lnTo>
                <a:lnTo>
                  <a:pt x="4306975" y="104285"/>
                </a:lnTo>
                <a:lnTo>
                  <a:pt x="4308058" y="104573"/>
                </a:lnTo>
                <a:lnTo>
                  <a:pt x="4309102" y="104857"/>
                </a:lnTo>
                <a:lnTo>
                  <a:pt x="4310109" y="105136"/>
                </a:lnTo>
                <a:lnTo>
                  <a:pt x="4311077" y="105410"/>
                </a:lnTo>
                <a:lnTo>
                  <a:pt x="4312008" y="105680"/>
                </a:lnTo>
                <a:lnTo>
                  <a:pt x="4312901" y="105946"/>
                </a:lnTo>
                <a:lnTo>
                  <a:pt x="4313756" y="106207"/>
                </a:lnTo>
                <a:lnTo>
                  <a:pt x="4314573" y="106464"/>
                </a:lnTo>
                <a:lnTo>
                  <a:pt x="4315352" y="106716"/>
                </a:lnTo>
                <a:lnTo>
                  <a:pt x="4316094" y="106964"/>
                </a:lnTo>
                <a:lnTo>
                  <a:pt x="4316797" y="107208"/>
                </a:lnTo>
                <a:lnTo>
                  <a:pt x="4317463" y="107447"/>
                </a:lnTo>
                <a:lnTo>
                  <a:pt x="4318091" y="107681"/>
                </a:lnTo>
                <a:lnTo>
                  <a:pt x="4318681" y="107912"/>
                </a:lnTo>
                <a:lnTo>
                  <a:pt x="4319233" y="108137"/>
                </a:lnTo>
                <a:lnTo>
                  <a:pt x="4319747" y="108358"/>
                </a:lnTo>
                <a:lnTo>
                  <a:pt x="4320223" y="108575"/>
                </a:lnTo>
                <a:lnTo>
                  <a:pt x="4320661" y="108788"/>
                </a:lnTo>
                <a:lnTo>
                  <a:pt x="4321062" y="108996"/>
                </a:lnTo>
                <a:lnTo>
                  <a:pt x="4321424" y="109199"/>
                </a:lnTo>
                <a:lnTo>
                  <a:pt x="4321749" y="109398"/>
                </a:lnTo>
                <a:lnTo>
                  <a:pt x="4322178" y="109689"/>
                </a:lnTo>
                <a:lnTo>
                  <a:pt x="4322589" y="109990"/>
                </a:lnTo>
                <a:lnTo>
                  <a:pt x="4322981" y="110299"/>
                </a:lnTo>
                <a:lnTo>
                  <a:pt x="4323355" y="110617"/>
                </a:lnTo>
                <a:lnTo>
                  <a:pt x="4323711" y="110944"/>
                </a:lnTo>
                <a:lnTo>
                  <a:pt x="4324049" y="111280"/>
                </a:lnTo>
                <a:lnTo>
                  <a:pt x="4324368" y="111624"/>
                </a:lnTo>
                <a:lnTo>
                  <a:pt x="4324669" y="111978"/>
                </a:lnTo>
                <a:lnTo>
                  <a:pt x="4324952" y="112340"/>
                </a:lnTo>
                <a:lnTo>
                  <a:pt x="4325217" y="112712"/>
                </a:lnTo>
                <a:lnTo>
                  <a:pt x="4325463" y="113092"/>
                </a:lnTo>
                <a:lnTo>
                  <a:pt x="4325691" y="113481"/>
                </a:lnTo>
                <a:lnTo>
                  <a:pt x="4325901" y="113879"/>
                </a:lnTo>
                <a:lnTo>
                  <a:pt x="4326093" y="114286"/>
                </a:lnTo>
                <a:lnTo>
                  <a:pt x="4326266" y="114702"/>
                </a:lnTo>
                <a:lnTo>
                  <a:pt x="4326421" y="115127"/>
                </a:lnTo>
                <a:lnTo>
                  <a:pt x="4326558" y="115560"/>
                </a:lnTo>
                <a:lnTo>
                  <a:pt x="4326677" y="116003"/>
                </a:lnTo>
                <a:lnTo>
                  <a:pt x="4326777" y="116454"/>
                </a:lnTo>
                <a:lnTo>
                  <a:pt x="4326859" y="116914"/>
                </a:lnTo>
                <a:lnTo>
                  <a:pt x="4326923" y="117384"/>
                </a:lnTo>
                <a:lnTo>
                  <a:pt x="4326969" y="117862"/>
                </a:lnTo>
                <a:lnTo>
                  <a:pt x="4326996" y="118348"/>
                </a:lnTo>
                <a:lnTo>
                  <a:pt x="4327005" y="118844"/>
                </a:lnTo>
                <a:lnTo>
                  <a:pt x="4326995" y="119399"/>
                </a:lnTo>
                <a:lnTo>
                  <a:pt x="4326964" y="119947"/>
                </a:lnTo>
                <a:lnTo>
                  <a:pt x="4326912" y="120489"/>
                </a:lnTo>
                <a:lnTo>
                  <a:pt x="4326840" y="121026"/>
                </a:lnTo>
                <a:lnTo>
                  <a:pt x="4326747" y="121556"/>
                </a:lnTo>
                <a:lnTo>
                  <a:pt x="4326634" y="122081"/>
                </a:lnTo>
                <a:lnTo>
                  <a:pt x="4326499" y="122600"/>
                </a:lnTo>
                <a:lnTo>
                  <a:pt x="4326344" y="123112"/>
                </a:lnTo>
                <a:lnTo>
                  <a:pt x="4326169" y="123619"/>
                </a:lnTo>
                <a:lnTo>
                  <a:pt x="4325972" y="124120"/>
                </a:lnTo>
                <a:lnTo>
                  <a:pt x="4325755" y="124614"/>
                </a:lnTo>
                <a:lnTo>
                  <a:pt x="4325518" y="125103"/>
                </a:lnTo>
                <a:lnTo>
                  <a:pt x="4325260" y="125586"/>
                </a:lnTo>
                <a:lnTo>
                  <a:pt x="4324981" y="126063"/>
                </a:lnTo>
                <a:lnTo>
                  <a:pt x="4324681" y="126534"/>
                </a:lnTo>
                <a:lnTo>
                  <a:pt x="4324361" y="126999"/>
                </a:lnTo>
                <a:lnTo>
                  <a:pt x="4324020" y="127458"/>
                </a:lnTo>
                <a:lnTo>
                  <a:pt x="4323658" y="127911"/>
                </a:lnTo>
                <a:lnTo>
                  <a:pt x="4323276" y="128358"/>
                </a:lnTo>
                <a:lnTo>
                  <a:pt x="4322873" y="128799"/>
                </a:lnTo>
                <a:lnTo>
                  <a:pt x="4322450" y="129234"/>
                </a:lnTo>
                <a:lnTo>
                  <a:pt x="4322005" y="129663"/>
                </a:lnTo>
                <a:lnTo>
                  <a:pt x="4321541" y="130086"/>
                </a:lnTo>
                <a:lnTo>
                  <a:pt x="4321055" y="130503"/>
                </a:lnTo>
                <a:lnTo>
                  <a:pt x="4320548" y="130909"/>
                </a:lnTo>
                <a:lnTo>
                  <a:pt x="4320019" y="131297"/>
                </a:lnTo>
                <a:lnTo>
                  <a:pt x="4319468" y="131668"/>
                </a:lnTo>
                <a:lnTo>
                  <a:pt x="4318895" y="132021"/>
                </a:lnTo>
                <a:lnTo>
                  <a:pt x="4318300" y="132358"/>
                </a:lnTo>
                <a:lnTo>
                  <a:pt x="4317683" y="132677"/>
                </a:lnTo>
                <a:lnTo>
                  <a:pt x="4317044" y="132979"/>
                </a:lnTo>
                <a:lnTo>
                  <a:pt x="4316383" y="133263"/>
                </a:lnTo>
                <a:lnTo>
                  <a:pt x="4315700" y="133531"/>
                </a:lnTo>
                <a:lnTo>
                  <a:pt x="4314994" y="133781"/>
                </a:lnTo>
                <a:lnTo>
                  <a:pt x="4314267" y="134014"/>
                </a:lnTo>
                <a:lnTo>
                  <a:pt x="4313518" y="134229"/>
                </a:lnTo>
                <a:lnTo>
                  <a:pt x="4312746" y="134428"/>
                </a:lnTo>
                <a:lnTo>
                  <a:pt x="4311953" y="134609"/>
                </a:lnTo>
                <a:lnTo>
                  <a:pt x="4311138" y="134773"/>
                </a:lnTo>
                <a:lnTo>
                  <a:pt x="4310300" y="134919"/>
                </a:lnTo>
                <a:lnTo>
                  <a:pt x="4309441" y="135049"/>
                </a:lnTo>
                <a:lnTo>
                  <a:pt x="4308559" y="135161"/>
                </a:lnTo>
                <a:lnTo>
                  <a:pt x="4307655" y="135256"/>
                </a:lnTo>
                <a:lnTo>
                  <a:pt x="4306730" y="135333"/>
                </a:lnTo>
                <a:lnTo>
                  <a:pt x="4305782" y="135394"/>
                </a:lnTo>
                <a:lnTo>
                  <a:pt x="4304813" y="135437"/>
                </a:lnTo>
                <a:lnTo>
                  <a:pt x="4303821" y="135463"/>
                </a:lnTo>
                <a:lnTo>
                  <a:pt x="4302807" y="135471"/>
                </a:lnTo>
                <a:lnTo>
                  <a:pt x="4301800" y="135462"/>
                </a:lnTo>
                <a:lnTo>
                  <a:pt x="4300811" y="135432"/>
                </a:lnTo>
                <a:lnTo>
                  <a:pt x="4299842" y="135384"/>
                </a:lnTo>
                <a:lnTo>
                  <a:pt x="4298891" y="135315"/>
                </a:lnTo>
                <a:lnTo>
                  <a:pt x="4297959" y="135227"/>
                </a:lnTo>
                <a:lnTo>
                  <a:pt x="4297046" y="135120"/>
                </a:lnTo>
                <a:lnTo>
                  <a:pt x="4296151" y="134993"/>
                </a:lnTo>
                <a:lnTo>
                  <a:pt x="4295275" y="134846"/>
                </a:lnTo>
                <a:lnTo>
                  <a:pt x="4294418" y="134680"/>
                </a:lnTo>
                <a:lnTo>
                  <a:pt x="4293580" y="134495"/>
                </a:lnTo>
                <a:lnTo>
                  <a:pt x="4292761" y="134290"/>
                </a:lnTo>
                <a:lnTo>
                  <a:pt x="4291960" y="134065"/>
                </a:lnTo>
                <a:lnTo>
                  <a:pt x="4291178" y="133821"/>
                </a:lnTo>
                <a:lnTo>
                  <a:pt x="4290415" y="133557"/>
                </a:lnTo>
                <a:lnTo>
                  <a:pt x="4289670" y="133274"/>
                </a:lnTo>
                <a:lnTo>
                  <a:pt x="4288945" y="132971"/>
                </a:lnTo>
                <a:lnTo>
                  <a:pt x="4288238" y="132649"/>
                </a:lnTo>
                <a:lnTo>
                  <a:pt x="4287550" y="132307"/>
                </a:lnTo>
                <a:lnTo>
                  <a:pt x="4286880" y="131946"/>
                </a:lnTo>
                <a:lnTo>
                  <a:pt x="4286230" y="131565"/>
                </a:lnTo>
                <a:lnTo>
                  <a:pt x="4285598" y="131165"/>
                </a:lnTo>
                <a:lnTo>
                  <a:pt x="4284985" y="130745"/>
                </a:lnTo>
                <a:lnTo>
                  <a:pt x="4284391" y="130305"/>
                </a:lnTo>
                <a:lnTo>
                  <a:pt x="4283815" y="129846"/>
                </a:lnTo>
                <a:lnTo>
                  <a:pt x="4283258" y="129369"/>
                </a:lnTo>
                <a:lnTo>
                  <a:pt x="4282720" y="128874"/>
                </a:lnTo>
                <a:lnTo>
                  <a:pt x="4282200" y="128362"/>
                </a:lnTo>
                <a:lnTo>
                  <a:pt x="4281698" y="127833"/>
                </a:lnTo>
                <a:lnTo>
                  <a:pt x="4281215" y="127287"/>
                </a:lnTo>
                <a:lnTo>
                  <a:pt x="4280750" y="126724"/>
                </a:lnTo>
                <a:lnTo>
                  <a:pt x="4280304" y="126143"/>
                </a:lnTo>
                <a:lnTo>
                  <a:pt x="4279876" y="125546"/>
                </a:lnTo>
                <a:lnTo>
                  <a:pt x="4279466" y="124931"/>
                </a:lnTo>
                <a:lnTo>
                  <a:pt x="4279075" y="124299"/>
                </a:lnTo>
                <a:lnTo>
                  <a:pt x="4278703" y="123650"/>
                </a:lnTo>
                <a:lnTo>
                  <a:pt x="4278348" y="122984"/>
                </a:lnTo>
                <a:lnTo>
                  <a:pt x="4278012" y="122301"/>
                </a:lnTo>
                <a:lnTo>
                  <a:pt x="4277695" y="121600"/>
                </a:lnTo>
                <a:lnTo>
                  <a:pt x="4277396" y="120883"/>
                </a:lnTo>
                <a:lnTo>
                  <a:pt x="4277115" y="120148"/>
                </a:lnTo>
                <a:lnTo>
                  <a:pt x="4276853" y="119396"/>
                </a:lnTo>
                <a:lnTo>
                  <a:pt x="4276610" y="118627"/>
                </a:lnTo>
                <a:lnTo>
                  <a:pt x="4276384" y="117841"/>
                </a:lnTo>
                <a:lnTo>
                  <a:pt x="4276177" y="117038"/>
                </a:lnTo>
                <a:lnTo>
                  <a:pt x="4275989" y="116217"/>
                </a:lnTo>
                <a:lnTo>
                  <a:pt x="4275819" y="115380"/>
                </a:lnTo>
                <a:lnTo>
                  <a:pt x="4275667" y="114525"/>
                </a:lnTo>
                <a:lnTo>
                  <a:pt x="4275534" y="113653"/>
                </a:lnTo>
                <a:lnTo>
                  <a:pt x="4257881" y="116430"/>
                </a:lnTo>
                <a:lnTo>
                  <a:pt x="4258143" y="117817"/>
                </a:lnTo>
                <a:lnTo>
                  <a:pt x="4258431" y="119174"/>
                </a:lnTo>
                <a:lnTo>
                  <a:pt x="4258747" y="120504"/>
                </a:lnTo>
                <a:lnTo>
                  <a:pt x="4259089" y="121804"/>
                </a:lnTo>
                <a:lnTo>
                  <a:pt x="4259459" y="123076"/>
                </a:lnTo>
                <a:lnTo>
                  <a:pt x="4259855" y="124319"/>
                </a:lnTo>
                <a:close/>
                <a:moveTo>
                  <a:pt x="5475157" y="119271"/>
                </a:moveTo>
                <a:lnTo>
                  <a:pt x="5474753" y="120067"/>
                </a:lnTo>
                <a:lnTo>
                  <a:pt x="5474339" y="120842"/>
                </a:lnTo>
                <a:lnTo>
                  <a:pt x="5473915" y="121596"/>
                </a:lnTo>
                <a:lnTo>
                  <a:pt x="5473482" y="122328"/>
                </a:lnTo>
                <a:lnTo>
                  <a:pt x="5473038" y="123040"/>
                </a:lnTo>
                <a:lnTo>
                  <a:pt x="5472584" y="123730"/>
                </a:lnTo>
                <a:lnTo>
                  <a:pt x="5472121" y="124399"/>
                </a:lnTo>
                <a:lnTo>
                  <a:pt x="5471647" y="125047"/>
                </a:lnTo>
                <a:lnTo>
                  <a:pt x="5471163" y="125674"/>
                </a:lnTo>
                <a:lnTo>
                  <a:pt x="5470670" y="126280"/>
                </a:lnTo>
                <a:lnTo>
                  <a:pt x="5470166" y="126864"/>
                </a:lnTo>
                <a:lnTo>
                  <a:pt x="5469652" y="127428"/>
                </a:lnTo>
                <a:lnTo>
                  <a:pt x="5469129" y="127970"/>
                </a:lnTo>
                <a:lnTo>
                  <a:pt x="5468595" y="128491"/>
                </a:lnTo>
                <a:lnTo>
                  <a:pt x="5468052" y="128991"/>
                </a:lnTo>
                <a:lnTo>
                  <a:pt x="5467498" y="129470"/>
                </a:lnTo>
                <a:lnTo>
                  <a:pt x="5466935" y="129928"/>
                </a:lnTo>
                <a:lnTo>
                  <a:pt x="5466361" y="130364"/>
                </a:lnTo>
                <a:lnTo>
                  <a:pt x="5465778" y="130781"/>
                </a:lnTo>
                <a:lnTo>
                  <a:pt x="5465184" y="131180"/>
                </a:lnTo>
                <a:lnTo>
                  <a:pt x="5464581" y="131561"/>
                </a:lnTo>
                <a:lnTo>
                  <a:pt x="5463967" y="131925"/>
                </a:lnTo>
                <a:lnTo>
                  <a:pt x="5463344" y="132270"/>
                </a:lnTo>
                <a:lnTo>
                  <a:pt x="5462710" y="132598"/>
                </a:lnTo>
                <a:lnTo>
                  <a:pt x="5462067" y="132909"/>
                </a:lnTo>
                <a:lnTo>
                  <a:pt x="5461413" y="133201"/>
                </a:lnTo>
                <a:lnTo>
                  <a:pt x="5460750" y="133476"/>
                </a:lnTo>
                <a:lnTo>
                  <a:pt x="5460077" y="133733"/>
                </a:lnTo>
                <a:lnTo>
                  <a:pt x="5459393" y="133973"/>
                </a:lnTo>
                <a:lnTo>
                  <a:pt x="5458700" y="134195"/>
                </a:lnTo>
                <a:lnTo>
                  <a:pt x="5457997" y="134398"/>
                </a:lnTo>
                <a:lnTo>
                  <a:pt x="5457283" y="134585"/>
                </a:lnTo>
                <a:lnTo>
                  <a:pt x="5456560" y="134753"/>
                </a:lnTo>
                <a:lnTo>
                  <a:pt x="5455827" y="134904"/>
                </a:lnTo>
                <a:lnTo>
                  <a:pt x="5455083" y="135037"/>
                </a:lnTo>
                <a:lnTo>
                  <a:pt x="5454330" y="135152"/>
                </a:lnTo>
                <a:lnTo>
                  <a:pt x="5453567" y="135250"/>
                </a:lnTo>
                <a:lnTo>
                  <a:pt x="5452794" y="135330"/>
                </a:lnTo>
                <a:lnTo>
                  <a:pt x="5452010" y="135392"/>
                </a:lnTo>
                <a:lnTo>
                  <a:pt x="5451217" y="135436"/>
                </a:lnTo>
                <a:lnTo>
                  <a:pt x="5450414" y="135463"/>
                </a:lnTo>
                <a:lnTo>
                  <a:pt x="5449601" y="135471"/>
                </a:lnTo>
                <a:lnTo>
                  <a:pt x="5448509" y="135455"/>
                </a:lnTo>
                <a:lnTo>
                  <a:pt x="5447433" y="135408"/>
                </a:lnTo>
                <a:lnTo>
                  <a:pt x="5446371" y="135328"/>
                </a:lnTo>
                <a:lnTo>
                  <a:pt x="5445325" y="135216"/>
                </a:lnTo>
                <a:lnTo>
                  <a:pt x="5444294" y="135072"/>
                </a:lnTo>
                <a:lnTo>
                  <a:pt x="5443278" y="134897"/>
                </a:lnTo>
                <a:lnTo>
                  <a:pt x="5442278" y="134689"/>
                </a:lnTo>
                <a:lnTo>
                  <a:pt x="5441292" y="134449"/>
                </a:lnTo>
                <a:lnTo>
                  <a:pt x="5440322" y="134178"/>
                </a:lnTo>
                <a:lnTo>
                  <a:pt x="5439367" y="133874"/>
                </a:lnTo>
                <a:lnTo>
                  <a:pt x="5438426" y="133539"/>
                </a:lnTo>
                <a:lnTo>
                  <a:pt x="5437501" y="133172"/>
                </a:lnTo>
                <a:lnTo>
                  <a:pt x="5436592" y="132773"/>
                </a:lnTo>
                <a:lnTo>
                  <a:pt x="5435697" y="132341"/>
                </a:lnTo>
                <a:lnTo>
                  <a:pt x="5434818" y="131878"/>
                </a:lnTo>
                <a:lnTo>
                  <a:pt x="5433953" y="131383"/>
                </a:lnTo>
                <a:lnTo>
                  <a:pt x="5433104" y="130856"/>
                </a:lnTo>
                <a:lnTo>
                  <a:pt x="5432270" y="130297"/>
                </a:lnTo>
                <a:lnTo>
                  <a:pt x="5431451" y="129706"/>
                </a:lnTo>
                <a:lnTo>
                  <a:pt x="5430647" y="129084"/>
                </a:lnTo>
                <a:lnTo>
                  <a:pt x="5429859" y="128429"/>
                </a:lnTo>
                <a:lnTo>
                  <a:pt x="5429085" y="127742"/>
                </a:lnTo>
                <a:lnTo>
                  <a:pt x="5428327" y="127024"/>
                </a:lnTo>
                <a:lnTo>
                  <a:pt x="5427584" y="126273"/>
                </a:lnTo>
                <a:lnTo>
                  <a:pt x="5426862" y="125492"/>
                </a:lnTo>
                <a:lnTo>
                  <a:pt x="5426167" y="124684"/>
                </a:lnTo>
                <a:lnTo>
                  <a:pt x="5425500" y="123847"/>
                </a:lnTo>
                <a:lnTo>
                  <a:pt x="5424860" y="122982"/>
                </a:lnTo>
                <a:lnTo>
                  <a:pt x="5424246" y="122089"/>
                </a:lnTo>
                <a:lnTo>
                  <a:pt x="5423661" y="121167"/>
                </a:lnTo>
                <a:lnTo>
                  <a:pt x="5423102" y="120218"/>
                </a:lnTo>
                <a:lnTo>
                  <a:pt x="5422570" y="119240"/>
                </a:lnTo>
                <a:lnTo>
                  <a:pt x="5422066" y="118234"/>
                </a:lnTo>
                <a:lnTo>
                  <a:pt x="5421589" y="117200"/>
                </a:lnTo>
                <a:lnTo>
                  <a:pt x="5421139" y="116138"/>
                </a:lnTo>
                <a:lnTo>
                  <a:pt x="5420716" y="115048"/>
                </a:lnTo>
                <a:lnTo>
                  <a:pt x="5420321" y="113929"/>
                </a:lnTo>
                <a:lnTo>
                  <a:pt x="5419953" y="112783"/>
                </a:lnTo>
                <a:lnTo>
                  <a:pt x="5419611" y="111608"/>
                </a:lnTo>
                <a:lnTo>
                  <a:pt x="5419298" y="110405"/>
                </a:lnTo>
                <a:lnTo>
                  <a:pt x="5419011" y="109174"/>
                </a:lnTo>
                <a:lnTo>
                  <a:pt x="5418751" y="107915"/>
                </a:lnTo>
                <a:lnTo>
                  <a:pt x="5418519" y="106628"/>
                </a:lnTo>
                <a:lnTo>
                  <a:pt x="5418314" y="105312"/>
                </a:lnTo>
                <a:lnTo>
                  <a:pt x="5418136" y="103969"/>
                </a:lnTo>
                <a:lnTo>
                  <a:pt x="5417986" y="102597"/>
                </a:lnTo>
                <a:lnTo>
                  <a:pt x="5417862" y="101197"/>
                </a:lnTo>
                <a:lnTo>
                  <a:pt x="5417766" y="99769"/>
                </a:lnTo>
                <a:lnTo>
                  <a:pt x="5496312" y="99769"/>
                </a:lnTo>
                <a:lnTo>
                  <a:pt x="5496320" y="99508"/>
                </a:lnTo>
                <a:lnTo>
                  <a:pt x="5496327" y="99252"/>
                </a:lnTo>
                <a:lnTo>
                  <a:pt x="5496335" y="99002"/>
                </a:lnTo>
                <a:lnTo>
                  <a:pt x="5496342" y="98757"/>
                </a:lnTo>
                <a:lnTo>
                  <a:pt x="5496349" y="98518"/>
                </a:lnTo>
                <a:lnTo>
                  <a:pt x="5496355" y="98284"/>
                </a:lnTo>
                <a:lnTo>
                  <a:pt x="5496361" y="98056"/>
                </a:lnTo>
                <a:lnTo>
                  <a:pt x="5496367" y="97833"/>
                </a:lnTo>
                <a:lnTo>
                  <a:pt x="5496372" y="97616"/>
                </a:lnTo>
                <a:lnTo>
                  <a:pt x="5496377" y="97404"/>
                </a:lnTo>
                <a:lnTo>
                  <a:pt x="5496382" y="97198"/>
                </a:lnTo>
                <a:lnTo>
                  <a:pt x="5496386" y="96997"/>
                </a:lnTo>
                <a:lnTo>
                  <a:pt x="5496390" y="96802"/>
                </a:lnTo>
                <a:lnTo>
                  <a:pt x="5496394" y="96612"/>
                </a:lnTo>
                <a:lnTo>
                  <a:pt x="5496397" y="96428"/>
                </a:lnTo>
                <a:lnTo>
                  <a:pt x="5496400" y="96250"/>
                </a:lnTo>
                <a:lnTo>
                  <a:pt x="5496402" y="96076"/>
                </a:lnTo>
                <a:lnTo>
                  <a:pt x="5496405" y="95909"/>
                </a:lnTo>
                <a:lnTo>
                  <a:pt x="5496406" y="95746"/>
                </a:lnTo>
                <a:lnTo>
                  <a:pt x="5496408" y="95590"/>
                </a:lnTo>
                <a:lnTo>
                  <a:pt x="5496409" y="95438"/>
                </a:lnTo>
                <a:lnTo>
                  <a:pt x="5496410" y="95293"/>
                </a:lnTo>
                <a:lnTo>
                  <a:pt x="5496411" y="95153"/>
                </a:lnTo>
                <a:lnTo>
                  <a:pt x="5496411" y="95018"/>
                </a:lnTo>
                <a:lnTo>
                  <a:pt x="5496387" y="92868"/>
                </a:lnTo>
                <a:lnTo>
                  <a:pt x="5496318" y="90759"/>
                </a:lnTo>
                <a:lnTo>
                  <a:pt x="5496202" y="88691"/>
                </a:lnTo>
                <a:lnTo>
                  <a:pt x="5496039" y="86663"/>
                </a:lnTo>
                <a:lnTo>
                  <a:pt x="5495830" y="84675"/>
                </a:lnTo>
                <a:lnTo>
                  <a:pt x="5495574" y="82728"/>
                </a:lnTo>
                <a:lnTo>
                  <a:pt x="5495272" y="80822"/>
                </a:lnTo>
                <a:lnTo>
                  <a:pt x="5494923" y="78956"/>
                </a:lnTo>
                <a:lnTo>
                  <a:pt x="5494528" y="77131"/>
                </a:lnTo>
                <a:lnTo>
                  <a:pt x="5494086" y="75347"/>
                </a:lnTo>
                <a:lnTo>
                  <a:pt x="5493598" y="73603"/>
                </a:lnTo>
                <a:lnTo>
                  <a:pt x="5493064" y="71899"/>
                </a:lnTo>
                <a:lnTo>
                  <a:pt x="5492483" y="70237"/>
                </a:lnTo>
                <a:lnTo>
                  <a:pt x="5491855" y="68614"/>
                </a:lnTo>
                <a:lnTo>
                  <a:pt x="5491181" y="67033"/>
                </a:lnTo>
                <a:lnTo>
                  <a:pt x="5490460" y="65492"/>
                </a:lnTo>
                <a:lnTo>
                  <a:pt x="5489693" y="63991"/>
                </a:lnTo>
                <a:lnTo>
                  <a:pt x="5488880" y="62531"/>
                </a:lnTo>
                <a:lnTo>
                  <a:pt x="5488020" y="61112"/>
                </a:lnTo>
                <a:lnTo>
                  <a:pt x="5487113" y="59733"/>
                </a:lnTo>
                <a:lnTo>
                  <a:pt x="5486160" y="58394"/>
                </a:lnTo>
                <a:lnTo>
                  <a:pt x="5485161" y="57097"/>
                </a:lnTo>
                <a:lnTo>
                  <a:pt x="5484115" y="55840"/>
                </a:lnTo>
                <a:lnTo>
                  <a:pt x="5483022" y="54623"/>
                </a:lnTo>
                <a:lnTo>
                  <a:pt x="5481893" y="53451"/>
                </a:lnTo>
                <a:lnTo>
                  <a:pt x="5480737" y="52330"/>
                </a:lnTo>
                <a:lnTo>
                  <a:pt x="5479554" y="51258"/>
                </a:lnTo>
                <a:lnTo>
                  <a:pt x="5478345" y="50236"/>
                </a:lnTo>
                <a:lnTo>
                  <a:pt x="5477108" y="49264"/>
                </a:lnTo>
                <a:lnTo>
                  <a:pt x="5475845" y="48341"/>
                </a:lnTo>
                <a:lnTo>
                  <a:pt x="5474554" y="47469"/>
                </a:lnTo>
                <a:lnTo>
                  <a:pt x="5473237" y="46646"/>
                </a:lnTo>
                <a:lnTo>
                  <a:pt x="5471893" y="45873"/>
                </a:lnTo>
                <a:lnTo>
                  <a:pt x="5470522" y="45150"/>
                </a:lnTo>
                <a:lnTo>
                  <a:pt x="5469125" y="44477"/>
                </a:lnTo>
                <a:lnTo>
                  <a:pt x="5467700" y="43854"/>
                </a:lnTo>
                <a:lnTo>
                  <a:pt x="5466248" y="43281"/>
                </a:lnTo>
                <a:lnTo>
                  <a:pt x="5464770" y="42757"/>
                </a:lnTo>
                <a:lnTo>
                  <a:pt x="5463265" y="42284"/>
                </a:lnTo>
                <a:lnTo>
                  <a:pt x="5461733" y="41860"/>
                </a:lnTo>
                <a:lnTo>
                  <a:pt x="5460174" y="41486"/>
                </a:lnTo>
                <a:lnTo>
                  <a:pt x="5458588" y="41162"/>
                </a:lnTo>
                <a:lnTo>
                  <a:pt x="5456976" y="40888"/>
                </a:lnTo>
                <a:lnTo>
                  <a:pt x="5455336" y="40663"/>
                </a:lnTo>
                <a:lnTo>
                  <a:pt x="5453670" y="40489"/>
                </a:lnTo>
                <a:lnTo>
                  <a:pt x="5451977" y="40364"/>
                </a:lnTo>
                <a:lnTo>
                  <a:pt x="5450257" y="40289"/>
                </a:lnTo>
                <a:lnTo>
                  <a:pt x="5448510" y="40265"/>
                </a:lnTo>
                <a:lnTo>
                  <a:pt x="5446706" y="40290"/>
                </a:lnTo>
                <a:lnTo>
                  <a:pt x="5444930" y="40366"/>
                </a:lnTo>
                <a:lnTo>
                  <a:pt x="5443182" y="40494"/>
                </a:lnTo>
                <a:lnTo>
                  <a:pt x="5441463" y="40672"/>
                </a:lnTo>
                <a:lnTo>
                  <a:pt x="5439772" y="40902"/>
                </a:lnTo>
                <a:lnTo>
                  <a:pt x="5438109" y="41182"/>
                </a:lnTo>
                <a:lnTo>
                  <a:pt x="5436474" y="41513"/>
                </a:lnTo>
                <a:lnTo>
                  <a:pt x="5434868" y="41895"/>
                </a:lnTo>
                <a:lnTo>
                  <a:pt x="5433290" y="42329"/>
                </a:lnTo>
                <a:lnTo>
                  <a:pt x="5431740" y="42813"/>
                </a:lnTo>
                <a:lnTo>
                  <a:pt x="5430218" y="43348"/>
                </a:lnTo>
                <a:lnTo>
                  <a:pt x="5428725" y="43934"/>
                </a:lnTo>
                <a:lnTo>
                  <a:pt x="5427259" y="44571"/>
                </a:lnTo>
                <a:lnTo>
                  <a:pt x="5425822" y="45259"/>
                </a:lnTo>
                <a:lnTo>
                  <a:pt x="5424414" y="45998"/>
                </a:lnTo>
                <a:lnTo>
                  <a:pt x="5423033" y="46788"/>
                </a:lnTo>
                <a:lnTo>
                  <a:pt x="5421681" y="47629"/>
                </a:lnTo>
                <a:lnTo>
                  <a:pt x="5420357" y="48521"/>
                </a:lnTo>
                <a:lnTo>
                  <a:pt x="5419061" y="49464"/>
                </a:lnTo>
                <a:lnTo>
                  <a:pt x="5417793" y="50457"/>
                </a:lnTo>
                <a:lnTo>
                  <a:pt x="5416554" y="51502"/>
                </a:lnTo>
                <a:lnTo>
                  <a:pt x="5415343" y="52598"/>
                </a:lnTo>
                <a:lnTo>
                  <a:pt x="5414160" y="53745"/>
                </a:lnTo>
                <a:lnTo>
                  <a:pt x="5413006" y="54942"/>
                </a:lnTo>
                <a:lnTo>
                  <a:pt x="5411889" y="56186"/>
                </a:lnTo>
                <a:lnTo>
                  <a:pt x="5410820" y="57471"/>
                </a:lnTo>
                <a:lnTo>
                  <a:pt x="5409798" y="58798"/>
                </a:lnTo>
                <a:lnTo>
                  <a:pt x="5408824" y="60165"/>
                </a:lnTo>
                <a:lnTo>
                  <a:pt x="5407897" y="61575"/>
                </a:lnTo>
                <a:lnTo>
                  <a:pt x="5407018" y="63025"/>
                </a:lnTo>
                <a:lnTo>
                  <a:pt x="5406186" y="64517"/>
                </a:lnTo>
                <a:lnTo>
                  <a:pt x="5405402" y="66050"/>
                </a:lnTo>
                <a:lnTo>
                  <a:pt x="5404666" y="67624"/>
                </a:lnTo>
                <a:lnTo>
                  <a:pt x="5403977" y="69240"/>
                </a:lnTo>
                <a:lnTo>
                  <a:pt x="5403335" y="70897"/>
                </a:lnTo>
                <a:lnTo>
                  <a:pt x="5402741" y="72595"/>
                </a:lnTo>
                <a:lnTo>
                  <a:pt x="5402195" y="74335"/>
                </a:lnTo>
                <a:lnTo>
                  <a:pt x="5401696" y="76116"/>
                </a:lnTo>
                <a:lnTo>
                  <a:pt x="5401244" y="77938"/>
                </a:lnTo>
                <a:lnTo>
                  <a:pt x="5400840" y="79802"/>
                </a:lnTo>
                <a:lnTo>
                  <a:pt x="5400484" y="81707"/>
                </a:lnTo>
                <a:lnTo>
                  <a:pt x="5400175" y="83653"/>
                </a:lnTo>
                <a:lnTo>
                  <a:pt x="5399914" y="85641"/>
                </a:lnTo>
                <a:lnTo>
                  <a:pt x="5399700" y="87670"/>
                </a:lnTo>
                <a:lnTo>
                  <a:pt x="5399533" y="89740"/>
                </a:lnTo>
                <a:lnTo>
                  <a:pt x="5399415" y="91851"/>
                </a:lnTo>
                <a:lnTo>
                  <a:pt x="5399343" y="94004"/>
                </a:lnTo>
                <a:lnTo>
                  <a:pt x="5399320" y="96199"/>
                </a:lnTo>
                <a:lnTo>
                  <a:pt x="5399343" y="98319"/>
                </a:lnTo>
                <a:lnTo>
                  <a:pt x="5399414" y="100400"/>
                </a:lnTo>
                <a:lnTo>
                  <a:pt x="5399531" y="102441"/>
                </a:lnTo>
                <a:lnTo>
                  <a:pt x="5399696" y="104442"/>
                </a:lnTo>
                <a:lnTo>
                  <a:pt x="5399907" y="106404"/>
                </a:lnTo>
                <a:lnTo>
                  <a:pt x="5400166" y="108326"/>
                </a:lnTo>
                <a:lnTo>
                  <a:pt x="5400471" y="110208"/>
                </a:lnTo>
                <a:lnTo>
                  <a:pt x="5400824" y="112050"/>
                </a:lnTo>
                <a:lnTo>
                  <a:pt x="5401223" y="113852"/>
                </a:lnTo>
                <a:lnTo>
                  <a:pt x="5401670" y="115615"/>
                </a:lnTo>
                <a:lnTo>
                  <a:pt x="5402163" y="117338"/>
                </a:lnTo>
                <a:lnTo>
                  <a:pt x="5402704" y="119021"/>
                </a:lnTo>
                <a:lnTo>
                  <a:pt x="5403291" y="120664"/>
                </a:lnTo>
                <a:lnTo>
                  <a:pt x="5403926" y="122268"/>
                </a:lnTo>
                <a:lnTo>
                  <a:pt x="5404608" y="123832"/>
                </a:lnTo>
                <a:lnTo>
                  <a:pt x="5405336" y="125356"/>
                </a:lnTo>
                <a:lnTo>
                  <a:pt x="5406112" y="126840"/>
                </a:lnTo>
                <a:lnTo>
                  <a:pt x="5406934" y="128284"/>
                </a:lnTo>
                <a:lnTo>
                  <a:pt x="5407804" y="129689"/>
                </a:lnTo>
                <a:lnTo>
                  <a:pt x="5408720" y="131054"/>
                </a:lnTo>
                <a:lnTo>
                  <a:pt x="5409684" y="132379"/>
                </a:lnTo>
                <a:lnTo>
                  <a:pt x="5410695" y="133665"/>
                </a:lnTo>
                <a:lnTo>
                  <a:pt x="5411752" y="134910"/>
                </a:lnTo>
                <a:lnTo>
                  <a:pt x="5412857" y="136116"/>
                </a:lnTo>
                <a:lnTo>
                  <a:pt x="5414002" y="137277"/>
                </a:lnTo>
                <a:lnTo>
                  <a:pt x="5415179" y="138389"/>
                </a:lnTo>
                <a:lnTo>
                  <a:pt x="5416391" y="139452"/>
                </a:lnTo>
                <a:lnTo>
                  <a:pt x="5417635" y="140465"/>
                </a:lnTo>
                <a:lnTo>
                  <a:pt x="5418913" y="141428"/>
                </a:lnTo>
                <a:lnTo>
                  <a:pt x="5420224" y="142342"/>
                </a:lnTo>
                <a:lnTo>
                  <a:pt x="5421568" y="143207"/>
                </a:lnTo>
                <a:lnTo>
                  <a:pt x="5422945" y="144022"/>
                </a:lnTo>
                <a:lnTo>
                  <a:pt x="5424356" y="144788"/>
                </a:lnTo>
                <a:lnTo>
                  <a:pt x="5425799" y="145505"/>
                </a:lnTo>
                <a:lnTo>
                  <a:pt x="5427276" y="146172"/>
                </a:lnTo>
                <a:lnTo>
                  <a:pt x="5428787" y="146790"/>
                </a:lnTo>
                <a:lnTo>
                  <a:pt x="5430330" y="147358"/>
                </a:lnTo>
                <a:lnTo>
                  <a:pt x="5431907" y="147877"/>
                </a:lnTo>
                <a:lnTo>
                  <a:pt x="5433517" y="148346"/>
                </a:lnTo>
                <a:lnTo>
                  <a:pt x="5435160" y="148766"/>
                </a:lnTo>
                <a:lnTo>
                  <a:pt x="5436836" y="149137"/>
                </a:lnTo>
                <a:lnTo>
                  <a:pt x="5438546" y="149458"/>
                </a:lnTo>
                <a:lnTo>
                  <a:pt x="5440289" y="149730"/>
                </a:lnTo>
                <a:lnTo>
                  <a:pt x="5442065" y="149952"/>
                </a:lnTo>
                <a:lnTo>
                  <a:pt x="5443874" y="150125"/>
                </a:lnTo>
                <a:lnTo>
                  <a:pt x="5445717" y="150249"/>
                </a:lnTo>
                <a:lnTo>
                  <a:pt x="5447593" y="150323"/>
                </a:lnTo>
                <a:lnTo>
                  <a:pt x="5449502" y="150347"/>
                </a:lnTo>
                <a:lnTo>
                  <a:pt x="5451019" y="150332"/>
                </a:lnTo>
                <a:lnTo>
                  <a:pt x="5452514" y="150285"/>
                </a:lnTo>
                <a:lnTo>
                  <a:pt x="5453986" y="150208"/>
                </a:lnTo>
                <a:lnTo>
                  <a:pt x="5455435" y="150100"/>
                </a:lnTo>
                <a:lnTo>
                  <a:pt x="5456862" y="149960"/>
                </a:lnTo>
                <a:lnTo>
                  <a:pt x="5458266" y="149790"/>
                </a:lnTo>
                <a:lnTo>
                  <a:pt x="5459647" y="149588"/>
                </a:lnTo>
                <a:lnTo>
                  <a:pt x="5461006" y="149356"/>
                </a:lnTo>
                <a:lnTo>
                  <a:pt x="5462341" y="149092"/>
                </a:lnTo>
                <a:lnTo>
                  <a:pt x="5463654" y="148798"/>
                </a:lnTo>
                <a:lnTo>
                  <a:pt x="5464945" y="148472"/>
                </a:lnTo>
                <a:lnTo>
                  <a:pt x="5466212" y="148116"/>
                </a:lnTo>
                <a:lnTo>
                  <a:pt x="5467457" y="147729"/>
                </a:lnTo>
                <a:lnTo>
                  <a:pt x="5468679" y="147310"/>
                </a:lnTo>
                <a:lnTo>
                  <a:pt x="5469879" y="146861"/>
                </a:lnTo>
                <a:lnTo>
                  <a:pt x="5471055" y="146381"/>
                </a:lnTo>
                <a:lnTo>
                  <a:pt x="5472209" y="145869"/>
                </a:lnTo>
                <a:lnTo>
                  <a:pt x="5473340" y="145327"/>
                </a:lnTo>
                <a:lnTo>
                  <a:pt x="5474449" y="144753"/>
                </a:lnTo>
                <a:lnTo>
                  <a:pt x="5475535" y="144149"/>
                </a:lnTo>
                <a:lnTo>
                  <a:pt x="5476598" y="143514"/>
                </a:lnTo>
                <a:lnTo>
                  <a:pt x="5477638" y="142847"/>
                </a:lnTo>
                <a:lnTo>
                  <a:pt x="5478656" y="142150"/>
                </a:lnTo>
                <a:lnTo>
                  <a:pt x="5479650" y="141422"/>
                </a:lnTo>
                <a:lnTo>
                  <a:pt x="5480621" y="140665"/>
                </a:lnTo>
                <a:lnTo>
                  <a:pt x="5481566" y="139884"/>
                </a:lnTo>
                <a:lnTo>
                  <a:pt x="5482485" y="139077"/>
                </a:lnTo>
                <a:lnTo>
                  <a:pt x="5483378" y="138246"/>
                </a:lnTo>
                <a:lnTo>
                  <a:pt x="5484245" y="137389"/>
                </a:lnTo>
                <a:lnTo>
                  <a:pt x="5485086" y="136507"/>
                </a:lnTo>
                <a:lnTo>
                  <a:pt x="5485902" y="135599"/>
                </a:lnTo>
                <a:lnTo>
                  <a:pt x="5486692" y="134667"/>
                </a:lnTo>
                <a:lnTo>
                  <a:pt x="5487456" y="133710"/>
                </a:lnTo>
                <a:lnTo>
                  <a:pt x="5488194" y="132727"/>
                </a:lnTo>
                <a:lnTo>
                  <a:pt x="5488906" y="131719"/>
                </a:lnTo>
                <a:lnTo>
                  <a:pt x="5489593" y="130686"/>
                </a:lnTo>
                <a:lnTo>
                  <a:pt x="5490253" y="129628"/>
                </a:lnTo>
                <a:lnTo>
                  <a:pt x="5490888" y="128545"/>
                </a:lnTo>
                <a:lnTo>
                  <a:pt x="5491497" y="127437"/>
                </a:lnTo>
                <a:lnTo>
                  <a:pt x="5492080" y="126303"/>
                </a:lnTo>
                <a:lnTo>
                  <a:pt x="5492637" y="125145"/>
                </a:lnTo>
                <a:lnTo>
                  <a:pt x="5493169" y="123961"/>
                </a:lnTo>
                <a:lnTo>
                  <a:pt x="5493675" y="122752"/>
                </a:lnTo>
                <a:lnTo>
                  <a:pt x="5494155" y="121518"/>
                </a:lnTo>
                <a:lnTo>
                  <a:pt x="5494609" y="120259"/>
                </a:lnTo>
                <a:lnTo>
                  <a:pt x="5495037" y="118975"/>
                </a:lnTo>
                <a:lnTo>
                  <a:pt x="5495439" y="117665"/>
                </a:lnTo>
                <a:lnTo>
                  <a:pt x="5495816" y="116331"/>
                </a:lnTo>
                <a:lnTo>
                  <a:pt x="5477369" y="114050"/>
                </a:lnTo>
                <a:lnTo>
                  <a:pt x="5477026" y="114973"/>
                </a:lnTo>
                <a:lnTo>
                  <a:pt x="5476672" y="115875"/>
                </a:lnTo>
                <a:lnTo>
                  <a:pt x="5476308" y="116756"/>
                </a:lnTo>
                <a:lnTo>
                  <a:pt x="5475934" y="117615"/>
                </a:lnTo>
                <a:lnTo>
                  <a:pt x="5475550" y="118454"/>
                </a:lnTo>
                <a:lnTo>
                  <a:pt x="5475157" y="119271"/>
                </a:lnTo>
                <a:close/>
                <a:moveTo>
                  <a:pt x="5419672" y="78455"/>
                </a:moveTo>
                <a:lnTo>
                  <a:pt x="5419915" y="77448"/>
                </a:lnTo>
                <a:lnTo>
                  <a:pt x="5420185" y="76461"/>
                </a:lnTo>
                <a:lnTo>
                  <a:pt x="5420480" y="75492"/>
                </a:lnTo>
                <a:lnTo>
                  <a:pt x="5420801" y="74542"/>
                </a:lnTo>
                <a:lnTo>
                  <a:pt x="5421149" y="73612"/>
                </a:lnTo>
                <a:lnTo>
                  <a:pt x="5421522" y="72700"/>
                </a:lnTo>
                <a:lnTo>
                  <a:pt x="5421921" y="71807"/>
                </a:lnTo>
                <a:lnTo>
                  <a:pt x="5422347" y="70933"/>
                </a:lnTo>
                <a:lnTo>
                  <a:pt x="5422798" y="70078"/>
                </a:lnTo>
                <a:lnTo>
                  <a:pt x="5423276" y="69243"/>
                </a:lnTo>
                <a:lnTo>
                  <a:pt x="5423779" y="68426"/>
                </a:lnTo>
                <a:lnTo>
                  <a:pt x="5424308" y="67628"/>
                </a:lnTo>
                <a:lnTo>
                  <a:pt x="5424864" y="66849"/>
                </a:lnTo>
                <a:lnTo>
                  <a:pt x="5425445" y="66089"/>
                </a:lnTo>
                <a:lnTo>
                  <a:pt x="5426052" y="65348"/>
                </a:lnTo>
                <a:lnTo>
                  <a:pt x="5426686" y="64626"/>
                </a:lnTo>
                <a:lnTo>
                  <a:pt x="5427345" y="63923"/>
                </a:lnTo>
                <a:lnTo>
                  <a:pt x="5428030" y="63239"/>
                </a:lnTo>
                <a:lnTo>
                  <a:pt x="5428736" y="62578"/>
                </a:lnTo>
                <a:lnTo>
                  <a:pt x="5429454" y="61945"/>
                </a:lnTo>
                <a:lnTo>
                  <a:pt x="5430187" y="61341"/>
                </a:lnTo>
                <a:lnTo>
                  <a:pt x="5430933" y="60764"/>
                </a:lnTo>
                <a:lnTo>
                  <a:pt x="5431692" y="60216"/>
                </a:lnTo>
                <a:lnTo>
                  <a:pt x="5432465" y="59696"/>
                </a:lnTo>
                <a:lnTo>
                  <a:pt x="5433252" y="59204"/>
                </a:lnTo>
                <a:lnTo>
                  <a:pt x="5434052" y="58740"/>
                </a:lnTo>
                <a:lnTo>
                  <a:pt x="5434866" y="58304"/>
                </a:lnTo>
                <a:lnTo>
                  <a:pt x="5435694" y="57896"/>
                </a:lnTo>
                <a:lnTo>
                  <a:pt x="5436535" y="57517"/>
                </a:lnTo>
                <a:lnTo>
                  <a:pt x="5437390" y="57165"/>
                </a:lnTo>
                <a:lnTo>
                  <a:pt x="5438258" y="56842"/>
                </a:lnTo>
                <a:lnTo>
                  <a:pt x="5439140" y="56547"/>
                </a:lnTo>
                <a:lnTo>
                  <a:pt x="5440036" y="56279"/>
                </a:lnTo>
                <a:lnTo>
                  <a:pt x="5440945" y="56040"/>
                </a:lnTo>
                <a:lnTo>
                  <a:pt x="5441868" y="55830"/>
                </a:lnTo>
                <a:lnTo>
                  <a:pt x="5442804" y="55647"/>
                </a:lnTo>
                <a:lnTo>
                  <a:pt x="5443754" y="55492"/>
                </a:lnTo>
                <a:lnTo>
                  <a:pt x="5444718" y="55366"/>
                </a:lnTo>
                <a:lnTo>
                  <a:pt x="5445695" y="55267"/>
                </a:lnTo>
                <a:lnTo>
                  <a:pt x="5446686" y="55197"/>
                </a:lnTo>
                <a:lnTo>
                  <a:pt x="5447690" y="55155"/>
                </a:lnTo>
                <a:lnTo>
                  <a:pt x="5448708" y="55141"/>
                </a:lnTo>
                <a:lnTo>
                  <a:pt x="5449832" y="55158"/>
                </a:lnTo>
                <a:lnTo>
                  <a:pt x="5450937" y="55211"/>
                </a:lnTo>
                <a:lnTo>
                  <a:pt x="5452026" y="55299"/>
                </a:lnTo>
                <a:lnTo>
                  <a:pt x="5453097" y="55422"/>
                </a:lnTo>
                <a:lnTo>
                  <a:pt x="5454150" y="55581"/>
                </a:lnTo>
                <a:lnTo>
                  <a:pt x="5455185" y="55775"/>
                </a:lnTo>
                <a:lnTo>
                  <a:pt x="5456204" y="56004"/>
                </a:lnTo>
                <a:lnTo>
                  <a:pt x="5457204" y="56268"/>
                </a:lnTo>
                <a:lnTo>
                  <a:pt x="5458187" y="56567"/>
                </a:lnTo>
                <a:lnTo>
                  <a:pt x="5459152" y="56902"/>
                </a:lnTo>
                <a:lnTo>
                  <a:pt x="5460100" y="57271"/>
                </a:lnTo>
                <a:lnTo>
                  <a:pt x="5461030" y="57677"/>
                </a:lnTo>
                <a:lnTo>
                  <a:pt x="5461943" y="58117"/>
                </a:lnTo>
                <a:lnTo>
                  <a:pt x="5462838" y="58592"/>
                </a:lnTo>
                <a:lnTo>
                  <a:pt x="5463716" y="59103"/>
                </a:lnTo>
                <a:lnTo>
                  <a:pt x="5464576" y="59649"/>
                </a:lnTo>
                <a:lnTo>
                  <a:pt x="5465418" y="60230"/>
                </a:lnTo>
                <a:lnTo>
                  <a:pt x="5466243" y="60846"/>
                </a:lnTo>
                <a:lnTo>
                  <a:pt x="5467051" y="61498"/>
                </a:lnTo>
                <a:lnTo>
                  <a:pt x="5467840" y="62185"/>
                </a:lnTo>
                <a:lnTo>
                  <a:pt x="5468613" y="62907"/>
                </a:lnTo>
                <a:lnTo>
                  <a:pt x="5469367" y="63664"/>
                </a:lnTo>
                <a:lnTo>
                  <a:pt x="5470104" y="64457"/>
                </a:lnTo>
                <a:lnTo>
                  <a:pt x="5470824" y="65284"/>
                </a:lnTo>
                <a:lnTo>
                  <a:pt x="5471279" y="65840"/>
                </a:lnTo>
                <a:lnTo>
                  <a:pt x="5471719" y="66419"/>
                </a:lnTo>
                <a:lnTo>
                  <a:pt x="5472144" y="67020"/>
                </a:lnTo>
                <a:lnTo>
                  <a:pt x="5472554" y="67645"/>
                </a:lnTo>
                <a:lnTo>
                  <a:pt x="5472949" y="68291"/>
                </a:lnTo>
                <a:lnTo>
                  <a:pt x="5473328" y="68961"/>
                </a:lnTo>
                <a:lnTo>
                  <a:pt x="5473692" y="69653"/>
                </a:lnTo>
                <a:lnTo>
                  <a:pt x="5474042" y="70368"/>
                </a:lnTo>
                <a:lnTo>
                  <a:pt x="5474376" y="71106"/>
                </a:lnTo>
                <a:lnTo>
                  <a:pt x="5474694" y="71866"/>
                </a:lnTo>
                <a:lnTo>
                  <a:pt x="5474998" y="72649"/>
                </a:lnTo>
                <a:lnTo>
                  <a:pt x="5475287" y="73454"/>
                </a:lnTo>
                <a:lnTo>
                  <a:pt x="5475560" y="74283"/>
                </a:lnTo>
                <a:lnTo>
                  <a:pt x="5475818" y="75134"/>
                </a:lnTo>
                <a:lnTo>
                  <a:pt x="5476062" y="76008"/>
                </a:lnTo>
                <a:lnTo>
                  <a:pt x="5476289" y="76904"/>
                </a:lnTo>
                <a:lnTo>
                  <a:pt x="5476502" y="77823"/>
                </a:lnTo>
                <a:lnTo>
                  <a:pt x="5476700" y="78765"/>
                </a:lnTo>
                <a:lnTo>
                  <a:pt x="5476882" y="79730"/>
                </a:lnTo>
                <a:lnTo>
                  <a:pt x="5477050" y="80717"/>
                </a:lnTo>
                <a:lnTo>
                  <a:pt x="5477202" y="81727"/>
                </a:lnTo>
                <a:lnTo>
                  <a:pt x="5477339" y="82759"/>
                </a:lnTo>
                <a:lnTo>
                  <a:pt x="5477461" y="83815"/>
                </a:lnTo>
                <a:lnTo>
                  <a:pt x="5477568" y="84893"/>
                </a:lnTo>
                <a:lnTo>
                  <a:pt x="5418758" y="84893"/>
                </a:lnTo>
                <a:lnTo>
                  <a:pt x="5418845" y="83772"/>
                </a:lnTo>
                <a:lnTo>
                  <a:pt x="5418958" y="82671"/>
                </a:lnTo>
                <a:lnTo>
                  <a:pt x="5419098" y="81588"/>
                </a:lnTo>
                <a:lnTo>
                  <a:pt x="5419263" y="80525"/>
                </a:lnTo>
                <a:lnTo>
                  <a:pt x="5419455" y="79480"/>
                </a:lnTo>
                <a:lnTo>
                  <a:pt x="5419672" y="78455"/>
                </a:lnTo>
                <a:close/>
                <a:moveTo>
                  <a:pt x="5569919" y="125533"/>
                </a:moveTo>
                <a:lnTo>
                  <a:pt x="5570370" y="126719"/>
                </a:lnTo>
                <a:lnTo>
                  <a:pt x="5570848" y="127876"/>
                </a:lnTo>
                <a:lnTo>
                  <a:pt x="5571352" y="129005"/>
                </a:lnTo>
                <a:lnTo>
                  <a:pt x="5571884" y="130105"/>
                </a:lnTo>
                <a:lnTo>
                  <a:pt x="5572443" y="131176"/>
                </a:lnTo>
                <a:lnTo>
                  <a:pt x="5573029" y="132218"/>
                </a:lnTo>
                <a:lnTo>
                  <a:pt x="5573642" y="133232"/>
                </a:lnTo>
                <a:lnTo>
                  <a:pt x="5574282" y="134217"/>
                </a:lnTo>
                <a:lnTo>
                  <a:pt x="5574949" y="135174"/>
                </a:lnTo>
                <a:lnTo>
                  <a:pt x="5575642" y="136102"/>
                </a:lnTo>
                <a:lnTo>
                  <a:pt x="5576363" y="137001"/>
                </a:lnTo>
                <a:lnTo>
                  <a:pt x="5577112" y="137871"/>
                </a:lnTo>
                <a:lnTo>
                  <a:pt x="5577887" y="138713"/>
                </a:lnTo>
                <a:lnTo>
                  <a:pt x="5578689" y="139526"/>
                </a:lnTo>
                <a:lnTo>
                  <a:pt x="5579518" y="140311"/>
                </a:lnTo>
                <a:lnTo>
                  <a:pt x="5580374" y="141067"/>
                </a:lnTo>
                <a:lnTo>
                  <a:pt x="5581257" y="141794"/>
                </a:lnTo>
                <a:lnTo>
                  <a:pt x="5582171" y="142492"/>
                </a:lnTo>
                <a:lnTo>
                  <a:pt x="5583118" y="143160"/>
                </a:lnTo>
                <a:lnTo>
                  <a:pt x="5584100" y="143799"/>
                </a:lnTo>
                <a:lnTo>
                  <a:pt x="5585115" y="144407"/>
                </a:lnTo>
                <a:lnTo>
                  <a:pt x="5586165" y="144987"/>
                </a:lnTo>
                <a:lnTo>
                  <a:pt x="5587248" y="145536"/>
                </a:lnTo>
                <a:lnTo>
                  <a:pt x="5588365" y="146056"/>
                </a:lnTo>
                <a:lnTo>
                  <a:pt x="5589516" y="146546"/>
                </a:lnTo>
                <a:lnTo>
                  <a:pt x="5590701" y="147006"/>
                </a:lnTo>
                <a:lnTo>
                  <a:pt x="5591920" y="147437"/>
                </a:lnTo>
                <a:lnTo>
                  <a:pt x="5593173" y="147838"/>
                </a:lnTo>
                <a:lnTo>
                  <a:pt x="5594460" y="148209"/>
                </a:lnTo>
                <a:lnTo>
                  <a:pt x="5595780" y="148551"/>
                </a:lnTo>
                <a:lnTo>
                  <a:pt x="5597135" y="148862"/>
                </a:lnTo>
                <a:lnTo>
                  <a:pt x="5598523" y="149145"/>
                </a:lnTo>
                <a:lnTo>
                  <a:pt x="5599946" y="149397"/>
                </a:lnTo>
                <a:lnTo>
                  <a:pt x="5601402" y="149620"/>
                </a:lnTo>
                <a:lnTo>
                  <a:pt x="5602892" y="149813"/>
                </a:lnTo>
                <a:lnTo>
                  <a:pt x="5604417" y="149976"/>
                </a:lnTo>
                <a:lnTo>
                  <a:pt x="5605975" y="150110"/>
                </a:lnTo>
                <a:lnTo>
                  <a:pt x="5607567" y="150214"/>
                </a:lnTo>
                <a:lnTo>
                  <a:pt x="5609193" y="150288"/>
                </a:lnTo>
                <a:lnTo>
                  <a:pt x="5610853" y="150333"/>
                </a:lnTo>
                <a:lnTo>
                  <a:pt x="5612546" y="150347"/>
                </a:lnTo>
                <a:lnTo>
                  <a:pt x="5613575" y="150340"/>
                </a:lnTo>
                <a:lnTo>
                  <a:pt x="5614595" y="150318"/>
                </a:lnTo>
                <a:lnTo>
                  <a:pt x="5615605" y="150280"/>
                </a:lnTo>
                <a:lnTo>
                  <a:pt x="5616607" y="150228"/>
                </a:lnTo>
                <a:lnTo>
                  <a:pt x="5617600" y="150160"/>
                </a:lnTo>
                <a:lnTo>
                  <a:pt x="5618584" y="150078"/>
                </a:lnTo>
                <a:lnTo>
                  <a:pt x="5619558" y="149981"/>
                </a:lnTo>
                <a:lnTo>
                  <a:pt x="5620524" y="149868"/>
                </a:lnTo>
                <a:lnTo>
                  <a:pt x="5621481" y="149741"/>
                </a:lnTo>
                <a:lnTo>
                  <a:pt x="5622429" y="149599"/>
                </a:lnTo>
                <a:lnTo>
                  <a:pt x="5623368" y="149442"/>
                </a:lnTo>
                <a:lnTo>
                  <a:pt x="5624299" y="149270"/>
                </a:lnTo>
                <a:lnTo>
                  <a:pt x="5625220" y="149083"/>
                </a:lnTo>
                <a:lnTo>
                  <a:pt x="5626132" y="148881"/>
                </a:lnTo>
                <a:lnTo>
                  <a:pt x="5627035" y="148664"/>
                </a:lnTo>
                <a:lnTo>
                  <a:pt x="5627929" y="148431"/>
                </a:lnTo>
                <a:lnTo>
                  <a:pt x="5628815" y="148185"/>
                </a:lnTo>
                <a:lnTo>
                  <a:pt x="5629691" y="147923"/>
                </a:lnTo>
                <a:lnTo>
                  <a:pt x="5630559" y="147646"/>
                </a:lnTo>
                <a:lnTo>
                  <a:pt x="5631417" y="147354"/>
                </a:lnTo>
                <a:lnTo>
                  <a:pt x="5632267" y="147047"/>
                </a:lnTo>
                <a:lnTo>
                  <a:pt x="5633107" y="146725"/>
                </a:lnTo>
                <a:lnTo>
                  <a:pt x="5633939" y="146388"/>
                </a:lnTo>
                <a:lnTo>
                  <a:pt x="5634761" y="146037"/>
                </a:lnTo>
                <a:lnTo>
                  <a:pt x="5635572" y="145671"/>
                </a:lnTo>
                <a:lnTo>
                  <a:pt x="5636366" y="145293"/>
                </a:lnTo>
                <a:lnTo>
                  <a:pt x="5637144" y="144903"/>
                </a:lnTo>
                <a:lnTo>
                  <a:pt x="5637906" y="144501"/>
                </a:lnTo>
                <a:lnTo>
                  <a:pt x="5638652" y="144086"/>
                </a:lnTo>
                <a:lnTo>
                  <a:pt x="5639382" y="143658"/>
                </a:lnTo>
                <a:lnTo>
                  <a:pt x="5640096" y="143219"/>
                </a:lnTo>
                <a:lnTo>
                  <a:pt x="5640794" y="142767"/>
                </a:lnTo>
                <a:lnTo>
                  <a:pt x="5641477" y="142302"/>
                </a:lnTo>
                <a:lnTo>
                  <a:pt x="5642143" y="141825"/>
                </a:lnTo>
                <a:lnTo>
                  <a:pt x="5642793" y="141336"/>
                </a:lnTo>
                <a:lnTo>
                  <a:pt x="5643427" y="140835"/>
                </a:lnTo>
                <a:lnTo>
                  <a:pt x="5644045" y="140321"/>
                </a:lnTo>
                <a:lnTo>
                  <a:pt x="5644647" y="139794"/>
                </a:lnTo>
                <a:lnTo>
                  <a:pt x="5645233" y="139256"/>
                </a:lnTo>
                <a:lnTo>
                  <a:pt x="5645803" y="138705"/>
                </a:lnTo>
                <a:lnTo>
                  <a:pt x="5646357" y="138141"/>
                </a:lnTo>
                <a:lnTo>
                  <a:pt x="5646895" y="137565"/>
                </a:lnTo>
                <a:lnTo>
                  <a:pt x="5647417" y="136977"/>
                </a:lnTo>
                <a:lnTo>
                  <a:pt x="5647923" y="136377"/>
                </a:lnTo>
                <a:lnTo>
                  <a:pt x="5648412" y="135764"/>
                </a:lnTo>
                <a:lnTo>
                  <a:pt x="5648886" y="135138"/>
                </a:lnTo>
                <a:lnTo>
                  <a:pt x="5649344" y="134501"/>
                </a:lnTo>
                <a:lnTo>
                  <a:pt x="5649786" y="133851"/>
                </a:lnTo>
                <a:lnTo>
                  <a:pt x="5650211" y="133192"/>
                </a:lnTo>
                <a:lnTo>
                  <a:pt x="5650618" y="132530"/>
                </a:lnTo>
                <a:lnTo>
                  <a:pt x="5651006" y="131865"/>
                </a:lnTo>
                <a:lnTo>
                  <a:pt x="5651377" y="131196"/>
                </a:lnTo>
                <a:lnTo>
                  <a:pt x="5651730" y="130523"/>
                </a:lnTo>
                <a:lnTo>
                  <a:pt x="5652064" y="129846"/>
                </a:lnTo>
                <a:lnTo>
                  <a:pt x="5652380" y="129166"/>
                </a:lnTo>
                <a:lnTo>
                  <a:pt x="5652679" y="128483"/>
                </a:lnTo>
                <a:lnTo>
                  <a:pt x="5652959" y="127796"/>
                </a:lnTo>
                <a:lnTo>
                  <a:pt x="5653221" y="127105"/>
                </a:lnTo>
                <a:lnTo>
                  <a:pt x="5653465" y="126410"/>
                </a:lnTo>
                <a:lnTo>
                  <a:pt x="5653691" y="125712"/>
                </a:lnTo>
                <a:lnTo>
                  <a:pt x="5653899" y="125010"/>
                </a:lnTo>
                <a:lnTo>
                  <a:pt x="5654089" y="124305"/>
                </a:lnTo>
                <a:lnTo>
                  <a:pt x="5654261" y="123596"/>
                </a:lnTo>
                <a:lnTo>
                  <a:pt x="5654414" y="122884"/>
                </a:lnTo>
                <a:lnTo>
                  <a:pt x="5654550" y="122167"/>
                </a:lnTo>
                <a:lnTo>
                  <a:pt x="5654667" y="121448"/>
                </a:lnTo>
                <a:lnTo>
                  <a:pt x="5654767" y="120724"/>
                </a:lnTo>
                <a:lnTo>
                  <a:pt x="5654848" y="119997"/>
                </a:lnTo>
                <a:lnTo>
                  <a:pt x="5654911" y="119267"/>
                </a:lnTo>
                <a:lnTo>
                  <a:pt x="5654957" y="118532"/>
                </a:lnTo>
                <a:lnTo>
                  <a:pt x="5654984" y="117794"/>
                </a:lnTo>
                <a:lnTo>
                  <a:pt x="5654993" y="117053"/>
                </a:lnTo>
                <a:lnTo>
                  <a:pt x="5654985" y="116299"/>
                </a:lnTo>
                <a:lnTo>
                  <a:pt x="5654963" y="115555"/>
                </a:lnTo>
                <a:lnTo>
                  <a:pt x="5654926" y="114821"/>
                </a:lnTo>
                <a:lnTo>
                  <a:pt x="5654874" y="114097"/>
                </a:lnTo>
                <a:lnTo>
                  <a:pt x="5654808" y="113384"/>
                </a:lnTo>
                <a:lnTo>
                  <a:pt x="5654726" y="112681"/>
                </a:lnTo>
                <a:lnTo>
                  <a:pt x="5654630" y="111989"/>
                </a:lnTo>
                <a:lnTo>
                  <a:pt x="5654519" y="111307"/>
                </a:lnTo>
                <a:lnTo>
                  <a:pt x="5654393" y="110635"/>
                </a:lnTo>
                <a:lnTo>
                  <a:pt x="5654252" y="109973"/>
                </a:lnTo>
                <a:lnTo>
                  <a:pt x="5654097" y="109322"/>
                </a:lnTo>
                <a:lnTo>
                  <a:pt x="5653927" y="108681"/>
                </a:lnTo>
                <a:lnTo>
                  <a:pt x="5653742" y="108051"/>
                </a:lnTo>
                <a:lnTo>
                  <a:pt x="5653542" y="107431"/>
                </a:lnTo>
                <a:lnTo>
                  <a:pt x="5653327" y="106821"/>
                </a:lnTo>
                <a:lnTo>
                  <a:pt x="5653097" y="106221"/>
                </a:lnTo>
                <a:lnTo>
                  <a:pt x="5652853" y="105632"/>
                </a:lnTo>
                <a:lnTo>
                  <a:pt x="5652594" y="105053"/>
                </a:lnTo>
                <a:lnTo>
                  <a:pt x="5652320" y="104484"/>
                </a:lnTo>
                <a:lnTo>
                  <a:pt x="5652031" y="103926"/>
                </a:lnTo>
                <a:lnTo>
                  <a:pt x="5651728" y="103378"/>
                </a:lnTo>
                <a:lnTo>
                  <a:pt x="5651409" y="102840"/>
                </a:lnTo>
                <a:lnTo>
                  <a:pt x="5651076" y="102313"/>
                </a:lnTo>
                <a:lnTo>
                  <a:pt x="5650728" y="101796"/>
                </a:lnTo>
                <a:lnTo>
                  <a:pt x="5650367" y="101289"/>
                </a:lnTo>
                <a:lnTo>
                  <a:pt x="5649995" y="100792"/>
                </a:lnTo>
                <a:lnTo>
                  <a:pt x="5649612" y="100305"/>
                </a:lnTo>
                <a:lnTo>
                  <a:pt x="5649217" y="99828"/>
                </a:lnTo>
                <a:lnTo>
                  <a:pt x="5648812" y="99362"/>
                </a:lnTo>
                <a:lnTo>
                  <a:pt x="5648395" y="98906"/>
                </a:lnTo>
                <a:lnTo>
                  <a:pt x="5647967" y="98460"/>
                </a:lnTo>
                <a:lnTo>
                  <a:pt x="5647527" y="98024"/>
                </a:lnTo>
                <a:lnTo>
                  <a:pt x="5647077" y="97598"/>
                </a:lnTo>
                <a:lnTo>
                  <a:pt x="5646615" y="97182"/>
                </a:lnTo>
                <a:lnTo>
                  <a:pt x="5646142" y="96777"/>
                </a:lnTo>
                <a:lnTo>
                  <a:pt x="5645658" y="96381"/>
                </a:lnTo>
                <a:lnTo>
                  <a:pt x="5645163" y="95996"/>
                </a:lnTo>
                <a:lnTo>
                  <a:pt x="5644656" y="95621"/>
                </a:lnTo>
                <a:lnTo>
                  <a:pt x="5644139" y="95256"/>
                </a:lnTo>
                <a:lnTo>
                  <a:pt x="5643610" y="94902"/>
                </a:lnTo>
                <a:lnTo>
                  <a:pt x="5643070" y="94557"/>
                </a:lnTo>
                <a:lnTo>
                  <a:pt x="5642519" y="94223"/>
                </a:lnTo>
                <a:lnTo>
                  <a:pt x="5641956" y="93899"/>
                </a:lnTo>
                <a:lnTo>
                  <a:pt x="5641383" y="93585"/>
                </a:lnTo>
                <a:lnTo>
                  <a:pt x="5640798" y="93281"/>
                </a:lnTo>
                <a:lnTo>
                  <a:pt x="5640202" y="92987"/>
                </a:lnTo>
                <a:lnTo>
                  <a:pt x="5639595" y="92703"/>
                </a:lnTo>
                <a:lnTo>
                  <a:pt x="5638976" y="92430"/>
                </a:lnTo>
                <a:lnTo>
                  <a:pt x="5638332" y="92158"/>
                </a:lnTo>
                <a:lnTo>
                  <a:pt x="5637649" y="91881"/>
                </a:lnTo>
                <a:lnTo>
                  <a:pt x="5636925" y="91596"/>
                </a:lnTo>
                <a:lnTo>
                  <a:pt x="5636162" y="91306"/>
                </a:lnTo>
                <a:lnTo>
                  <a:pt x="5635359" y="91009"/>
                </a:lnTo>
                <a:lnTo>
                  <a:pt x="5634517" y="90705"/>
                </a:lnTo>
                <a:lnTo>
                  <a:pt x="5633634" y="90396"/>
                </a:lnTo>
                <a:lnTo>
                  <a:pt x="5632712" y="90079"/>
                </a:lnTo>
                <a:lnTo>
                  <a:pt x="5631750" y="89757"/>
                </a:lnTo>
                <a:lnTo>
                  <a:pt x="5630748" y="89428"/>
                </a:lnTo>
                <a:lnTo>
                  <a:pt x="5629706" y="89093"/>
                </a:lnTo>
                <a:lnTo>
                  <a:pt x="5628625" y="88751"/>
                </a:lnTo>
                <a:lnTo>
                  <a:pt x="5627504" y="88403"/>
                </a:lnTo>
                <a:lnTo>
                  <a:pt x="5626343" y="88049"/>
                </a:lnTo>
                <a:lnTo>
                  <a:pt x="5625142" y="87688"/>
                </a:lnTo>
                <a:lnTo>
                  <a:pt x="5623902" y="87321"/>
                </a:lnTo>
                <a:lnTo>
                  <a:pt x="5622622" y="86948"/>
                </a:lnTo>
                <a:lnTo>
                  <a:pt x="5621302" y="86568"/>
                </a:lnTo>
                <a:lnTo>
                  <a:pt x="5619942" y="86182"/>
                </a:lnTo>
                <a:lnTo>
                  <a:pt x="5618542" y="85789"/>
                </a:lnTo>
                <a:lnTo>
                  <a:pt x="5617103" y="85390"/>
                </a:lnTo>
                <a:lnTo>
                  <a:pt x="5615624" y="84985"/>
                </a:lnTo>
                <a:lnTo>
                  <a:pt x="5614105" y="84573"/>
                </a:lnTo>
                <a:lnTo>
                  <a:pt x="5612546" y="84155"/>
                </a:lnTo>
                <a:lnTo>
                  <a:pt x="5611474" y="83864"/>
                </a:lnTo>
                <a:lnTo>
                  <a:pt x="5610437" y="83581"/>
                </a:lnTo>
                <a:lnTo>
                  <a:pt x="5609436" y="83307"/>
                </a:lnTo>
                <a:lnTo>
                  <a:pt x="5608472" y="83042"/>
                </a:lnTo>
                <a:lnTo>
                  <a:pt x="5607544" y="82787"/>
                </a:lnTo>
                <a:lnTo>
                  <a:pt x="5606652" y="82540"/>
                </a:lnTo>
                <a:lnTo>
                  <a:pt x="5605796" y="82301"/>
                </a:lnTo>
                <a:lnTo>
                  <a:pt x="5604976" y="82072"/>
                </a:lnTo>
                <a:lnTo>
                  <a:pt x="5604193" y="81852"/>
                </a:lnTo>
                <a:lnTo>
                  <a:pt x="5603445" y="81640"/>
                </a:lnTo>
                <a:lnTo>
                  <a:pt x="5602734" y="81438"/>
                </a:lnTo>
                <a:lnTo>
                  <a:pt x="5602059" y="81244"/>
                </a:lnTo>
                <a:lnTo>
                  <a:pt x="5601420" y="81060"/>
                </a:lnTo>
                <a:lnTo>
                  <a:pt x="5600817" y="80884"/>
                </a:lnTo>
                <a:lnTo>
                  <a:pt x="5600250" y="80717"/>
                </a:lnTo>
                <a:lnTo>
                  <a:pt x="5599720" y="80559"/>
                </a:lnTo>
                <a:lnTo>
                  <a:pt x="5599226" y="80410"/>
                </a:lnTo>
                <a:lnTo>
                  <a:pt x="5598767" y="80269"/>
                </a:lnTo>
                <a:lnTo>
                  <a:pt x="5598345" y="80138"/>
                </a:lnTo>
                <a:lnTo>
                  <a:pt x="5597960" y="80016"/>
                </a:lnTo>
                <a:lnTo>
                  <a:pt x="5597610" y="79902"/>
                </a:lnTo>
                <a:lnTo>
                  <a:pt x="5597296" y="79797"/>
                </a:lnTo>
                <a:lnTo>
                  <a:pt x="5597019" y="79702"/>
                </a:lnTo>
                <a:lnTo>
                  <a:pt x="5596778" y="79615"/>
                </a:lnTo>
                <a:lnTo>
                  <a:pt x="5596394" y="79457"/>
                </a:lnTo>
                <a:lnTo>
                  <a:pt x="5596018" y="79296"/>
                </a:lnTo>
                <a:lnTo>
                  <a:pt x="5595651" y="79131"/>
                </a:lnTo>
                <a:lnTo>
                  <a:pt x="5595293" y="78962"/>
                </a:lnTo>
                <a:lnTo>
                  <a:pt x="5594943" y="78791"/>
                </a:lnTo>
                <a:lnTo>
                  <a:pt x="5594602" y="78616"/>
                </a:lnTo>
                <a:lnTo>
                  <a:pt x="5594270" y="78437"/>
                </a:lnTo>
                <a:lnTo>
                  <a:pt x="5593946" y="78255"/>
                </a:lnTo>
                <a:lnTo>
                  <a:pt x="5593631" y="78070"/>
                </a:lnTo>
                <a:lnTo>
                  <a:pt x="5593324" y="77881"/>
                </a:lnTo>
                <a:lnTo>
                  <a:pt x="5593026" y="77689"/>
                </a:lnTo>
                <a:lnTo>
                  <a:pt x="5592736" y="77493"/>
                </a:lnTo>
                <a:lnTo>
                  <a:pt x="5592456" y="77294"/>
                </a:lnTo>
                <a:lnTo>
                  <a:pt x="5592183" y="77092"/>
                </a:lnTo>
                <a:lnTo>
                  <a:pt x="5591920" y="76886"/>
                </a:lnTo>
                <a:lnTo>
                  <a:pt x="5591665" y="76677"/>
                </a:lnTo>
                <a:lnTo>
                  <a:pt x="5591418" y="76464"/>
                </a:lnTo>
                <a:lnTo>
                  <a:pt x="5591181" y="76248"/>
                </a:lnTo>
                <a:lnTo>
                  <a:pt x="5590952" y="76028"/>
                </a:lnTo>
                <a:lnTo>
                  <a:pt x="5590731" y="75805"/>
                </a:lnTo>
                <a:lnTo>
                  <a:pt x="5590519" y="75579"/>
                </a:lnTo>
                <a:lnTo>
                  <a:pt x="5590316" y="75349"/>
                </a:lnTo>
                <a:lnTo>
                  <a:pt x="5590121" y="75116"/>
                </a:lnTo>
                <a:lnTo>
                  <a:pt x="5589935" y="74879"/>
                </a:lnTo>
                <a:lnTo>
                  <a:pt x="5589757" y="74648"/>
                </a:lnTo>
                <a:lnTo>
                  <a:pt x="5589586" y="74414"/>
                </a:lnTo>
                <a:lnTo>
                  <a:pt x="5589423" y="74177"/>
                </a:lnTo>
                <a:lnTo>
                  <a:pt x="5589268" y="73939"/>
                </a:lnTo>
                <a:lnTo>
                  <a:pt x="5589120" y="73698"/>
                </a:lnTo>
                <a:lnTo>
                  <a:pt x="5588980" y="73454"/>
                </a:lnTo>
                <a:lnTo>
                  <a:pt x="5588848" y="73208"/>
                </a:lnTo>
                <a:lnTo>
                  <a:pt x="5588723" y="72960"/>
                </a:lnTo>
                <a:lnTo>
                  <a:pt x="5588605" y="72709"/>
                </a:lnTo>
                <a:lnTo>
                  <a:pt x="5588495" y="72456"/>
                </a:lnTo>
                <a:lnTo>
                  <a:pt x="5588393" y="72201"/>
                </a:lnTo>
                <a:lnTo>
                  <a:pt x="5588298" y="71943"/>
                </a:lnTo>
                <a:lnTo>
                  <a:pt x="5588211" y="71683"/>
                </a:lnTo>
                <a:lnTo>
                  <a:pt x="5588132" y="71420"/>
                </a:lnTo>
                <a:lnTo>
                  <a:pt x="5588060" y="71155"/>
                </a:lnTo>
                <a:lnTo>
                  <a:pt x="5587995" y="70888"/>
                </a:lnTo>
                <a:lnTo>
                  <a:pt x="5587939" y="70618"/>
                </a:lnTo>
                <a:lnTo>
                  <a:pt x="5587889" y="70346"/>
                </a:lnTo>
                <a:lnTo>
                  <a:pt x="5587848" y="70071"/>
                </a:lnTo>
                <a:lnTo>
                  <a:pt x="5587814" y="69794"/>
                </a:lnTo>
                <a:lnTo>
                  <a:pt x="5587787" y="69515"/>
                </a:lnTo>
                <a:lnTo>
                  <a:pt x="5587768" y="69233"/>
                </a:lnTo>
                <a:lnTo>
                  <a:pt x="5587757" y="68949"/>
                </a:lnTo>
                <a:lnTo>
                  <a:pt x="5587753" y="68662"/>
                </a:lnTo>
                <a:lnTo>
                  <a:pt x="5587762" y="68212"/>
                </a:lnTo>
                <a:lnTo>
                  <a:pt x="5587789" y="67767"/>
                </a:lnTo>
                <a:lnTo>
                  <a:pt x="5587835" y="67327"/>
                </a:lnTo>
                <a:lnTo>
                  <a:pt x="5587899" y="66891"/>
                </a:lnTo>
                <a:lnTo>
                  <a:pt x="5587981" y="66460"/>
                </a:lnTo>
                <a:lnTo>
                  <a:pt x="5588081" y="66034"/>
                </a:lnTo>
                <a:lnTo>
                  <a:pt x="5588200" y="65613"/>
                </a:lnTo>
                <a:lnTo>
                  <a:pt x="5588337" y="65196"/>
                </a:lnTo>
                <a:lnTo>
                  <a:pt x="5588492" y="64785"/>
                </a:lnTo>
                <a:lnTo>
                  <a:pt x="5588666" y="64378"/>
                </a:lnTo>
                <a:lnTo>
                  <a:pt x="5588857" y="63976"/>
                </a:lnTo>
                <a:lnTo>
                  <a:pt x="5589067" y="63579"/>
                </a:lnTo>
                <a:lnTo>
                  <a:pt x="5589295" y="63187"/>
                </a:lnTo>
                <a:lnTo>
                  <a:pt x="5589542" y="62799"/>
                </a:lnTo>
                <a:lnTo>
                  <a:pt x="5589806" y="62416"/>
                </a:lnTo>
                <a:lnTo>
                  <a:pt x="5590089" y="62038"/>
                </a:lnTo>
                <a:lnTo>
                  <a:pt x="5590390" y="61665"/>
                </a:lnTo>
                <a:lnTo>
                  <a:pt x="5590710" y="61297"/>
                </a:lnTo>
                <a:lnTo>
                  <a:pt x="5591047" y="60933"/>
                </a:lnTo>
                <a:lnTo>
                  <a:pt x="5591403" y="60575"/>
                </a:lnTo>
                <a:lnTo>
                  <a:pt x="5591777" y="60221"/>
                </a:lnTo>
                <a:lnTo>
                  <a:pt x="5592170" y="59872"/>
                </a:lnTo>
                <a:lnTo>
                  <a:pt x="5592580" y="59528"/>
                </a:lnTo>
                <a:lnTo>
                  <a:pt x="5593009" y="59188"/>
                </a:lnTo>
                <a:lnTo>
                  <a:pt x="5593459" y="58858"/>
                </a:lnTo>
                <a:lnTo>
                  <a:pt x="5593934" y="58542"/>
                </a:lnTo>
                <a:lnTo>
                  <a:pt x="5594433" y="58240"/>
                </a:lnTo>
                <a:lnTo>
                  <a:pt x="5594957" y="57951"/>
                </a:lnTo>
                <a:lnTo>
                  <a:pt x="5595505" y="57677"/>
                </a:lnTo>
                <a:lnTo>
                  <a:pt x="5596077" y="57417"/>
                </a:lnTo>
                <a:lnTo>
                  <a:pt x="5596674" y="57171"/>
                </a:lnTo>
                <a:lnTo>
                  <a:pt x="5597296" y="56940"/>
                </a:lnTo>
                <a:lnTo>
                  <a:pt x="5597942" y="56722"/>
                </a:lnTo>
                <a:lnTo>
                  <a:pt x="5598612" y="56518"/>
                </a:lnTo>
                <a:lnTo>
                  <a:pt x="5599307" y="56328"/>
                </a:lnTo>
                <a:lnTo>
                  <a:pt x="5600026" y="56153"/>
                </a:lnTo>
                <a:lnTo>
                  <a:pt x="5600769" y="55991"/>
                </a:lnTo>
                <a:lnTo>
                  <a:pt x="5601537" y="55843"/>
                </a:lnTo>
                <a:lnTo>
                  <a:pt x="5602330" y="55710"/>
                </a:lnTo>
                <a:lnTo>
                  <a:pt x="5603147" y="55590"/>
                </a:lnTo>
                <a:lnTo>
                  <a:pt x="5603988" y="55485"/>
                </a:lnTo>
                <a:lnTo>
                  <a:pt x="5604854" y="55394"/>
                </a:lnTo>
                <a:lnTo>
                  <a:pt x="5605745" y="55316"/>
                </a:lnTo>
                <a:lnTo>
                  <a:pt x="5606659" y="55253"/>
                </a:lnTo>
                <a:lnTo>
                  <a:pt x="5607599" y="55204"/>
                </a:lnTo>
                <a:lnTo>
                  <a:pt x="5608562" y="55169"/>
                </a:lnTo>
                <a:lnTo>
                  <a:pt x="5609550" y="55148"/>
                </a:lnTo>
                <a:lnTo>
                  <a:pt x="5610563" y="55141"/>
                </a:lnTo>
                <a:lnTo>
                  <a:pt x="5611423" y="55149"/>
                </a:lnTo>
                <a:lnTo>
                  <a:pt x="5612266" y="55172"/>
                </a:lnTo>
                <a:lnTo>
                  <a:pt x="5613093" y="55212"/>
                </a:lnTo>
                <a:lnTo>
                  <a:pt x="5613903" y="55267"/>
                </a:lnTo>
                <a:lnTo>
                  <a:pt x="5614697" y="55339"/>
                </a:lnTo>
                <a:lnTo>
                  <a:pt x="5615475" y="55426"/>
                </a:lnTo>
                <a:lnTo>
                  <a:pt x="5616237" y="55529"/>
                </a:lnTo>
                <a:lnTo>
                  <a:pt x="5616982" y="55648"/>
                </a:lnTo>
                <a:lnTo>
                  <a:pt x="5617710" y="55782"/>
                </a:lnTo>
                <a:lnTo>
                  <a:pt x="5618423" y="55933"/>
                </a:lnTo>
                <a:lnTo>
                  <a:pt x="5619119" y="56099"/>
                </a:lnTo>
                <a:lnTo>
                  <a:pt x="5619799" y="56281"/>
                </a:lnTo>
                <a:lnTo>
                  <a:pt x="5620462" y="56479"/>
                </a:lnTo>
                <a:lnTo>
                  <a:pt x="5621109" y="56693"/>
                </a:lnTo>
                <a:lnTo>
                  <a:pt x="5621739" y="56923"/>
                </a:lnTo>
                <a:lnTo>
                  <a:pt x="5622354" y="57168"/>
                </a:lnTo>
                <a:lnTo>
                  <a:pt x="5622951" y="57430"/>
                </a:lnTo>
                <a:lnTo>
                  <a:pt x="5623533" y="57707"/>
                </a:lnTo>
                <a:lnTo>
                  <a:pt x="5624098" y="58000"/>
                </a:lnTo>
                <a:lnTo>
                  <a:pt x="5624647" y="58309"/>
                </a:lnTo>
                <a:lnTo>
                  <a:pt x="5625179" y="58633"/>
                </a:lnTo>
                <a:lnTo>
                  <a:pt x="5625696" y="58974"/>
                </a:lnTo>
                <a:lnTo>
                  <a:pt x="5626195" y="59330"/>
                </a:lnTo>
                <a:lnTo>
                  <a:pt x="5626679" y="59703"/>
                </a:lnTo>
                <a:lnTo>
                  <a:pt x="5627146" y="60089"/>
                </a:lnTo>
                <a:lnTo>
                  <a:pt x="5627598" y="60488"/>
                </a:lnTo>
                <a:lnTo>
                  <a:pt x="5628034" y="60899"/>
                </a:lnTo>
                <a:lnTo>
                  <a:pt x="5628454" y="61322"/>
                </a:lnTo>
                <a:lnTo>
                  <a:pt x="5628859" y="61758"/>
                </a:lnTo>
                <a:lnTo>
                  <a:pt x="5629248" y="62207"/>
                </a:lnTo>
                <a:lnTo>
                  <a:pt x="5629621" y="62668"/>
                </a:lnTo>
                <a:lnTo>
                  <a:pt x="5629979" y="63141"/>
                </a:lnTo>
                <a:lnTo>
                  <a:pt x="5630321" y="63626"/>
                </a:lnTo>
                <a:lnTo>
                  <a:pt x="5630647" y="64124"/>
                </a:lnTo>
                <a:lnTo>
                  <a:pt x="5630958" y="64634"/>
                </a:lnTo>
                <a:lnTo>
                  <a:pt x="5631253" y="65157"/>
                </a:lnTo>
                <a:lnTo>
                  <a:pt x="5631532" y="65692"/>
                </a:lnTo>
                <a:lnTo>
                  <a:pt x="5631796" y="66240"/>
                </a:lnTo>
                <a:lnTo>
                  <a:pt x="5632044" y="66800"/>
                </a:lnTo>
                <a:lnTo>
                  <a:pt x="5632277" y="67372"/>
                </a:lnTo>
                <a:lnTo>
                  <a:pt x="5632493" y="67957"/>
                </a:lnTo>
                <a:lnTo>
                  <a:pt x="5632694" y="68554"/>
                </a:lnTo>
                <a:lnTo>
                  <a:pt x="5632880" y="69163"/>
                </a:lnTo>
                <a:lnTo>
                  <a:pt x="5633049" y="69785"/>
                </a:lnTo>
                <a:lnTo>
                  <a:pt x="5633203" y="70420"/>
                </a:lnTo>
                <a:lnTo>
                  <a:pt x="5633342" y="71066"/>
                </a:lnTo>
                <a:lnTo>
                  <a:pt x="5633464" y="71725"/>
                </a:lnTo>
                <a:lnTo>
                  <a:pt x="5633571" y="72397"/>
                </a:lnTo>
                <a:lnTo>
                  <a:pt x="5651026" y="70017"/>
                </a:lnTo>
                <a:lnTo>
                  <a:pt x="5650881" y="69167"/>
                </a:lnTo>
                <a:lnTo>
                  <a:pt x="5650726" y="68332"/>
                </a:lnTo>
                <a:lnTo>
                  <a:pt x="5650561" y="67511"/>
                </a:lnTo>
                <a:lnTo>
                  <a:pt x="5650387" y="66704"/>
                </a:lnTo>
                <a:lnTo>
                  <a:pt x="5650203" y="65912"/>
                </a:lnTo>
                <a:lnTo>
                  <a:pt x="5650009" y="65134"/>
                </a:lnTo>
                <a:lnTo>
                  <a:pt x="5649806" y="64371"/>
                </a:lnTo>
                <a:lnTo>
                  <a:pt x="5649593" y="63622"/>
                </a:lnTo>
                <a:lnTo>
                  <a:pt x="5649371" y="62887"/>
                </a:lnTo>
                <a:lnTo>
                  <a:pt x="5649139" y="62167"/>
                </a:lnTo>
                <a:lnTo>
                  <a:pt x="5648897" y="61461"/>
                </a:lnTo>
                <a:lnTo>
                  <a:pt x="5648646" y="60770"/>
                </a:lnTo>
                <a:lnTo>
                  <a:pt x="5648385" y="60092"/>
                </a:lnTo>
                <a:lnTo>
                  <a:pt x="5648114" y="59430"/>
                </a:lnTo>
                <a:lnTo>
                  <a:pt x="5647834" y="58781"/>
                </a:lnTo>
                <a:lnTo>
                  <a:pt x="5647544" y="58148"/>
                </a:lnTo>
                <a:lnTo>
                  <a:pt x="5647244" y="57528"/>
                </a:lnTo>
                <a:lnTo>
                  <a:pt x="5646935" y="56923"/>
                </a:lnTo>
                <a:lnTo>
                  <a:pt x="5646616" y="56332"/>
                </a:lnTo>
                <a:lnTo>
                  <a:pt x="5646288" y="55756"/>
                </a:lnTo>
                <a:lnTo>
                  <a:pt x="5645949" y="55194"/>
                </a:lnTo>
                <a:lnTo>
                  <a:pt x="5645602" y="54646"/>
                </a:lnTo>
                <a:lnTo>
                  <a:pt x="5645244" y="54113"/>
                </a:lnTo>
                <a:lnTo>
                  <a:pt x="5644877" y="53594"/>
                </a:lnTo>
                <a:lnTo>
                  <a:pt x="5644497" y="53087"/>
                </a:lnTo>
                <a:lnTo>
                  <a:pt x="5644099" y="52588"/>
                </a:lnTo>
                <a:lnTo>
                  <a:pt x="5643685" y="52098"/>
                </a:lnTo>
                <a:lnTo>
                  <a:pt x="5643253" y="51617"/>
                </a:lnTo>
                <a:lnTo>
                  <a:pt x="5642805" y="51145"/>
                </a:lnTo>
                <a:lnTo>
                  <a:pt x="5642339" y="50682"/>
                </a:lnTo>
                <a:lnTo>
                  <a:pt x="5641856" y="50228"/>
                </a:lnTo>
                <a:lnTo>
                  <a:pt x="5641356" y="49782"/>
                </a:lnTo>
                <a:lnTo>
                  <a:pt x="5640840" y="49346"/>
                </a:lnTo>
                <a:lnTo>
                  <a:pt x="5640306" y="48918"/>
                </a:lnTo>
                <a:lnTo>
                  <a:pt x="5639755" y="48499"/>
                </a:lnTo>
                <a:lnTo>
                  <a:pt x="5639187" y="48089"/>
                </a:lnTo>
                <a:lnTo>
                  <a:pt x="5638602" y="47688"/>
                </a:lnTo>
                <a:lnTo>
                  <a:pt x="5638000" y="47296"/>
                </a:lnTo>
                <a:lnTo>
                  <a:pt x="5637381" y="46912"/>
                </a:lnTo>
                <a:lnTo>
                  <a:pt x="5636745" y="46538"/>
                </a:lnTo>
                <a:lnTo>
                  <a:pt x="5636092" y="46172"/>
                </a:lnTo>
                <a:lnTo>
                  <a:pt x="5635421" y="45815"/>
                </a:lnTo>
                <a:lnTo>
                  <a:pt x="5634734" y="45467"/>
                </a:lnTo>
                <a:lnTo>
                  <a:pt x="5634030" y="45128"/>
                </a:lnTo>
                <a:lnTo>
                  <a:pt x="5633309" y="44797"/>
                </a:lnTo>
                <a:lnTo>
                  <a:pt x="5632570" y="44476"/>
                </a:lnTo>
                <a:lnTo>
                  <a:pt x="5631815" y="44163"/>
                </a:lnTo>
                <a:lnTo>
                  <a:pt x="5631042" y="43860"/>
                </a:lnTo>
                <a:lnTo>
                  <a:pt x="5630256" y="43566"/>
                </a:lnTo>
                <a:lnTo>
                  <a:pt x="5629459" y="43285"/>
                </a:lnTo>
                <a:lnTo>
                  <a:pt x="5628652" y="43017"/>
                </a:lnTo>
                <a:lnTo>
                  <a:pt x="5627834" y="42761"/>
                </a:lnTo>
                <a:lnTo>
                  <a:pt x="5627006" y="42518"/>
                </a:lnTo>
                <a:lnTo>
                  <a:pt x="5626167" y="42287"/>
                </a:lnTo>
                <a:lnTo>
                  <a:pt x="5625318" y="42068"/>
                </a:lnTo>
                <a:lnTo>
                  <a:pt x="5624458" y="41862"/>
                </a:lnTo>
                <a:lnTo>
                  <a:pt x="5623588" y="41669"/>
                </a:lnTo>
                <a:lnTo>
                  <a:pt x="5622707" y="41488"/>
                </a:lnTo>
                <a:lnTo>
                  <a:pt x="5621816" y="41319"/>
                </a:lnTo>
                <a:lnTo>
                  <a:pt x="5620914" y="41163"/>
                </a:lnTo>
                <a:lnTo>
                  <a:pt x="5620002" y="41020"/>
                </a:lnTo>
                <a:lnTo>
                  <a:pt x="5619079" y="40889"/>
                </a:lnTo>
                <a:lnTo>
                  <a:pt x="5618146" y="40770"/>
                </a:lnTo>
                <a:lnTo>
                  <a:pt x="5617202" y="40664"/>
                </a:lnTo>
                <a:lnTo>
                  <a:pt x="5616248" y="40570"/>
                </a:lnTo>
                <a:lnTo>
                  <a:pt x="5615283" y="40489"/>
                </a:lnTo>
                <a:lnTo>
                  <a:pt x="5614308" y="40421"/>
                </a:lnTo>
                <a:lnTo>
                  <a:pt x="5613322" y="40364"/>
                </a:lnTo>
                <a:lnTo>
                  <a:pt x="5612326" y="40321"/>
                </a:lnTo>
                <a:lnTo>
                  <a:pt x="5611319" y="40290"/>
                </a:lnTo>
                <a:lnTo>
                  <a:pt x="5610302" y="40271"/>
                </a:lnTo>
                <a:lnTo>
                  <a:pt x="5609274" y="40265"/>
                </a:lnTo>
                <a:lnTo>
                  <a:pt x="5608590" y="40268"/>
                </a:lnTo>
                <a:lnTo>
                  <a:pt x="5607909" y="40279"/>
                </a:lnTo>
                <a:lnTo>
                  <a:pt x="5607232" y="40298"/>
                </a:lnTo>
                <a:lnTo>
                  <a:pt x="5606559" y="40324"/>
                </a:lnTo>
                <a:lnTo>
                  <a:pt x="5605889" y="40357"/>
                </a:lnTo>
                <a:lnTo>
                  <a:pt x="5605223" y="40398"/>
                </a:lnTo>
                <a:lnTo>
                  <a:pt x="5604561" y="40446"/>
                </a:lnTo>
                <a:lnTo>
                  <a:pt x="5603902" y="40502"/>
                </a:lnTo>
                <a:lnTo>
                  <a:pt x="5603247" y="40565"/>
                </a:lnTo>
                <a:lnTo>
                  <a:pt x="5602595" y="40635"/>
                </a:lnTo>
                <a:lnTo>
                  <a:pt x="5601947" y="40713"/>
                </a:lnTo>
                <a:lnTo>
                  <a:pt x="5601303" y="40798"/>
                </a:lnTo>
                <a:lnTo>
                  <a:pt x="5600662" y="40891"/>
                </a:lnTo>
                <a:lnTo>
                  <a:pt x="5600025" y="40991"/>
                </a:lnTo>
                <a:lnTo>
                  <a:pt x="5599391" y="41099"/>
                </a:lnTo>
                <a:lnTo>
                  <a:pt x="5598761" y="41214"/>
                </a:lnTo>
                <a:lnTo>
                  <a:pt x="5598135" y="41336"/>
                </a:lnTo>
                <a:lnTo>
                  <a:pt x="5597512" y="41466"/>
                </a:lnTo>
                <a:lnTo>
                  <a:pt x="5596893" y="41603"/>
                </a:lnTo>
                <a:lnTo>
                  <a:pt x="5596278" y="41747"/>
                </a:lnTo>
                <a:lnTo>
                  <a:pt x="5595666" y="41899"/>
                </a:lnTo>
                <a:lnTo>
                  <a:pt x="5595058" y="42059"/>
                </a:lnTo>
                <a:lnTo>
                  <a:pt x="5594453" y="42226"/>
                </a:lnTo>
                <a:lnTo>
                  <a:pt x="5593852" y="42400"/>
                </a:lnTo>
                <a:lnTo>
                  <a:pt x="5593258" y="42579"/>
                </a:lnTo>
                <a:lnTo>
                  <a:pt x="5592675" y="42762"/>
                </a:lnTo>
                <a:lnTo>
                  <a:pt x="5592102" y="42948"/>
                </a:lnTo>
                <a:lnTo>
                  <a:pt x="5591539" y="43137"/>
                </a:lnTo>
                <a:lnTo>
                  <a:pt x="5590988" y="43329"/>
                </a:lnTo>
                <a:lnTo>
                  <a:pt x="5590446" y="43525"/>
                </a:lnTo>
                <a:lnTo>
                  <a:pt x="5589915" y="43724"/>
                </a:lnTo>
                <a:lnTo>
                  <a:pt x="5589395" y="43926"/>
                </a:lnTo>
                <a:lnTo>
                  <a:pt x="5588885" y="44132"/>
                </a:lnTo>
                <a:lnTo>
                  <a:pt x="5588386" y="44341"/>
                </a:lnTo>
                <a:lnTo>
                  <a:pt x="5587897" y="44553"/>
                </a:lnTo>
                <a:lnTo>
                  <a:pt x="5587418" y="44768"/>
                </a:lnTo>
                <a:lnTo>
                  <a:pt x="5586950" y="44987"/>
                </a:lnTo>
                <a:lnTo>
                  <a:pt x="5586493" y="45209"/>
                </a:lnTo>
                <a:lnTo>
                  <a:pt x="5586046" y="45434"/>
                </a:lnTo>
                <a:lnTo>
                  <a:pt x="5585610" y="45663"/>
                </a:lnTo>
                <a:lnTo>
                  <a:pt x="5585184" y="45895"/>
                </a:lnTo>
                <a:lnTo>
                  <a:pt x="5584768" y="46130"/>
                </a:lnTo>
                <a:lnTo>
                  <a:pt x="5584364" y="46368"/>
                </a:lnTo>
                <a:lnTo>
                  <a:pt x="5583969" y="46610"/>
                </a:lnTo>
                <a:lnTo>
                  <a:pt x="5583585" y="46855"/>
                </a:lnTo>
                <a:lnTo>
                  <a:pt x="5583212" y="47103"/>
                </a:lnTo>
                <a:lnTo>
                  <a:pt x="5582849" y="47355"/>
                </a:lnTo>
                <a:lnTo>
                  <a:pt x="5582497" y="47610"/>
                </a:lnTo>
                <a:lnTo>
                  <a:pt x="5582038" y="47944"/>
                </a:lnTo>
                <a:lnTo>
                  <a:pt x="5581587" y="48285"/>
                </a:lnTo>
                <a:lnTo>
                  <a:pt x="5581145" y="48634"/>
                </a:lnTo>
                <a:lnTo>
                  <a:pt x="5580710" y="48990"/>
                </a:lnTo>
                <a:lnTo>
                  <a:pt x="5580284" y="49352"/>
                </a:lnTo>
                <a:lnTo>
                  <a:pt x="5579866" y="49722"/>
                </a:lnTo>
                <a:lnTo>
                  <a:pt x="5579455" y="50099"/>
                </a:lnTo>
                <a:lnTo>
                  <a:pt x="5579053" y="50483"/>
                </a:lnTo>
                <a:lnTo>
                  <a:pt x="5578659" y="50873"/>
                </a:lnTo>
                <a:lnTo>
                  <a:pt x="5578273" y="51271"/>
                </a:lnTo>
                <a:lnTo>
                  <a:pt x="5577895" y="51677"/>
                </a:lnTo>
                <a:lnTo>
                  <a:pt x="5577526" y="52089"/>
                </a:lnTo>
                <a:lnTo>
                  <a:pt x="5577164" y="52508"/>
                </a:lnTo>
                <a:lnTo>
                  <a:pt x="5576810" y="52934"/>
                </a:lnTo>
                <a:lnTo>
                  <a:pt x="5576465" y="53368"/>
                </a:lnTo>
                <a:lnTo>
                  <a:pt x="5576128" y="53808"/>
                </a:lnTo>
                <a:lnTo>
                  <a:pt x="5575798" y="54255"/>
                </a:lnTo>
                <a:lnTo>
                  <a:pt x="5575477" y="54710"/>
                </a:lnTo>
                <a:lnTo>
                  <a:pt x="5575164" y="55172"/>
                </a:lnTo>
                <a:lnTo>
                  <a:pt x="5574859" y="55640"/>
                </a:lnTo>
                <a:lnTo>
                  <a:pt x="5574562" y="56116"/>
                </a:lnTo>
                <a:lnTo>
                  <a:pt x="5574273" y="56599"/>
                </a:lnTo>
                <a:lnTo>
                  <a:pt x="5573993" y="57089"/>
                </a:lnTo>
                <a:lnTo>
                  <a:pt x="5573720" y="57586"/>
                </a:lnTo>
                <a:lnTo>
                  <a:pt x="5573457" y="58088"/>
                </a:lnTo>
                <a:lnTo>
                  <a:pt x="5573205" y="58594"/>
                </a:lnTo>
                <a:lnTo>
                  <a:pt x="5572964" y="59104"/>
                </a:lnTo>
                <a:lnTo>
                  <a:pt x="5572735" y="59617"/>
                </a:lnTo>
                <a:lnTo>
                  <a:pt x="5572517" y="60134"/>
                </a:lnTo>
                <a:lnTo>
                  <a:pt x="5572310" y="60654"/>
                </a:lnTo>
                <a:lnTo>
                  <a:pt x="5572114" y="61178"/>
                </a:lnTo>
                <a:lnTo>
                  <a:pt x="5571929" y="61706"/>
                </a:lnTo>
                <a:lnTo>
                  <a:pt x="5571756" y="62237"/>
                </a:lnTo>
                <a:lnTo>
                  <a:pt x="5571593" y="62772"/>
                </a:lnTo>
                <a:lnTo>
                  <a:pt x="5571442" y="63310"/>
                </a:lnTo>
                <a:lnTo>
                  <a:pt x="5571303" y="63852"/>
                </a:lnTo>
                <a:lnTo>
                  <a:pt x="5571174" y="64398"/>
                </a:lnTo>
                <a:lnTo>
                  <a:pt x="5571056" y="64947"/>
                </a:lnTo>
                <a:lnTo>
                  <a:pt x="5570950" y="65500"/>
                </a:lnTo>
                <a:lnTo>
                  <a:pt x="5570855" y="66057"/>
                </a:lnTo>
                <a:lnTo>
                  <a:pt x="5570771" y="66617"/>
                </a:lnTo>
                <a:lnTo>
                  <a:pt x="5570698" y="67181"/>
                </a:lnTo>
                <a:lnTo>
                  <a:pt x="5570637" y="67748"/>
                </a:lnTo>
                <a:lnTo>
                  <a:pt x="5570586" y="68319"/>
                </a:lnTo>
                <a:lnTo>
                  <a:pt x="5570547" y="68894"/>
                </a:lnTo>
                <a:lnTo>
                  <a:pt x="5570519" y="69472"/>
                </a:lnTo>
                <a:lnTo>
                  <a:pt x="5570502" y="70054"/>
                </a:lnTo>
                <a:lnTo>
                  <a:pt x="5570497" y="70640"/>
                </a:lnTo>
                <a:lnTo>
                  <a:pt x="5570504" y="71282"/>
                </a:lnTo>
                <a:lnTo>
                  <a:pt x="5570524" y="71921"/>
                </a:lnTo>
                <a:lnTo>
                  <a:pt x="5570558" y="72554"/>
                </a:lnTo>
                <a:lnTo>
                  <a:pt x="5570606" y="73183"/>
                </a:lnTo>
                <a:lnTo>
                  <a:pt x="5570667" y="73807"/>
                </a:lnTo>
                <a:lnTo>
                  <a:pt x="5570742" y="74427"/>
                </a:lnTo>
                <a:lnTo>
                  <a:pt x="5570830" y="75042"/>
                </a:lnTo>
                <a:lnTo>
                  <a:pt x="5570932" y="75652"/>
                </a:lnTo>
                <a:lnTo>
                  <a:pt x="5571048" y="76258"/>
                </a:lnTo>
                <a:lnTo>
                  <a:pt x="5571177" y="76859"/>
                </a:lnTo>
                <a:lnTo>
                  <a:pt x="5571320" y="77455"/>
                </a:lnTo>
                <a:lnTo>
                  <a:pt x="5571476" y="78047"/>
                </a:lnTo>
                <a:lnTo>
                  <a:pt x="5571646" y="78634"/>
                </a:lnTo>
                <a:lnTo>
                  <a:pt x="5571830" y="79216"/>
                </a:lnTo>
                <a:lnTo>
                  <a:pt x="5572027" y="79794"/>
                </a:lnTo>
                <a:lnTo>
                  <a:pt x="5572238" y="80367"/>
                </a:lnTo>
                <a:lnTo>
                  <a:pt x="5572462" y="80935"/>
                </a:lnTo>
                <a:lnTo>
                  <a:pt x="5572700" y="81499"/>
                </a:lnTo>
                <a:lnTo>
                  <a:pt x="5572952" y="82058"/>
                </a:lnTo>
                <a:lnTo>
                  <a:pt x="5573217" y="82613"/>
                </a:lnTo>
                <a:lnTo>
                  <a:pt x="5573496" y="83163"/>
                </a:lnTo>
                <a:lnTo>
                  <a:pt x="5573788" y="83708"/>
                </a:lnTo>
                <a:lnTo>
                  <a:pt x="5574094" y="84248"/>
                </a:lnTo>
                <a:lnTo>
                  <a:pt x="5574414" y="84784"/>
                </a:lnTo>
                <a:lnTo>
                  <a:pt x="5574747" y="85313"/>
                </a:lnTo>
                <a:lnTo>
                  <a:pt x="5575092" y="85832"/>
                </a:lnTo>
                <a:lnTo>
                  <a:pt x="5575451" y="86342"/>
                </a:lnTo>
                <a:lnTo>
                  <a:pt x="5575822" y="86841"/>
                </a:lnTo>
                <a:lnTo>
                  <a:pt x="5576206" y="87332"/>
                </a:lnTo>
                <a:lnTo>
                  <a:pt x="5576602" y="87812"/>
                </a:lnTo>
                <a:lnTo>
                  <a:pt x="5577011" y="88283"/>
                </a:lnTo>
                <a:lnTo>
                  <a:pt x="5577433" y="88744"/>
                </a:lnTo>
                <a:lnTo>
                  <a:pt x="5577868" y="89196"/>
                </a:lnTo>
                <a:lnTo>
                  <a:pt x="5578316" y="89637"/>
                </a:lnTo>
                <a:lnTo>
                  <a:pt x="5578776" y="90070"/>
                </a:lnTo>
                <a:lnTo>
                  <a:pt x="5579249" y="90492"/>
                </a:lnTo>
                <a:lnTo>
                  <a:pt x="5579735" y="90905"/>
                </a:lnTo>
                <a:lnTo>
                  <a:pt x="5580233" y="91308"/>
                </a:lnTo>
                <a:lnTo>
                  <a:pt x="5580744" y="91702"/>
                </a:lnTo>
                <a:lnTo>
                  <a:pt x="5581268" y="92086"/>
                </a:lnTo>
                <a:lnTo>
                  <a:pt x="5581805" y="92460"/>
                </a:lnTo>
                <a:lnTo>
                  <a:pt x="5582354" y="92825"/>
                </a:lnTo>
                <a:lnTo>
                  <a:pt x="5582916" y="93180"/>
                </a:lnTo>
                <a:lnTo>
                  <a:pt x="5583491" y="93525"/>
                </a:lnTo>
                <a:lnTo>
                  <a:pt x="5584079" y="93861"/>
                </a:lnTo>
                <a:lnTo>
                  <a:pt x="5584679" y="94187"/>
                </a:lnTo>
                <a:lnTo>
                  <a:pt x="5585292" y="94503"/>
                </a:lnTo>
                <a:lnTo>
                  <a:pt x="5585918" y="94810"/>
                </a:lnTo>
                <a:lnTo>
                  <a:pt x="5586571" y="95114"/>
                </a:lnTo>
                <a:lnTo>
                  <a:pt x="5587266" y="95423"/>
                </a:lnTo>
                <a:lnTo>
                  <a:pt x="5588003" y="95737"/>
                </a:lnTo>
                <a:lnTo>
                  <a:pt x="5588782" y="96055"/>
                </a:lnTo>
                <a:lnTo>
                  <a:pt x="5589602" y="96378"/>
                </a:lnTo>
                <a:lnTo>
                  <a:pt x="5590465" y="96705"/>
                </a:lnTo>
                <a:lnTo>
                  <a:pt x="5591369" y="97037"/>
                </a:lnTo>
                <a:lnTo>
                  <a:pt x="5592315" y="97374"/>
                </a:lnTo>
                <a:lnTo>
                  <a:pt x="5593303" y="97716"/>
                </a:lnTo>
                <a:lnTo>
                  <a:pt x="5594333" y="98062"/>
                </a:lnTo>
                <a:lnTo>
                  <a:pt x="5595404" y="98412"/>
                </a:lnTo>
                <a:lnTo>
                  <a:pt x="5596517" y="98768"/>
                </a:lnTo>
                <a:lnTo>
                  <a:pt x="5597673" y="99128"/>
                </a:lnTo>
                <a:lnTo>
                  <a:pt x="5598870" y="99492"/>
                </a:lnTo>
                <a:lnTo>
                  <a:pt x="5600109" y="99862"/>
                </a:lnTo>
                <a:lnTo>
                  <a:pt x="5601389" y="100236"/>
                </a:lnTo>
                <a:lnTo>
                  <a:pt x="5602712" y="100614"/>
                </a:lnTo>
                <a:lnTo>
                  <a:pt x="5604076" y="100998"/>
                </a:lnTo>
                <a:lnTo>
                  <a:pt x="5605483" y="101386"/>
                </a:lnTo>
                <a:lnTo>
                  <a:pt x="5606931" y="101778"/>
                </a:lnTo>
                <a:lnTo>
                  <a:pt x="5608421" y="102175"/>
                </a:lnTo>
                <a:lnTo>
                  <a:pt x="5609952" y="102577"/>
                </a:lnTo>
                <a:lnTo>
                  <a:pt x="5611526" y="102984"/>
                </a:lnTo>
                <a:lnTo>
                  <a:pt x="5613141" y="103395"/>
                </a:lnTo>
                <a:lnTo>
                  <a:pt x="5614337" y="103696"/>
                </a:lnTo>
                <a:lnTo>
                  <a:pt x="5615495" y="103993"/>
                </a:lnTo>
                <a:lnTo>
                  <a:pt x="5616616" y="104285"/>
                </a:lnTo>
                <a:lnTo>
                  <a:pt x="5617698" y="104573"/>
                </a:lnTo>
                <a:lnTo>
                  <a:pt x="5618742" y="104857"/>
                </a:lnTo>
                <a:lnTo>
                  <a:pt x="5619749" y="105136"/>
                </a:lnTo>
                <a:lnTo>
                  <a:pt x="5620718" y="105410"/>
                </a:lnTo>
                <a:lnTo>
                  <a:pt x="5621648" y="105680"/>
                </a:lnTo>
                <a:lnTo>
                  <a:pt x="5622541" y="105946"/>
                </a:lnTo>
                <a:lnTo>
                  <a:pt x="5623396" y="106207"/>
                </a:lnTo>
                <a:lnTo>
                  <a:pt x="5624213" y="106464"/>
                </a:lnTo>
                <a:lnTo>
                  <a:pt x="5624993" y="106716"/>
                </a:lnTo>
                <a:lnTo>
                  <a:pt x="5625734" y="106964"/>
                </a:lnTo>
                <a:lnTo>
                  <a:pt x="5626438" y="107208"/>
                </a:lnTo>
                <a:lnTo>
                  <a:pt x="5627103" y="107447"/>
                </a:lnTo>
                <a:lnTo>
                  <a:pt x="5627731" y="107681"/>
                </a:lnTo>
                <a:lnTo>
                  <a:pt x="5628321" y="107912"/>
                </a:lnTo>
                <a:lnTo>
                  <a:pt x="5628873" y="108137"/>
                </a:lnTo>
                <a:lnTo>
                  <a:pt x="5629387" y="108358"/>
                </a:lnTo>
                <a:lnTo>
                  <a:pt x="5629863" y="108575"/>
                </a:lnTo>
                <a:lnTo>
                  <a:pt x="5630302" y="108788"/>
                </a:lnTo>
                <a:lnTo>
                  <a:pt x="5630702" y="108996"/>
                </a:lnTo>
                <a:lnTo>
                  <a:pt x="5631065" y="109199"/>
                </a:lnTo>
                <a:lnTo>
                  <a:pt x="5631389" y="109398"/>
                </a:lnTo>
                <a:lnTo>
                  <a:pt x="5631818" y="109689"/>
                </a:lnTo>
                <a:lnTo>
                  <a:pt x="5632229" y="109990"/>
                </a:lnTo>
                <a:lnTo>
                  <a:pt x="5632621" y="110299"/>
                </a:lnTo>
                <a:lnTo>
                  <a:pt x="5632996" y="110617"/>
                </a:lnTo>
                <a:lnTo>
                  <a:pt x="5633351" y="110944"/>
                </a:lnTo>
                <a:lnTo>
                  <a:pt x="5633689" y="111280"/>
                </a:lnTo>
                <a:lnTo>
                  <a:pt x="5634008" y="111624"/>
                </a:lnTo>
                <a:lnTo>
                  <a:pt x="5634310" y="111978"/>
                </a:lnTo>
                <a:lnTo>
                  <a:pt x="5634592" y="112340"/>
                </a:lnTo>
                <a:lnTo>
                  <a:pt x="5634857" y="112712"/>
                </a:lnTo>
                <a:lnTo>
                  <a:pt x="5635103" y="113092"/>
                </a:lnTo>
                <a:lnTo>
                  <a:pt x="5635332" y="113481"/>
                </a:lnTo>
                <a:lnTo>
                  <a:pt x="5635541" y="113879"/>
                </a:lnTo>
                <a:lnTo>
                  <a:pt x="5635733" y="114286"/>
                </a:lnTo>
                <a:lnTo>
                  <a:pt x="5635907" y="114702"/>
                </a:lnTo>
                <a:lnTo>
                  <a:pt x="5636062" y="115127"/>
                </a:lnTo>
                <a:lnTo>
                  <a:pt x="5636199" y="115560"/>
                </a:lnTo>
                <a:lnTo>
                  <a:pt x="5636317" y="116003"/>
                </a:lnTo>
                <a:lnTo>
                  <a:pt x="5636418" y="116454"/>
                </a:lnTo>
                <a:lnTo>
                  <a:pt x="5636500" y="116914"/>
                </a:lnTo>
                <a:lnTo>
                  <a:pt x="5636564" y="117384"/>
                </a:lnTo>
                <a:lnTo>
                  <a:pt x="5636609" y="117862"/>
                </a:lnTo>
                <a:lnTo>
                  <a:pt x="5636637" y="118348"/>
                </a:lnTo>
                <a:lnTo>
                  <a:pt x="5636646" y="118844"/>
                </a:lnTo>
                <a:lnTo>
                  <a:pt x="5636635" y="119399"/>
                </a:lnTo>
                <a:lnTo>
                  <a:pt x="5636604" y="119947"/>
                </a:lnTo>
                <a:lnTo>
                  <a:pt x="5636553" y="120489"/>
                </a:lnTo>
                <a:lnTo>
                  <a:pt x="5636480" y="121026"/>
                </a:lnTo>
                <a:lnTo>
                  <a:pt x="5636387" y="121556"/>
                </a:lnTo>
                <a:lnTo>
                  <a:pt x="5636274" y="122081"/>
                </a:lnTo>
                <a:lnTo>
                  <a:pt x="5636139" y="122600"/>
                </a:lnTo>
                <a:lnTo>
                  <a:pt x="5635985" y="123112"/>
                </a:lnTo>
                <a:lnTo>
                  <a:pt x="5635809" y="123619"/>
                </a:lnTo>
                <a:lnTo>
                  <a:pt x="5635613" y="124120"/>
                </a:lnTo>
                <a:lnTo>
                  <a:pt x="5635396" y="124614"/>
                </a:lnTo>
                <a:lnTo>
                  <a:pt x="5635158" y="125103"/>
                </a:lnTo>
                <a:lnTo>
                  <a:pt x="5634900" y="125586"/>
                </a:lnTo>
                <a:lnTo>
                  <a:pt x="5634621" y="126063"/>
                </a:lnTo>
                <a:lnTo>
                  <a:pt x="5634321" y="126534"/>
                </a:lnTo>
                <a:lnTo>
                  <a:pt x="5634001" y="126999"/>
                </a:lnTo>
                <a:lnTo>
                  <a:pt x="5633660" y="127458"/>
                </a:lnTo>
                <a:lnTo>
                  <a:pt x="5633299" y="127911"/>
                </a:lnTo>
                <a:lnTo>
                  <a:pt x="5632916" y="128358"/>
                </a:lnTo>
                <a:lnTo>
                  <a:pt x="5632513" y="128799"/>
                </a:lnTo>
                <a:lnTo>
                  <a:pt x="5632090" y="129234"/>
                </a:lnTo>
                <a:lnTo>
                  <a:pt x="5631646" y="129663"/>
                </a:lnTo>
                <a:lnTo>
                  <a:pt x="5631181" y="130086"/>
                </a:lnTo>
                <a:lnTo>
                  <a:pt x="5630695" y="130503"/>
                </a:lnTo>
                <a:lnTo>
                  <a:pt x="5630188" y="130909"/>
                </a:lnTo>
                <a:lnTo>
                  <a:pt x="5629659" y="131297"/>
                </a:lnTo>
                <a:lnTo>
                  <a:pt x="5629108" y="131668"/>
                </a:lnTo>
                <a:lnTo>
                  <a:pt x="5628535" y="132021"/>
                </a:lnTo>
                <a:lnTo>
                  <a:pt x="5627940" y="132358"/>
                </a:lnTo>
                <a:lnTo>
                  <a:pt x="5627323" y="132677"/>
                </a:lnTo>
                <a:lnTo>
                  <a:pt x="5626684" y="132979"/>
                </a:lnTo>
                <a:lnTo>
                  <a:pt x="5626023" y="133263"/>
                </a:lnTo>
                <a:lnTo>
                  <a:pt x="5625340" y="133531"/>
                </a:lnTo>
                <a:lnTo>
                  <a:pt x="5624635" y="133781"/>
                </a:lnTo>
                <a:lnTo>
                  <a:pt x="5623907" y="134014"/>
                </a:lnTo>
                <a:lnTo>
                  <a:pt x="5623158" y="134229"/>
                </a:lnTo>
                <a:lnTo>
                  <a:pt x="5622387" y="134428"/>
                </a:lnTo>
                <a:lnTo>
                  <a:pt x="5621593" y="134609"/>
                </a:lnTo>
                <a:lnTo>
                  <a:pt x="5620778" y="134773"/>
                </a:lnTo>
                <a:lnTo>
                  <a:pt x="5619940" y="134919"/>
                </a:lnTo>
                <a:lnTo>
                  <a:pt x="5619081" y="135049"/>
                </a:lnTo>
                <a:lnTo>
                  <a:pt x="5618199" y="135161"/>
                </a:lnTo>
                <a:lnTo>
                  <a:pt x="5617296" y="135256"/>
                </a:lnTo>
                <a:lnTo>
                  <a:pt x="5616370" y="135333"/>
                </a:lnTo>
                <a:lnTo>
                  <a:pt x="5615422" y="135394"/>
                </a:lnTo>
                <a:lnTo>
                  <a:pt x="5614453" y="135437"/>
                </a:lnTo>
                <a:lnTo>
                  <a:pt x="5613461" y="135463"/>
                </a:lnTo>
                <a:lnTo>
                  <a:pt x="5612447" y="135471"/>
                </a:lnTo>
                <a:lnTo>
                  <a:pt x="5611440" y="135462"/>
                </a:lnTo>
                <a:lnTo>
                  <a:pt x="5610452" y="135432"/>
                </a:lnTo>
                <a:lnTo>
                  <a:pt x="5609482" y="135384"/>
                </a:lnTo>
                <a:lnTo>
                  <a:pt x="5608531" y="135315"/>
                </a:lnTo>
                <a:lnTo>
                  <a:pt x="5607599" y="135227"/>
                </a:lnTo>
                <a:lnTo>
                  <a:pt x="5606686" y="135120"/>
                </a:lnTo>
                <a:lnTo>
                  <a:pt x="5605791" y="134993"/>
                </a:lnTo>
                <a:lnTo>
                  <a:pt x="5604916" y="134846"/>
                </a:lnTo>
                <a:lnTo>
                  <a:pt x="5604059" y="134680"/>
                </a:lnTo>
                <a:lnTo>
                  <a:pt x="5603220" y="134495"/>
                </a:lnTo>
                <a:lnTo>
                  <a:pt x="5602401" y="134290"/>
                </a:lnTo>
                <a:lnTo>
                  <a:pt x="5601600" y="134065"/>
                </a:lnTo>
                <a:lnTo>
                  <a:pt x="5600818" y="133821"/>
                </a:lnTo>
                <a:lnTo>
                  <a:pt x="5600055" y="133557"/>
                </a:lnTo>
                <a:lnTo>
                  <a:pt x="5599311" y="133274"/>
                </a:lnTo>
                <a:lnTo>
                  <a:pt x="5598585" y="132971"/>
                </a:lnTo>
                <a:lnTo>
                  <a:pt x="5597878" y="132649"/>
                </a:lnTo>
                <a:lnTo>
                  <a:pt x="5597190" y="132307"/>
                </a:lnTo>
                <a:lnTo>
                  <a:pt x="5596521" y="131946"/>
                </a:lnTo>
                <a:lnTo>
                  <a:pt x="5595870" y="131565"/>
                </a:lnTo>
                <a:lnTo>
                  <a:pt x="5595238" y="131165"/>
                </a:lnTo>
                <a:lnTo>
                  <a:pt x="5594625" y="130745"/>
                </a:lnTo>
                <a:lnTo>
                  <a:pt x="5594031" y="130305"/>
                </a:lnTo>
                <a:lnTo>
                  <a:pt x="5593455" y="129846"/>
                </a:lnTo>
                <a:lnTo>
                  <a:pt x="5592899" y="129369"/>
                </a:lnTo>
                <a:lnTo>
                  <a:pt x="5592360" y="128874"/>
                </a:lnTo>
                <a:lnTo>
                  <a:pt x="5591840" y="128362"/>
                </a:lnTo>
                <a:lnTo>
                  <a:pt x="5591338" y="127833"/>
                </a:lnTo>
                <a:lnTo>
                  <a:pt x="5590855" y="127287"/>
                </a:lnTo>
                <a:lnTo>
                  <a:pt x="5590390" y="126724"/>
                </a:lnTo>
                <a:lnTo>
                  <a:pt x="5589944" y="126143"/>
                </a:lnTo>
                <a:lnTo>
                  <a:pt x="5589516" y="125546"/>
                </a:lnTo>
                <a:lnTo>
                  <a:pt x="5589107" y="124931"/>
                </a:lnTo>
                <a:lnTo>
                  <a:pt x="5588715" y="124299"/>
                </a:lnTo>
                <a:lnTo>
                  <a:pt x="5588343" y="123650"/>
                </a:lnTo>
                <a:lnTo>
                  <a:pt x="5587989" y="122984"/>
                </a:lnTo>
                <a:lnTo>
                  <a:pt x="5587653" y="122301"/>
                </a:lnTo>
                <a:lnTo>
                  <a:pt x="5587335" y="121600"/>
                </a:lnTo>
                <a:lnTo>
                  <a:pt x="5587036" y="120883"/>
                </a:lnTo>
                <a:lnTo>
                  <a:pt x="5586756" y="120148"/>
                </a:lnTo>
                <a:lnTo>
                  <a:pt x="5586494" y="119396"/>
                </a:lnTo>
                <a:lnTo>
                  <a:pt x="5586250" y="118627"/>
                </a:lnTo>
                <a:lnTo>
                  <a:pt x="5586025" y="117841"/>
                </a:lnTo>
                <a:lnTo>
                  <a:pt x="5585818" y="117038"/>
                </a:lnTo>
                <a:lnTo>
                  <a:pt x="5585629" y="116217"/>
                </a:lnTo>
                <a:lnTo>
                  <a:pt x="5585459" y="115380"/>
                </a:lnTo>
                <a:lnTo>
                  <a:pt x="5585308" y="114525"/>
                </a:lnTo>
                <a:lnTo>
                  <a:pt x="5585174" y="113653"/>
                </a:lnTo>
                <a:lnTo>
                  <a:pt x="5567522" y="116430"/>
                </a:lnTo>
                <a:lnTo>
                  <a:pt x="5567783" y="117817"/>
                </a:lnTo>
                <a:lnTo>
                  <a:pt x="5568071" y="119174"/>
                </a:lnTo>
                <a:lnTo>
                  <a:pt x="5568387" y="120504"/>
                </a:lnTo>
                <a:lnTo>
                  <a:pt x="5568730" y="121804"/>
                </a:lnTo>
                <a:lnTo>
                  <a:pt x="5569099" y="123076"/>
                </a:lnTo>
                <a:lnTo>
                  <a:pt x="5569496" y="124319"/>
                </a:lnTo>
                <a:lnTo>
                  <a:pt x="5569919" y="125533"/>
                </a:lnTo>
                <a:close/>
                <a:moveTo>
                  <a:pt x="5745575" y="139145"/>
                </a:moveTo>
                <a:lnTo>
                  <a:pt x="5745693" y="139717"/>
                </a:lnTo>
                <a:lnTo>
                  <a:pt x="5745818" y="140281"/>
                </a:lnTo>
                <a:lnTo>
                  <a:pt x="5745949" y="140840"/>
                </a:lnTo>
                <a:lnTo>
                  <a:pt x="5746088" y="141391"/>
                </a:lnTo>
                <a:lnTo>
                  <a:pt x="5746233" y="141936"/>
                </a:lnTo>
                <a:lnTo>
                  <a:pt x="5746385" y="142475"/>
                </a:lnTo>
                <a:lnTo>
                  <a:pt x="5746544" y="143007"/>
                </a:lnTo>
                <a:lnTo>
                  <a:pt x="5746710" y="143532"/>
                </a:lnTo>
                <a:lnTo>
                  <a:pt x="5746883" y="144051"/>
                </a:lnTo>
                <a:lnTo>
                  <a:pt x="5747063" y="144564"/>
                </a:lnTo>
                <a:lnTo>
                  <a:pt x="5747250" y="145070"/>
                </a:lnTo>
                <a:lnTo>
                  <a:pt x="5747443" y="145569"/>
                </a:lnTo>
                <a:lnTo>
                  <a:pt x="5747644" y="146062"/>
                </a:lnTo>
                <a:lnTo>
                  <a:pt x="5747851" y="146548"/>
                </a:lnTo>
                <a:lnTo>
                  <a:pt x="5748065" y="147028"/>
                </a:lnTo>
                <a:lnTo>
                  <a:pt x="5748286" y="147501"/>
                </a:lnTo>
                <a:lnTo>
                  <a:pt x="5748514" y="147967"/>
                </a:lnTo>
                <a:lnTo>
                  <a:pt x="5767159" y="147967"/>
                </a:lnTo>
                <a:lnTo>
                  <a:pt x="5766882" y="147462"/>
                </a:lnTo>
                <a:lnTo>
                  <a:pt x="5766612" y="146955"/>
                </a:lnTo>
                <a:lnTo>
                  <a:pt x="5766351" y="146446"/>
                </a:lnTo>
                <a:lnTo>
                  <a:pt x="5766097" y="145936"/>
                </a:lnTo>
                <a:lnTo>
                  <a:pt x="5765851" y="145423"/>
                </a:lnTo>
                <a:lnTo>
                  <a:pt x="5765612" y="144908"/>
                </a:lnTo>
                <a:lnTo>
                  <a:pt x="5765382" y="144392"/>
                </a:lnTo>
                <a:lnTo>
                  <a:pt x="5765159" y="143874"/>
                </a:lnTo>
                <a:lnTo>
                  <a:pt x="5764944" y="143353"/>
                </a:lnTo>
                <a:lnTo>
                  <a:pt x="5764736" y="142831"/>
                </a:lnTo>
                <a:lnTo>
                  <a:pt x="5764537" y="142307"/>
                </a:lnTo>
                <a:lnTo>
                  <a:pt x="5764345" y="141781"/>
                </a:lnTo>
                <a:lnTo>
                  <a:pt x="5764161" y="141254"/>
                </a:lnTo>
                <a:lnTo>
                  <a:pt x="5763984" y="140724"/>
                </a:lnTo>
                <a:lnTo>
                  <a:pt x="5763816" y="140192"/>
                </a:lnTo>
                <a:lnTo>
                  <a:pt x="5763655" y="139659"/>
                </a:lnTo>
                <a:lnTo>
                  <a:pt x="5763502" y="139123"/>
                </a:lnTo>
                <a:lnTo>
                  <a:pt x="5763356" y="138586"/>
                </a:lnTo>
                <a:lnTo>
                  <a:pt x="5763218" y="138047"/>
                </a:lnTo>
                <a:lnTo>
                  <a:pt x="5763089" y="137506"/>
                </a:lnTo>
                <a:lnTo>
                  <a:pt x="5762966" y="136963"/>
                </a:lnTo>
                <a:lnTo>
                  <a:pt x="5762852" y="136418"/>
                </a:lnTo>
                <a:lnTo>
                  <a:pt x="5762745" y="135871"/>
                </a:lnTo>
                <a:lnTo>
                  <a:pt x="5762646" y="135323"/>
                </a:lnTo>
                <a:lnTo>
                  <a:pt x="5762553" y="134741"/>
                </a:lnTo>
                <a:lnTo>
                  <a:pt x="5762464" y="134096"/>
                </a:lnTo>
                <a:lnTo>
                  <a:pt x="5762379" y="133388"/>
                </a:lnTo>
                <a:lnTo>
                  <a:pt x="5762298" y="132616"/>
                </a:lnTo>
                <a:lnTo>
                  <a:pt x="5762221" y="131781"/>
                </a:lnTo>
                <a:lnTo>
                  <a:pt x="5762147" y="130882"/>
                </a:lnTo>
                <a:lnTo>
                  <a:pt x="5762078" y="129919"/>
                </a:lnTo>
                <a:lnTo>
                  <a:pt x="5762013" y="128893"/>
                </a:lnTo>
                <a:lnTo>
                  <a:pt x="5761951" y="127803"/>
                </a:lnTo>
                <a:lnTo>
                  <a:pt x="5761894" y="126650"/>
                </a:lnTo>
                <a:lnTo>
                  <a:pt x="5761841" y="125433"/>
                </a:lnTo>
                <a:lnTo>
                  <a:pt x="5761791" y="124153"/>
                </a:lnTo>
                <a:lnTo>
                  <a:pt x="5761745" y="122809"/>
                </a:lnTo>
                <a:lnTo>
                  <a:pt x="5761704" y="121402"/>
                </a:lnTo>
                <a:lnTo>
                  <a:pt x="5761666" y="119931"/>
                </a:lnTo>
                <a:lnTo>
                  <a:pt x="5761633" y="118397"/>
                </a:lnTo>
                <a:lnTo>
                  <a:pt x="5761603" y="116799"/>
                </a:lnTo>
                <a:lnTo>
                  <a:pt x="5761577" y="115138"/>
                </a:lnTo>
                <a:lnTo>
                  <a:pt x="5761555" y="113413"/>
                </a:lnTo>
                <a:lnTo>
                  <a:pt x="5761538" y="111624"/>
                </a:lnTo>
                <a:lnTo>
                  <a:pt x="5761524" y="109772"/>
                </a:lnTo>
                <a:lnTo>
                  <a:pt x="5761514" y="107857"/>
                </a:lnTo>
                <a:lnTo>
                  <a:pt x="5761508" y="105878"/>
                </a:lnTo>
                <a:lnTo>
                  <a:pt x="5761506" y="103835"/>
                </a:lnTo>
                <a:lnTo>
                  <a:pt x="5761506" y="80033"/>
                </a:lnTo>
                <a:lnTo>
                  <a:pt x="5761504" y="79054"/>
                </a:lnTo>
                <a:lnTo>
                  <a:pt x="5761500" y="78101"/>
                </a:lnTo>
                <a:lnTo>
                  <a:pt x="5761492" y="77173"/>
                </a:lnTo>
                <a:lnTo>
                  <a:pt x="5761481" y="76270"/>
                </a:lnTo>
                <a:lnTo>
                  <a:pt x="5761467" y="75393"/>
                </a:lnTo>
                <a:lnTo>
                  <a:pt x="5761450" y="74542"/>
                </a:lnTo>
                <a:lnTo>
                  <a:pt x="5761430" y="73715"/>
                </a:lnTo>
                <a:lnTo>
                  <a:pt x="5761407" y="72915"/>
                </a:lnTo>
                <a:lnTo>
                  <a:pt x="5761380" y="72140"/>
                </a:lnTo>
                <a:lnTo>
                  <a:pt x="5761351" y="71390"/>
                </a:lnTo>
                <a:lnTo>
                  <a:pt x="5761318" y="70666"/>
                </a:lnTo>
                <a:lnTo>
                  <a:pt x="5761283" y="69967"/>
                </a:lnTo>
                <a:lnTo>
                  <a:pt x="5761244" y="69294"/>
                </a:lnTo>
                <a:lnTo>
                  <a:pt x="5761202" y="68646"/>
                </a:lnTo>
                <a:lnTo>
                  <a:pt x="5761157" y="68024"/>
                </a:lnTo>
                <a:lnTo>
                  <a:pt x="5761109" y="67427"/>
                </a:lnTo>
                <a:lnTo>
                  <a:pt x="5761058" y="66856"/>
                </a:lnTo>
                <a:lnTo>
                  <a:pt x="5761004" y="66310"/>
                </a:lnTo>
                <a:lnTo>
                  <a:pt x="5760947" y="65790"/>
                </a:lnTo>
                <a:lnTo>
                  <a:pt x="5760886" y="65295"/>
                </a:lnTo>
                <a:lnTo>
                  <a:pt x="5760823" y="64826"/>
                </a:lnTo>
                <a:lnTo>
                  <a:pt x="5760756" y="64382"/>
                </a:lnTo>
                <a:lnTo>
                  <a:pt x="5760686" y="63963"/>
                </a:lnTo>
                <a:lnTo>
                  <a:pt x="5760613" y="63570"/>
                </a:lnTo>
                <a:lnTo>
                  <a:pt x="5760477" y="62963"/>
                </a:lnTo>
                <a:lnTo>
                  <a:pt x="5760332" y="62365"/>
                </a:lnTo>
                <a:lnTo>
                  <a:pt x="5760179" y="61775"/>
                </a:lnTo>
                <a:lnTo>
                  <a:pt x="5760018" y="61194"/>
                </a:lnTo>
                <a:lnTo>
                  <a:pt x="5759849" y="60622"/>
                </a:lnTo>
                <a:lnTo>
                  <a:pt x="5759671" y="60059"/>
                </a:lnTo>
                <a:lnTo>
                  <a:pt x="5759485" y="59505"/>
                </a:lnTo>
                <a:lnTo>
                  <a:pt x="5759291" y="58959"/>
                </a:lnTo>
                <a:lnTo>
                  <a:pt x="5759089" y="58422"/>
                </a:lnTo>
                <a:lnTo>
                  <a:pt x="5758878" y="57894"/>
                </a:lnTo>
                <a:lnTo>
                  <a:pt x="5758659" y="57374"/>
                </a:lnTo>
                <a:lnTo>
                  <a:pt x="5758432" y="56864"/>
                </a:lnTo>
                <a:lnTo>
                  <a:pt x="5758196" y="56362"/>
                </a:lnTo>
                <a:lnTo>
                  <a:pt x="5757952" y="55869"/>
                </a:lnTo>
                <a:lnTo>
                  <a:pt x="5757700" y="55385"/>
                </a:lnTo>
                <a:lnTo>
                  <a:pt x="5757440" y="54909"/>
                </a:lnTo>
                <a:lnTo>
                  <a:pt x="5757171" y="54443"/>
                </a:lnTo>
                <a:lnTo>
                  <a:pt x="5756894" y="53985"/>
                </a:lnTo>
                <a:lnTo>
                  <a:pt x="5756609" y="53536"/>
                </a:lnTo>
                <a:lnTo>
                  <a:pt x="5756316" y="53095"/>
                </a:lnTo>
                <a:lnTo>
                  <a:pt x="5756014" y="52664"/>
                </a:lnTo>
                <a:lnTo>
                  <a:pt x="5755704" y="52241"/>
                </a:lnTo>
                <a:lnTo>
                  <a:pt x="5755386" y="51827"/>
                </a:lnTo>
                <a:lnTo>
                  <a:pt x="5755060" y="51422"/>
                </a:lnTo>
                <a:lnTo>
                  <a:pt x="5754721" y="51024"/>
                </a:lnTo>
                <a:lnTo>
                  <a:pt x="5754367" y="50631"/>
                </a:lnTo>
                <a:lnTo>
                  <a:pt x="5753998" y="50245"/>
                </a:lnTo>
                <a:lnTo>
                  <a:pt x="5753613" y="49864"/>
                </a:lnTo>
                <a:lnTo>
                  <a:pt x="5753213" y="49488"/>
                </a:lnTo>
                <a:lnTo>
                  <a:pt x="5752797" y="49119"/>
                </a:lnTo>
                <a:lnTo>
                  <a:pt x="5752366" y="48755"/>
                </a:lnTo>
                <a:lnTo>
                  <a:pt x="5751919" y="48397"/>
                </a:lnTo>
                <a:lnTo>
                  <a:pt x="5751457" y="48044"/>
                </a:lnTo>
                <a:lnTo>
                  <a:pt x="5750979" y="47697"/>
                </a:lnTo>
                <a:lnTo>
                  <a:pt x="5750486" y="47356"/>
                </a:lnTo>
                <a:lnTo>
                  <a:pt x="5749977" y="47021"/>
                </a:lnTo>
                <a:lnTo>
                  <a:pt x="5749453" y="46691"/>
                </a:lnTo>
                <a:lnTo>
                  <a:pt x="5748913" y="46367"/>
                </a:lnTo>
                <a:lnTo>
                  <a:pt x="5748358" y="46048"/>
                </a:lnTo>
                <a:lnTo>
                  <a:pt x="5747787" y="45736"/>
                </a:lnTo>
                <a:lnTo>
                  <a:pt x="5747201" y="45429"/>
                </a:lnTo>
                <a:lnTo>
                  <a:pt x="5746599" y="45127"/>
                </a:lnTo>
                <a:lnTo>
                  <a:pt x="5745982" y="44831"/>
                </a:lnTo>
                <a:lnTo>
                  <a:pt x="5745349" y="44541"/>
                </a:lnTo>
                <a:lnTo>
                  <a:pt x="5744701" y="44257"/>
                </a:lnTo>
                <a:lnTo>
                  <a:pt x="5744037" y="43978"/>
                </a:lnTo>
                <a:lnTo>
                  <a:pt x="5743358" y="43705"/>
                </a:lnTo>
                <a:lnTo>
                  <a:pt x="5742663" y="43438"/>
                </a:lnTo>
                <a:lnTo>
                  <a:pt x="5741952" y="43179"/>
                </a:lnTo>
                <a:lnTo>
                  <a:pt x="5741223" y="42931"/>
                </a:lnTo>
                <a:lnTo>
                  <a:pt x="5740476" y="42694"/>
                </a:lnTo>
                <a:lnTo>
                  <a:pt x="5739712" y="42468"/>
                </a:lnTo>
                <a:lnTo>
                  <a:pt x="5738931" y="42254"/>
                </a:lnTo>
                <a:lnTo>
                  <a:pt x="5738132" y="42050"/>
                </a:lnTo>
                <a:lnTo>
                  <a:pt x="5737315" y="41857"/>
                </a:lnTo>
                <a:lnTo>
                  <a:pt x="5736481" y="41675"/>
                </a:lnTo>
                <a:lnTo>
                  <a:pt x="5735629" y="41504"/>
                </a:lnTo>
                <a:lnTo>
                  <a:pt x="5734760" y="41344"/>
                </a:lnTo>
                <a:lnTo>
                  <a:pt x="5733873" y="41196"/>
                </a:lnTo>
                <a:lnTo>
                  <a:pt x="5732969" y="41058"/>
                </a:lnTo>
                <a:lnTo>
                  <a:pt x="5732047" y="40931"/>
                </a:lnTo>
                <a:lnTo>
                  <a:pt x="5731107" y="40816"/>
                </a:lnTo>
                <a:lnTo>
                  <a:pt x="5730150" y="40711"/>
                </a:lnTo>
                <a:lnTo>
                  <a:pt x="5729175" y="40617"/>
                </a:lnTo>
                <a:lnTo>
                  <a:pt x="5728183" y="40535"/>
                </a:lnTo>
                <a:lnTo>
                  <a:pt x="5727173" y="40463"/>
                </a:lnTo>
                <a:lnTo>
                  <a:pt x="5726146" y="40402"/>
                </a:lnTo>
                <a:lnTo>
                  <a:pt x="5725101" y="40353"/>
                </a:lnTo>
                <a:lnTo>
                  <a:pt x="5724038" y="40314"/>
                </a:lnTo>
                <a:lnTo>
                  <a:pt x="5722958" y="40287"/>
                </a:lnTo>
                <a:lnTo>
                  <a:pt x="5721861" y="40270"/>
                </a:lnTo>
                <a:lnTo>
                  <a:pt x="5720745" y="40265"/>
                </a:lnTo>
                <a:lnTo>
                  <a:pt x="5719619" y="40271"/>
                </a:lnTo>
                <a:lnTo>
                  <a:pt x="5718504" y="40290"/>
                </a:lnTo>
                <a:lnTo>
                  <a:pt x="5717400" y="40323"/>
                </a:lnTo>
                <a:lnTo>
                  <a:pt x="5716307" y="40368"/>
                </a:lnTo>
                <a:lnTo>
                  <a:pt x="5715226" y="40427"/>
                </a:lnTo>
                <a:lnTo>
                  <a:pt x="5714157" y="40498"/>
                </a:lnTo>
                <a:lnTo>
                  <a:pt x="5713098" y="40582"/>
                </a:lnTo>
                <a:lnTo>
                  <a:pt x="5712051" y="40679"/>
                </a:lnTo>
                <a:lnTo>
                  <a:pt x="5711016" y="40789"/>
                </a:lnTo>
                <a:lnTo>
                  <a:pt x="5709991" y="40912"/>
                </a:lnTo>
                <a:lnTo>
                  <a:pt x="5708978" y="41048"/>
                </a:lnTo>
                <a:lnTo>
                  <a:pt x="5707977" y="41197"/>
                </a:lnTo>
                <a:lnTo>
                  <a:pt x="5706987" y="41359"/>
                </a:lnTo>
                <a:lnTo>
                  <a:pt x="5706008" y="41534"/>
                </a:lnTo>
                <a:lnTo>
                  <a:pt x="5705040" y="41722"/>
                </a:lnTo>
                <a:lnTo>
                  <a:pt x="5704084" y="41923"/>
                </a:lnTo>
                <a:lnTo>
                  <a:pt x="5703140" y="42137"/>
                </a:lnTo>
                <a:lnTo>
                  <a:pt x="5702206" y="42363"/>
                </a:lnTo>
                <a:lnTo>
                  <a:pt x="5701284" y="42603"/>
                </a:lnTo>
                <a:lnTo>
                  <a:pt x="5700374" y="42856"/>
                </a:lnTo>
                <a:lnTo>
                  <a:pt x="5699474" y="43121"/>
                </a:lnTo>
                <a:lnTo>
                  <a:pt x="5698586" y="43400"/>
                </a:lnTo>
                <a:lnTo>
                  <a:pt x="5697710" y="43691"/>
                </a:lnTo>
                <a:lnTo>
                  <a:pt x="5696845" y="43996"/>
                </a:lnTo>
                <a:lnTo>
                  <a:pt x="5695994" y="44312"/>
                </a:lnTo>
                <a:lnTo>
                  <a:pt x="5695159" y="44639"/>
                </a:lnTo>
                <a:lnTo>
                  <a:pt x="5694342" y="44978"/>
                </a:lnTo>
                <a:lnTo>
                  <a:pt x="5693542" y="45327"/>
                </a:lnTo>
                <a:lnTo>
                  <a:pt x="5692758" y="45688"/>
                </a:lnTo>
                <a:lnTo>
                  <a:pt x="5691991" y="46059"/>
                </a:lnTo>
                <a:lnTo>
                  <a:pt x="5691241" y="46442"/>
                </a:lnTo>
                <a:lnTo>
                  <a:pt x="5690508" y="46836"/>
                </a:lnTo>
                <a:lnTo>
                  <a:pt x="5689792" y="47240"/>
                </a:lnTo>
                <a:lnTo>
                  <a:pt x="5689093" y="47656"/>
                </a:lnTo>
                <a:lnTo>
                  <a:pt x="5688411" y="48083"/>
                </a:lnTo>
                <a:lnTo>
                  <a:pt x="5687745" y="48521"/>
                </a:lnTo>
                <a:lnTo>
                  <a:pt x="5687097" y="48970"/>
                </a:lnTo>
                <a:lnTo>
                  <a:pt x="5686465" y="49430"/>
                </a:lnTo>
                <a:lnTo>
                  <a:pt x="5685850" y="49901"/>
                </a:lnTo>
                <a:lnTo>
                  <a:pt x="5685252" y="50383"/>
                </a:lnTo>
                <a:lnTo>
                  <a:pt x="5684671" y="50876"/>
                </a:lnTo>
                <a:lnTo>
                  <a:pt x="5684107" y="51381"/>
                </a:lnTo>
                <a:lnTo>
                  <a:pt x="5683560" y="51896"/>
                </a:lnTo>
                <a:lnTo>
                  <a:pt x="5683029" y="52422"/>
                </a:lnTo>
                <a:lnTo>
                  <a:pt x="5682516" y="52960"/>
                </a:lnTo>
                <a:lnTo>
                  <a:pt x="5682019" y="53508"/>
                </a:lnTo>
                <a:lnTo>
                  <a:pt x="5681539" y="54068"/>
                </a:lnTo>
                <a:lnTo>
                  <a:pt x="5681076" y="54639"/>
                </a:lnTo>
                <a:lnTo>
                  <a:pt x="5680627" y="55222"/>
                </a:lnTo>
                <a:lnTo>
                  <a:pt x="5680188" y="55821"/>
                </a:lnTo>
                <a:lnTo>
                  <a:pt x="5679760" y="56435"/>
                </a:lnTo>
                <a:lnTo>
                  <a:pt x="5679343" y="57063"/>
                </a:lnTo>
                <a:lnTo>
                  <a:pt x="5678937" y="57707"/>
                </a:lnTo>
                <a:lnTo>
                  <a:pt x="5678541" y="58366"/>
                </a:lnTo>
                <a:lnTo>
                  <a:pt x="5678156" y="59040"/>
                </a:lnTo>
                <a:lnTo>
                  <a:pt x="5677781" y="59729"/>
                </a:lnTo>
                <a:lnTo>
                  <a:pt x="5677417" y="60433"/>
                </a:lnTo>
                <a:lnTo>
                  <a:pt x="5677064" y="61152"/>
                </a:lnTo>
                <a:lnTo>
                  <a:pt x="5676722" y="61886"/>
                </a:lnTo>
                <a:lnTo>
                  <a:pt x="5676390" y="62634"/>
                </a:lnTo>
                <a:lnTo>
                  <a:pt x="5676069" y="63398"/>
                </a:lnTo>
                <a:lnTo>
                  <a:pt x="5675758" y="64177"/>
                </a:lnTo>
                <a:lnTo>
                  <a:pt x="5675459" y="64971"/>
                </a:lnTo>
                <a:lnTo>
                  <a:pt x="5675170" y="65780"/>
                </a:lnTo>
                <a:lnTo>
                  <a:pt x="5674891" y="66605"/>
                </a:lnTo>
                <a:lnTo>
                  <a:pt x="5674623" y="67444"/>
                </a:lnTo>
                <a:lnTo>
                  <a:pt x="5674366" y="68298"/>
                </a:lnTo>
                <a:lnTo>
                  <a:pt x="5674120" y="69167"/>
                </a:lnTo>
                <a:lnTo>
                  <a:pt x="5673884" y="70051"/>
                </a:lnTo>
                <a:lnTo>
                  <a:pt x="5673659" y="70950"/>
                </a:lnTo>
                <a:lnTo>
                  <a:pt x="5673445" y="71864"/>
                </a:lnTo>
                <a:lnTo>
                  <a:pt x="5673241" y="72794"/>
                </a:lnTo>
                <a:lnTo>
                  <a:pt x="5690696" y="75174"/>
                </a:lnTo>
                <a:lnTo>
                  <a:pt x="5690941" y="74252"/>
                </a:lnTo>
                <a:lnTo>
                  <a:pt x="5691197" y="73353"/>
                </a:lnTo>
                <a:lnTo>
                  <a:pt x="5691464" y="72478"/>
                </a:lnTo>
                <a:lnTo>
                  <a:pt x="5691741" y="71627"/>
                </a:lnTo>
                <a:lnTo>
                  <a:pt x="5692030" y="70799"/>
                </a:lnTo>
                <a:lnTo>
                  <a:pt x="5692329" y="69995"/>
                </a:lnTo>
                <a:lnTo>
                  <a:pt x="5692639" y="69214"/>
                </a:lnTo>
                <a:lnTo>
                  <a:pt x="5692960" y="68457"/>
                </a:lnTo>
                <a:lnTo>
                  <a:pt x="5693292" y="67724"/>
                </a:lnTo>
                <a:lnTo>
                  <a:pt x="5693635" y="67014"/>
                </a:lnTo>
                <a:lnTo>
                  <a:pt x="5693988" y="66328"/>
                </a:lnTo>
                <a:lnTo>
                  <a:pt x="5694353" y="65665"/>
                </a:lnTo>
                <a:lnTo>
                  <a:pt x="5694728" y="65026"/>
                </a:lnTo>
                <a:lnTo>
                  <a:pt x="5695114" y="64411"/>
                </a:lnTo>
                <a:lnTo>
                  <a:pt x="5695511" y="63819"/>
                </a:lnTo>
                <a:lnTo>
                  <a:pt x="5695919" y="63251"/>
                </a:lnTo>
                <a:lnTo>
                  <a:pt x="5696338" y="62706"/>
                </a:lnTo>
                <a:lnTo>
                  <a:pt x="5696767" y="62185"/>
                </a:lnTo>
                <a:lnTo>
                  <a:pt x="5697207" y="61688"/>
                </a:lnTo>
                <a:lnTo>
                  <a:pt x="5697659" y="61214"/>
                </a:lnTo>
                <a:lnTo>
                  <a:pt x="5698121" y="60763"/>
                </a:lnTo>
                <a:lnTo>
                  <a:pt x="5698594" y="60337"/>
                </a:lnTo>
                <a:lnTo>
                  <a:pt x="5699077" y="59933"/>
                </a:lnTo>
                <a:lnTo>
                  <a:pt x="5699572" y="59554"/>
                </a:lnTo>
                <a:lnTo>
                  <a:pt x="5700083" y="59194"/>
                </a:lnTo>
                <a:lnTo>
                  <a:pt x="5700618" y="58849"/>
                </a:lnTo>
                <a:lnTo>
                  <a:pt x="5701175" y="58520"/>
                </a:lnTo>
                <a:lnTo>
                  <a:pt x="5701755" y="58205"/>
                </a:lnTo>
                <a:lnTo>
                  <a:pt x="5702358" y="57907"/>
                </a:lnTo>
                <a:lnTo>
                  <a:pt x="5702984" y="57623"/>
                </a:lnTo>
                <a:lnTo>
                  <a:pt x="5703633" y="57355"/>
                </a:lnTo>
                <a:lnTo>
                  <a:pt x="5704305" y="57102"/>
                </a:lnTo>
                <a:lnTo>
                  <a:pt x="5704999" y="56865"/>
                </a:lnTo>
                <a:lnTo>
                  <a:pt x="5705717" y="56642"/>
                </a:lnTo>
                <a:lnTo>
                  <a:pt x="5706457" y="56435"/>
                </a:lnTo>
                <a:lnTo>
                  <a:pt x="5707221" y="56244"/>
                </a:lnTo>
                <a:lnTo>
                  <a:pt x="5708007" y="56068"/>
                </a:lnTo>
                <a:lnTo>
                  <a:pt x="5708816" y="55907"/>
                </a:lnTo>
                <a:lnTo>
                  <a:pt x="5709648" y="55761"/>
                </a:lnTo>
                <a:lnTo>
                  <a:pt x="5710503" y="55631"/>
                </a:lnTo>
                <a:lnTo>
                  <a:pt x="5711381" y="55516"/>
                </a:lnTo>
                <a:lnTo>
                  <a:pt x="5712282" y="55416"/>
                </a:lnTo>
                <a:lnTo>
                  <a:pt x="5713205" y="55332"/>
                </a:lnTo>
                <a:lnTo>
                  <a:pt x="5714152" y="55263"/>
                </a:lnTo>
                <a:lnTo>
                  <a:pt x="5715121" y="55210"/>
                </a:lnTo>
                <a:lnTo>
                  <a:pt x="5716114" y="55171"/>
                </a:lnTo>
                <a:lnTo>
                  <a:pt x="5717129" y="55148"/>
                </a:lnTo>
                <a:lnTo>
                  <a:pt x="5718167" y="55141"/>
                </a:lnTo>
                <a:lnTo>
                  <a:pt x="5719279" y="55151"/>
                </a:lnTo>
                <a:lnTo>
                  <a:pt x="5720369" y="55182"/>
                </a:lnTo>
                <a:lnTo>
                  <a:pt x="5721435" y="55235"/>
                </a:lnTo>
                <a:lnTo>
                  <a:pt x="5722478" y="55308"/>
                </a:lnTo>
                <a:lnTo>
                  <a:pt x="5723498" y="55402"/>
                </a:lnTo>
                <a:lnTo>
                  <a:pt x="5724495" y="55517"/>
                </a:lnTo>
                <a:lnTo>
                  <a:pt x="5725469" y="55653"/>
                </a:lnTo>
                <a:lnTo>
                  <a:pt x="5726420" y="55810"/>
                </a:lnTo>
                <a:lnTo>
                  <a:pt x="5727348" y="55988"/>
                </a:lnTo>
                <a:lnTo>
                  <a:pt x="5728253" y="56187"/>
                </a:lnTo>
                <a:lnTo>
                  <a:pt x="5729135" y="56407"/>
                </a:lnTo>
                <a:lnTo>
                  <a:pt x="5729993" y="56648"/>
                </a:lnTo>
                <a:lnTo>
                  <a:pt x="5730829" y="56909"/>
                </a:lnTo>
                <a:lnTo>
                  <a:pt x="5731642" y="57192"/>
                </a:lnTo>
                <a:lnTo>
                  <a:pt x="5732431" y="57495"/>
                </a:lnTo>
                <a:lnTo>
                  <a:pt x="5733197" y="57820"/>
                </a:lnTo>
                <a:lnTo>
                  <a:pt x="5733941" y="58165"/>
                </a:lnTo>
                <a:lnTo>
                  <a:pt x="5734661" y="58531"/>
                </a:lnTo>
                <a:lnTo>
                  <a:pt x="5735358" y="58919"/>
                </a:lnTo>
                <a:lnTo>
                  <a:pt x="5736032" y="59327"/>
                </a:lnTo>
                <a:lnTo>
                  <a:pt x="5736683" y="59756"/>
                </a:lnTo>
                <a:lnTo>
                  <a:pt x="5737311" y="60206"/>
                </a:lnTo>
                <a:lnTo>
                  <a:pt x="5737916" y="60677"/>
                </a:lnTo>
                <a:lnTo>
                  <a:pt x="5738498" y="61169"/>
                </a:lnTo>
                <a:lnTo>
                  <a:pt x="5738910" y="61550"/>
                </a:lnTo>
                <a:lnTo>
                  <a:pt x="5739305" y="61954"/>
                </a:lnTo>
                <a:lnTo>
                  <a:pt x="5739683" y="62380"/>
                </a:lnTo>
                <a:lnTo>
                  <a:pt x="5740043" y="62828"/>
                </a:lnTo>
                <a:lnTo>
                  <a:pt x="5740386" y="63299"/>
                </a:lnTo>
                <a:lnTo>
                  <a:pt x="5740710" y="63792"/>
                </a:lnTo>
                <a:lnTo>
                  <a:pt x="5741018" y="64308"/>
                </a:lnTo>
                <a:lnTo>
                  <a:pt x="5741308" y="64845"/>
                </a:lnTo>
                <a:lnTo>
                  <a:pt x="5741580" y="65405"/>
                </a:lnTo>
                <a:lnTo>
                  <a:pt x="5741834" y="65987"/>
                </a:lnTo>
                <a:lnTo>
                  <a:pt x="5742071" y="66592"/>
                </a:lnTo>
                <a:lnTo>
                  <a:pt x="5742291" y="67219"/>
                </a:lnTo>
                <a:lnTo>
                  <a:pt x="5742493" y="67868"/>
                </a:lnTo>
                <a:lnTo>
                  <a:pt x="5742677" y="68540"/>
                </a:lnTo>
                <a:lnTo>
                  <a:pt x="5742844" y="69233"/>
                </a:lnTo>
                <a:lnTo>
                  <a:pt x="5742993" y="69950"/>
                </a:lnTo>
                <a:lnTo>
                  <a:pt x="5743125" y="70688"/>
                </a:lnTo>
                <a:lnTo>
                  <a:pt x="5743239" y="71449"/>
                </a:lnTo>
                <a:lnTo>
                  <a:pt x="5743336" y="72232"/>
                </a:lnTo>
                <a:lnTo>
                  <a:pt x="5743415" y="73037"/>
                </a:lnTo>
                <a:lnTo>
                  <a:pt x="5743476" y="73865"/>
                </a:lnTo>
                <a:lnTo>
                  <a:pt x="5743520" y="74715"/>
                </a:lnTo>
                <a:lnTo>
                  <a:pt x="5743547" y="75587"/>
                </a:lnTo>
                <a:lnTo>
                  <a:pt x="5743555" y="76482"/>
                </a:lnTo>
                <a:lnTo>
                  <a:pt x="5743555" y="76569"/>
                </a:lnTo>
                <a:lnTo>
                  <a:pt x="5743555" y="76665"/>
                </a:lnTo>
                <a:lnTo>
                  <a:pt x="5743554" y="76770"/>
                </a:lnTo>
                <a:lnTo>
                  <a:pt x="5743553" y="76885"/>
                </a:lnTo>
                <a:lnTo>
                  <a:pt x="5743551" y="77009"/>
                </a:lnTo>
                <a:lnTo>
                  <a:pt x="5743549" y="77142"/>
                </a:lnTo>
                <a:lnTo>
                  <a:pt x="5743547" y="77285"/>
                </a:lnTo>
                <a:lnTo>
                  <a:pt x="5743544" y="77437"/>
                </a:lnTo>
                <a:lnTo>
                  <a:pt x="5743542" y="77598"/>
                </a:lnTo>
                <a:lnTo>
                  <a:pt x="5743538" y="77768"/>
                </a:lnTo>
                <a:lnTo>
                  <a:pt x="5743535" y="77948"/>
                </a:lnTo>
                <a:lnTo>
                  <a:pt x="5743531" y="78137"/>
                </a:lnTo>
                <a:lnTo>
                  <a:pt x="5743526" y="78335"/>
                </a:lnTo>
                <a:lnTo>
                  <a:pt x="5743522" y="78542"/>
                </a:lnTo>
                <a:lnTo>
                  <a:pt x="5743517" y="78759"/>
                </a:lnTo>
                <a:lnTo>
                  <a:pt x="5743511" y="78984"/>
                </a:lnTo>
                <a:lnTo>
                  <a:pt x="5743506" y="79219"/>
                </a:lnTo>
                <a:lnTo>
                  <a:pt x="5743500" y="79464"/>
                </a:lnTo>
                <a:lnTo>
                  <a:pt x="5743493" y="79717"/>
                </a:lnTo>
                <a:lnTo>
                  <a:pt x="5743487" y="79980"/>
                </a:lnTo>
                <a:lnTo>
                  <a:pt x="5743480" y="80252"/>
                </a:lnTo>
                <a:lnTo>
                  <a:pt x="5743472" y="80534"/>
                </a:lnTo>
                <a:lnTo>
                  <a:pt x="5743464" y="80824"/>
                </a:lnTo>
                <a:lnTo>
                  <a:pt x="5743456" y="81124"/>
                </a:lnTo>
                <a:lnTo>
                  <a:pt x="5742585" y="81418"/>
                </a:lnTo>
                <a:lnTo>
                  <a:pt x="5741675" y="81708"/>
                </a:lnTo>
                <a:lnTo>
                  <a:pt x="5740724" y="81995"/>
                </a:lnTo>
                <a:lnTo>
                  <a:pt x="5739735" y="82279"/>
                </a:lnTo>
                <a:lnTo>
                  <a:pt x="5738705" y="82559"/>
                </a:lnTo>
                <a:lnTo>
                  <a:pt x="5737636" y="82835"/>
                </a:lnTo>
                <a:lnTo>
                  <a:pt x="5736527" y="83109"/>
                </a:lnTo>
                <a:lnTo>
                  <a:pt x="5735379" y="83378"/>
                </a:lnTo>
                <a:lnTo>
                  <a:pt x="5734191" y="83645"/>
                </a:lnTo>
                <a:lnTo>
                  <a:pt x="5732964" y="83908"/>
                </a:lnTo>
                <a:lnTo>
                  <a:pt x="5731697" y="84167"/>
                </a:lnTo>
                <a:lnTo>
                  <a:pt x="5730390" y="84423"/>
                </a:lnTo>
                <a:lnTo>
                  <a:pt x="5729044" y="84676"/>
                </a:lnTo>
                <a:lnTo>
                  <a:pt x="5727658" y="84925"/>
                </a:lnTo>
                <a:lnTo>
                  <a:pt x="5726233" y="85171"/>
                </a:lnTo>
                <a:lnTo>
                  <a:pt x="5724768" y="85413"/>
                </a:lnTo>
                <a:lnTo>
                  <a:pt x="5723263" y="85652"/>
                </a:lnTo>
                <a:lnTo>
                  <a:pt x="5721719" y="85888"/>
                </a:lnTo>
                <a:lnTo>
                  <a:pt x="5720135" y="86120"/>
                </a:lnTo>
                <a:lnTo>
                  <a:pt x="5718511" y="86349"/>
                </a:lnTo>
                <a:lnTo>
                  <a:pt x="5716848" y="86574"/>
                </a:lnTo>
                <a:lnTo>
                  <a:pt x="5715146" y="86796"/>
                </a:lnTo>
                <a:lnTo>
                  <a:pt x="5713403" y="87015"/>
                </a:lnTo>
                <a:lnTo>
                  <a:pt x="5711621" y="87230"/>
                </a:lnTo>
                <a:lnTo>
                  <a:pt x="5710746" y="87337"/>
                </a:lnTo>
                <a:lnTo>
                  <a:pt x="5709890" y="87445"/>
                </a:lnTo>
                <a:lnTo>
                  <a:pt x="5709052" y="87553"/>
                </a:lnTo>
                <a:lnTo>
                  <a:pt x="5708233" y="87662"/>
                </a:lnTo>
                <a:lnTo>
                  <a:pt x="5707432" y="87771"/>
                </a:lnTo>
                <a:lnTo>
                  <a:pt x="5706650" y="87881"/>
                </a:lnTo>
                <a:lnTo>
                  <a:pt x="5705887" y="87990"/>
                </a:lnTo>
                <a:lnTo>
                  <a:pt x="5705142" y="88100"/>
                </a:lnTo>
                <a:lnTo>
                  <a:pt x="5704416" y="88211"/>
                </a:lnTo>
                <a:lnTo>
                  <a:pt x="5703708" y="88322"/>
                </a:lnTo>
                <a:lnTo>
                  <a:pt x="5703019" y="88433"/>
                </a:lnTo>
                <a:lnTo>
                  <a:pt x="5702349" y="88544"/>
                </a:lnTo>
                <a:lnTo>
                  <a:pt x="5701697" y="88656"/>
                </a:lnTo>
                <a:lnTo>
                  <a:pt x="5701064" y="88768"/>
                </a:lnTo>
                <a:lnTo>
                  <a:pt x="5700449" y="88881"/>
                </a:lnTo>
                <a:lnTo>
                  <a:pt x="5699853" y="88994"/>
                </a:lnTo>
                <a:lnTo>
                  <a:pt x="5699275" y="89107"/>
                </a:lnTo>
                <a:lnTo>
                  <a:pt x="5698716" y="89221"/>
                </a:lnTo>
                <a:lnTo>
                  <a:pt x="5698176" y="89335"/>
                </a:lnTo>
                <a:lnTo>
                  <a:pt x="5697655" y="89449"/>
                </a:lnTo>
                <a:lnTo>
                  <a:pt x="5697151" y="89564"/>
                </a:lnTo>
                <a:lnTo>
                  <a:pt x="5696667" y="89679"/>
                </a:lnTo>
                <a:lnTo>
                  <a:pt x="5696201" y="89795"/>
                </a:lnTo>
                <a:lnTo>
                  <a:pt x="5695754" y="89910"/>
                </a:lnTo>
                <a:lnTo>
                  <a:pt x="5695161" y="90079"/>
                </a:lnTo>
                <a:lnTo>
                  <a:pt x="5694574" y="90254"/>
                </a:lnTo>
                <a:lnTo>
                  <a:pt x="5693991" y="90436"/>
                </a:lnTo>
                <a:lnTo>
                  <a:pt x="5693413" y="90624"/>
                </a:lnTo>
                <a:lnTo>
                  <a:pt x="5692841" y="90819"/>
                </a:lnTo>
                <a:lnTo>
                  <a:pt x="5692273" y="91020"/>
                </a:lnTo>
                <a:lnTo>
                  <a:pt x="5691711" y="91228"/>
                </a:lnTo>
                <a:lnTo>
                  <a:pt x="5691153" y="91442"/>
                </a:lnTo>
                <a:lnTo>
                  <a:pt x="5690601" y="91663"/>
                </a:lnTo>
                <a:lnTo>
                  <a:pt x="5690053" y="91891"/>
                </a:lnTo>
                <a:lnTo>
                  <a:pt x="5689510" y="92125"/>
                </a:lnTo>
                <a:lnTo>
                  <a:pt x="5688973" y="92366"/>
                </a:lnTo>
                <a:lnTo>
                  <a:pt x="5688440" y="92613"/>
                </a:lnTo>
                <a:lnTo>
                  <a:pt x="5687912" y="92867"/>
                </a:lnTo>
                <a:lnTo>
                  <a:pt x="5687390" y="93127"/>
                </a:lnTo>
                <a:lnTo>
                  <a:pt x="5686872" y="93394"/>
                </a:lnTo>
                <a:lnTo>
                  <a:pt x="5686359" y="93667"/>
                </a:lnTo>
                <a:lnTo>
                  <a:pt x="5685852" y="93947"/>
                </a:lnTo>
                <a:lnTo>
                  <a:pt x="5685349" y="94234"/>
                </a:lnTo>
                <a:lnTo>
                  <a:pt x="5684851" y="94527"/>
                </a:lnTo>
                <a:lnTo>
                  <a:pt x="5684359" y="94826"/>
                </a:lnTo>
                <a:lnTo>
                  <a:pt x="5683871" y="95133"/>
                </a:lnTo>
                <a:lnTo>
                  <a:pt x="5683388" y="95445"/>
                </a:lnTo>
                <a:lnTo>
                  <a:pt x="5682911" y="95765"/>
                </a:lnTo>
                <a:lnTo>
                  <a:pt x="5682439" y="96092"/>
                </a:lnTo>
                <a:lnTo>
                  <a:pt x="5681975" y="96427"/>
                </a:lnTo>
                <a:lnTo>
                  <a:pt x="5681519" y="96772"/>
                </a:lnTo>
                <a:lnTo>
                  <a:pt x="5681070" y="97125"/>
                </a:lnTo>
                <a:lnTo>
                  <a:pt x="5680629" y="97487"/>
                </a:lnTo>
                <a:lnTo>
                  <a:pt x="5680196" y="97858"/>
                </a:lnTo>
                <a:lnTo>
                  <a:pt x="5679770" y="98238"/>
                </a:lnTo>
                <a:lnTo>
                  <a:pt x="5679351" y="98627"/>
                </a:lnTo>
                <a:lnTo>
                  <a:pt x="5678941" y="99024"/>
                </a:lnTo>
                <a:lnTo>
                  <a:pt x="5678537" y="99430"/>
                </a:lnTo>
                <a:lnTo>
                  <a:pt x="5678142" y="99845"/>
                </a:lnTo>
                <a:lnTo>
                  <a:pt x="5677754" y="100269"/>
                </a:lnTo>
                <a:lnTo>
                  <a:pt x="5677373" y="100701"/>
                </a:lnTo>
                <a:lnTo>
                  <a:pt x="5677000" y="101142"/>
                </a:lnTo>
                <a:lnTo>
                  <a:pt x="5676635" y="101592"/>
                </a:lnTo>
                <a:lnTo>
                  <a:pt x="5676277" y="102051"/>
                </a:lnTo>
                <a:lnTo>
                  <a:pt x="5675927" y="102519"/>
                </a:lnTo>
                <a:lnTo>
                  <a:pt x="5675584" y="102995"/>
                </a:lnTo>
                <a:lnTo>
                  <a:pt x="5675249" y="103481"/>
                </a:lnTo>
                <a:lnTo>
                  <a:pt x="5674922" y="103975"/>
                </a:lnTo>
                <a:lnTo>
                  <a:pt x="5674602" y="104477"/>
                </a:lnTo>
                <a:lnTo>
                  <a:pt x="5674289" y="104989"/>
                </a:lnTo>
                <a:lnTo>
                  <a:pt x="5673985" y="105509"/>
                </a:lnTo>
                <a:lnTo>
                  <a:pt x="5673688" y="106038"/>
                </a:lnTo>
                <a:lnTo>
                  <a:pt x="5673400" y="106574"/>
                </a:lnTo>
                <a:lnTo>
                  <a:pt x="5673125" y="107114"/>
                </a:lnTo>
                <a:lnTo>
                  <a:pt x="5672862" y="107659"/>
                </a:lnTo>
                <a:lnTo>
                  <a:pt x="5672612" y="108209"/>
                </a:lnTo>
                <a:lnTo>
                  <a:pt x="5672373" y="108763"/>
                </a:lnTo>
                <a:lnTo>
                  <a:pt x="5672147" y="109322"/>
                </a:lnTo>
                <a:lnTo>
                  <a:pt x="5671933" y="109886"/>
                </a:lnTo>
                <a:lnTo>
                  <a:pt x="5671732" y="110454"/>
                </a:lnTo>
                <a:lnTo>
                  <a:pt x="5671542" y="111027"/>
                </a:lnTo>
                <a:lnTo>
                  <a:pt x="5671365" y="111604"/>
                </a:lnTo>
                <a:lnTo>
                  <a:pt x="5671200" y="112186"/>
                </a:lnTo>
                <a:lnTo>
                  <a:pt x="5671047" y="112773"/>
                </a:lnTo>
                <a:lnTo>
                  <a:pt x="5670906" y="113364"/>
                </a:lnTo>
                <a:lnTo>
                  <a:pt x="5670778" y="113961"/>
                </a:lnTo>
                <a:lnTo>
                  <a:pt x="5670662" y="114561"/>
                </a:lnTo>
                <a:lnTo>
                  <a:pt x="5670558" y="115167"/>
                </a:lnTo>
                <a:lnTo>
                  <a:pt x="5670466" y="115777"/>
                </a:lnTo>
                <a:lnTo>
                  <a:pt x="5670387" y="116391"/>
                </a:lnTo>
                <a:lnTo>
                  <a:pt x="5670320" y="117011"/>
                </a:lnTo>
                <a:lnTo>
                  <a:pt x="5670265" y="117635"/>
                </a:lnTo>
                <a:lnTo>
                  <a:pt x="5670222" y="118263"/>
                </a:lnTo>
                <a:lnTo>
                  <a:pt x="5670191" y="118896"/>
                </a:lnTo>
                <a:lnTo>
                  <a:pt x="5670173" y="119534"/>
                </a:lnTo>
                <a:lnTo>
                  <a:pt x="5670167" y="120177"/>
                </a:lnTo>
                <a:lnTo>
                  <a:pt x="5670183" y="121269"/>
                </a:lnTo>
                <a:lnTo>
                  <a:pt x="5670232" y="122344"/>
                </a:lnTo>
                <a:lnTo>
                  <a:pt x="5670312" y="123403"/>
                </a:lnTo>
                <a:lnTo>
                  <a:pt x="5670426" y="124446"/>
                </a:lnTo>
                <a:lnTo>
                  <a:pt x="5670571" y="125472"/>
                </a:lnTo>
                <a:lnTo>
                  <a:pt x="5670749" y="126482"/>
                </a:lnTo>
                <a:lnTo>
                  <a:pt x="5670960" y="127476"/>
                </a:lnTo>
                <a:lnTo>
                  <a:pt x="5671203" y="128453"/>
                </a:lnTo>
                <a:lnTo>
                  <a:pt x="5671478" y="129414"/>
                </a:lnTo>
                <a:lnTo>
                  <a:pt x="5671785" y="130358"/>
                </a:lnTo>
                <a:lnTo>
                  <a:pt x="5672125" y="131286"/>
                </a:lnTo>
                <a:lnTo>
                  <a:pt x="5672497" y="132198"/>
                </a:lnTo>
                <a:lnTo>
                  <a:pt x="5672902" y="133093"/>
                </a:lnTo>
                <a:lnTo>
                  <a:pt x="5673339" y="133972"/>
                </a:lnTo>
                <a:lnTo>
                  <a:pt x="5673808" y="134835"/>
                </a:lnTo>
                <a:lnTo>
                  <a:pt x="5674310" y="135681"/>
                </a:lnTo>
                <a:lnTo>
                  <a:pt x="5674844" y="136511"/>
                </a:lnTo>
                <a:lnTo>
                  <a:pt x="5675411" y="137325"/>
                </a:lnTo>
                <a:lnTo>
                  <a:pt x="5676009" y="138122"/>
                </a:lnTo>
                <a:lnTo>
                  <a:pt x="5676641" y="138902"/>
                </a:lnTo>
                <a:lnTo>
                  <a:pt x="5677304" y="139667"/>
                </a:lnTo>
                <a:lnTo>
                  <a:pt x="5678000" y="140415"/>
                </a:lnTo>
                <a:lnTo>
                  <a:pt x="5678728" y="141147"/>
                </a:lnTo>
                <a:lnTo>
                  <a:pt x="5679489" y="141862"/>
                </a:lnTo>
                <a:lnTo>
                  <a:pt x="5680280" y="142554"/>
                </a:lnTo>
                <a:lnTo>
                  <a:pt x="5681099" y="143217"/>
                </a:lnTo>
                <a:lnTo>
                  <a:pt x="5681945" y="143851"/>
                </a:lnTo>
                <a:lnTo>
                  <a:pt x="5682820" y="144455"/>
                </a:lnTo>
                <a:lnTo>
                  <a:pt x="5683722" y="145029"/>
                </a:lnTo>
                <a:lnTo>
                  <a:pt x="5684652" y="145574"/>
                </a:lnTo>
                <a:lnTo>
                  <a:pt x="5685611" y="146090"/>
                </a:lnTo>
                <a:lnTo>
                  <a:pt x="5686597" y="146576"/>
                </a:lnTo>
                <a:lnTo>
                  <a:pt x="5687611" y="147033"/>
                </a:lnTo>
                <a:lnTo>
                  <a:pt x="5688652" y="147460"/>
                </a:lnTo>
                <a:lnTo>
                  <a:pt x="5689722" y="147858"/>
                </a:lnTo>
                <a:lnTo>
                  <a:pt x="5690820" y="148226"/>
                </a:lnTo>
                <a:lnTo>
                  <a:pt x="5691945" y="148565"/>
                </a:lnTo>
                <a:lnTo>
                  <a:pt x="5693099" y="148874"/>
                </a:lnTo>
                <a:lnTo>
                  <a:pt x="5694280" y="149154"/>
                </a:lnTo>
                <a:lnTo>
                  <a:pt x="5695489" y="149405"/>
                </a:lnTo>
                <a:lnTo>
                  <a:pt x="5696726" y="149626"/>
                </a:lnTo>
                <a:lnTo>
                  <a:pt x="5697991" y="149817"/>
                </a:lnTo>
                <a:lnTo>
                  <a:pt x="5699284" y="149979"/>
                </a:lnTo>
                <a:lnTo>
                  <a:pt x="5700605" y="150112"/>
                </a:lnTo>
                <a:lnTo>
                  <a:pt x="5701954" y="150215"/>
                </a:lnTo>
                <a:lnTo>
                  <a:pt x="5703330" y="150289"/>
                </a:lnTo>
                <a:lnTo>
                  <a:pt x="5704735" y="150333"/>
                </a:lnTo>
                <a:lnTo>
                  <a:pt x="5706167" y="150347"/>
                </a:lnTo>
                <a:lnTo>
                  <a:pt x="5707041" y="150341"/>
                </a:lnTo>
                <a:lnTo>
                  <a:pt x="5707910" y="150323"/>
                </a:lnTo>
                <a:lnTo>
                  <a:pt x="5708774" y="150293"/>
                </a:lnTo>
                <a:lnTo>
                  <a:pt x="5709634" y="150251"/>
                </a:lnTo>
                <a:lnTo>
                  <a:pt x="5710489" y="150197"/>
                </a:lnTo>
                <a:lnTo>
                  <a:pt x="5711339" y="150130"/>
                </a:lnTo>
                <a:lnTo>
                  <a:pt x="5712185" y="150052"/>
                </a:lnTo>
                <a:lnTo>
                  <a:pt x="5713026" y="149961"/>
                </a:lnTo>
                <a:lnTo>
                  <a:pt x="5713863" y="149859"/>
                </a:lnTo>
                <a:lnTo>
                  <a:pt x="5714695" y="149744"/>
                </a:lnTo>
                <a:lnTo>
                  <a:pt x="5715522" y="149618"/>
                </a:lnTo>
                <a:lnTo>
                  <a:pt x="5716345" y="149479"/>
                </a:lnTo>
                <a:lnTo>
                  <a:pt x="5717163" y="149328"/>
                </a:lnTo>
                <a:lnTo>
                  <a:pt x="5717976" y="149165"/>
                </a:lnTo>
                <a:lnTo>
                  <a:pt x="5718784" y="148990"/>
                </a:lnTo>
                <a:lnTo>
                  <a:pt x="5719588" y="148803"/>
                </a:lnTo>
                <a:lnTo>
                  <a:pt x="5720388" y="148604"/>
                </a:lnTo>
                <a:lnTo>
                  <a:pt x="5721182" y="148393"/>
                </a:lnTo>
                <a:lnTo>
                  <a:pt x="5721972" y="148170"/>
                </a:lnTo>
                <a:lnTo>
                  <a:pt x="5722758" y="147935"/>
                </a:lnTo>
                <a:lnTo>
                  <a:pt x="5723539" y="147688"/>
                </a:lnTo>
                <a:lnTo>
                  <a:pt x="5724315" y="147428"/>
                </a:lnTo>
                <a:lnTo>
                  <a:pt x="5725086" y="147157"/>
                </a:lnTo>
                <a:lnTo>
                  <a:pt x="5725853" y="146873"/>
                </a:lnTo>
                <a:lnTo>
                  <a:pt x="5726619" y="146575"/>
                </a:lnTo>
                <a:lnTo>
                  <a:pt x="5727387" y="146260"/>
                </a:lnTo>
                <a:lnTo>
                  <a:pt x="5728158" y="145927"/>
                </a:lnTo>
                <a:lnTo>
                  <a:pt x="5728931" y="145577"/>
                </a:lnTo>
                <a:lnTo>
                  <a:pt x="5729708" y="145210"/>
                </a:lnTo>
                <a:lnTo>
                  <a:pt x="5730486" y="144826"/>
                </a:lnTo>
                <a:lnTo>
                  <a:pt x="5731267" y="144425"/>
                </a:lnTo>
                <a:lnTo>
                  <a:pt x="5732051" y="144006"/>
                </a:lnTo>
                <a:lnTo>
                  <a:pt x="5732838" y="143570"/>
                </a:lnTo>
                <a:lnTo>
                  <a:pt x="5733627" y="143117"/>
                </a:lnTo>
                <a:lnTo>
                  <a:pt x="5734418" y="142646"/>
                </a:lnTo>
                <a:lnTo>
                  <a:pt x="5735212" y="142159"/>
                </a:lnTo>
                <a:lnTo>
                  <a:pt x="5736009" y="141654"/>
                </a:lnTo>
                <a:lnTo>
                  <a:pt x="5736809" y="141132"/>
                </a:lnTo>
                <a:lnTo>
                  <a:pt x="5737610" y="140592"/>
                </a:lnTo>
                <a:lnTo>
                  <a:pt x="5738415" y="140036"/>
                </a:lnTo>
                <a:lnTo>
                  <a:pt x="5739222" y="139462"/>
                </a:lnTo>
                <a:lnTo>
                  <a:pt x="5740032" y="138871"/>
                </a:lnTo>
                <a:lnTo>
                  <a:pt x="5740844" y="138263"/>
                </a:lnTo>
                <a:lnTo>
                  <a:pt x="5741659" y="137637"/>
                </a:lnTo>
                <a:lnTo>
                  <a:pt x="5742476" y="136995"/>
                </a:lnTo>
                <a:lnTo>
                  <a:pt x="5743296" y="136335"/>
                </a:lnTo>
                <a:lnTo>
                  <a:pt x="5744119" y="135658"/>
                </a:lnTo>
                <a:lnTo>
                  <a:pt x="5744944" y="134963"/>
                </a:lnTo>
                <a:lnTo>
                  <a:pt x="5745013" y="135580"/>
                </a:lnTo>
                <a:lnTo>
                  <a:pt x="5745090" y="136191"/>
                </a:lnTo>
                <a:lnTo>
                  <a:pt x="5745173" y="136795"/>
                </a:lnTo>
                <a:lnTo>
                  <a:pt x="5745263" y="137392"/>
                </a:lnTo>
                <a:lnTo>
                  <a:pt x="5745361" y="137983"/>
                </a:lnTo>
                <a:lnTo>
                  <a:pt x="5745465" y="138567"/>
                </a:lnTo>
                <a:lnTo>
                  <a:pt x="5745575" y="139145"/>
                </a:lnTo>
                <a:close/>
                <a:moveTo>
                  <a:pt x="5743277" y="107153"/>
                </a:moveTo>
                <a:lnTo>
                  <a:pt x="5743212" y="108010"/>
                </a:lnTo>
                <a:lnTo>
                  <a:pt x="5743137" y="108848"/>
                </a:lnTo>
                <a:lnTo>
                  <a:pt x="5743052" y="109666"/>
                </a:lnTo>
                <a:lnTo>
                  <a:pt x="5742957" y="110463"/>
                </a:lnTo>
                <a:lnTo>
                  <a:pt x="5742852" y="111241"/>
                </a:lnTo>
                <a:lnTo>
                  <a:pt x="5742737" y="111998"/>
                </a:lnTo>
                <a:lnTo>
                  <a:pt x="5742612" y="112736"/>
                </a:lnTo>
                <a:lnTo>
                  <a:pt x="5742478" y="113453"/>
                </a:lnTo>
                <a:lnTo>
                  <a:pt x="5742333" y="114150"/>
                </a:lnTo>
                <a:lnTo>
                  <a:pt x="5742178" y="114827"/>
                </a:lnTo>
                <a:lnTo>
                  <a:pt x="5742013" y="115485"/>
                </a:lnTo>
                <a:lnTo>
                  <a:pt x="5741839" y="116122"/>
                </a:lnTo>
                <a:lnTo>
                  <a:pt x="5741654" y="116739"/>
                </a:lnTo>
                <a:lnTo>
                  <a:pt x="5741459" y="117336"/>
                </a:lnTo>
                <a:lnTo>
                  <a:pt x="5741254" y="117913"/>
                </a:lnTo>
                <a:lnTo>
                  <a:pt x="5741040" y="118469"/>
                </a:lnTo>
                <a:lnTo>
                  <a:pt x="5740815" y="119006"/>
                </a:lnTo>
                <a:lnTo>
                  <a:pt x="5740580" y="119523"/>
                </a:lnTo>
                <a:lnTo>
                  <a:pt x="5740259" y="120173"/>
                </a:lnTo>
                <a:lnTo>
                  <a:pt x="5739923" y="120812"/>
                </a:lnTo>
                <a:lnTo>
                  <a:pt x="5739571" y="121439"/>
                </a:lnTo>
                <a:lnTo>
                  <a:pt x="5739206" y="122054"/>
                </a:lnTo>
                <a:lnTo>
                  <a:pt x="5738825" y="122658"/>
                </a:lnTo>
                <a:lnTo>
                  <a:pt x="5738429" y="123250"/>
                </a:lnTo>
                <a:lnTo>
                  <a:pt x="5738019" y="123831"/>
                </a:lnTo>
                <a:lnTo>
                  <a:pt x="5737594" y="124400"/>
                </a:lnTo>
                <a:lnTo>
                  <a:pt x="5737154" y="124958"/>
                </a:lnTo>
                <a:lnTo>
                  <a:pt x="5736699" y="125503"/>
                </a:lnTo>
                <a:lnTo>
                  <a:pt x="5736230" y="126038"/>
                </a:lnTo>
                <a:lnTo>
                  <a:pt x="5735746" y="126560"/>
                </a:lnTo>
                <a:lnTo>
                  <a:pt x="5735246" y="127072"/>
                </a:lnTo>
                <a:lnTo>
                  <a:pt x="5734732" y="127571"/>
                </a:lnTo>
                <a:lnTo>
                  <a:pt x="5734204" y="128059"/>
                </a:lnTo>
                <a:lnTo>
                  <a:pt x="5733660" y="128535"/>
                </a:lnTo>
                <a:lnTo>
                  <a:pt x="5733102" y="129000"/>
                </a:lnTo>
                <a:lnTo>
                  <a:pt x="5732529" y="129453"/>
                </a:lnTo>
                <a:lnTo>
                  <a:pt x="5731941" y="129895"/>
                </a:lnTo>
                <a:lnTo>
                  <a:pt x="5731338" y="130325"/>
                </a:lnTo>
                <a:lnTo>
                  <a:pt x="5730720" y="130743"/>
                </a:lnTo>
                <a:lnTo>
                  <a:pt x="5730088" y="131150"/>
                </a:lnTo>
                <a:lnTo>
                  <a:pt x="5729441" y="131545"/>
                </a:lnTo>
                <a:lnTo>
                  <a:pt x="5728779" y="131929"/>
                </a:lnTo>
                <a:lnTo>
                  <a:pt x="5728105" y="132299"/>
                </a:lnTo>
                <a:lnTo>
                  <a:pt x="5727424" y="132653"/>
                </a:lnTo>
                <a:lnTo>
                  <a:pt x="5726735" y="132992"/>
                </a:lnTo>
                <a:lnTo>
                  <a:pt x="5726038" y="133314"/>
                </a:lnTo>
                <a:lnTo>
                  <a:pt x="5725332" y="133621"/>
                </a:lnTo>
                <a:lnTo>
                  <a:pt x="5724619" y="133913"/>
                </a:lnTo>
                <a:lnTo>
                  <a:pt x="5723899" y="134188"/>
                </a:lnTo>
                <a:lnTo>
                  <a:pt x="5723170" y="134448"/>
                </a:lnTo>
                <a:lnTo>
                  <a:pt x="5722433" y="134692"/>
                </a:lnTo>
                <a:lnTo>
                  <a:pt x="5721688" y="134920"/>
                </a:lnTo>
                <a:lnTo>
                  <a:pt x="5720936" y="135133"/>
                </a:lnTo>
                <a:lnTo>
                  <a:pt x="5720175" y="135330"/>
                </a:lnTo>
                <a:lnTo>
                  <a:pt x="5719407" y="135511"/>
                </a:lnTo>
                <a:lnTo>
                  <a:pt x="5718630" y="135676"/>
                </a:lnTo>
                <a:lnTo>
                  <a:pt x="5717846" y="135826"/>
                </a:lnTo>
                <a:lnTo>
                  <a:pt x="5717054" y="135959"/>
                </a:lnTo>
                <a:lnTo>
                  <a:pt x="5716254" y="136077"/>
                </a:lnTo>
                <a:lnTo>
                  <a:pt x="5715446" y="136180"/>
                </a:lnTo>
                <a:lnTo>
                  <a:pt x="5714630" y="136266"/>
                </a:lnTo>
                <a:lnTo>
                  <a:pt x="5713806" y="136337"/>
                </a:lnTo>
                <a:lnTo>
                  <a:pt x="5712974" y="136392"/>
                </a:lnTo>
                <a:lnTo>
                  <a:pt x="5712135" y="136432"/>
                </a:lnTo>
                <a:lnTo>
                  <a:pt x="5711287" y="136455"/>
                </a:lnTo>
                <a:lnTo>
                  <a:pt x="5710431" y="136463"/>
                </a:lnTo>
                <a:lnTo>
                  <a:pt x="5709572" y="136455"/>
                </a:lnTo>
                <a:lnTo>
                  <a:pt x="5708731" y="136430"/>
                </a:lnTo>
                <a:lnTo>
                  <a:pt x="5707906" y="136388"/>
                </a:lnTo>
                <a:lnTo>
                  <a:pt x="5707099" y="136330"/>
                </a:lnTo>
                <a:lnTo>
                  <a:pt x="5706310" y="136256"/>
                </a:lnTo>
                <a:lnTo>
                  <a:pt x="5705538" y="136164"/>
                </a:lnTo>
                <a:lnTo>
                  <a:pt x="5704783" y="136057"/>
                </a:lnTo>
                <a:lnTo>
                  <a:pt x="5704046" y="135932"/>
                </a:lnTo>
                <a:lnTo>
                  <a:pt x="5703326" y="135791"/>
                </a:lnTo>
                <a:lnTo>
                  <a:pt x="5702623" y="135633"/>
                </a:lnTo>
                <a:lnTo>
                  <a:pt x="5701938" y="135459"/>
                </a:lnTo>
                <a:lnTo>
                  <a:pt x="5701270" y="135268"/>
                </a:lnTo>
                <a:lnTo>
                  <a:pt x="5700620" y="135061"/>
                </a:lnTo>
                <a:lnTo>
                  <a:pt x="5699987" y="134837"/>
                </a:lnTo>
                <a:lnTo>
                  <a:pt x="5699371" y="134596"/>
                </a:lnTo>
                <a:lnTo>
                  <a:pt x="5698773" y="134339"/>
                </a:lnTo>
                <a:lnTo>
                  <a:pt x="5698192" y="134065"/>
                </a:lnTo>
                <a:lnTo>
                  <a:pt x="5697629" y="133775"/>
                </a:lnTo>
                <a:lnTo>
                  <a:pt x="5697083" y="133468"/>
                </a:lnTo>
                <a:lnTo>
                  <a:pt x="5696554" y="133144"/>
                </a:lnTo>
                <a:lnTo>
                  <a:pt x="5696043" y="132804"/>
                </a:lnTo>
                <a:lnTo>
                  <a:pt x="5695549" y="132448"/>
                </a:lnTo>
                <a:lnTo>
                  <a:pt x="5695072" y="132074"/>
                </a:lnTo>
                <a:lnTo>
                  <a:pt x="5694613" y="131684"/>
                </a:lnTo>
                <a:lnTo>
                  <a:pt x="5694172" y="131282"/>
                </a:lnTo>
                <a:lnTo>
                  <a:pt x="5693750" y="130871"/>
                </a:lnTo>
                <a:lnTo>
                  <a:pt x="5693346" y="130451"/>
                </a:lnTo>
                <a:lnTo>
                  <a:pt x="5692962" y="130024"/>
                </a:lnTo>
                <a:lnTo>
                  <a:pt x="5692596" y="129588"/>
                </a:lnTo>
                <a:lnTo>
                  <a:pt x="5692249" y="129144"/>
                </a:lnTo>
                <a:lnTo>
                  <a:pt x="5691920" y="128692"/>
                </a:lnTo>
                <a:lnTo>
                  <a:pt x="5691610" y="128231"/>
                </a:lnTo>
                <a:lnTo>
                  <a:pt x="5691320" y="127762"/>
                </a:lnTo>
                <a:lnTo>
                  <a:pt x="5691047" y="127285"/>
                </a:lnTo>
                <a:lnTo>
                  <a:pt x="5690794" y="126799"/>
                </a:lnTo>
                <a:lnTo>
                  <a:pt x="5690559" y="126306"/>
                </a:lnTo>
                <a:lnTo>
                  <a:pt x="5690344" y="125804"/>
                </a:lnTo>
                <a:lnTo>
                  <a:pt x="5690147" y="125293"/>
                </a:lnTo>
                <a:lnTo>
                  <a:pt x="5689968" y="124774"/>
                </a:lnTo>
                <a:lnTo>
                  <a:pt x="5689809" y="124248"/>
                </a:lnTo>
                <a:lnTo>
                  <a:pt x="5689668" y="123712"/>
                </a:lnTo>
                <a:lnTo>
                  <a:pt x="5689546" y="123169"/>
                </a:lnTo>
                <a:lnTo>
                  <a:pt x="5689443" y="122617"/>
                </a:lnTo>
                <a:lnTo>
                  <a:pt x="5689358" y="122057"/>
                </a:lnTo>
                <a:lnTo>
                  <a:pt x="5689293" y="121489"/>
                </a:lnTo>
                <a:lnTo>
                  <a:pt x="5689246" y="120912"/>
                </a:lnTo>
                <a:lnTo>
                  <a:pt x="5689218" y="120327"/>
                </a:lnTo>
                <a:lnTo>
                  <a:pt x="5689208" y="119734"/>
                </a:lnTo>
                <a:lnTo>
                  <a:pt x="5689213" y="119345"/>
                </a:lnTo>
                <a:lnTo>
                  <a:pt x="5689225" y="118960"/>
                </a:lnTo>
                <a:lnTo>
                  <a:pt x="5689247" y="118577"/>
                </a:lnTo>
                <a:lnTo>
                  <a:pt x="5689277" y="118197"/>
                </a:lnTo>
                <a:lnTo>
                  <a:pt x="5689316" y="117821"/>
                </a:lnTo>
                <a:lnTo>
                  <a:pt x="5689363" y="117447"/>
                </a:lnTo>
                <a:lnTo>
                  <a:pt x="5689419" y="117076"/>
                </a:lnTo>
                <a:lnTo>
                  <a:pt x="5689484" y="116708"/>
                </a:lnTo>
                <a:lnTo>
                  <a:pt x="5689557" y="116343"/>
                </a:lnTo>
                <a:lnTo>
                  <a:pt x="5689639" y="115981"/>
                </a:lnTo>
                <a:lnTo>
                  <a:pt x="5689729" y="115622"/>
                </a:lnTo>
                <a:lnTo>
                  <a:pt x="5689828" y="115266"/>
                </a:lnTo>
                <a:lnTo>
                  <a:pt x="5689936" y="114912"/>
                </a:lnTo>
                <a:lnTo>
                  <a:pt x="5690052" y="114562"/>
                </a:lnTo>
                <a:lnTo>
                  <a:pt x="5690177" y="114215"/>
                </a:lnTo>
                <a:lnTo>
                  <a:pt x="5690310" y="113870"/>
                </a:lnTo>
                <a:lnTo>
                  <a:pt x="5690452" y="113529"/>
                </a:lnTo>
                <a:lnTo>
                  <a:pt x="5690603" y="113190"/>
                </a:lnTo>
                <a:lnTo>
                  <a:pt x="5690762" y="112854"/>
                </a:lnTo>
                <a:lnTo>
                  <a:pt x="5690930" y="112522"/>
                </a:lnTo>
                <a:lnTo>
                  <a:pt x="5691106" y="112192"/>
                </a:lnTo>
                <a:lnTo>
                  <a:pt x="5691292" y="111865"/>
                </a:lnTo>
                <a:lnTo>
                  <a:pt x="5691485" y="111541"/>
                </a:lnTo>
                <a:lnTo>
                  <a:pt x="5691688" y="111220"/>
                </a:lnTo>
                <a:lnTo>
                  <a:pt x="5691898" y="110904"/>
                </a:lnTo>
                <a:lnTo>
                  <a:pt x="5692115" y="110594"/>
                </a:lnTo>
                <a:lnTo>
                  <a:pt x="5692340" y="110290"/>
                </a:lnTo>
                <a:lnTo>
                  <a:pt x="5692572" y="109993"/>
                </a:lnTo>
                <a:lnTo>
                  <a:pt x="5692811" y="109702"/>
                </a:lnTo>
                <a:lnTo>
                  <a:pt x="5693057" y="109417"/>
                </a:lnTo>
                <a:lnTo>
                  <a:pt x="5693311" y="109139"/>
                </a:lnTo>
                <a:lnTo>
                  <a:pt x="5693572" y="108868"/>
                </a:lnTo>
                <a:lnTo>
                  <a:pt x="5693840" y="108602"/>
                </a:lnTo>
                <a:lnTo>
                  <a:pt x="5694115" y="108344"/>
                </a:lnTo>
                <a:lnTo>
                  <a:pt x="5694398" y="108091"/>
                </a:lnTo>
                <a:lnTo>
                  <a:pt x="5694688" y="107845"/>
                </a:lnTo>
                <a:lnTo>
                  <a:pt x="5694985" y="107606"/>
                </a:lnTo>
                <a:lnTo>
                  <a:pt x="5695289" y="107373"/>
                </a:lnTo>
                <a:lnTo>
                  <a:pt x="5695600" y="107146"/>
                </a:lnTo>
                <a:lnTo>
                  <a:pt x="5695919" y="106926"/>
                </a:lnTo>
                <a:lnTo>
                  <a:pt x="5696245" y="106712"/>
                </a:lnTo>
                <a:lnTo>
                  <a:pt x="5696578" y="106504"/>
                </a:lnTo>
                <a:lnTo>
                  <a:pt x="5696918" y="106303"/>
                </a:lnTo>
                <a:lnTo>
                  <a:pt x="5697266" y="106108"/>
                </a:lnTo>
                <a:lnTo>
                  <a:pt x="5697621" y="105920"/>
                </a:lnTo>
                <a:lnTo>
                  <a:pt x="5697983" y="105738"/>
                </a:lnTo>
                <a:lnTo>
                  <a:pt x="5698352" y="105563"/>
                </a:lnTo>
                <a:lnTo>
                  <a:pt x="5698729" y="105394"/>
                </a:lnTo>
                <a:lnTo>
                  <a:pt x="5699120" y="105228"/>
                </a:lnTo>
                <a:lnTo>
                  <a:pt x="5699534" y="105065"/>
                </a:lnTo>
                <a:lnTo>
                  <a:pt x="5699970" y="104902"/>
                </a:lnTo>
                <a:lnTo>
                  <a:pt x="5700429" y="104741"/>
                </a:lnTo>
                <a:lnTo>
                  <a:pt x="5700910" y="104581"/>
                </a:lnTo>
                <a:lnTo>
                  <a:pt x="5701413" y="104422"/>
                </a:lnTo>
                <a:lnTo>
                  <a:pt x="5701938" y="104265"/>
                </a:lnTo>
                <a:lnTo>
                  <a:pt x="5702486" y="104110"/>
                </a:lnTo>
                <a:lnTo>
                  <a:pt x="5703057" y="103955"/>
                </a:lnTo>
                <a:lnTo>
                  <a:pt x="5703650" y="103803"/>
                </a:lnTo>
                <a:lnTo>
                  <a:pt x="5704265" y="103651"/>
                </a:lnTo>
                <a:lnTo>
                  <a:pt x="5704902" y="103501"/>
                </a:lnTo>
                <a:lnTo>
                  <a:pt x="5705562" y="103352"/>
                </a:lnTo>
                <a:lnTo>
                  <a:pt x="5706245" y="103205"/>
                </a:lnTo>
                <a:lnTo>
                  <a:pt x="5706949" y="103059"/>
                </a:lnTo>
                <a:lnTo>
                  <a:pt x="5707677" y="102915"/>
                </a:lnTo>
                <a:lnTo>
                  <a:pt x="5708426" y="102771"/>
                </a:lnTo>
                <a:lnTo>
                  <a:pt x="5709198" y="102630"/>
                </a:lnTo>
                <a:lnTo>
                  <a:pt x="5709992" y="102489"/>
                </a:lnTo>
                <a:lnTo>
                  <a:pt x="5710809" y="102350"/>
                </a:lnTo>
                <a:lnTo>
                  <a:pt x="5711648" y="102213"/>
                </a:lnTo>
                <a:lnTo>
                  <a:pt x="5712509" y="102076"/>
                </a:lnTo>
                <a:lnTo>
                  <a:pt x="5713393" y="101942"/>
                </a:lnTo>
                <a:lnTo>
                  <a:pt x="5714299" y="101808"/>
                </a:lnTo>
                <a:lnTo>
                  <a:pt x="5715902" y="101573"/>
                </a:lnTo>
                <a:lnTo>
                  <a:pt x="5717471" y="101333"/>
                </a:lnTo>
                <a:lnTo>
                  <a:pt x="5719007" y="101090"/>
                </a:lnTo>
                <a:lnTo>
                  <a:pt x="5720509" y="100842"/>
                </a:lnTo>
                <a:lnTo>
                  <a:pt x="5721977" y="100590"/>
                </a:lnTo>
                <a:lnTo>
                  <a:pt x="5723411" y="100334"/>
                </a:lnTo>
                <a:lnTo>
                  <a:pt x="5724811" y="100073"/>
                </a:lnTo>
                <a:lnTo>
                  <a:pt x="5726178" y="99809"/>
                </a:lnTo>
                <a:lnTo>
                  <a:pt x="5727511" y="99540"/>
                </a:lnTo>
                <a:lnTo>
                  <a:pt x="5728810" y="99267"/>
                </a:lnTo>
                <a:lnTo>
                  <a:pt x="5730076" y="98990"/>
                </a:lnTo>
                <a:lnTo>
                  <a:pt x="5731307" y="98709"/>
                </a:lnTo>
                <a:lnTo>
                  <a:pt x="5732505" y="98424"/>
                </a:lnTo>
                <a:lnTo>
                  <a:pt x="5733670" y="98134"/>
                </a:lnTo>
                <a:lnTo>
                  <a:pt x="5734800" y="97840"/>
                </a:lnTo>
                <a:lnTo>
                  <a:pt x="5735897" y="97542"/>
                </a:lnTo>
                <a:lnTo>
                  <a:pt x="5736960" y="97240"/>
                </a:lnTo>
                <a:lnTo>
                  <a:pt x="5737989" y="96934"/>
                </a:lnTo>
                <a:lnTo>
                  <a:pt x="5738985" y="96623"/>
                </a:lnTo>
                <a:lnTo>
                  <a:pt x="5739947" y="96309"/>
                </a:lnTo>
                <a:lnTo>
                  <a:pt x="5740875" y="95990"/>
                </a:lnTo>
                <a:lnTo>
                  <a:pt x="5741769" y="95667"/>
                </a:lnTo>
                <a:lnTo>
                  <a:pt x="5742629" y="95340"/>
                </a:lnTo>
                <a:lnTo>
                  <a:pt x="5743456" y="95008"/>
                </a:lnTo>
                <a:lnTo>
                  <a:pt x="5743456" y="101585"/>
                </a:lnTo>
                <a:lnTo>
                  <a:pt x="5743451" y="102563"/>
                </a:lnTo>
                <a:lnTo>
                  <a:pt x="5743436" y="103521"/>
                </a:lnTo>
                <a:lnTo>
                  <a:pt x="5743411" y="104459"/>
                </a:lnTo>
                <a:lnTo>
                  <a:pt x="5743376" y="105377"/>
                </a:lnTo>
                <a:lnTo>
                  <a:pt x="5743331" y="106275"/>
                </a:lnTo>
                <a:lnTo>
                  <a:pt x="5743277" y="107153"/>
                </a:lnTo>
                <a:close/>
                <a:moveTo>
                  <a:pt x="6028219" y="119271"/>
                </a:moveTo>
                <a:lnTo>
                  <a:pt x="6027815" y="120067"/>
                </a:lnTo>
                <a:lnTo>
                  <a:pt x="6027402" y="120842"/>
                </a:lnTo>
                <a:lnTo>
                  <a:pt x="6026978" y="121596"/>
                </a:lnTo>
                <a:lnTo>
                  <a:pt x="6026544" y="122328"/>
                </a:lnTo>
                <a:lnTo>
                  <a:pt x="6026100" y="123040"/>
                </a:lnTo>
                <a:lnTo>
                  <a:pt x="6025647" y="123730"/>
                </a:lnTo>
                <a:lnTo>
                  <a:pt x="6025183" y="124399"/>
                </a:lnTo>
                <a:lnTo>
                  <a:pt x="6024709" y="125047"/>
                </a:lnTo>
                <a:lnTo>
                  <a:pt x="6024226" y="125674"/>
                </a:lnTo>
                <a:lnTo>
                  <a:pt x="6023732" y="126280"/>
                </a:lnTo>
                <a:lnTo>
                  <a:pt x="6023229" y="126864"/>
                </a:lnTo>
                <a:lnTo>
                  <a:pt x="6022715" y="127428"/>
                </a:lnTo>
                <a:lnTo>
                  <a:pt x="6022191" y="127970"/>
                </a:lnTo>
                <a:lnTo>
                  <a:pt x="6021658" y="128491"/>
                </a:lnTo>
                <a:lnTo>
                  <a:pt x="6021114" y="128991"/>
                </a:lnTo>
                <a:lnTo>
                  <a:pt x="6020561" y="129470"/>
                </a:lnTo>
                <a:lnTo>
                  <a:pt x="6019997" y="129928"/>
                </a:lnTo>
                <a:lnTo>
                  <a:pt x="6019424" y="130364"/>
                </a:lnTo>
                <a:lnTo>
                  <a:pt x="6018840" y="130781"/>
                </a:lnTo>
                <a:lnTo>
                  <a:pt x="6018247" y="131180"/>
                </a:lnTo>
                <a:lnTo>
                  <a:pt x="6017643" y="131561"/>
                </a:lnTo>
                <a:lnTo>
                  <a:pt x="6017030" y="131925"/>
                </a:lnTo>
                <a:lnTo>
                  <a:pt x="6016406" y="132270"/>
                </a:lnTo>
                <a:lnTo>
                  <a:pt x="6015773" y="132598"/>
                </a:lnTo>
                <a:lnTo>
                  <a:pt x="6015129" y="132909"/>
                </a:lnTo>
                <a:lnTo>
                  <a:pt x="6014476" y="133201"/>
                </a:lnTo>
                <a:lnTo>
                  <a:pt x="6013813" y="133476"/>
                </a:lnTo>
                <a:lnTo>
                  <a:pt x="6013139" y="133733"/>
                </a:lnTo>
                <a:lnTo>
                  <a:pt x="6012456" y="133973"/>
                </a:lnTo>
                <a:lnTo>
                  <a:pt x="6011762" y="134195"/>
                </a:lnTo>
                <a:lnTo>
                  <a:pt x="6011059" y="134398"/>
                </a:lnTo>
                <a:lnTo>
                  <a:pt x="6010346" y="134585"/>
                </a:lnTo>
                <a:lnTo>
                  <a:pt x="6009622" y="134753"/>
                </a:lnTo>
                <a:lnTo>
                  <a:pt x="6008889" y="134904"/>
                </a:lnTo>
                <a:lnTo>
                  <a:pt x="6008146" y="135037"/>
                </a:lnTo>
                <a:lnTo>
                  <a:pt x="6007393" y="135152"/>
                </a:lnTo>
                <a:lnTo>
                  <a:pt x="6006629" y="135250"/>
                </a:lnTo>
                <a:lnTo>
                  <a:pt x="6005856" y="135330"/>
                </a:lnTo>
                <a:lnTo>
                  <a:pt x="6005073" y="135392"/>
                </a:lnTo>
                <a:lnTo>
                  <a:pt x="6004280" y="135436"/>
                </a:lnTo>
                <a:lnTo>
                  <a:pt x="6003476" y="135463"/>
                </a:lnTo>
                <a:lnTo>
                  <a:pt x="6002663" y="135471"/>
                </a:lnTo>
                <a:lnTo>
                  <a:pt x="6001572" y="135455"/>
                </a:lnTo>
                <a:lnTo>
                  <a:pt x="6000495" y="135408"/>
                </a:lnTo>
                <a:lnTo>
                  <a:pt x="5999434" y="135328"/>
                </a:lnTo>
                <a:lnTo>
                  <a:pt x="5998388" y="135216"/>
                </a:lnTo>
                <a:lnTo>
                  <a:pt x="5997357" y="135072"/>
                </a:lnTo>
                <a:lnTo>
                  <a:pt x="5996341" y="134897"/>
                </a:lnTo>
                <a:lnTo>
                  <a:pt x="5995340" y="134689"/>
                </a:lnTo>
                <a:lnTo>
                  <a:pt x="5994355" y="134449"/>
                </a:lnTo>
                <a:lnTo>
                  <a:pt x="5993384" y="134178"/>
                </a:lnTo>
                <a:lnTo>
                  <a:pt x="5992429" y="133874"/>
                </a:lnTo>
                <a:lnTo>
                  <a:pt x="5991489" y="133539"/>
                </a:lnTo>
                <a:lnTo>
                  <a:pt x="5990564" y="133172"/>
                </a:lnTo>
                <a:lnTo>
                  <a:pt x="5989654" y="132773"/>
                </a:lnTo>
                <a:lnTo>
                  <a:pt x="5988760" y="132341"/>
                </a:lnTo>
                <a:lnTo>
                  <a:pt x="5987880" y="131878"/>
                </a:lnTo>
                <a:lnTo>
                  <a:pt x="5987016" y="131383"/>
                </a:lnTo>
                <a:lnTo>
                  <a:pt x="5986167" y="130856"/>
                </a:lnTo>
                <a:lnTo>
                  <a:pt x="5985333" y="130297"/>
                </a:lnTo>
                <a:lnTo>
                  <a:pt x="5984514" y="129706"/>
                </a:lnTo>
                <a:lnTo>
                  <a:pt x="5983710" y="129084"/>
                </a:lnTo>
                <a:lnTo>
                  <a:pt x="5982921" y="128429"/>
                </a:lnTo>
                <a:lnTo>
                  <a:pt x="5982148" y="127742"/>
                </a:lnTo>
                <a:lnTo>
                  <a:pt x="5981390" y="127024"/>
                </a:lnTo>
                <a:lnTo>
                  <a:pt x="5980647" y="126273"/>
                </a:lnTo>
                <a:lnTo>
                  <a:pt x="5979925" y="125492"/>
                </a:lnTo>
                <a:lnTo>
                  <a:pt x="5979230" y="124684"/>
                </a:lnTo>
                <a:lnTo>
                  <a:pt x="5978562" y="123847"/>
                </a:lnTo>
                <a:lnTo>
                  <a:pt x="5977922" y="122982"/>
                </a:lnTo>
                <a:lnTo>
                  <a:pt x="5977309" y="122089"/>
                </a:lnTo>
                <a:lnTo>
                  <a:pt x="5976723" y="121167"/>
                </a:lnTo>
                <a:lnTo>
                  <a:pt x="5976164" y="120218"/>
                </a:lnTo>
                <a:lnTo>
                  <a:pt x="5975633" y="119240"/>
                </a:lnTo>
                <a:lnTo>
                  <a:pt x="5975129" y="118234"/>
                </a:lnTo>
                <a:lnTo>
                  <a:pt x="5974651" y="117200"/>
                </a:lnTo>
                <a:lnTo>
                  <a:pt x="5974202" y="116138"/>
                </a:lnTo>
                <a:lnTo>
                  <a:pt x="5973779" y="115048"/>
                </a:lnTo>
                <a:lnTo>
                  <a:pt x="5973383" y="113929"/>
                </a:lnTo>
                <a:lnTo>
                  <a:pt x="5973015" y="112783"/>
                </a:lnTo>
                <a:lnTo>
                  <a:pt x="5972674" y="111608"/>
                </a:lnTo>
                <a:lnTo>
                  <a:pt x="5972360" y="110405"/>
                </a:lnTo>
                <a:lnTo>
                  <a:pt x="5972073" y="109174"/>
                </a:lnTo>
                <a:lnTo>
                  <a:pt x="5971814" y="107915"/>
                </a:lnTo>
                <a:lnTo>
                  <a:pt x="5971582" y="106628"/>
                </a:lnTo>
                <a:lnTo>
                  <a:pt x="5971377" y="105312"/>
                </a:lnTo>
                <a:lnTo>
                  <a:pt x="5971199" y="103969"/>
                </a:lnTo>
                <a:lnTo>
                  <a:pt x="5971048" y="102597"/>
                </a:lnTo>
                <a:lnTo>
                  <a:pt x="5970925" y="101197"/>
                </a:lnTo>
                <a:lnTo>
                  <a:pt x="5970828" y="99769"/>
                </a:lnTo>
                <a:lnTo>
                  <a:pt x="6049374" y="99769"/>
                </a:lnTo>
                <a:lnTo>
                  <a:pt x="6049382" y="99508"/>
                </a:lnTo>
                <a:lnTo>
                  <a:pt x="6049390" y="99252"/>
                </a:lnTo>
                <a:lnTo>
                  <a:pt x="6049397" y="99002"/>
                </a:lnTo>
                <a:lnTo>
                  <a:pt x="6049404" y="98757"/>
                </a:lnTo>
                <a:lnTo>
                  <a:pt x="6049411" y="98518"/>
                </a:lnTo>
                <a:lnTo>
                  <a:pt x="6049418" y="98284"/>
                </a:lnTo>
                <a:lnTo>
                  <a:pt x="6049424" y="98056"/>
                </a:lnTo>
                <a:lnTo>
                  <a:pt x="6049429" y="97833"/>
                </a:lnTo>
                <a:lnTo>
                  <a:pt x="6049435" y="97616"/>
                </a:lnTo>
                <a:lnTo>
                  <a:pt x="6049440" y="97404"/>
                </a:lnTo>
                <a:lnTo>
                  <a:pt x="6049444" y="97198"/>
                </a:lnTo>
                <a:lnTo>
                  <a:pt x="6049448" y="96997"/>
                </a:lnTo>
                <a:lnTo>
                  <a:pt x="6049452" y="96802"/>
                </a:lnTo>
                <a:lnTo>
                  <a:pt x="6049456" y="96612"/>
                </a:lnTo>
                <a:lnTo>
                  <a:pt x="6049459" y="96428"/>
                </a:lnTo>
                <a:lnTo>
                  <a:pt x="6049462" y="96250"/>
                </a:lnTo>
                <a:lnTo>
                  <a:pt x="6049465" y="96076"/>
                </a:lnTo>
                <a:lnTo>
                  <a:pt x="6049467" y="95909"/>
                </a:lnTo>
                <a:lnTo>
                  <a:pt x="6049469" y="95746"/>
                </a:lnTo>
                <a:lnTo>
                  <a:pt x="6049471" y="95590"/>
                </a:lnTo>
                <a:lnTo>
                  <a:pt x="6049472" y="95438"/>
                </a:lnTo>
                <a:lnTo>
                  <a:pt x="6049473" y="95293"/>
                </a:lnTo>
                <a:lnTo>
                  <a:pt x="6049473" y="95153"/>
                </a:lnTo>
                <a:lnTo>
                  <a:pt x="6049473" y="95018"/>
                </a:lnTo>
                <a:lnTo>
                  <a:pt x="6049450" y="92868"/>
                </a:lnTo>
                <a:lnTo>
                  <a:pt x="6049380" y="90759"/>
                </a:lnTo>
                <a:lnTo>
                  <a:pt x="6049264" y="88691"/>
                </a:lnTo>
                <a:lnTo>
                  <a:pt x="6049101" y="86663"/>
                </a:lnTo>
                <a:lnTo>
                  <a:pt x="6048892" y="84675"/>
                </a:lnTo>
                <a:lnTo>
                  <a:pt x="6048637" y="82728"/>
                </a:lnTo>
                <a:lnTo>
                  <a:pt x="6048334" y="80822"/>
                </a:lnTo>
                <a:lnTo>
                  <a:pt x="6047986" y="78956"/>
                </a:lnTo>
                <a:lnTo>
                  <a:pt x="6047591" y="77131"/>
                </a:lnTo>
                <a:lnTo>
                  <a:pt x="6047149" y="75347"/>
                </a:lnTo>
                <a:lnTo>
                  <a:pt x="6046661" y="73603"/>
                </a:lnTo>
                <a:lnTo>
                  <a:pt x="6046126" y="71899"/>
                </a:lnTo>
                <a:lnTo>
                  <a:pt x="6045545" y="70237"/>
                </a:lnTo>
                <a:lnTo>
                  <a:pt x="6044917" y="68614"/>
                </a:lnTo>
                <a:lnTo>
                  <a:pt x="6044243" y="67033"/>
                </a:lnTo>
                <a:lnTo>
                  <a:pt x="6043523" y="65492"/>
                </a:lnTo>
                <a:lnTo>
                  <a:pt x="6042756" y="63991"/>
                </a:lnTo>
                <a:lnTo>
                  <a:pt x="6041942" y="62531"/>
                </a:lnTo>
                <a:lnTo>
                  <a:pt x="6041082" y="61112"/>
                </a:lnTo>
                <a:lnTo>
                  <a:pt x="6040176" y="59733"/>
                </a:lnTo>
                <a:lnTo>
                  <a:pt x="6039223" y="58394"/>
                </a:lnTo>
                <a:lnTo>
                  <a:pt x="6038223" y="57097"/>
                </a:lnTo>
                <a:lnTo>
                  <a:pt x="6037177" y="55840"/>
                </a:lnTo>
                <a:lnTo>
                  <a:pt x="6036085" y="54623"/>
                </a:lnTo>
                <a:lnTo>
                  <a:pt x="6034956" y="53451"/>
                </a:lnTo>
                <a:lnTo>
                  <a:pt x="6033800" y="52330"/>
                </a:lnTo>
                <a:lnTo>
                  <a:pt x="6032617" y="51258"/>
                </a:lnTo>
                <a:lnTo>
                  <a:pt x="6031407" y="50236"/>
                </a:lnTo>
                <a:lnTo>
                  <a:pt x="6030171" y="49264"/>
                </a:lnTo>
                <a:lnTo>
                  <a:pt x="6028907" y="48341"/>
                </a:lnTo>
                <a:lnTo>
                  <a:pt x="6027617" y="47469"/>
                </a:lnTo>
                <a:lnTo>
                  <a:pt x="6026300" y="46646"/>
                </a:lnTo>
                <a:lnTo>
                  <a:pt x="6024956" y="45873"/>
                </a:lnTo>
                <a:lnTo>
                  <a:pt x="6023585" y="45150"/>
                </a:lnTo>
                <a:lnTo>
                  <a:pt x="6022187" y="44477"/>
                </a:lnTo>
                <a:lnTo>
                  <a:pt x="6020762" y="43854"/>
                </a:lnTo>
                <a:lnTo>
                  <a:pt x="6019311" y="43281"/>
                </a:lnTo>
                <a:lnTo>
                  <a:pt x="6017833" y="42757"/>
                </a:lnTo>
                <a:lnTo>
                  <a:pt x="6016328" y="42284"/>
                </a:lnTo>
                <a:lnTo>
                  <a:pt x="6014796" y="41860"/>
                </a:lnTo>
                <a:lnTo>
                  <a:pt x="6013237" y="41486"/>
                </a:lnTo>
                <a:lnTo>
                  <a:pt x="6011651" y="41162"/>
                </a:lnTo>
                <a:lnTo>
                  <a:pt x="6010038" y="40888"/>
                </a:lnTo>
                <a:lnTo>
                  <a:pt x="6008399" y="40663"/>
                </a:lnTo>
                <a:lnTo>
                  <a:pt x="6006732" y="40489"/>
                </a:lnTo>
                <a:lnTo>
                  <a:pt x="6005039" y="40364"/>
                </a:lnTo>
                <a:lnTo>
                  <a:pt x="6003319" y="40289"/>
                </a:lnTo>
                <a:lnTo>
                  <a:pt x="6001572" y="40265"/>
                </a:lnTo>
                <a:lnTo>
                  <a:pt x="5999768" y="40290"/>
                </a:lnTo>
                <a:lnTo>
                  <a:pt x="5997992" y="40366"/>
                </a:lnTo>
                <a:lnTo>
                  <a:pt x="5996245" y="40494"/>
                </a:lnTo>
                <a:lnTo>
                  <a:pt x="5994525" y="40672"/>
                </a:lnTo>
                <a:lnTo>
                  <a:pt x="5992834" y="40902"/>
                </a:lnTo>
                <a:lnTo>
                  <a:pt x="5991171" y="41182"/>
                </a:lnTo>
                <a:lnTo>
                  <a:pt x="5989537" y="41513"/>
                </a:lnTo>
                <a:lnTo>
                  <a:pt x="5987930" y="41895"/>
                </a:lnTo>
                <a:lnTo>
                  <a:pt x="5986352" y="42329"/>
                </a:lnTo>
                <a:lnTo>
                  <a:pt x="5984802" y="42813"/>
                </a:lnTo>
                <a:lnTo>
                  <a:pt x="5983281" y="43348"/>
                </a:lnTo>
                <a:lnTo>
                  <a:pt x="5981787" y="43934"/>
                </a:lnTo>
                <a:lnTo>
                  <a:pt x="5980322" y="44571"/>
                </a:lnTo>
                <a:lnTo>
                  <a:pt x="5978885" y="45259"/>
                </a:lnTo>
                <a:lnTo>
                  <a:pt x="5977476" y="45998"/>
                </a:lnTo>
                <a:lnTo>
                  <a:pt x="5976096" y="46788"/>
                </a:lnTo>
                <a:lnTo>
                  <a:pt x="5974743" y="47629"/>
                </a:lnTo>
                <a:lnTo>
                  <a:pt x="5973419" y="48521"/>
                </a:lnTo>
                <a:lnTo>
                  <a:pt x="5972124" y="49464"/>
                </a:lnTo>
                <a:lnTo>
                  <a:pt x="5970856" y="50457"/>
                </a:lnTo>
                <a:lnTo>
                  <a:pt x="5969617" y="51502"/>
                </a:lnTo>
                <a:lnTo>
                  <a:pt x="5968406" y="52598"/>
                </a:lnTo>
                <a:lnTo>
                  <a:pt x="5967223" y="53745"/>
                </a:lnTo>
                <a:lnTo>
                  <a:pt x="5966068" y="54942"/>
                </a:lnTo>
                <a:lnTo>
                  <a:pt x="5964951" y="56186"/>
                </a:lnTo>
                <a:lnTo>
                  <a:pt x="5963882" y="57471"/>
                </a:lnTo>
                <a:lnTo>
                  <a:pt x="5962860" y="58798"/>
                </a:lnTo>
                <a:lnTo>
                  <a:pt x="5961886" y="60165"/>
                </a:lnTo>
                <a:lnTo>
                  <a:pt x="5960960" y="61575"/>
                </a:lnTo>
                <a:lnTo>
                  <a:pt x="5960080" y="63025"/>
                </a:lnTo>
                <a:lnTo>
                  <a:pt x="5959249" y="64517"/>
                </a:lnTo>
                <a:lnTo>
                  <a:pt x="5958465" y="66050"/>
                </a:lnTo>
                <a:lnTo>
                  <a:pt x="5957728" y="67624"/>
                </a:lnTo>
                <a:lnTo>
                  <a:pt x="5957039" y="69240"/>
                </a:lnTo>
                <a:lnTo>
                  <a:pt x="5956398" y="70897"/>
                </a:lnTo>
                <a:lnTo>
                  <a:pt x="5955804" y="72595"/>
                </a:lnTo>
                <a:lnTo>
                  <a:pt x="5955257" y="74335"/>
                </a:lnTo>
                <a:lnTo>
                  <a:pt x="5954758" y="76116"/>
                </a:lnTo>
                <a:lnTo>
                  <a:pt x="5954307" y="77938"/>
                </a:lnTo>
                <a:lnTo>
                  <a:pt x="5953903" y="79802"/>
                </a:lnTo>
                <a:lnTo>
                  <a:pt x="5953546" y="81707"/>
                </a:lnTo>
                <a:lnTo>
                  <a:pt x="5953238" y="83653"/>
                </a:lnTo>
                <a:lnTo>
                  <a:pt x="5952976" y="85641"/>
                </a:lnTo>
                <a:lnTo>
                  <a:pt x="5952762" y="87670"/>
                </a:lnTo>
                <a:lnTo>
                  <a:pt x="5952596" y="89740"/>
                </a:lnTo>
                <a:lnTo>
                  <a:pt x="5952477" y="91851"/>
                </a:lnTo>
                <a:lnTo>
                  <a:pt x="5952406" y="94004"/>
                </a:lnTo>
                <a:lnTo>
                  <a:pt x="5952382" y="96199"/>
                </a:lnTo>
                <a:lnTo>
                  <a:pt x="5952406" y="98319"/>
                </a:lnTo>
                <a:lnTo>
                  <a:pt x="5952476" y="100400"/>
                </a:lnTo>
                <a:lnTo>
                  <a:pt x="5952594" y="102441"/>
                </a:lnTo>
                <a:lnTo>
                  <a:pt x="5952758" y="104442"/>
                </a:lnTo>
                <a:lnTo>
                  <a:pt x="5952970" y="106404"/>
                </a:lnTo>
                <a:lnTo>
                  <a:pt x="5953228" y="108326"/>
                </a:lnTo>
                <a:lnTo>
                  <a:pt x="5953534" y="110208"/>
                </a:lnTo>
                <a:lnTo>
                  <a:pt x="5953886" y="112050"/>
                </a:lnTo>
                <a:lnTo>
                  <a:pt x="5954286" y="113852"/>
                </a:lnTo>
                <a:lnTo>
                  <a:pt x="5954732" y="115615"/>
                </a:lnTo>
                <a:lnTo>
                  <a:pt x="5955226" y="117338"/>
                </a:lnTo>
                <a:lnTo>
                  <a:pt x="5955766" y="119021"/>
                </a:lnTo>
                <a:lnTo>
                  <a:pt x="5956354" y="120664"/>
                </a:lnTo>
                <a:lnTo>
                  <a:pt x="5956989" y="122268"/>
                </a:lnTo>
                <a:lnTo>
                  <a:pt x="5957670" y="123832"/>
                </a:lnTo>
                <a:lnTo>
                  <a:pt x="5958399" y="125356"/>
                </a:lnTo>
                <a:lnTo>
                  <a:pt x="5959174" y="126840"/>
                </a:lnTo>
                <a:lnTo>
                  <a:pt x="5959997" y="128284"/>
                </a:lnTo>
                <a:lnTo>
                  <a:pt x="5960866" y="129689"/>
                </a:lnTo>
                <a:lnTo>
                  <a:pt x="5961783" y="131054"/>
                </a:lnTo>
                <a:lnTo>
                  <a:pt x="5962747" y="132379"/>
                </a:lnTo>
                <a:lnTo>
                  <a:pt x="5963757" y="133665"/>
                </a:lnTo>
                <a:lnTo>
                  <a:pt x="5964815" y="134910"/>
                </a:lnTo>
                <a:lnTo>
                  <a:pt x="5965919" y="136116"/>
                </a:lnTo>
                <a:lnTo>
                  <a:pt x="5967064" y="137277"/>
                </a:lnTo>
                <a:lnTo>
                  <a:pt x="5968242" y="138389"/>
                </a:lnTo>
                <a:lnTo>
                  <a:pt x="5969453" y="139452"/>
                </a:lnTo>
                <a:lnTo>
                  <a:pt x="5970698" y="140465"/>
                </a:lnTo>
                <a:lnTo>
                  <a:pt x="5971975" y="141428"/>
                </a:lnTo>
                <a:lnTo>
                  <a:pt x="5973286" y="142342"/>
                </a:lnTo>
                <a:lnTo>
                  <a:pt x="5974630" y="143207"/>
                </a:lnTo>
                <a:lnTo>
                  <a:pt x="5976008" y="144022"/>
                </a:lnTo>
                <a:lnTo>
                  <a:pt x="5977418" y="144788"/>
                </a:lnTo>
                <a:lnTo>
                  <a:pt x="5978862" y="145505"/>
                </a:lnTo>
                <a:lnTo>
                  <a:pt x="5980339" y="146172"/>
                </a:lnTo>
                <a:lnTo>
                  <a:pt x="5981849" y="146790"/>
                </a:lnTo>
                <a:lnTo>
                  <a:pt x="5983393" y="147358"/>
                </a:lnTo>
                <a:lnTo>
                  <a:pt x="5984969" y="147877"/>
                </a:lnTo>
                <a:lnTo>
                  <a:pt x="5986579" y="148346"/>
                </a:lnTo>
                <a:lnTo>
                  <a:pt x="5988222" y="148766"/>
                </a:lnTo>
                <a:lnTo>
                  <a:pt x="5989899" y="149137"/>
                </a:lnTo>
                <a:lnTo>
                  <a:pt x="5991608" y="149458"/>
                </a:lnTo>
                <a:lnTo>
                  <a:pt x="5993351" y="149730"/>
                </a:lnTo>
                <a:lnTo>
                  <a:pt x="5995127" y="149952"/>
                </a:lnTo>
                <a:lnTo>
                  <a:pt x="5996937" y="150125"/>
                </a:lnTo>
                <a:lnTo>
                  <a:pt x="5998779" y="150249"/>
                </a:lnTo>
                <a:lnTo>
                  <a:pt x="6000655" y="150323"/>
                </a:lnTo>
                <a:lnTo>
                  <a:pt x="6002564" y="150347"/>
                </a:lnTo>
                <a:lnTo>
                  <a:pt x="6004082" y="150332"/>
                </a:lnTo>
                <a:lnTo>
                  <a:pt x="6005576" y="150285"/>
                </a:lnTo>
                <a:lnTo>
                  <a:pt x="6007049" y="150208"/>
                </a:lnTo>
                <a:lnTo>
                  <a:pt x="6008498" y="150100"/>
                </a:lnTo>
                <a:lnTo>
                  <a:pt x="6009925" y="149960"/>
                </a:lnTo>
                <a:lnTo>
                  <a:pt x="6011329" y="149790"/>
                </a:lnTo>
                <a:lnTo>
                  <a:pt x="6012710" y="149588"/>
                </a:lnTo>
                <a:lnTo>
                  <a:pt x="6014068" y="149356"/>
                </a:lnTo>
                <a:lnTo>
                  <a:pt x="6015404" y="149092"/>
                </a:lnTo>
                <a:lnTo>
                  <a:pt x="6016717" y="148798"/>
                </a:lnTo>
                <a:lnTo>
                  <a:pt x="6018007" y="148472"/>
                </a:lnTo>
                <a:lnTo>
                  <a:pt x="6019275" y="148116"/>
                </a:lnTo>
                <a:lnTo>
                  <a:pt x="6020520" y="147729"/>
                </a:lnTo>
                <a:lnTo>
                  <a:pt x="6021742" y="147310"/>
                </a:lnTo>
                <a:lnTo>
                  <a:pt x="6022941" y="146861"/>
                </a:lnTo>
                <a:lnTo>
                  <a:pt x="6024118" y="146381"/>
                </a:lnTo>
                <a:lnTo>
                  <a:pt x="6025272" y="145869"/>
                </a:lnTo>
                <a:lnTo>
                  <a:pt x="6026403" y="145327"/>
                </a:lnTo>
                <a:lnTo>
                  <a:pt x="6027511" y="144753"/>
                </a:lnTo>
                <a:lnTo>
                  <a:pt x="6028597" y="144149"/>
                </a:lnTo>
                <a:lnTo>
                  <a:pt x="6029660" y="143514"/>
                </a:lnTo>
                <a:lnTo>
                  <a:pt x="6030701" y="142847"/>
                </a:lnTo>
                <a:lnTo>
                  <a:pt x="6031718" y="142150"/>
                </a:lnTo>
                <a:lnTo>
                  <a:pt x="6032713" y="141422"/>
                </a:lnTo>
                <a:lnTo>
                  <a:pt x="6033683" y="140665"/>
                </a:lnTo>
                <a:lnTo>
                  <a:pt x="6034628" y="139884"/>
                </a:lnTo>
                <a:lnTo>
                  <a:pt x="6035547" y="139077"/>
                </a:lnTo>
                <a:lnTo>
                  <a:pt x="6036440" y="138246"/>
                </a:lnTo>
                <a:lnTo>
                  <a:pt x="6037307" y="137389"/>
                </a:lnTo>
                <a:lnTo>
                  <a:pt x="6038149" y="136507"/>
                </a:lnTo>
                <a:lnTo>
                  <a:pt x="6038964" y="135599"/>
                </a:lnTo>
                <a:lnTo>
                  <a:pt x="6039754" y="134667"/>
                </a:lnTo>
                <a:lnTo>
                  <a:pt x="6040518" y="133710"/>
                </a:lnTo>
                <a:lnTo>
                  <a:pt x="6041256" y="132727"/>
                </a:lnTo>
                <a:lnTo>
                  <a:pt x="6041969" y="131719"/>
                </a:lnTo>
                <a:lnTo>
                  <a:pt x="6042655" y="130686"/>
                </a:lnTo>
                <a:lnTo>
                  <a:pt x="6043316" y="129628"/>
                </a:lnTo>
                <a:lnTo>
                  <a:pt x="6043951" y="128545"/>
                </a:lnTo>
                <a:lnTo>
                  <a:pt x="6044560" y="127437"/>
                </a:lnTo>
                <a:lnTo>
                  <a:pt x="6045143" y="126303"/>
                </a:lnTo>
                <a:lnTo>
                  <a:pt x="6045700" y="125145"/>
                </a:lnTo>
                <a:lnTo>
                  <a:pt x="6046232" y="123961"/>
                </a:lnTo>
                <a:lnTo>
                  <a:pt x="6046737" y="122752"/>
                </a:lnTo>
                <a:lnTo>
                  <a:pt x="6047217" y="121518"/>
                </a:lnTo>
                <a:lnTo>
                  <a:pt x="6047671" y="120259"/>
                </a:lnTo>
                <a:lnTo>
                  <a:pt x="6048099" y="118975"/>
                </a:lnTo>
                <a:lnTo>
                  <a:pt x="6048502" y="117665"/>
                </a:lnTo>
                <a:lnTo>
                  <a:pt x="6048878" y="116331"/>
                </a:lnTo>
                <a:lnTo>
                  <a:pt x="6030432" y="114050"/>
                </a:lnTo>
                <a:lnTo>
                  <a:pt x="6030088" y="114973"/>
                </a:lnTo>
                <a:lnTo>
                  <a:pt x="6029734" y="115875"/>
                </a:lnTo>
                <a:lnTo>
                  <a:pt x="6029370" y="116756"/>
                </a:lnTo>
                <a:lnTo>
                  <a:pt x="6028997" y="117615"/>
                </a:lnTo>
                <a:lnTo>
                  <a:pt x="6028613" y="118454"/>
                </a:lnTo>
                <a:lnTo>
                  <a:pt x="6028219" y="119271"/>
                </a:lnTo>
                <a:close/>
                <a:moveTo>
                  <a:pt x="5972734" y="78455"/>
                </a:moveTo>
                <a:lnTo>
                  <a:pt x="5972978" y="77448"/>
                </a:lnTo>
                <a:lnTo>
                  <a:pt x="5973247" y="76461"/>
                </a:lnTo>
                <a:lnTo>
                  <a:pt x="5973543" y="75492"/>
                </a:lnTo>
                <a:lnTo>
                  <a:pt x="5973864" y="74542"/>
                </a:lnTo>
                <a:lnTo>
                  <a:pt x="5974211" y="73612"/>
                </a:lnTo>
                <a:lnTo>
                  <a:pt x="5974585" y="72700"/>
                </a:lnTo>
                <a:lnTo>
                  <a:pt x="5974984" y="71807"/>
                </a:lnTo>
                <a:lnTo>
                  <a:pt x="5975409" y="70933"/>
                </a:lnTo>
                <a:lnTo>
                  <a:pt x="5975861" y="70078"/>
                </a:lnTo>
                <a:lnTo>
                  <a:pt x="5976338" y="69243"/>
                </a:lnTo>
                <a:lnTo>
                  <a:pt x="5976841" y="68426"/>
                </a:lnTo>
                <a:lnTo>
                  <a:pt x="5977371" y="67628"/>
                </a:lnTo>
                <a:lnTo>
                  <a:pt x="5977926" y="66849"/>
                </a:lnTo>
                <a:lnTo>
                  <a:pt x="5978508" y="66089"/>
                </a:lnTo>
                <a:lnTo>
                  <a:pt x="5979115" y="65348"/>
                </a:lnTo>
                <a:lnTo>
                  <a:pt x="5979748" y="64626"/>
                </a:lnTo>
                <a:lnTo>
                  <a:pt x="5980408" y="63923"/>
                </a:lnTo>
                <a:lnTo>
                  <a:pt x="5981093" y="63239"/>
                </a:lnTo>
                <a:lnTo>
                  <a:pt x="5981798" y="62578"/>
                </a:lnTo>
                <a:lnTo>
                  <a:pt x="5982517" y="61945"/>
                </a:lnTo>
                <a:lnTo>
                  <a:pt x="5983249" y="61341"/>
                </a:lnTo>
                <a:lnTo>
                  <a:pt x="5983995" y="60764"/>
                </a:lnTo>
                <a:lnTo>
                  <a:pt x="5984755" y="60216"/>
                </a:lnTo>
                <a:lnTo>
                  <a:pt x="5985528" y="59696"/>
                </a:lnTo>
                <a:lnTo>
                  <a:pt x="5986315" y="59204"/>
                </a:lnTo>
                <a:lnTo>
                  <a:pt x="5987115" y="58740"/>
                </a:lnTo>
                <a:lnTo>
                  <a:pt x="5987929" y="58304"/>
                </a:lnTo>
                <a:lnTo>
                  <a:pt x="5988757" y="57896"/>
                </a:lnTo>
                <a:lnTo>
                  <a:pt x="5989598" y="57517"/>
                </a:lnTo>
                <a:lnTo>
                  <a:pt x="5990452" y="57165"/>
                </a:lnTo>
                <a:lnTo>
                  <a:pt x="5991321" y="56842"/>
                </a:lnTo>
                <a:lnTo>
                  <a:pt x="5992203" y="56547"/>
                </a:lnTo>
                <a:lnTo>
                  <a:pt x="5993098" y="56279"/>
                </a:lnTo>
                <a:lnTo>
                  <a:pt x="5994008" y="56040"/>
                </a:lnTo>
                <a:lnTo>
                  <a:pt x="5994930" y="55830"/>
                </a:lnTo>
                <a:lnTo>
                  <a:pt x="5995867" y="55647"/>
                </a:lnTo>
                <a:lnTo>
                  <a:pt x="5996817" y="55492"/>
                </a:lnTo>
                <a:lnTo>
                  <a:pt x="5997780" y="55366"/>
                </a:lnTo>
                <a:lnTo>
                  <a:pt x="5998758" y="55267"/>
                </a:lnTo>
                <a:lnTo>
                  <a:pt x="5999748" y="55197"/>
                </a:lnTo>
                <a:lnTo>
                  <a:pt x="6000753" y="55155"/>
                </a:lnTo>
                <a:lnTo>
                  <a:pt x="6001771" y="55141"/>
                </a:lnTo>
                <a:lnTo>
                  <a:pt x="6002894" y="55158"/>
                </a:lnTo>
                <a:lnTo>
                  <a:pt x="6004000" y="55211"/>
                </a:lnTo>
                <a:lnTo>
                  <a:pt x="6005088" y="55299"/>
                </a:lnTo>
                <a:lnTo>
                  <a:pt x="6006159" y="55422"/>
                </a:lnTo>
                <a:lnTo>
                  <a:pt x="6007212" y="55581"/>
                </a:lnTo>
                <a:lnTo>
                  <a:pt x="6008248" y="55775"/>
                </a:lnTo>
                <a:lnTo>
                  <a:pt x="6009266" y="56004"/>
                </a:lnTo>
                <a:lnTo>
                  <a:pt x="6010267" y="56268"/>
                </a:lnTo>
                <a:lnTo>
                  <a:pt x="6011250" y="56567"/>
                </a:lnTo>
                <a:lnTo>
                  <a:pt x="6012215" y="56902"/>
                </a:lnTo>
                <a:lnTo>
                  <a:pt x="6013163" y="57271"/>
                </a:lnTo>
                <a:lnTo>
                  <a:pt x="6014093" y="57677"/>
                </a:lnTo>
                <a:lnTo>
                  <a:pt x="6015006" y="58117"/>
                </a:lnTo>
                <a:lnTo>
                  <a:pt x="6015901" y="58592"/>
                </a:lnTo>
                <a:lnTo>
                  <a:pt x="6016778" y="59103"/>
                </a:lnTo>
                <a:lnTo>
                  <a:pt x="6017638" y="59649"/>
                </a:lnTo>
                <a:lnTo>
                  <a:pt x="6018481" y="60230"/>
                </a:lnTo>
                <a:lnTo>
                  <a:pt x="6019306" y="60846"/>
                </a:lnTo>
                <a:lnTo>
                  <a:pt x="6020113" y="61498"/>
                </a:lnTo>
                <a:lnTo>
                  <a:pt x="6020903" y="62185"/>
                </a:lnTo>
                <a:lnTo>
                  <a:pt x="6021675" y="62907"/>
                </a:lnTo>
                <a:lnTo>
                  <a:pt x="6022430" y="63664"/>
                </a:lnTo>
                <a:lnTo>
                  <a:pt x="6023167" y="64457"/>
                </a:lnTo>
                <a:lnTo>
                  <a:pt x="6023886" y="65284"/>
                </a:lnTo>
                <a:lnTo>
                  <a:pt x="6024342" y="65840"/>
                </a:lnTo>
                <a:lnTo>
                  <a:pt x="6024782" y="66419"/>
                </a:lnTo>
                <a:lnTo>
                  <a:pt x="6025207" y="67020"/>
                </a:lnTo>
                <a:lnTo>
                  <a:pt x="6025616" y="67645"/>
                </a:lnTo>
                <a:lnTo>
                  <a:pt x="6026011" y="68291"/>
                </a:lnTo>
                <a:lnTo>
                  <a:pt x="6026391" y="68961"/>
                </a:lnTo>
                <a:lnTo>
                  <a:pt x="6026755" y="69653"/>
                </a:lnTo>
                <a:lnTo>
                  <a:pt x="6027104" y="70368"/>
                </a:lnTo>
                <a:lnTo>
                  <a:pt x="6027438" y="71106"/>
                </a:lnTo>
                <a:lnTo>
                  <a:pt x="6027757" y="71866"/>
                </a:lnTo>
                <a:lnTo>
                  <a:pt x="6028061" y="72649"/>
                </a:lnTo>
                <a:lnTo>
                  <a:pt x="6028349" y="73454"/>
                </a:lnTo>
                <a:lnTo>
                  <a:pt x="6028623" y="74283"/>
                </a:lnTo>
                <a:lnTo>
                  <a:pt x="6028881" y="75134"/>
                </a:lnTo>
                <a:lnTo>
                  <a:pt x="6029124" y="76008"/>
                </a:lnTo>
                <a:lnTo>
                  <a:pt x="6029352" y="76904"/>
                </a:lnTo>
                <a:lnTo>
                  <a:pt x="6029565" y="77823"/>
                </a:lnTo>
                <a:lnTo>
                  <a:pt x="6029762" y="78765"/>
                </a:lnTo>
                <a:lnTo>
                  <a:pt x="6029945" y="79730"/>
                </a:lnTo>
                <a:lnTo>
                  <a:pt x="6030112" y="80717"/>
                </a:lnTo>
                <a:lnTo>
                  <a:pt x="6030265" y="81727"/>
                </a:lnTo>
                <a:lnTo>
                  <a:pt x="6030402" y="82759"/>
                </a:lnTo>
                <a:lnTo>
                  <a:pt x="6030524" y="83815"/>
                </a:lnTo>
                <a:lnTo>
                  <a:pt x="6030630" y="84893"/>
                </a:lnTo>
                <a:lnTo>
                  <a:pt x="5971820" y="84893"/>
                </a:lnTo>
                <a:lnTo>
                  <a:pt x="5971908" y="83772"/>
                </a:lnTo>
                <a:lnTo>
                  <a:pt x="5972021" y="82671"/>
                </a:lnTo>
                <a:lnTo>
                  <a:pt x="5972160" y="81588"/>
                </a:lnTo>
                <a:lnTo>
                  <a:pt x="5972326" y="80525"/>
                </a:lnTo>
                <a:lnTo>
                  <a:pt x="5972517" y="79480"/>
                </a:lnTo>
                <a:lnTo>
                  <a:pt x="5972734" y="78455"/>
                </a:lnTo>
                <a:close/>
                <a:moveTo>
                  <a:pt x="6195188" y="115527"/>
                </a:moveTo>
                <a:lnTo>
                  <a:pt x="6194914" y="116482"/>
                </a:lnTo>
                <a:lnTo>
                  <a:pt x="6194623" y="117414"/>
                </a:lnTo>
                <a:lnTo>
                  <a:pt x="6194314" y="118321"/>
                </a:lnTo>
                <a:lnTo>
                  <a:pt x="6193986" y="119204"/>
                </a:lnTo>
                <a:lnTo>
                  <a:pt x="6193641" y="120064"/>
                </a:lnTo>
                <a:lnTo>
                  <a:pt x="6193278" y="120899"/>
                </a:lnTo>
                <a:lnTo>
                  <a:pt x="6192898" y="121710"/>
                </a:lnTo>
                <a:lnTo>
                  <a:pt x="6192499" y="122498"/>
                </a:lnTo>
                <a:lnTo>
                  <a:pt x="6192082" y="123261"/>
                </a:lnTo>
                <a:lnTo>
                  <a:pt x="6191648" y="124000"/>
                </a:lnTo>
                <a:lnTo>
                  <a:pt x="6191195" y="124716"/>
                </a:lnTo>
                <a:lnTo>
                  <a:pt x="6190725" y="125407"/>
                </a:lnTo>
                <a:lnTo>
                  <a:pt x="6190236" y="126074"/>
                </a:lnTo>
                <a:lnTo>
                  <a:pt x="6189730" y="126717"/>
                </a:lnTo>
                <a:lnTo>
                  <a:pt x="6189206" y="127336"/>
                </a:lnTo>
                <a:lnTo>
                  <a:pt x="6188664" y="127932"/>
                </a:lnTo>
                <a:lnTo>
                  <a:pt x="6188104" y="128503"/>
                </a:lnTo>
                <a:lnTo>
                  <a:pt x="6187526" y="129050"/>
                </a:lnTo>
                <a:lnTo>
                  <a:pt x="6186934" y="129574"/>
                </a:lnTo>
                <a:lnTo>
                  <a:pt x="6186329" y="130076"/>
                </a:lnTo>
                <a:lnTo>
                  <a:pt x="6185712" y="130555"/>
                </a:lnTo>
                <a:lnTo>
                  <a:pt x="6185083" y="131012"/>
                </a:lnTo>
                <a:lnTo>
                  <a:pt x="6184442" y="131447"/>
                </a:lnTo>
                <a:lnTo>
                  <a:pt x="6183789" y="131859"/>
                </a:lnTo>
                <a:lnTo>
                  <a:pt x="6183124" y="132250"/>
                </a:lnTo>
                <a:lnTo>
                  <a:pt x="6182446" y="132617"/>
                </a:lnTo>
                <a:lnTo>
                  <a:pt x="6181757" y="132963"/>
                </a:lnTo>
                <a:lnTo>
                  <a:pt x="6181056" y="133286"/>
                </a:lnTo>
                <a:lnTo>
                  <a:pt x="6180343" y="133587"/>
                </a:lnTo>
                <a:lnTo>
                  <a:pt x="6179617" y="133866"/>
                </a:lnTo>
                <a:lnTo>
                  <a:pt x="6178880" y="134122"/>
                </a:lnTo>
                <a:lnTo>
                  <a:pt x="6178130" y="134357"/>
                </a:lnTo>
                <a:lnTo>
                  <a:pt x="6177369" y="134568"/>
                </a:lnTo>
                <a:lnTo>
                  <a:pt x="6176595" y="134758"/>
                </a:lnTo>
                <a:lnTo>
                  <a:pt x="6175810" y="134925"/>
                </a:lnTo>
                <a:lnTo>
                  <a:pt x="6175012" y="135070"/>
                </a:lnTo>
                <a:lnTo>
                  <a:pt x="6174202" y="135193"/>
                </a:lnTo>
                <a:lnTo>
                  <a:pt x="6173380" y="135293"/>
                </a:lnTo>
                <a:lnTo>
                  <a:pt x="6172546" y="135371"/>
                </a:lnTo>
                <a:lnTo>
                  <a:pt x="6171701" y="135427"/>
                </a:lnTo>
                <a:lnTo>
                  <a:pt x="6170843" y="135460"/>
                </a:lnTo>
                <a:lnTo>
                  <a:pt x="6169973" y="135471"/>
                </a:lnTo>
                <a:lnTo>
                  <a:pt x="6168890" y="135455"/>
                </a:lnTo>
                <a:lnTo>
                  <a:pt x="6167825" y="135405"/>
                </a:lnTo>
                <a:lnTo>
                  <a:pt x="6166777" y="135322"/>
                </a:lnTo>
                <a:lnTo>
                  <a:pt x="6165747" y="135206"/>
                </a:lnTo>
                <a:lnTo>
                  <a:pt x="6164733" y="135056"/>
                </a:lnTo>
                <a:lnTo>
                  <a:pt x="6163737" y="134873"/>
                </a:lnTo>
                <a:lnTo>
                  <a:pt x="6162758" y="134657"/>
                </a:lnTo>
                <a:lnTo>
                  <a:pt x="6161796" y="134408"/>
                </a:lnTo>
                <a:lnTo>
                  <a:pt x="6160852" y="134126"/>
                </a:lnTo>
                <a:lnTo>
                  <a:pt x="6159924" y="133810"/>
                </a:lnTo>
                <a:lnTo>
                  <a:pt x="6159014" y="133461"/>
                </a:lnTo>
                <a:lnTo>
                  <a:pt x="6158121" y="133079"/>
                </a:lnTo>
                <a:lnTo>
                  <a:pt x="6157246" y="132663"/>
                </a:lnTo>
                <a:lnTo>
                  <a:pt x="6156387" y="132215"/>
                </a:lnTo>
                <a:lnTo>
                  <a:pt x="6155546" y="131733"/>
                </a:lnTo>
                <a:lnTo>
                  <a:pt x="6154722" y="131218"/>
                </a:lnTo>
                <a:lnTo>
                  <a:pt x="6153915" y="130670"/>
                </a:lnTo>
                <a:lnTo>
                  <a:pt x="6153125" y="130088"/>
                </a:lnTo>
                <a:lnTo>
                  <a:pt x="6152353" y="129473"/>
                </a:lnTo>
                <a:lnTo>
                  <a:pt x="6151598" y="128825"/>
                </a:lnTo>
                <a:lnTo>
                  <a:pt x="6150860" y="128144"/>
                </a:lnTo>
                <a:lnTo>
                  <a:pt x="6150139" y="127430"/>
                </a:lnTo>
                <a:lnTo>
                  <a:pt x="6149436" y="126682"/>
                </a:lnTo>
                <a:lnTo>
                  <a:pt x="6148749" y="125901"/>
                </a:lnTo>
                <a:lnTo>
                  <a:pt x="6148086" y="125083"/>
                </a:lnTo>
                <a:lnTo>
                  <a:pt x="6147451" y="124225"/>
                </a:lnTo>
                <a:lnTo>
                  <a:pt x="6146843" y="123327"/>
                </a:lnTo>
                <a:lnTo>
                  <a:pt x="6146265" y="122389"/>
                </a:lnTo>
                <a:lnTo>
                  <a:pt x="6145714" y="121411"/>
                </a:lnTo>
                <a:lnTo>
                  <a:pt x="6145192" y="120393"/>
                </a:lnTo>
                <a:lnTo>
                  <a:pt x="6144697" y="119334"/>
                </a:lnTo>
                <a:lnTo>
                  <a:pt x="6144232" y="118236"/>
                </a:lnTo>
                <a:lnTo>
                  <a:pt x="6143794" y="117097"/>
                </a:lnTo>
                <a:lnTo>
                  <a:pt x="6143384" y="115919"/>
                </a:lnTo>
                <a:lnTo>
                  <a:pt x="6143003" y="114700"/>
                </a:lnTo>
                <a:lnTo>
                  <a:pt x="6142650" y="113441"/>
                </a:lnTo>
                <a:lnTo>
                  <a:pt x="6142326" y="112142"/>
                </a:lnTo>
                <a:lnTo>
                  <a:pt x="6142029" y="110803"/>
                </a:lnTo>
                <a:lnTo>
                  <a:pt x="6141761" y="109424"/>
                </a:lnTo>
                <a:lnTo>
                  <a:pt x="6141521" y="108004"/>
                </a:lnTo>
                <a:lnTo>
                  <a:pt x="6141309" y="106545"/>
                </a:lnTo>
                <a:lnTo>
                  <a:pt x="6141125" y="105046"/>
                </a:lnTo>
                <a:lnTo>
                  <a:pt x="6140970" y="103506"/>
                </a:lnTo>
                <a:lnTo>
                  <a:pt x="6140843" y="101926"/>
                </a:lnTo>
                <a:lnTo>
                  <a:pt x="6140744" y="100307"/>
                </a:lnTo>
                <a:lnTo>
                  <a:pt x="6140674" y="98647"/>
                </a:lnTo>
                <a:lnTo>
                  <a:pt x="6140631" y="96947"/>
                </a:lnTo>
                <a:lnTo>
                  <a:pt x="6140617" y="95207"/>
                </a:lnTo>
                <a:lnTo>
                  <a:pt x="6140632" y="93491"/>
                </a:lnTo>
                <a:lnTo>
                  <a:pt x="6140676" y="91814"/>
                </a:lnTo>
                <a:lnTo>
                  <a:pt x="6140749" y="90176"/>
                </a:lnTo>
                <a:lnTo>
                  <a:pt x="6140851" y="88577"/>
                </a:lnTo>
                <a:lnTo>
                  <a:pt x="6140983" y="87017"/>
                </a:lnTo>
                <a:lnTo>
                  <a:pt x="6141144" y="85495"/>
                </a:lnTo>
                <a:lnTo>
                  <a:pt x="6141334" y="84013"/>
                </a:lnTo>
                <a:lnTo>
                  <a:pt x="6141554" y="82569"/>
                </a:lnTo>
                <a:lnTo>
                  <a:pt x="6141803" y="81165"/>
                </a:lnTo>
                <a:lnTo>
                  <a:pt x="6142081" y="79799"/>
                </a:lnTo>
                <a:lnTo>
                  <a:pt x="6142388" y="78472"/>
                </a:lnTo>
                <a:lnTo>
                  <a:pt x="6142725" y="77184"/>
                </a:lnTo>
                <a:lnTo>
                  <a:pt x="6143090" y="75935"/>
                </a:lnTo>
                <a:lnTo>
                  <a:pt x="6143486" y="74725"/>
                </a:lnTo>
                <a:lnTo>
                  <a:pt x="6143910" y="73554"/>
                </a:lnTo>
                <a:lnTo>
                  <a:pt x="6144364" y="72422"/>
                </a:lnTo>
                <a:lnTo>
                  <a:pt x="6144847" y="71328"/>
                </a:lnTo>
                <a:lnTo>
                  <a:pt x="6145359" y="70274"/>
                </a:lnTo>
                <a:lnTo>
                  <a:pt x="6145900" y="69258"/>
                </a:lnTo>
                <a:lnTo>
                  <a:pt x="6146471" y="68281"/>
                </a:lnTo>
                <a:lnTo>
                  <a:pt x="6147071" y="67344"/>
                </a:lnTo>
                <a:lnTo>
                  <a:pt x="6147701" y="66445"/>
                </a:lnTo>
                <a:lnTo>
                  <a:pt x="6148359" y="65585"/>
                </a:lnTo>
                <a:lnTo>
                  <a:pt x="6149047" y="64764"/>
                </a:lnTo>
                <a:lnTo>
                  <a:pt x="6149758" y="63978"/>
                </a:lnTo>
                <a:lnTo>
                  <a:pt x="6150487" y="63227"/>
                </a:lnTo>
                <a:lnTo>
                  <a:pt x="6151233" y="62508"/>
                </a:lnTo>
                <a:lnTo>
                  <a:pt x="6151997" y="61823"/>
                </a:lnTo>
                <a:lnTo>
                  <a:pt x="6152779" y="61172"/>
                </a:lnTo>
                <a:lnTo>
                  <a:pt x="6153578" y="60554"/>
                </a:lnTo>
                <a:lnTo>
                  <a:pt x="6154395" y="59969"/>
                </a:lnTo>
                <a:lnTo>
                  <a:pt x="6155229" y="59418"/>
                </a:lnTo>
                <a:lnTo>
                  <a:pt x="6156081" y="58900"/>
                </a:lnTo>
                <a:lnTo>
                  <a:pt x="6156950" y="58415"/>
                </a:lnTo>
                <a:lnTo>
                  <a:pt x="6157837" y="57964"/>
                </a:lnTo>
                <a:lnTo>
                  <a:pt x="6158741" y="57546"/>
                </a:lnTo>
                <a:lnTo>
                  <a:pt x="6159663" y="57162"/>
                </a:lnTo>
                <a:lnTo>
                  <a:pt x="6160603" y="56811"/>
                </a:lnTo>
                <a:lnTo>
                  <a:pt x="6161560" y="56494"/>
                </a:lnTo>
                <a:lnTo>
                  <a:pt x="6162535" y="56210"/>
                </a:lnTo>
                <a:lnTo>
                  <a:pt x="6163527" y="55959"/>
                </a:lnTo>
                <a:lnTo>
                  <a:pt x="6164537" y="55742"/>
                </a:lnTo>
                <a:lnTo>
                  <a:pt x="6165564" y="55558"/>
                </a:lnTo>
                <a:lnTo>
                  <a:pt x="6166609" y="55408"/>
                </a:lnTo>
                <a:lnTo>
                  <a:pt x="6167671" y="55291"/>
                </a:lnTo>
                <a:lnTo>
                  <a:pt x="6168752" y="55207"/>
                </a:lnTo>
                <a:lnTo>
                  <a:pt x="6169849" y="55157"/>
                </a:lnTo>
                <a:lnTo>
                  <a:pt x="6170964" y="55141"/>
                </a:lnTo>
                <a:lnTo>
                  <a:pt x="6171704" y="55150"/>
                </a:lnTo>
                <a:lnTo>
                  <a:pt x="6172434" y="55178"/>
                </a:lnTo>
                <a:lnTo>
                  <a:pt x="6173155" y="55224"/>
                </a:lnTo>
                <a:lnTo>
                  <a:pt x="6173867" y="55289"/>
                </a:lnTo>
                <a:lnTo>
                  <a:pt x="6174569" y="55372"/>
                </a:lnTo>
                <a:lnTo>
                  <a:pt x="6175263" y="55474"/>
                </a:lnTo>
                <a:lnTo>
                  <a:pt x="6175947" y="55594"/>
                </a:lnTo>
                <a:lnTo>
                  <a:pt x="6176623" y="55733"/>
                </a:lnTo>
                <a:lnTo>
                  <a:pt x="6177289" y="55890"/>
                </a:lnTo>
                <a:lnTo>
                  <a:pt x="6177946" y="56066"/>
                </a:lnTo>
                <a:lnTo>
                  <a:pt x="6178594" y="56260"/>
                </a:lnTo>
                <a:lnTo>
                  <a:pt x="6179233" y="56473"/>
                </a:lnTo>
                <a:lnTo>
                  <a:pt x="6179863" y="56705"/>
                </a:lnTo>
                <a:lnTo>
                  <a:pt x="6180483" y="56955"/>
                </a:lnTo>
                <a:lnTo>
                  <a:pt x="6181095" y="57223"/>
                </a:lnTo>
                <a:lnTo>
                  <a:pt x="6181697" y="57510"/>
                </a:lnTo>
                <a:lnTo>
                  <a:pt x="6182290" y="57815"/>
                </a:lnTo>
                <a:lnTo>
                  <a:pt x="6182875" y="58139"/>
                </a:lnTo>
                <a:lnTo>
                  <a:pt x="6183450" y="58482"/>
                </a:lnTo>
                <a:lnTo>
                  <a:pt x="6184015" y="58842"/>
                </a:lnTo>
                <a:lnTo>
                  <a:pt x="6184572" y="59222"/>
                </a:lnTo>
                <a:lnTo>
                  <a:pt x="6185120" y="59620"/>
                </a:lnTo>
                <a:lnTo>
                  <a:pt x="6185658" y="60036"/>
                </a:lnTo>
                <a:lnTo>
                  <a:pt x="6186188" y="60471"/>
                </a:lnTo>
                <a:lnTo>
                  <a:pt x="6186706" y="60925"/>
                </a:lnTo>
                <a:lnTo>
                  <a:pt x="6187211" y="61396"/>
                </a:lnTo>
                <a:lnTo>
                  <a:pt x="6187702" y="61886"/>
                </a:lnTo>
                <a:lnTo>
                  <a:pt x="6188181" y="62393"/>
                </a:lnTo>
                <a:lnTo>
                  <a:pt x="6188646" y="62919"/>
                </a:lnTo>
                <a:lnTo>
                  <a:pt x="6189098" y="63463"/>
                </a:lnTo>
                <a:lnTo>
                  <a:pt x="6189536" y="64026"/>
                </a:lnTo>
                <a:lnTo>
                  <a:pt x="6189962" y="64606"/>
                </a:lnTo>
                <a:lnTo>
                  <a:pt x="6190374" y="65205"/>
                </a:lnTo>
                <a:lnTo>
                  <a:pt x="6190773" y="65822"/>
                </a:lnTo>
                <a:lnTo>
                  <a:pt x="6191158" y="66457"/>
                </a:lnTo>
                <a:lnTo>
                  <a:pt x="6191531" y="67110"/>
                </a:lnTo>
                <a:lnTo>
                  <a:pt x="6191890" y="67781"/>
                </a:lnTo>
                <a:lnTo>
                  <a:pt x="6192235" y="68470"/>
                </a:lnTo>
                <a:lnTo>
                  <a:pt x="6192568" y="69178"/>
                </a:lnTo>
                <a:lnTo>
                  <a:pt x="6192887" y="69904"/>
                </a:lnTo>
                <a:lnTo>
                  <a:pt x="6193193" y="70648"/>
                </a:lnTo>
                <a:lnTo>
                  <a:pt x="6193486" y="71410"/>
                </a:lnTo>
                <a:lnTo>
                  <a:pt x="6193766" y="72190"/>
                </a:lnTo>
                <a:lnTo>
                  <a:pt x="6194032" y="72988"/>
                </a:lnTo>
                <a:lnTo>
                  <a:pt x="6194285" y="73805"/>
                </a:lnTo>
                <a:lnTo>
                  <a:pt x="6194525" y="74640"/>
                </a:lnTo>
                <a:lnTo>
                  <a:pt x="6194751" y="75493"/>
                </a:lnTo>
                <a:lnTo>
                  <a:pt x="6194964" y="76364"/>
                </a:lnTo>
                <a:lnTo>
                  <a:pt x="6212320" y="73686"/>
                </a:lnTo>
                <a:lnTo>
                  <a:pt x="6212050" y="72364"/>
                </a:lnTo>
                <a:lnTo>
                  <a:pt x="6211753" y="71068"/>
                </a:lnTo>
                <a:lnTo>
                  <a:pt x="6211429" y="69797"/>
                </a:lnTo>
                <a:lnTo>
                  <a:pt x="6211077" y="68551"/>
                </a:lnTo>
                <a:lnTo>
                  <a:pt x="6210699" y="67331"/>
                </a:lnTo>
                <a:lnTo>
                  <a:pt x="6210293" y="66136"/>
                </a:lnTo>
                <a:lnTo>
                  <a:pt x="6209860" y="64967"/>
                </a:lnTo>
                <a:lnTo>
                  <a:pt x="6209400" y="63823"/>
                </a:lnTo>
                <a:lnTo>
                  <a:pt x="6208912" y="62704"/>
                </a:lnTo>
                <a:lnTo>
                  <a:pt x="6208398" y="61611"/>
                </a:lnTo>
                <a:lnTo>
                  <a:pt x="6207856" y="60543"/>
                </a:lnTo>
                <a:lnTo>
                  <a:pt x="6207287" y="59500"/>
                </a:lnTo>
                <a:lnTo>
                  <a:pt x="6206691" y="58483"/>
                </a:lnTo>
                <a:lnTo>
                  <a:pt x="6206067" y="57492"/>
                </a:lnTo>
                <a:lnTo>
                  <a:pt x="6205416" y="56525"/>
                </a:lnTo>
                <a:lnTo>
                  <a:pt x="6204739" y="55584"/>
                </a:lnTo>
                <a:lnTo>
                  <a:pt x="6204033" y="54669"/>
                </a:lnTo>
                <a:lnTo>
                  <a:pt x="6203301" y="53778"/>
                </a:lnTo>
                <a:lnTo>
                  <a:pt x="6202542" y="52914"/>
                </a:lnTo>
                <a:lnTo>
                  <a:pt x="6201755" y="52074"/>
                </a:lnTo>
                <a:lnTo>
                  <a:pt x="6200941" y="51260"/>
                </a:lnTo>
                <a:lnTo>
                  <a:pt x="6200100" y="50471"/>
                </a:lnTo>
                <a:lnTo>
                  <a:pt x="6199232" y="49708"/>
                </a:lnTo>
                <a:lnTo>
                  <a:pt x="6198336" y="48970"/>
                </a:lnTo>
                <a:lnTo>
                  <a:pt x="6197416" y="48260"/>
                </a:lnTo>
                <a:lnTo>
                  <a:pt x="6196475" y="47580"/>
                </a:lnTo>
                <a:lnTo>
                  <a:pt x="6195511" y="46930"/>
                </a:lnTo>
                <a:lnTo>
                  <a:pt x="6194526" y="46310"/>
                </a:lnTo>
                <a:lnTo>
                  <a:pt x="6193520" y="45721"/>
                </a:lnTo>
                <a:lnTo>
                  <a:pt x="6192491" y="45161"/>
                </a:lnTo>
                <a:lnTo>
                  <a:pt x="6191441" y="44632"/>
                </a:lnTo>
                <a:lnTo>
                  <a:pt x="6190369" y="44134"/>
                </a:lnTo>
                <a:lnTo>
                  <a:pt x="6189276" y="43665"/>
                </a:lnTo>
                <a:lnTo>
                  <a:pt x="6188161" y="43227"/>
                </a:lnTo>
                <a:lnTo>
                  <a:pt x="6187024" y="42819"/>
                </a:lnTo>
                <a:lnTo>
                  <a:pt x="6185865" y="42441"/>
                </a:lnTo>
                <a:lnTo>
                  <a:pt x="6184685" y="42093"/>
                </a:lnTo>
                <a:lnTo>
                  <a:pt x="6183483" y="41776"/>
                </a:lnTo>
                <a:lnTo>
                  <a:pt x="6182259" y="41489"/>
                </a:lnTo>
                <a:lnTo>
                  <a:pt x="6181014" y="41232"/>
                </a:lnTo>
                <a:lnTo>
                  <a:pt x="6179747" y="41005"/>
                </a:lnTo>
                <a:lnTo>
                  <a:pt x="6178458" y="40809"/>
                </a:lnTo>
                <a:lnTo>
                  <a:pt x="6177148" y="40642"/>
                </a:lnTo>
                <a:lnTo>
                  <a:pt x="6175816" y="40506"/>
                </a:lnTo>
                <a:lnTo>
                  <a:pt x="6174462" y="40401"/>
                </a:lnTo>
                <a:lnTo>
                  <a:pt x="6173086" y="40325"/>
                </a:lnTo>
                <a:lnTo>
                  <a:pt x="6171689" y="40280"/>
                </a:lnTo>
                <a:lnTo>
                  <a:pt x="6170270" y="40265"/>
                </a:lnTo>
                <a:lnTo>
                  <a:pt x="6169141" y="40276"/>
                </a:lnTo>
                <a:lnTo>
                  <a:pt x="6168020" y="40309"/>
                </a:lnTo>
                <a:lnTo>
                  <a:pt x="6166905" y="40365"/>
                </a:lnTo>
                <a:lnTo>
                  <a:pt x="6165798" y="40442"/>
                </a:lnTo>
                <a:lnTo>
                  <a:pt x="6164697" y="40542"/>
                </a:lnTo>
                <a:lnTo>
                  <a:pt x="6163604" y="40664"/>
                </a:lnTo>
                <a:lnTo>
                  <a:pt x="6162517" y="40809"/>
                </a:lnTo>
                <a:lnTo>
                  <a:pt x="6161438" y="40975"/>
                </a:lnTo>
                <a:lnTo>
                  <a:pt x="6160366" y="41164"/>
                </a:lnTo>
                <a:lnTo>
                  <a:pt x="6159301" y="41375"/>
                </a:lnTo>
                <a:lnTo>
                  <a:pt x="6158243" y="41608"/>
                </a:lnTo>
                <a:lnTo>
                  <a:pt x="6157192" y="41864"/>
                </a:lnTo>
                <a:lnTo>
                  <a:pt x="6156148" y="42141"/>
                </a:lnTo>
                <a:lnTo>
                  <a:pt x="6155111" y="42441"/>
                </a:lnTo>
                <a:lnTo>
                  <a:pt x="6154081" y="42763"/>
                </a:lnTo>
                <a:lnTo>
                  <a:pt x="6153058" y="43108"/>
                </a:lnTo>
                <a:lnTo>
                  <a:pt x="6152042" y="43474"/>
                </a:lnTo>
                <a:lnTo>
                  <a:pt x="6151034" y="43863"/>
                </a:lnTo>
                <a:lnTo>
                  <a:pt x="6150032" y="44274"/>
                </a:lnTo>
                <a:lnTo>
                  <a:pt x="6149037" y="44707"/>
                </a:lnTo>
                <a:lnTo>
                  <a:pt x="6148050" y="45162"/>
                </a:lnTo>
                <a:lnTo>
                  <a:pt x="6147069" y="45640"/>
                </a:lnTo>
                <a:lnTo>
                  <a:pt x="6146096" y="46139"/>
                </a:lnTo>
                <a:lnTo>
                  <a:pt x="6145130" y="46661"/>
                </a:lnTo>
                <a:lnTo>
                  <a:pt x="6144177" y="47205"/>
                </a:lnTo>
                <a:lnTo>
                  <a:pt x="6143245" y="47772"/>
                </a:lnTo>
                <a:lnTo>
                  <a:pt x="6142333" y="48360"/>
                </a:lnTo>
                <a:lnTo>
                  <a:pt x="6141442" y="48971"/>
                </a:lnTo>
                <a:lnTo>
                  <a:pt x="6140572" y="49604"/>
                </a:lnTo>
                <a:lnTo>
                  <a:pt x="6139722" y="50259"/>
                </a:lnTo>
                <a:lnTo>
                  <a:pt x="6138892" y="50937"/>
                </a:lnTo>
                <a:lnTo>
                  <a:pt x="6138083" y="51636"/>
                </a:lnTo>
                <a:lnTo>
                  <a:pt x="6137294" y="52358"/>
                </a:lnTo>
                <a:lnTo>
                  <a:pt x="6136526" y="53102"/>
                </a:lnTo>
                <a:lnTo>
                  <a:pt x="6135778" y="53869"/>
                </a:lnTo>
                <a:lnTo>
                  <a:pt x="6135051" y="54657"/>
                </a:lnTo>
                <a:lnTo>
                  <a:pt x="6134344" y="55468"/>
                </a:lnTo>
                <a:lnTo>
                  <a:pt x="6133658" y="56301"/>
                </a:lnTo>
                <a:lnTo>
                  <a:pt x="6132992" y="57156"/>
                </a:lnTo>
                <a:lnTo>
                  <a:pt x="6132347" y="58033"/>
                </a:lnTo>
                <a:lnTo>
                  <a:pt x="6131722" y="58933"/>
                </a:lnTo>
                <a:lnTo>
                  <a:pt x="6131118" y="59854"/>
                </a:lnTo>
                <a:lnTo>
                  <a:pt x="6130534" y="60798"/>
                </a:lnTo>
                <a:lnTo>
                  <a:pt x="6129971" y="61765"/>
                </a:lnTo>
                <a:lnTo>
                  <a:pt x="6129428" y="62753"/>
                </a:lnTo>
                <a:lnTo>
                  <a:pt x="6128906" y="63764"/>
                </a:lnTo>
                <a:lnTo>
                  <a:pt x="6128404" y="64796"/>
                </a:lnTo>
                <a:lnTo>
                  <a:pt x="6127923" y="65851"/>
                </a:lnTo>
                <a:lnTo>
                  <a:pt x="6127462" y="66925"/>
                </a:lnTo>
                <a:lnTo>
                  <a:pt x="6127020" y="68013"/>
                </a:lnTo>
                <a:lnTo>
                  <a:pt x="6126598" y="69116"/>
                </a:lnTo>
                <a:lnTo>
                  <a:pt x="6126196" y="70234"/>
                </a:lnTo>
                <a:lnTo>
                  <a:pt x="6125813" y="71367"/>
                </a:lnTo>
                <a:lnTo>
                  <a:pt x="6125450" y="72515"/>
                </a:lnTo>
                <a:lnTo>
                  <a:pt x="6125106" y="73677"/>
                </a:lnTo>
                <a:lnTo>
                  <a:pt x="6124782" y="74854"/>
                </a:lnTo>
                <a:lnTo>
                  <a:pt x="6124478" y="76046"/>
                </a:lnTo>
                <a:lnTo>
                  <a:pt x="6124194" y="77253"/>
                </a:lnTo>
                <a:lnTo>
                  <a:pt x="6123929" y="78475"/>
                </a:lnTo>
                <a:lnTo>
                  <a:pt x="6123683" y="79711"/>
                </a:lnTo>
                <a:lnTo>
                  <a:pt x="6123458" y="80962"/>
                </a:lnTo>
                <a:lnTo>
                  <a:pt x="6123251" y="82228"/>
                </a:lnTo>
                <a:lnTo>
                  <a:pt x="6123065" y="83509"/>
                </a:lnTo>
                <a:lnTo>
                  <a:pt x="6122898" y="84805"/>
                </a:lnTo>
                <a:lnTo>
                  <a:pt x="6122751" y="86115"/>
                </a:lnTo>
                <a:lnTo>
                  <a:pt x="6122623" y="87440"/>
                </a:lnTo>
                <a:lnTo>
                  <a:pt x="6122515" y="88780"/>
                </a:lnTo>
                <a:lnTo>
                  <a:pt x="6122427" y="90135"/>
                </a:lnTo>
                <a:lnTo>
                  <a:pt x="6122358" y="91505"/>
                </a:lnTo>
                <a:lnTo>
                  <a:pt x="6122309" y="92889"/>
                </a:lnTo>
                <a:lnTo>
                  <a:pt x="6122280" y="94289"/>
                </a:lnTo>
                <a:lnTo>
                  <a:pt x="6122270" y="95703"/>
                </a:lnTo>
                <a:lnTo>
                  <a:pt x="6122293" y="97880"/>
                </a:lnTo>
                <a:lnTo>
                  <a:pt x="6122361" y="100014"/>
                </a:lnTo>
                <a:lnTo>
                  <a:pt x="6122475" y="102106"/>
                </a:lnTo>
                <a:lnTo>
                  <a:pt x="6122635" y="104156"/>
                </a:lnTo>
                <a:lnTo>
                  <a:pt x="6122840" y="106163"/>
                </a:lnTo>
                <a:lnTo>
                  <a:pt x="6123091" y="108127"/>
                </a:lnTo>
                <a:lnTo>
                  <a:pt x="6123388" y="110049"/>
                </a:lnTo>
                <a:lnTo>
                  <a:pt x="6123730" y="111929"/>
                </a:lnTo>
                <a:lnTo>
                  <a:pt x="6124118" y="113766"/>
                </a:lnTo>
                <a:lnTo>
                  <a:pt x="6124551" y="115560"/>
                </a:lnTo>
                <a:lnTo>
                  <a:pt x="6125030" y="117312"/>
                </a:lnTo>
                <a:lnTo>
                  <a:pt x="6125555" y="119021"/>
                </a:lnTo>
                <a:lnTo>
                  <a:pt x="6126125" y="120688"/>
                </a:lnTo>
                <a:lnTo>
                  <a:pt x="6126741" y="122312"/>
                </a:lnTo>
                <a:lnTo>
                  <a:pt x="6127403" y="123894"/>
                </a:lnTo>
                <a:lnTo>
                  <a:pt x="6128110" y="125433"/>
                </a:lnTo>
                <a:lnTo>
                  <a:pt x="6128863" y="126929"/>
                </a:lnTo>
                <a:lnTo>
                  <a:pt x="6129662" y="128384"/>
                </a:lnTo>
                <a:lnTo>
                  <a:pt x="6130506" y="129795"/>
                </a:lnTo>
                <a:lnTo>
                  <a:pt x="6131395" y="131164"/>
                </a:lnTo>
                <a:lnTo>
                  <a:pt x="6132331" y="132491"/>
                </a:lnTo>
                <a:lnTo>
                  <a:pt x="6133312" y="133775"/>
                </a:lnTo>
                <a:lnTo>
                  <a:pt x="6134338" y="135016"/>
                </a:lnTo>
                <a:lnTo>
                  <a:pt x="6135411" y="136215"/>
                </a:lnTo>
                <a:lnTo>
                  <a:pt x="6136520" y="137368"/>
                </a:lnTo>
                <a:lnTo>
                  <a:pt x="6137660" y="138472"/>
                </a:lnTo>
                <a:lnTo>
                  <a:pt x="6138828" y="139527"/>
                </a:lnTo>
                <a:lnTo>
                  <a:pt x="6140026" y="140533"/>
                </a:lnTo>
                <a:lnTo>
                  <a:pt x="6141254" y="141490"/>
                </a:lnTo>
                <a:lnTo>
                  <a:pt x="6142511" y="142398"/>
                </a:lnTo>
                <a:lnTo>
                  <a:pt x="6143797" y="143257"/>
                </a:lnTo>
                <a:lnTo>
                  <a:pt x="6145113" y="144066"/>
                </a:lnTo>
                <a:lnTo>
                  <a:pt x="6146458" y="144827"/>
                </a:lnTo>
                <a:lnTo>
                  <a:pt x="6147833" y="145539"/>
                </a:lnTo>
                <a:lnTo>
                  <a:pt x="6149237" y="146201"/>
                </a:lnTo>
                <a:lnTo>
                  <a:pt x="6150671" y="146814"/>
                </a:lnTo>
                <a:lnTo>
                  <a:pt x="6152134" y="147379"/>
                </a:lnTo>
                <a:lnTo>
                  <a:pt x="6153627" y="147894"/>
                </a:lnTo>
                <a:lnTo>
                  <a:pt x="6155148" y="148360"/>
                </a:lnTo>
                <a:lnTo>
                  <a:pt x="6156700" y="148777"/>
                </a:lnTo>
                <a:lnTo>
                  <a:pt x="6158281" y="149145"/>
                </a:lnTo>
                <a:lnTo>
                  <a:pt x="6159891" y="149464"/>
                </a:lnTo>
                <a:lnTo>
                  <a:pt x="6161531" y="149734"/>
                </a:lnTo>
                <a:lnTo>
                  <a:pt x="6163200" y="149955"/>
                </a:lnTo>
                <a:lnTo>
                  <a:pt x="6164898" y="150127"/>
                </a:lnTo>
                <a:lnTo>
                  <a:pt x="6166627" y="150249"/>
                </a:lnTo>
                <a:lnTo>
                  <a:pt x="6168384" y="150323"/>
                </a:lnTo>
                <a:lnTo>
                  <a:pt x="6170171" y="150347"/>
                </a:lnTo>
                <a:lnTo>
                  <a:pt x="6171600" y="150330"/>
                </a:lnTo>
                <a:lnTo>
                  <a:pt x="6173009" y="150276"/>
                </a:lnTo>
                <a:lnTo>
                  <a:pt x="6174401" y="150187"/>
                </a:lnTo>
                <a:lnTo>
                  <a:pt x="6175773" y="150062"/>
                </a:lnTo>
                <a:lnTo>
                  <a:pt x="6177126" y="149901"/>
                </a:lnTo>
                <a:lnTo>
                  <a:pt x="6178461" y="149704"/>
                </a:lnTo>
                <a:lnTo>
                  <a:pt x="6179777" y="149472"/>
                </a:lnTo>
                <a:lnTo>
                  <a:pt x="6181075" y="149204"/>
                </a:lnTo>
                <a:lnTo>
                  <a:pt x="6182353" y="148901"/>
                </a:lnTo>
                <a:lnTo>
                  <a:pt x="6183613" y="148561"/>
                </a:lnTo>
                <a:lnTo>
                  <a:pt x="6184854" y="148186"/>
                </a:lnTo>
                <a:lnTo>
                  <a:pt x="6186076" y="147775"/>
                </a:lnTo>
                <a:lnTo>
                  <a:pt x="6187279" y="147329"/>
                </a:lnTo>
                <a:lnTo>
                  <a:pt x="6188464" y="146846"/>
                </a:lnTo>
                <a:lnTo>
                  <a:pt x="6189630" y="146328"/>
                </a:lnTo>
                <a:lnTo>
                  <a:pt x="6190777" y="145774"/>
                </a:lnTo>
                <a:lnTo>
                  <a:pt x="6191905" y="145185"/>
                </a:lnTo>
                <a:lnTo>
                  <a:pt x="6193015" y="144560"/>
                </a:lnTo>
                <a:lnTo>
                  <a:pt x="6194106" y="143899"/>
                </a:lnTo>
                <a:lnTo>
                  <a:pt x="6195178" y="143202"/>
                </a:lnTo>
                <a:lnTo>
                  <a:pt x="6196231" y="142470"/>
                </a:lnTo>
                <a:lnTo>
                  <a:pt x="6197266" y="141702"/>
                </a:lnTo>
                <a:lnTo>
                  <a:pt x="6198281" y="140898"/>
                </a:lnTo>
                <a:lnTo>
                  <a:pt x="6199278" y="140058"/>
                </a:lnTo>
                <a:lnTo>
                  <a:pt x="6200251" y="139187"/>
                </a:lnTo>
                <a:lnTo>
                  <a:pt x="6201191" y="138288"/>
                </a:lnTo>
                <a:lnTo>
                  <a:pt x="6202101" y="137362"/>
                </a:lnTo>
                <a:lnTo>
                  <a:pt x="6202980" y="136408"/>
                </a:lnTo>
                <a:lnTo>
                  <a:pt x="6203827" y="135427"/>
                </a:lnTo>
                <a:lnTo>
                  <a:pt x="6204643" y="134418"/>
                </a:lnTo>
                <a:lnTo>
                  <a:pt x="6205428" y="133382"/>
                </a:lnTo>
                <a:lnTo>
                  <a:pt x="6206182" y="132319"/>
                </a:lnTo>
                <a:lnTo>
                  <a:pt x="6206905" y="131228"/>
                </a:lnTo>
                <a:lnTo>
                  <a:pt x="6207596" y="130109"/>
                </a:lnTo>
                <a:lnTo>
                  <a:pt x="6208257" y="128963"/>
                </a:lnTo>
                <a:lnTo>
                  <a:pt x="6208886" y="127790"/>
                </a:lnTo>
                <a:lnTo>
                  <a:pt x="6209484" y="126589"/>
                </a:lnTo>
                <a:lnTo>
                  <a:pt x="6210051" y="125361"/>
                </a:lnTo>
                <a:lnTo>
                  <a:pt x="6210587" y="124106"/>
                </a:lnTo>
                <a:lnTo>
                  <a:pt x="6211091" y="122823"/>
                </a:lnTo>
                <a:lnTo>
                  <a:pt x="6211565" y="121512"/>
                </a:lnTo>
                <a:lnTo>
                  <a:pt x="6212007" y="120174"/>
                </a:lnTo>
                <a:lnTo>
                  <a:pt x="6212418" y="118809"/>
                </a:lnTo>
                <a:lnTo>
                  <a:pt x="6212798" y="117416"/>
                </a:lnTo>
                <a:lnTo>
                  <a:pt x="6213147" y="115996"/>
                </a:lnTo>
                <a:lnTo>
                  <a:pt x="6213464" y="114548"/>
                </a:lnTo>
                <a:lnTo>
                  <a:pt x="6213751" y="113073"/>
                </a:lnTo>
                <a:lnTo>
                  <a:pt x="6214006" y="111571"/>
                </a:lnTo>
                <a:lnTo>
                  <a:pt x="6196452" y="109290"/>
                </a:lnTo>
                <a:lnTo>
                  <a:pt x="6196286" y="110389"/>
                </a:lnTo>
                <a:lnTo>
                  <a:pt x="6196102" y="111465"/>
                </a:lnTo>
                <a:lnTo>
                  <a:pt x="6195900" y="112516"/>
                </a:lnTo>
                <a:lnTo>
                  <a:pt x="6195681" y="113544"/>
                </a:lnTo>
                <a:lnTo>
                  <a:pt x="6195443" y="114547"/>
                </a:lnTo>
                <a:lnTo>
                  <a:pt x="6195188" y="115527"/>
                </a:lnTo>
                <a:close/>
                <a:moveTo>
                  <a:pt x="6223486" y="107864"/>
                </a:moveTo>
                <a:lnTo>
                  <a:pt x="6223794" y="109805"/>
                </a:lnTo>
                <a:lnTo>
                  <a:pt x="6224149" y="111703"/>
                </a:lnTo>
                <a:lnTo>
                  <a:pt x="6224552" y="113557"/>
                </a:lnTo>
                <a:lnTo>
                  <a:pt x="6225001" y="115368"/>
                </a:lnTo>
                <a:lnTo>
                  <a:pt x="6225499" y="117136"/>
                </a:lnTo>
                <a:lnTo>
                  <a:pt x="6226043" y="118860"/>
                </a:lnTo>
                <a:lnTo>
                  <a:pt x="6226635" y="120541"/>
                </a:lnTo>
                <a:lnTo>
                  <a:pt x="6227274" y="122178"/>
                </a:lnTo>
                <a:lnTo>
                  <a:pt x="6227961" y="123772"/>
                </a:lnTo>
                <a:lnTo>
                  <a:pt x="6228695" y="125323"/>
                </a:lnTo>
                <a:lnTo>
                  <a:pt x="6229476" y="126830"/>
                </a:lnTo>
                <a:lnTo>
                  <a:pt x="6230305" y="128294"/>
                </a:lnTo>
                <a:lnTo>
                  <a:pt x="6231180" y="129714"/>
                </a:lnTo>
                <a:lnTo>
                  <a:pt x="6232104" y="131091"/>
                </a:lnTo>
                <a:lnTo>
                  <a:pt x="6233074" y="132425"/>
                </a:lnTo>
                <a:lnTo>
                  <a:pt x="6234092" y="133715"/>
                </a:lnTo>
                <a:lnTo>
                  <a:pt x="6235158" y="134962"/>
                </a:lnTo>
                <a:lnTo>
                  <a:pt x="6236270" y="136166"/>
                </a:lnTo>
                <a:lnTo>
                  <a:pt x="6237422" y="137323"/>
                </a:lnTo>
                <a:lnTo>
                  <a:pt x="6238602" y="138431"/>
                </a:lnTo>
                <a:lnTo>
                  <a:pt x="6239812" y="139490"/>
                </a:lnTo>
                <a:lnTo>
                  <a:pt x="6241051" y="140499"/>
                </a:lnTo>
                <a:lnTo>
                  <a:pt x="6242320" y="141459"/>
                </a:lnTo>
                <a:lnTo>
                  <a:pt x="6243619" y="142370"/>
                </a:lnTo>
                <a:lnTo>
                  <a:pt x="6244946" y="143232"/>
                </a:lnTo>
                <a:lnTo>
                  <a:pt x="6246304" y="144044"/>
                </a:lnTo>
                <a:lnTo>
                  <a:pt x="6247690" y="144808"/>
                </a:lnTo>
                <a:lnTo>
                  <a:pt x="6249106" y="145522"/>
                </a:lnTo>
                <a:lnTo>
                  <a:pt x="6250552" y="146186"/>
                </a:lnTo>
                <a:lnTo>
                  <a:pt x="6252027" y="146802"/>
                </a:lnTo>
                <a:lnTo>
                  <a:pt x="6253531" y="147368"/>
                </a:lnTo>
                <a:lnTo>
                  <a:pt x="6255065" y="147885"/>
                </a:lnTo>
                <a:lnTo>
                  <a:pt x="6256628" y="148353"/>
                </a:lnTo>
                <a:lnTo>
                  <a:pt x="6258221" y="148772"/>
                </a:lnTo>
                <a:lnTo>
                  <a:pt x="6259843" y="149141"/>
                </a:lnTo>
                <a:lnTo>
                  <a:pt x="6261495" y="149461"/>
                </a:lnTo>
                <a:lnTo>
                  <a:pt x="6263176" y="149732"/>
                </a:lnTo>
                <a:lnTo>
                  <a:pt x="6264886" y="149954"/>
                </a:lnTo>
                <a:lnTo>
                  <a:pt x="6266626" y="150126"/>
                </a:lnTo>
                <a:lnTo>
                  <a:pt x="6268396" y="150249"/>
                </a:lnTo>
                <a:lnTo>
                  <a:pt x="6270194" y="150323"/>
                </a:lnTo>
                <a:lnTo>
                  <a:pt x="6272023" y="150347"/>
                </a:lnTo>
                <a:lnTo>
                  <a:pt x="6273168" y="150336"/>
                </a:lnTo>
                <a:lnTo>
                  <a:pt x="6274305" y="150303"/>
                </a:lnTo>
                <a:lnTo>
                  <a:pt x="6275436" y="150247"/>
                </a:lnTo>
                <a:lnTo>
                  <a:pt x="6276558" y="150168"/>
                </a:lnTo>
                <a:lnTo>
                  <a:pt x="6277674" y="150068"/>
                </a:lnTo>
                <a:lnTo>
                  <a:pt x="6278782" y="149945"/>
                </a:lnTo>
                <a:lnTo>
                  <a:pt x="6279883" y="149799"/>
                </a:lnTo>
                <a:lnTo>
                  <a:pt x="6280976" y="149631"/>
                </a:lnTo>
                <a:lnTo>
                  <a:pt x="6282062" y="149441"/>
                </a:lnTo>
                <a:lnTo>
                  <a:pt x="6283140" y="149228"/>
                </a:lnTo>
                <a:lnTo>
                  <a:pt x="6284211" y="148993"/>
                </a:lnTo>
                <a:lnTo>
                  <a:pt x="6285275" y="148736"/>
                </a:lnTo>
                <a:lnTo>
                  <a:pt x="6286331" y="148456"/>
                </a:lnTo>
                <a:lnTo>
                  <a:pt x="6287380" y="148154"/>
                </a:lnTo>
                <a:lnTo>
                  <a:pt x="6288421" y="147829"/>
                </a:lnTo>
                <a:lnTo>
                  <a:pt x="6289455" y="147482"/>
                </a:lnTo>
                <a:lnTo>
                  <a:pt x="6290482" y="147113"/>
                </a:lnTo>
                <a:lnTo>
                  <a:pt x="6291501" y="146721"/>
                </a:lnTo>
                <a:lnTo>
                  <a:pt x="6292513" y="146307"/>
                </a:lnTo>
                <a:lnTo>
                  <a:pt x="6293517" y="145871"/>
                </a:lnTo>
                <a:lnTo>
                  <a:pt x="6294514" y="145412"/>
                </a:lnTo>
                <a:lnTo>
                  <a:pt x="6295504" y="144931"/>
                </a:lnTo>
                <a:lnTo>
                  <a:pt x="6296486" y="144427"/>
                </a:lnTo>
                <a:lnTo>
                  <a:pt x="6297461" y="143901"/>
                </a:lnTo>
                <a:lnTo>
                  <a:pt x="6298422" y="143355"/>
                </a:lnTo>
                <a:lnTo>
                  <a:pt x="6299364" y="142791"/>
                </a:lnTo>
                <a:lnTo>
                  <a:pt x="6300287" y="142208"/>
                </a:lnTo>
                <a:lnTo>
                  <a:pt x="6301191" y="141608"/>
                </a:lnTo>
                <a:lnTo>
                  <a:pt x="6302075" y="140989"/>
                </a:lnTo>
                <a:lnTo>
                  <a:pt x="6302940" y="140353"/>
                </a:lnTo>
                <a:lnTo>
                  <a:pt x="6303786" y="139698"/>
                </a:lnTo>
                <a:lnTo>
                  <a:pt x="6304612" y="139025"/>
                </a:lnTo>
                <a:lnTo>
                  <a:pt x="6305419" y="138334"/>
                </a:lnTo>
                <a:lnTo>
                  <a:pt x="6306207" y="137625"/>
                </a:lnTo>
                <a:lnTo>
                  <a:pt x="6306976" y="136898"/>
                </a:lnTo>
                <a:lnTo>
                  <a:pt x="6307725" y="136153"/>
                </a:lnTo>
                <a:lnTo>
                  <a:pt x="6308455" y="135390"/>
                </a:lnTo>
                <a:lnTo>
                  <a:pt x="6309166" y="134609"/>
                </a:lnTo>
                <a:lnTo>
                  <a:pt x="6309857" y="133809"/>
                </a:lnTo>
                <a:lnTo>
                  <a:pt x="6310530" y="132992"/>
                </a:lnTo>
                <a:lnTo>
                  <a:pt x="6311182" y="132157"/>
                </a:lnTo>
                <a:lnTo>
                  <a:pt x="6311816" y="131303"/>
                </a:lnTo>
                <a:lnTo>
                  <a:pt x="6312430" y="130431"/>
                </a:lnTo>
                <a:lnTo>
                  <a:pt x="6313025" y="129542"/>
                </a:lnTo>
                <a:lnTo>
                  <a:pt x="6313601" y="128634"/>
                </a:lnTo>
                <a:lnTo>
                  <a:pt x="6314158" y="127708"/>
                </a:lnTo>
                <a:lnTo>
                  <a:pt x="6314695" y="126764"/>
                </a:lnTo>
                <a:lnTo>
                  <a:pt x="6315213" y="125802"/>
                </a:lnTo>
                <a:lnTo>
                  <a:pt x="6315710" y="124816"/>
                </a:lnTo>
                <a:lnTo>
                  <a:pt x="6316187" y="123800"/>
                </a:lnTo>
                <a:lnTo>
                  <a:pt x="6316642" y="122753"/>
                </a:lnTo>
                <a:lnTo>
                  <a:pt x="6317076" y="121677"/>
                </a:lnTo>
                <a:lnTo>
                  <a:pt x="6317489" y="120570"/>
                </a:lnTo>
                <a:lnTo>
                  <a:pt x="6317881" y="119433"/>
                </a:lnTo>
                <a:lnTo>
                  <a:pt x="6318252" y="118266"/>
                </a:lnTo>
                <a:lnTo>
                  <a:pt x="6318601" y="117069"/>
                </a:lnTo>
                <a:lnTo>
                  <a:pt x="6318930" y="115842"/>
                </a:lnTo>
                <a:lnTo>
                  <a:pt x="6319237" y="114585"/>
                </a:lnTo>
                <a:lnTo>
                  <a:pt x="6319522" y="113297"/>
                </a:lnTo>
                <a:lnTo>
                  <a:pt x="6319787" y="111980"/>
                </a:lnTo>
                <a:lnTo>
                  <a:pt x="6320031" y="110632"/>
                </a:lnTo>
                <a:lnTo>
                  <a:pt x="6320253" y="109254"/>
                </a:lnTo>
                <a:lnTo>
                  <a:pt x="6320454" y="107846"/>
                </a:lnTo>
                <a:lnTo>
                  <a:pt x="6320634" y="106408"/>
                </a:lnTo>
                <a:lnTo>
                  <a:pt x="6320793" y="104940"/>
                </a:lnTo>
                <a:lnTo>
                  <a:pt x="6320931" y="103441"/>
                </a:lnTo>
                <a:lnTo>
                  <a:pt x="6321047" y="101913"/>
                </a:lnTo>
                <a:lnTo>
                  <a:pt x="6321143" y="100354"/>
                </a:lnTo>
                <a:lnTo>
                  <a:pt x="6321217" y="98765"/>
                </a:lnTo>
                <a:lnTo>
                  <a:pt x="6321270" y="97147"/>
                </a:lnTo>
                <a:lnTo>
                  <a:pt x="6321301" y="95498"/>
                </a:lnTo>
                <a:lnTo>
                  <a:pt x="6321312" y="93818"/>
                </a:lnTo>
                <a:lnTo>
                  <a:pt x="6321288" y="91746"/>
                </a:lnTo>
                <a:lnTo>
                  <a:pt x="6321216" y="89712"/>
                </a:lnTo>
                <a:lnTo>
                  <a:pt x="6321097" y="87715"/>
                </a:lnTo>
                <a:lnTo>
                  <a:pt x="6320929" y="85756"/>
                </a:lnTo>
                <a:lnTo>
                  <a:pt x="6320714" y="83835"/>
                </a:lnTo>
                <a:lnTo>
                  <a:pt x="6320450" y="81952"/>
                </a:lnTo>
                <a:lnTo>
                  <a:pt x="6320139" y="80106"/>
                </a:lnTo>
                <a:lnTo>
                  <a:pt x="6319780" y="78298"/>
                </a:lnTo>
                <a:lnTo>
                  <a:pt x="6319373" y="76527"/>
                </a:lnTo>
                <a:lnTo>
                  <a:pt x="6318919" y="74795"/>
                </a:lnTo>
                <a:lnTo>
                  <a:pt x="6318416" y="73100"/>
                </a:lnTo>
                <a:lnTo>
                  <a:pt x="6317866" y="71442"/>
                </a:lnTo>
                <a:lnTo>
                  <a:pt x="6317267" y="69823"/>
                </a:lnTo>
                <a:lnTo>
                  <a:pt x="6316621" y="68241"/>
                </a:lnTo>
                <a:lnTo>
                  <a:pt x="6315927" y="66697"/>
                </a:lnTo>
                <a:lnTo>
                  <a:pt x="6315185" y="65190"/>
                </a:lnTo>
                <a:lnTo>
                  <a:pt x="6314395" y="63721"/>
                </a:lnTo>
                <a:lnTo>
                  <a:pt x="6313558" y="62290"/>
                </a:lnTo>
                <a:lnTo>
                  <a:pt x="6312672" y="60897"/>
                </a:lnTo>
                <a:lnTo>
                  <a:pt x="6311739" y="59541"/>
                </a:lnTo>
                <a:lnTo>
                  <a:pt x="6310758" y="58224"/>
                </a:lnTo>
                <a:lnTo>
                  <a:pt x="6309729" y="56943"/>
                </a:lnTo>
                <a:lnTo>
                  <a:pt x="6308652" y="55701"/>
                </a:lnTo>
                <a:lnTo>
                  <a:pt x="6307527" y="54496"/>
                </a:lnTo>
                <a:lnTo>
                  <a:pt x="6306364" y="53335"/>
                </a:lnTo>
                <a:lnTo>
                  <a:pt x="6305174" y="52223"/>
                </a:lnTo>
                <a:lnTo>
                  <a:pt x="6303957" y="51161"/>
                </a:lnTo>
                <a:lnTo>
                  <a:pt x="6302711" y="50148"/>
                </a:lnTo>
                <a:lnTo>
                  <a:pt x="6301439" y="49184"/>
                </a:lnTo>
                <a:lnTo>
                  <a:pt x="6300138" y="48270"/>
                </a:lnTo>
                <a:lnTo>
                  <a:pt x="6298811" y="47405"/>
                </a:lnTo>
                <a:lnTo>
                  <a:pt x="6297455" y="46590"/>
                </a:lnTo>
                <a:lnTo>
                  <a:pt x="6296072" y="45824"/>
                </a:lnTo>
                <a:lnTo>
                  <a:pt x="6294662" y="45107"/>
                </a:lnTo>
                <a:lnTo>
                  <a:pt x="6293224" y="44440"/>
                </a:lnTo>
                <a:lnTo>
                  <a:pt x="6291758" y="43822"/>
                </a:lnTo>
                <a:lnTo>
                  <a:pt x="6290265" y="43254"/>
                </a:lnTo>
                <a:lnTo>
                  <a:pt x="6288744" y="42735"/>
                </a:lnTo>
                <a:lnTo>
                  <a:pt x="6287196" y="42266"/>
                </a:lnTo>
                <a:lnTo>
                  <a:pt x="6285620" y="41846"/>
                </a:lnTo>
                <a:lnTo>
                  <a:pt x="6284017" y="41475"/>
                </a:lnTo>
                <a:lnTo>
                  <a:pt x="6282386" y="41154"/>
                </a:lnTo>
                <a:lnTo>
                  <a:pt x="6280728" y="40882"/>
                </a:lnTo>
                <a:lnTo>
                  <a:pt x="6279042" y="40660"/>
                </a:lnTo>
                <a:lnTo>
                  <a:pt x="6277328" y="40487"/>
                </a:lnTo>
                <a:lnTo>
                  <a:pt x="6275587" y="40363"/>
                </a:lnTo>
                <a:lnTo>
                  <a:pt x="6273819" y="40289"/>
                </a:lnTo>
                <a:lnTo>
                  <a:pt x="6272023" y="40265"/>
                </a:lnTo>
                <a:lnTo>
                  <a:pt x="6270405" y="40285"/>
                </a:lnTo>
                <a:lnTo>
                  <a:pt x="6268808" y="40346"/>
                </a:lnTo>
                <a:lnTo>
                  <a:pt x="6267231" y="40447"/>
                </a:lnTo>
                <a:lnTo>
                  <a:pt x="6265675" y="40590"/>
                </a:lnTo>
                <a:lnTo>
                  <a:pt x="6264140" y="40772"/>
                </a:lnTo>
                <a:lnTo>
                  <a:pt x="6262626" y="40996"/>
                </a:lnTo>
                <a:lnTo>
                  <a:pt x="6261132" y="41260"/>
                </a:lnTo>
                <a:lnTo>
                  <a:pt x="6259659" y="41565"/>
                </a:lnTo>
                <a:lnTo>
                  <a:pt x="6258206" y="41910"/>
                </a:lnTo>
                <a:lnTo>
                  <a:pt x="6256775" y="42296"/>
                </a:lnTo>
                <a:lnTo>
                  <a:pt x="6255363" y="42723"/>
                </a:lnTo>
                <a:lnTo>
                  <a:pt x="6253973" y="43190"/>
                </a:lnTo>
                <a:lnTo>
                  <a:pt x="6252603" y="43698"/>
                </a:lnTo>
                <a:lnTo>
                  <a:pt x="6251254" y="44247"/>
                </a:lnTo>
                <a:lnTo>
                  <a:pt x="6249925" y="44836"/>
                </a:lnTo>
                <a:lnTo>
                  <a:pt x="6248618" y="45466"/>
                </a:lnTo>
                <a:lnTo>
                  <a:pt x="6247330" y="46136"/>
                </a:lnTo>
                <a:lnTo>
                  <a:pt x="6246064" y="46847"/>
                </a:lnTo>
                <a:lnTo>
                  <a:pt x="6244818" y="47599"/>
                </a:lnTo>
                <a:lnTo>
                  <a:pt x="6243593" y="48391"/>
                </a:lnTo>
                <a:lnTo>
                  <a:pt x="6242388" y="49224"/>
                </a:lnTo>
                <a:lnTo>
                  <a:pt x="6241204" y="50098"/>
                </a:lnTo>
                <a:lnTo>
                  <a:pt x="6240041" y="51012"/>
                </a:lnTo>
                <a:lnTo>
                  <a:pt x="6238899" y="51967"/>
                </a:lnTo>
                <a:lnTo>
                  <a:pt x="6237571" y="53167"/>
                </a:lnTo>
                <a:lnTo>
                  <a:pt x="6236301" y="54420"/>
                </a:lnTo>
                <a:lnTo>
                  <a:pt x="6235087" y="55725"/>
                </a:lnTo>
                <a:lnTo>
                  <a:pt x="6233929" y="57083"/>
                </a:lnTo>
                <a:lnTo>
                  <a:pt x="6232828" y="58493"/>
                </a:lnTo>
                <a:lnTo>
                  <a:pt x="6231783" y="59957"/>
                </a:lnTo>
                <a:lnTo>
                  <a:pt x="6230795" y="61473"/>
                </a:lnTo>
                <a:lnTo>
                  <a:pt x="6229863" y="63041"/>
                </a:lnTo>
                <a:lnTo>
                  <a:pt x="6228987" y="64663"/>
                </a:lnTo>
                <a:lnTo>
                  <a:pt x="6228169" y="66337"/>
                </a:lnTo>
                <a:lnTo>
                  <a:pt x="6227406" y="68064"/>
                </a:lnTo>
                <a:lnTo>
                  <a:pt x="6226700" y="69843"/>
                </a:lnTo>
                <a:lnTo>
                  <a:pt x="6226051" y="71675"/>
                </a:lnTo>
                <a:lnTo>
                  <a:pt x="6225458" y="73560"/>
                </a:lnTo>
                <a:lnTo>
                  <a:pt x="6224921" y="75498"/>
                </a:lnTo>
                <a:lnTo>
                  <a:pt x="6224441" y="77488"/>
                </a:lnTo>
                <a:lnTo>
                  <a:pt x="6224018" y="79531"/>
                </a:lnTo>
                <a:lnTo>
                  <a:pt x="6223651" y="81626"/>
                </a:lnTo>
                <a:lnTo>
                  <a:pt x="6223340" y="83774"/>
                </a:lnTo>
                <a:lnTo>
                  <a:pt x="6223086" y="85975"/>
                </a:lnTo>
                <a:lnTo>
                  <a:pt x="6222888" y="88229"/>
                </a:lnTo>
                <a:lnTo>
                  <a:pt x="6222747" y="90535"/>
                </a:lnTo>
                <a:lnTo>
                  <a:pt x="6222662" y="92894"/>
                </a:lnTo>
                <a:lnTo>
                  <a:pt x="6222634" y="95306"/>
                </a:lnTo>
                <a:lnTo>
                  <a:pt x="6222658" y="97507"/>
                </a:lnTo>
                <a:lnTo>
                  <a:pt x="6222729" y="99666"/>
                </a:lnTo>
                <a:lnTo>
                  <a:pt x="6222847" y="101780"/>
                </a:lnTo>
                <a:lnTo>
                  <a:pt x="6223013" y="103851"/>
                </a:lnTo>
                <a:lnTo>
                  <a:pt x="6223226" y="105879"/>
                </a:lnTo>
                <a:lnTo>
                  <a:pt x="6223486" y="107864"/>
                </a:lnTo>
                <a:close/>
                <a:moveTo>
                  <a:pt x="6241533" y="85814"/>
                </a:moveTo>
                <a:lnTo>
                  <a:pt x="6241732" y="84364"/>
                </a:lnTo>
                <a:lnTo>
                  <a:pt x="6241962" y="82949"/>
                </a:lnTo>
                <a:lnTo>
                  <a:pt x="6242222" y="81570"/>
                </a:lnTo>
                <a:lnTo>
                  <a:pt x="6242514" y="80226"/>
                </a:lnTo>
                <a:lnTo>
                  <a:pt x="6242835" y="78917"/>
                </a:lnTo>
                <a:lnTo>
                  <a:pt x="6243188" y="77644"/>
                </a:lnTo>
                <a:lnTo>
                  <a:pt x="6243571" y="76406"/>
                </a:lnTo>
                <a:lnTo>
                  <a:pt x="6243985" y="75203"/>
                </a:lnTo>
                <a:lnTo>
                  <a:pt x="6244429" y="74036"/>
                </a:lnTo>
                <a:lnTo>
                  <a:pt x="6244904" y="72904"/>
                </a:lnTo>
                <a:lnTo>
                  <a:pt x="6245410" y="71807"/>
                </a:lnTo>
                <a:lnTo>
                  <a:pt x="6245946" y="70746"/>
                </a:lnTo>
                <a:lnTo>
                  <a:pt x="6246513" y="69720"/>
                </a:lnTo>
                <a:lnTo>
                  <a:pt x="6247111" y="68729"/>
                </a:lnTo>
                <a:lnTo>
                  <a:pt x="6247739" y="67774"/>
                </a:lnTo>
                <a:lnTo>
                  <a:pt x="6248398" y="66854"/>
                </a:lnTo>
                <a:lnTo>
                  <a:pt x="6249087" y="65969"/>
                </a:lnTo>
                <a:lnTo>
                  <a:pt x="6249808" y="65120"/>
                </a:lnTo>
                <a:lnTo>
                  <a:pt x="6250551" y="64306"/>
                </a:lnTo>
                <a:lnTo>
                  <a:pt x="6251310" y="63526"/>
                </a:lnTo>
                <a:lnTo>
                  <a:pt x="6252086" y="62781"/>
                </a:lnTo>
                <a:lnTo>
                  <a:pt x="6252877" y="62071"/>
                </a:lnTo>
                <a:lnTo>
                  <a:pt x="6253683" y="61395"/>
                </a:lnTo>
                <a:lnTo>
                  <a:pt x="6254506" y="60754"/>
                </a:lnTo>
                <a:lnTo>
                  <a:pt x="6255345" y="60148"/>
                </a:lnTo>
                <a:lnTo>
                  <a:pt x="6256199" y="59576"/>
                </a:lnTo>
                <a:lnTo>
                  <a:pt x="6257069" y="59039"/>
                </a:lnTo>
                <a:lnTo>
                  <a:pt x="6257955" y="58536"/>
                </a:lnTo>
                <a:lnTo>
                  <a:pt x="6258857" y="58069"/>
                </a:lnTo>
                <a:lnTo>
                  <a:pt x="6259775" y="57635"/>
                </a:lnTo>
                <a:lnTo>
                  <a:pt x="6260708" y="57237"/>
                </a:lnTo>
                <a:lnTo>
                  <a:pt x="6261658" y="56873"/>
                </a:lnTo>
                <a:lnTo>
                  <a:pt x="6262623" y="56544"/>
                </a:lnTo>
                <a:lnTo>
                  <a:pt x="6263604" y="56249"/>
                </a:lnTo>
                <a:lnTo>
                  <a:pt x="6264601" y="55990"/>
                </a:lnTo>
                <a:lnTo>
                  <a:pt x="6265614" y="55764"/>
                </a:lnTo>
                <a:lnTo>
                  <a:pt x="6266642" y="55574"/>
                </a:lnTo>
                <a:lnTo>
                  <a:pt x="6267687" y="55418"/>
                </a:lnTo>
                <a:lnTo>
                  <a:pt x="6268747" y="55297"/>
                </a:lnTo>
                <a:lnTo>
                  <a:pt x="6269823" y="55210"/>
                </a:lnTo>
                <a:lnTo>
                  <a:pt x="6270915" y="55158"/>
                </a:lnTo>
                <a:lnTo>
                  <a:pt x="6272023" y="55141"/>
                </a:lnTo>
                <a:lnTo>
                  <a:pt x="6273114" y="55158"/>
                </a:lnTo>
                <a:lnTo>
                  <a:pt x="6274191" y="55210"/>
                </a:lnTo>
                <a:lnTo>
                  <a:pt x="6275253" y="55297"/>
                </a:lnTo>
                <a:lnTo>
                  <a:pt x="6276299" y="55419"/>
                </a:lnTo>
                <a:lnTo>
                  <a:pt x="6277331" y="55576"/>
                </a:lnTo>
                <a:lnTo>
                  <a:pt x="6278348" y="55767"/>
                </a:lnTo>
                <a:lnTo>
                  <a:pt x="6279350" y="55994"/>
                </a:lnTo>
                <a:lnTo>
                  <a:pt x="6280337" y="56255"/>
                </a:lnTo>
                <a:lnTo>
                  <a:pt x="6281309" y="56551"/>
                </a:lnTo>
                <a:lnTo>
                  <a:pt x="6282265" y="56882"/>
                </a:lnTo>
                <a:lnTo>
                  <a:pt x="6283207" y="57247"/>
                </a:lnTo>
                <a:lnTo>
                  <a:pt x="6284134" y="57648"/>
                </a:lnTo>
                <a:lnTo>
                  <a:pt x="6285046" y="58083"/>
                </a:lnTo>
                <a:lnTo>
                  <a:pt x="6285943" y="58553"/>
                </a:lnTo>
                <a:lnTo>
                  <a:pt x="6286825" y="59058"/>
                </a:lnTo>
                <a:lnTo>
                  <a:pt x="6287692" y="59598"/>
                </a:lnTo>
                <a:lnTo>
                  <a:pt x="6288544" y="60173"/>
                </a:lnTo>
                <a:lnTo>
                  <a:pt x="6289381" y="60782"/>
                </a:lnTo>
                <a:lnTo>
                  <a:pt x="6290203" y="61426"/>
                </a:lnTo>
                <a:lnTo>
                  <a:pt x="6291010" y="62105"/>
                </a:lnTo>
                <a:lnTo>
                  <a:pt x="6291802" y="62819"/>
                </a:lnTo>
                <a:lnTo>
                  <a:pt x="6292579" y="63568"/>
                </a:lnTo>
                <a:lnTo>
                  <a:pt x="6293342" y="64351"/>
                </a:lnTo>
                <a:lnTo>
                  <a:pt x="6294089" y="65170"/>
                </a:lnTo>
                <a:lnTo>
                  <a:pt x="6294813" y="66022"/>
                </a:lnTo>
                <a:lnTo>
                  <a:pt x="6295506" y="66907"/>
                </a:lnTo>
                <a:lnTo>
                  <a:pt x="6296169" y="67824"/>
                </a:lnTo>
                <a:lnTo>
                  <a:pt x="6296801" y="68775"/>
                </a:lnTo>
                <a:lnTo>
                  <a:pt x="6297402" y="69758"/>
                </a:lnTo>
                <a:lnTo>
                  <a:pt x="6297972" y="70774"/>
                </a:lnTo>
                <a:lnTo>
                  <a:pt x="6298511" y="71823"/>
                </a:lnTo>
                <a:lnTo>
                  <a:pt x="6299020" y="72904"/>
                </a:lnTo>
                <a:lnTo>
                  <a:pt x="6299498" y="74018"/>
                </a:lnTo>
                <a:lnTo>
                  <a:pt x="6299945" y="75165"/>
                </a:lnTo>
                <a:lnTo>
                  <a:pt x="6300361" y="76345"/>
                </a:lnTo>
                <a:lnTo>
                  <a:pt x="6300746" y="77558"/>
                </a:lnTo>
                <a:lnTo>
                  <a:pt x="6301100" y="78803"/>
                </a:lnTo>
                <a:lnTo>
                  <a:pt x="6301424" y="80081"/>
                </a:lnTo>
                <a:lnTo>
                  <a:pt x="6301717" y="81392"/>
                </a:lnTo>
                <a:lnTo>
                  <a:pt x="6301979" y="82736"/>
                </a:lnTo>
                <a:lnTo>
                  <a:pt x="6302210" y="84112"/>
                </a:lnTo>
                <a:lnTo>
                  <a:pt x="6302410" y="85521"/>
                </a:lnTo>
                <a:lnTo>
                  <a:pt x="6302580" y="86963"/>
                </a:lnTo>
                <a:lnTo>
                  <a:pt x="6302718" y="88438"/>
                </a:lnTo>
                <a:lnTo>
                  <a:pt x="6302826" y="89945"/>
                </a:lnTo>
                <a:lnTo>
                  <a:pt x="6302903" y="91486"/>
                </a:lnTo>
                <a:lnTo>
                  <a:pt x="6302949" y="93059"/>
                </a:lnTo>
                <a:lnTo>
                  <a:pt x="6302965" y="94664"/>
                </a:lnTo>
                <a:lnTo>
                  <a:pt x="6302950" y="96367"/>
                </a:lnTo>
                <a:lnTo>
                  <a:pt x="6302904" y="98033"/>
                </a:lnTo>
                <a:lnTo>
                  <a:pt x="6302827" y="99662"/>
                </a:lnTo>
                <a:lnTo>
                  <a:pt x="6302720" y="101254"/>
                </a:lnTo>
                <a:lnTo>
                  <a:pt x="6302582" y="102810"/>
                </a:lnTo>
                <a:lnTo>
                  <a:pt x="6302413" y="104329"/>
                </a:lnTo>
                <a:lnTo>
                  <a:pt x="6302214" y="105811"/>
                </a:lnTo>
                <a:lnTo>
                  <a:pt x="6301984" y="107256"/>
                </a:lnTo>
                <a:lnTo>
                  <a:pt x="6301724" y="108665"/>
                </a:lnTo>
                <a:lnTo>
                  <a:pt x="6301432" y="110037"/>
                </a:lnTo>
                <a:lnTo>
                  <a:pt x="6301111" y="111373"/>
                </a:lnTo>
                <a:lnTo>
                  <a:pt x="6300758" y="112672"/>
                </a:lnTo>
                <a:lnTo>
                  <a:pt x="6300375" y="113934"/>
                </a:lnTo>
                <a:lnTo>
                  <a:pt x="6299961" y="115159"/>
                </a:lnTo>
                <a:lnTo>
                  <a:pt x="6299517" y="116347"/>
                </a:lnTo>
                <a:lnTo>
                  <a:pt x="6299042" y="117499"/>
                </a:lnTo>
                <a:lnTo>
                  <a:pt x="6298536" y="118614"/>
                </a:lnTo>
                <a:lnTo>
                  <a:pt x="6298000" y="119693"/>
                </a:lnTo>
                <a:lnTo>
                  <a:pt x="6297433" y="120735"/>
                </a:lnTo>
                <a:lnTo>
                  <a:pt x="6296835" y="121740"/>
                </a:lnTo>
                <a:lnTo>
                  <a:pt x="6296207" y="122708"/>
                </a:lnTo>
                <a:lnTo>
                  <a:pt x="6295548" y="123640"/>
                </a:lnTo>
                <a:lnTo>
                  <a:pt x="6294859" y="124535"/>
                </a:lnTo>
                <a:lnTo>
                  <a:pt x="6294138" y="125393"/>
                </a:lnTo>
                <a:lnTo>
                  <a:pt x="6293395" y="126215"/>
                </a:lnTo>
                <a:lnTo>
                  <a:pt x="6292636" y="127003"/>
                </a:lnTo>
                <a:lnTo>
                  <a:pt x="6291862" y="127755"/>
                </a:lnTo>
                <a:lnTo>
                  <a:pt x="6291072" y="128472"/>
                </a:lnTo>
                <a:lnTo>
                  <a:pt x="6290267" y="129155"/>
                </a:lnTo>
                <a:lnTo>
                  <a:pt x="6289446" y="129802"/>
                </a:lnTo>
                <a:lnTo>
                  <a:pt x="6288610" y="130415"/>
                </a:lnTo>
                <a:lnTo>
                  <a:pt x="6287758" y="130992"/>
                </a:lnTo>
                <a:lnTo>
                  <a:pt x="6286891" y="131534"/>
                </a:lnTo>
                <a:lnTo>
                  <a:pt x="6286008" y="132042"/>
                </a:lnTo>
                <a:lnTo>
                  <a:pt x="6285110" y="132514"/>
                </a:lnTo>
                <a:lnTo>
                  <a:pt x="6284196" y="132952"/>
                </a:lnTo>
                <a:lnTo>
                  <a:pt x="6283267" y="133354"/>
                </a:lnTo>
                <a:lnTo>
                  <a:pt x="6282322" y="133722"/>
                </a:lnTo>
                <a:lnTo>
                  <a:pt x="6281362" y="134054"/>
                </a:lnTo>
                <a:lnTo>
                  <a:pt x="6280386" y="134352"/>
                </a:lnTo>
                <a:lnTo>
                  <a:pt x="6279395" y="134614"/>
                </a:lnTo>
                <a:lnTo>
                  <a:pt x="6278388" y="134842"/>
                </a:lnTo>
                <a:lnTo>
                  <a:pt x="6277366" y="135034"/>
                </a:lnTo>
                <a:lnTo>
                  <a:pt x="6276328" y="135191"/>
                </a:lnTo>
                <a:lnTo>
                  <a:pt x="6275275" y="135314"/>
                </a:lnTo>
                <a:lnTo>
                  <a:pt x="6274207" y="135401"/>
                </a:lnTo>
                <a:lnTo>
                  <a:pt x="6273122" y="135454"/>
                </a:lnTo>
                <a:lnTo>
                  <a:pt x="6272023" y="135471"/>
                </a:lnTo>
                <a:lnTo>
                  <a:pt x="6270915" y="135454"/>
                </a:lnTo>
                <a:lnTo>
                  <a:pt x="6269823" y="135402"/>
                </a:lnTo>
                <a:lnTo>
                  <a:pt x="6268747" y="135315"/>
                </a:lnTo>
                <a:lnTo>
                  <a:pt x="6267687" y="135193"/>
                </a:lnTo>
                <a:lnTo>
                  <a:pt x="6266642" y="135036"/>
                </a:lnTo>
                <a:lnTo>
                  <a:pt x="6265614" y="134845"/>
                </a:lnTo>
                <a:lnTo>
                  <a:pt x="6264601" y="134618"/>
                </a:lnTo>
                <a:lnTo>
                  <a:pt x="6263604" y="134357"/>
                </a:lnTo>
                <a:lnTo>
                  <a:pt x="6262623" y="134061"/>
                </a:lnTo>
                <a:lnTo>
                  <a:pt x="6261658" y="133730"/>
                </a:lnTo>
                <a:lnTo>
                  <a:pt x="6260708" y="133365"/>
                </a:lnTo>
                <a:lnTo>
                  <a:pt x="6259775" y="132964"/>
                </a:lnTo>
                <a:lnTo>
                  <a:pt x="6258857" y="132529"/>
                </a:lnTo>
                <a:lnTo>
                  <a:pt x="6257955" y="132059"/>
                </a:lnTo>
                <a:lnTo>
                  <a:pt x="6257069" y="131554"/>
                </a:lnTo>
                <a:lnTo>
                  <a:pt x="6256199" y="131014"/>
                </a:lnTo>
                <a:lnTo>
                  <a:pt x="6255345" y="130440"/>
                </a:lnTo>
                <a:lnTo>
                  <a:pt x="6254506" y="129830"/>
                </a:lnTo>
                <a:lnTo>
                  <a:pt x="6253683" y="129186"/>
                </a:lnTo>
                <a:lnTo>
                  <a:pt x="6252877" y="128507"/>
                </a:lnTo>
                <a:lnTo>
                  <a:pt x="6252086" y="127793"/>
                </a:lnTo>
                <a:lnTo>
                  <a:pt x="6251310" y="127044"/>
                </a:lnTo>
                <a:lnTo>
                  <a:pt x="6250551" y="126261"/>
                </a:lnTo>
                <a:lnTo>
                  <a:pt x="6249808" y="125442"/>
                </a:lnTo>
                <a:lnTo>
                  <a:pt x="6249087" y="124589"/>
                </a:lnTo>
                <a:lnTo>
                  <a:pt x="6248398" y="123701"/>
                </a:lnTo>
                <a:lnTo>
                  <a:pt x="6247739" y="122777"/>
                </a:lnTo>
                <a:lnTo>
                  <a:pt x="6247111" y="121818"/>
                </a:lnTo>
                <a:lnTo>
                  <a:pt x="6246513" y="120824"/>
                </a:lnTo>
                <a:lnTo>
                  <a:pt x="6245946" y="119795"/>
                </a:lnTo>
                <a:lnTo>
                  <a:pt x="6245410" y="118731"/>
                </a:lnTo>
                <a:lnTo>
                  <a:pt x="6244904" y="117631"/>
                </a:lnTo>
                <a:lnTo>
                  <a:pt x="6244429" y="116496"/>
                </a:lnTo>
                <a:lnTo>
                  <a:pt x="6243985" y="115327"/>
                </a:lnTo>
                <a:lnTo>
                  <a:pt x="6243571" y="114122"/>
                </a:lnTo>
                <a:lnTo>
                  <a:pt x="6243188" y="112881"/>
                </a:lnTo>
                <a:lnTo>
                  <a:pt x="6242835" y="111606"/>
                </a:lnTo>
                <a:lnTo>
                  <a:pt x="6242514" y="110296"/>
                </a:lnTo>
                <a:lnTo>
                  <a:pt x="6242222" y="108950"/>
                </a:lnTo>
                <a:lnTo>
                  <a:pt x="6241962" y="107569"/>
                </a:lnTo>
                <a:lnTo>
                  <a:pt x="6241732" y="106153"/>
                </a:lnTo>
                <a:lnTo>
                  <a:pt x="6241533" y="104702"/>
                </a:lnTo>
                <a:lnTo>
                  <a:pt x="6241364" y="103216"/>
                </a:lnTo>
                <a:lnTo>
                  <a:pt x="6241226" y="101694"/>
                </a:lnTo>
                <a:lnTo>
                  <a:pt x="6241119" y="100137"/>
                </a:lnTo>
                <a:lnTo>
                  <a:pt x="6241043" y="98546"/>
                </a:lnTo>
                <a:lnTo>
                  <a:pt x="6240997" y="96919"/>
                </a:lnTo>
                <a:lnTo>
                  <a:pt x="6240981" y="95256"/>
                </a:lnTo>
                <a:lnTo>
                  <a:pt x="6240997" y="93594"/>
                </a:lnTo>
                <a:lnTo>
                  <a:pt x="6241043" y="91968"/>
                </a:lnTo>
                <a:lnTo>
                  <a:pt x="6241119" y="90376"/>
                </a:lnTo>
                <a:lnTo>
                  <a:pt x="6241226" y="88820"/>
                </a:lnTo>
                <a:lnTo>
                  <a:pt x="6241364" y="87299"/>
                </a:lnTo>
                <a:lnTo>
                  <a:pt x="6241533" y="85814"/>
                </a:lnTo>
                <a:close/>
                <a:moveTo>
                  <a:pt x="6381504" y="107864"/>
                </a:moveTo>
                <a:lnTo>
                  <a:pt x="6381812" y="109805"/>
                </a:lnTo>
                <a:lnTo>
                  <a:pt x="6382167" y="111703"/>
                </a:lnTo>
                <a:lnTo>
                  <a:pt x="6382570" y="113557"/>
                </a:lnTo>
                <a:lnTo>
                  <a:pt x="6383020" y="115368"/>
                </a:lnTo>
                <a:lnTo>
                  <a:pt x="6383517" y="117136"/>
                </a:lnTo>
                <a:lnTo>
                  <a:pt x="6384061" y="118860"/>
                </a:lnTo>
                <a:lnTo>
                  <a:pt x="6384653" y="120541"/>
                </a:lnTo>
                <a:lnTo>
                  <a:pt x="6385292" y="122178"/>
                </a:lnTo>
                <a:lnTo>
                  <a:pt x="6385979" y="123772"/>
                </a:lnTo>
                <a:lnTo>
                  <a:pt x="6386713" y="125323"/>
                </a:lnTo>
                <a:lnTo>
                  <a:pt x="6387494" y="126830"/>
                </a:lnTo>
                <a:lnTo>
                  <a:pt x="6388323" y="128294"/>
                </a:lnTo>
                <a:lnTo>
                  <a:pt x="6389199" y="129714"/>
                </a:lnTo>
                <a:lnTo>
                  <a:pt x="6390122" y="131091"/>
                </a:lnTo>
                <a:lnTo>
                  <a:pt x="6391092" y="132425"/>
                </a:lnTo>
                <a:lnTo>
                  <a:pt x="6392110" y="133715"/>
                </a:lnTo>
                <a:lnTo>
                  <a:pt x="6393176" y="134962"/>
                </a:lnTo>
                <a:lnTo>
                  <a:pt x="6394288" y="136166"/>
                </a:lnTo>
                <a:lnTo>
                  <a:pt x="6395440" y="137323"/>
                </a:lnTo>
                <a:lnTo>
                  <a:pt x="6396620" y="138431"/>
                </a:lnTo>
                <a:lnTo>
                  <a:pt x="6397830" y="139490"/>
                </a:lnTo>
                <a:lnTo>
                  <a:pt x="6399069" y="140499"/>
                </a:lnTo>
                <a:lnTo>
                  <a:pt x="6400338" y="141459"/>
                </a:lnTo>
                <a:lnTo>
                  <a:pt x="6401637" y="142370"/>
                </a:lnTo>
                <a:lnTo>
                  <a:pt x="6402964" y="143232"/>
                </a:lnTo>
                <a:lnTo>
                  <a:pt x="6404322" y="144044"/>
                </a:lnTo>
                <a:lnTo>
                  <a:pt x="6405708" y="144808"/>
                </a:lnTo>
                <a:lnTo>
                  <a:pt x="6407124" y="145522"/>
                </a:lnTo>
                <a:lnTo>
                  <a:pt x="6408570" y="146186"/>
                </a:lnTo>
                <a:lnTo>
                  <a:pt x="6410045" y="146802"/>
                </a:lnTo>
                <a:lnTo>
                  <a:pt x="6411549" y="147368"/>
                </a:lnTo>
                <a:lnTo>
                  <a:pt x="6413083" y="147885"/>
                </a:lnTo>
                <a:lnTo>
                  <a:pt x="6414646" y="148353"/>
                </a:lnTo>
                <a:lnTo>
                  <a:pt x="6416239" y="148772"/>
                </a:lnTo>
                <a:lnTo>
                  <a:pt x="6417861" y="149141"/>
                </a:lnTo>
                <a:lnTo>
                  <a:pt x="6419513" y="149461"/>
                </a:lnTo>
                <a:lnTo>
                  <a:pt x="6421194" y="149732"/>
                </a:lnTo>
                <a:lnTo>
                  <a:pt x="6422904" y="149954"/>
                </a:lnTo>
                <a:lnTo>
                  <a:pt x="6424644" y="150126"/>
                </a:lnTo>
                <a:lnTo>
                  <a:pt x="6426414" y="150249"/>
                </a:lnTo>
                <a:lnTo>
                  <a:pt x="6428212" y="150323"/>
                </a:lnTo>
                <a:lnTo>
                  <a:pt x="6430041" y="150347"/>
                </a:lnTo>
                <a:lnTo>
                  <a:pt x="6431186" y="150336"/>
                </a:lnTo>
                <a:lnTo>
                  <a:pt x="6432323" y="150303"/>
                </a:lnTo>
                <a:lnTo>
                  <a:pt x="6433454" y="150247"/>
                </a:lnTo>
                <a:lnTo>
                  <a:pt x="6434576" y="150168"/>
                </a:lnTo>
                <a:lnTo>
                  <a:pt x="6435692" y="150068"/>
                </a:lnTo>
                <a:lnTo>
                  <a:pt x="6436800" y="149945"/>
                </a:lnTo>
                <a:lnTo>
                  <a:pt x="6437901" y="149799"/>
                </a:lnTo>
                <a:lnTo>
                  <a:pt x="6438994" y="149631"/>
                </a:lnTo>
                <a:lnTo>
                  <a:pt x="6440080" y="149441"/>
                </a:lnTo>
                <a:lnTo>
                  <a:pt x="6441158" y="149228"/>
                </a:lnTo>
                <a:lnTo>
                  <a:pt x="6442229" y="148993"/>
                </a:lnTo>
                <a:lnTo>
                  <a:pt x="6443293" y="148736"/>
                </a:lnTo>
                <a:lnTo>
                  <a:pt x="6444349" y="148456"/>
                </a:lnTo>
                <a:lnTo>
                  <a:pt x="6445398" y="148154"/>
                </a:lnTo>
                <a:lnTo>
                  <a:pt x="6446439" y="147829"/>
                </a:lnTo>
                <a:lnTo>
                  <a:pt x="6447473" y="147482"/>
                </a:lnTo>
                <a:lnTo>
                  <a:pt x="6448500" y="147113"/>
                </a:lnTo>
                <a:lnTo>
                  <a:pt x="6449519" y="146721"/>
                </a:lnTo>
                <a:lnTo>
                  <a:pt x="6450531" y="146307"/>
                </a:lnTo>
                <a:lnTo>
                  <a:pt x="6451535" y="145871"/>
                </a:lnTo>
                <a:lnTo>
                  <a:pt x="6452532" y="145412"/>
                </a:lnTo>
                <a:lnTo>
                  <a:pt x="6453522" y="144931"/>
                </a:lnTo>
                <a:lnTo>
                  <a:pt x="6454504" y="144427"/>
                </a:lnTo>
                <a:lnTo>
                  <a:pt x="6455479" y="143901"/>
                </a:lnTo>
                <a:lnTo>
                  <a:pt x="6456440" y="143355"/>
                </a:lnTo>
                <a:lnTo>
                  <a:pt x="6457382" y="142791"/>
                </a:lnTo>
                <a:lnTo>
                  <a:pt x="6458305" y="142208"/>
                </a:lnTo>
                <a:lnTo>
                  <a:pt x="6459209" y="141608"/>
                </a:lnTo>
                <a:lnTo>
                  <a:pt x="6460093" y="140989"/>
                </a:lnTo>
                <a:lnTo>
                  <a:pt x="6460958" y="140353"/>
                </a:lnTo>
                <a:lnTo>
                  <a:pt x="6461804" y="139698"/>
                </a:lnTo>
                <a:lnTo>
                  <a:pt x="6462630" y="139025"/>
                </a:lnTo>
                <a:lnTo>
                  <a:pt x="6463437" y="138334"/>
                </a:lnTo>
                <a:lnTo>
                  <a:pt x="6464225" y="137625"/>
                </a:lnTo>
                <a:lnTo>
                  <a:pt x="6464994" y="136898"/>
                </a:lnTo>
                <a:lnTo>
                  <a:pt x="6465743" y="136153"/>
                </a:lnTo>
                <a:lnTo>
                  <a:pt x="6466473" y="135390"/>
                </a:lnTo>
                <a:lnTo>
                  <a:pt x="6467184" y="134609"/>
                </a:lnTo>
                <a:lnTo>
                  <a:pt x="6467875" y="133809"/>
                </a:lnTo>
                <a:lnTo>
                  <a:pt x="6468548" y="132992"/>
                </a:lnTo>
                <a:lnTo>
                  <a:pt x="6469201" y="132157"/>
                </a:lnTo>
                <a:lnTo>
                  <a:pt x="6469834" y="131303"/>
                </a:lnTo>
                <a:lnTo>
                  <a:pt x="6470448" y="130431"/>
                </a:lnTo>
                <a:lnTo>
                  <a:pt x="6471044" y="129542"/>
                </a:lnTo>
                <a:lnTo>
                  <a:pt x="6471619" y="128634"/>
                </a:lnTo>
                <a:lnTo>
                  <a:pt x="6472176" y="127708"/>
                </a:lnTo>
                <a:lnTo>
                  <a:pt x="6472713" y="126764"/>
                </a:lnTo>
                <a:lnTo>
                  <a:pt x="6473231" y="125802"/>
                </a:lnTo>
                <a:lnTo>
                  <a:pt x="6473729" y="124816"/>
                </a:lnTo>
                <a:lnTo>
                  <a:pt x="6474205" y="123800"/>
                </a:lnTo>
                <a:lnTo>
                  <a:pt x="6474660" y="122753"/>
                </a:lnTo>
                <a:lnTo>
                  <a:pt x="6475094" y="121677"/>
                </a:lnTo>
                <a:lnTo>
                  <a:pt x="6475507" y="120570"/>
                </a:lnTo>
                <a:lnTo>
                  <a:pt x="6475899" y="119433"/>
                </a:lnTo>
                <a:lnTo>
                  <a:pt x="6476270" y="118266"/>
                </a:lnTo>
                <a:lnTo>
                  <a:pt x="6476619" y="117069"/>
                </a:lnTo>
                <a:lnTo>
                  <a:pt x="6476948" y="115842"/>
                </a:lnTo>
                <a:lnTo>
                  <a:pt x="6477255" y="114585"/>
                </a:lnTo>
                <a:lnTo>
                  <a:pt x="6477541" y="113297"/>
                </a:lnTo>
                <a:lnTo>
                  <a:pt x="6477805" y="111980"/>
                </a:lnTo>
                <a:lnTo>
                  <a:pt x="6478049" y="110632"/>
                </a:lnTo>
                <a:lnTo>
                  <a:pt x="6478271" y="109254"/>
                </a:lnTo>
                <a:lnTo>
                  <a:pt x="6478472" y="107846"/>
                </a:lnTo>
                <a:lnTo>
                  <a:pt x="6478652" y="106408"/>
                </a:lnTo>
                <a:lnTo>
                  <a:pt x="6478811" y="104940"/>
                </a:lnTo>
                <a:lnTo>
                  <a:pt x="6478949" y="103441"/>
                </a:lnTo>
                <a:lnTo>
                  <a:pt x="6479065" y="101913"/>
                </a:lnTo>
                <a:lnTo>
                  <a:pt x="6479161" y="100354"/>
                </a:lnTo>
                <a:lnTo>
                  <a:pt x="6479235" y="98765"/>
                </a:lnTo>
                <a:lnTo>
                  <a:pt x="6479288" y="97147"/>
                </a:lnTo>
                <a:lnTo>
                  <a:pt x="6479319" y="95498"/>
                </a:lnTo>
                <a:lnTo>
                  <a:pt x="6479330" y="93818"/>
                </a:lnTo>
                <a:lnTo>
                  <a:pt x="6479306" y="91746"/>
                </a:lnTo>
                <a:lnTo>
                  <a:pt x="6479234" y="89712"/>
                </a:lnTo>
                <a:lnTo>
                  <a:pt x="6479115" y="87715"/>
                </a:lnTo>
                <a:lnTo>
                  <a:pt x="6478947" y="85756"/>
                </a:lnTo>
                <a:lnTo>
                  <a:pt x="6478732" y="83835"/>
                </a:lnTo>
                <a:lnTo>
                  <a:pt x="6478468" y="81952"/>
                </a:lnTo>
                <a:lnTo>
                  <a:pt x="6478157" y="80106"/>
                </a:lnTo>
                <a:lnTo>
                  <a:pt x="6477798" y="78298"/>
                </a:lnTo>
                <a:lnTo>
                  <a:pt x="6477391" y="76527"/>
                </a:lnTo>
                <a:lnTo>
                  <a:pt x="6476937" y="74795"/>
                </a:lnTo>
                <a:lnTo>
                  <a:pt x="6476434" y="73100"/>
                </a:lnTo>
                <a:lnTo>
                  <a:pt x="6475884" y="71442"/>
                </a:lnTo>
                <a:lnTo>
                  <a:pt x="6475285" y="69823"/>
                </a:lnTo>
                <a:lnTo>
                  <a:pt x="6474639" y="68241"/>
                </a:lnTo>
                <a:lnTo>
                  <a:pt x="6473945" y="66697"/>
                </a:lnTo>
                <a:lnTo>
                  <a:pt x="6473203" y="65190"/>
                </a:lnTo>
                <a:lnTo>
                  <a:pt x="6472414" y="63721"/>
                </a:lnTo>
                <a:lnTo>
                  <a:pt x="6471576" y="62290"/>
                </a:lnTo>
                <a:lnTo>
                  <a:pt x="6470690" y="60897"/>
                </a:lnTo>
                <a:lnTo>
                  <a:pt x="6469757" y="59541"/>
                </a:lnTo>
                <a:lnTo>
                  <a:pt x="6468776" y="58224"/>
                </a:lnTo>
                <a:lnTo>
                  <a:pt x="6467747" y="56943"/>
                </a:lnTo>
                <a:lnTo>
                  <a:pt x="6466670" y="55701"/>
                </a:lnTo>
                <a:lnTo>
                  <a:pt x="6465545" y="54496"/>
                </a:lnTo>
                <a:lnTo>
                  <a:pt x="6464382" y="53335"/>
                </a:lnTo>
                <a:lnTo>
                  <a:pt x="6463192" y="52223"/>
                </a:lnTo>
                <a:lnTo>
                  <a:pt x="6461975" y="51161"/>
                </a:lnTo>
                <a:lnTo>
                  <a:pt x="6460729" y="50148"/>
                </a:lnTo>
                <a:lnTo>
                  <a:pt x="6459457" y="49184"/>
                </a:lnTo>
                <a:lnTo>
                  <a:pt x="6458156" y="48270"/>
                </a:lnTo>
                <a:lnTo>
                  <a:pt x="6456829" y="47405"/>
                </a:lnTo>
                <a:lnTo>
                  <a:pt x="6455473" y="46590"/>
                </a:lnTo>
                <a:lnTo>
                  <a:pt x="6454090" y="45824"/>
                </a:lnTo>
                <a:lnTo>
                  <a:pt x="6452680" y="45107"/>
                </a:lnTo>
                <a:lnTo>
                  <a:pt x="6451242" y="44440"/>
                </a:lnTo>
                <a:lnTo>
                  <a:pt x="6449776" y="43822"/>
                </a:lnTo>
                <a:lnTo>
                  <a:pt x="6448283" y="43254"/>
                </a:lnTo>
                <a:lnTo>
                  <a:pt x="6446762" y="42735"/>
                </a:lnTo>
                <a:lnTo>
                  <a:pt x="6445214" y="42266"/>
                </a:lnTo>
                <a:lnTo>
                  <a:pt x="6443638" y="41846"/>
                </a:lnTo>
                <a:lnTo>
                  <a:pt x="6442035" y="41475"/>
                </a:lnTo>
                <a:lnTo>
                  <a:pt x="6440404" y="41154"/>
                </a:lnTo>
                <a:lnTo>
                  <a:pt x="6438746" y="40882"/>
                </a:lnTo>
                <a:lnTo>
                  <a:pt x="6437060" y="40660"/>
                </a:lnTo>
                <a:lnTo>
                  <a:pt x="6435346" y="40487"/>
                </a:lnTo>
                <a:lnTo>
                  <a:pt x="6433605" y="40363"/>
                </a:lnTo>
                <a:lnTo>
                  <a:pt x="6431837" y="40289"/>
                </a:lnTo>
                <a:lnTo>
                  <a:pt x="6430041" y="40265"/>
                </a:lnTo>
                <a:lnTo>
                  <a:pt x="6428423" y="40285"/>
                </a:lnTo>
                <a:lnTo>
                  <a:pt x="6426826" y="40346"/>
                </a:lnTo>
                <a:lnTo>
                  <a:pt x="6425249" y="40447"/>
                </a:lnTo>
                <a:lnTo>
                  <a:pt x="6423694" y="40590"/>
                </a:lnTo>
                <a:lnTo>
                  <a:pt x="6422158" y="40772"/>
                </a:lnTo>
                <a:lnTo>
                  <a:pt x="6420644" y="40996"/>
                </a:lnTo>
                <a:lnTo>
                  <a:pt x="6419150" y="41260"/>
                </a:lnTo>
                <a:lnTo>
                  <a:pt x="6417677" y="41565"/>
                </a:lnTo>
                <a:lnTo>
                  <a:pt x="6416225" y="41910"/>
                </a:lnTo>
                <a:lnTo>
                  <a:pt x="6414793" y="42296"/>
                </a:lnTo>
                <a:lnTo>
                  <a:pt x="6413382" y="42723"/>
                </a:lnTo>
                <a:lnTo>
                  <a:pt x="6411991" y="43190"/>
                </a:lnTo>
                <a:lnTo>
                  <a:pt x="6410621" y="43698"/>
                </a:lnTo>
                <a:lnTo>
                  <a:pt x="6409272" y="44247"/>
                </a:lnTo>
                <a:lnTo>
                  <a:pt x="6407943" y="44836"/>
                </a:lnTo>
                <a:lnTo>
                  <a:pt x="6406636" y="45466"/>
                </a:lnTo>
                <a:lnTo>
                  <a:pt x="6405348" y="46136"/>
                </a:lnTo>
                <a:lnTo>
                  <a:pt x="6404082" y="46847"/>
                </a:lnTo>
                <a:lnTo>
                  <a:pt x="6402836" y="47599"/>
                </a:lnTo>
                <a:lnTo>
                  <a:pt x="6401611" y="48391"/>
                </a:lnTo>
                <a:lnTo>
                  <a:pt x="6400406" y="49224"/>
                </a:lnTo>
                <a:lnTo>
                  <a:pt x="6399222" y="50098"/>
                </a:lnTo>
                <a:lnTo>
                  <a:pt x="6398059" y="51012"/>
                </a:lnTo>
                <a:lnTo>
                  <a:pt x="6396917" y="51967"/>
                </a:lnTo>
                <a:lnTo>
                  <a:pt x="6395589" y="53167"/>
                </a:lnTo>
                <a:lnTo>
                  <a:pt x="6394319" y="54420"/>
                </a:lnTo>
                <a:lnTo>
                  <a:pt x="6393105" y="55725"/>
                </a:lnTo>
                <a:lnTo>
                  <a:pt x="6391947" y="57083"/>
                </a:lnTo>
                <a:lnTo>
                  <a:pt x="6390846" y="58493"/>
                </a:lnTo>
                <a:lnTo>
                  <a:pt x="6389801" y="59957"/>
                </a:lnTo>
                <a:lnTo>
                  <a:pt x="6388813" y="61473"/>
                </a:lnTo>
                <a:lnTo>
                  <a:pt x="6387881" y="63041"/>
                </a:lnTo>
                <a:lnTo>
                  <a:pt x="6387005" y="64663"/>
                </a:lnTo>
                <a:lnTo>
                  <a:pt x="6386187" y="66337"/>
                </a:lnTo>
                <a:lnTo>
                  <a:pt x="6385424" y="68064"/>
                </a:lnTo>
                <a:lnTo>
                  <a:pt x="6384718" y="69843"/>
                </a:lnTo>
                <a:lnTo>
                  <a:pt x="6384069" y="71675"/>
                </a:lnTo>
                <a:lnTo>
                  <a:pt x="6383476" y="73560"/>
                </a:lnTo>
                <a:lnTo>
                  <a:pt x="6382939" y="75498"/>
                </a:lnTo>
                <a:lnTo>
                  <a:pt x="6382459" y="77488"/>
                </a:lnTo>
                <a:lnTo>
                  <a:pt x="6382036" y="79531"/>
                </a:lnTo>
                <a:lnTo>
                  <a:pt x="6381669" y="81626"/>
                </a:lnTo>
                <a:lnTo>
                  <a:pt x="6381358" y="83774"/>
                </a:lnTo>
                <a:lnTo>
                  <a:pt x="6381104" y="85975"/>
                </a:lnTo>
                <a:lnTo>
                  <a:pt x="6380906" y="88229"/>
                </a:lnTo>
                <a:lnTo>
                  <a:pt x="6380765" y="90535"/>
                </a:lnTo>
                <a:lnTo>
                  <a:pt x="6380680" y="92894"/>
                </a:lnTo>
                <a:lnTo>
                  <a:pt x="6380652" y="95306"/>
                </a:lnTo>
                <a:lnTo>
                  <a:pt x="6380676" y="97507"/>
                </a:lnTo>
                <a:lnTo>
                  <a:pt x="6380747" y="99666"/>
                </a:lnTo>
                <a:lnTo>
                  <a:pt x="6380865" y="101780"/>
                </a:lnTo>
                <a:lnTo>
                  <a:pt x="6381031" y="103851"/>
                </a:lnTo>
                <a:lnTo>
                  <a:pt x="6381244" y="105879"/>
                </a:lnTo>
                <a:lnTo>
                  <a:pt x="6381504" y="107864"/>
                </a:lnTo>
                <a:close/>
                <a:moveTo>
                  <a:pt x="6399551" y="85814"/>
                </a:moveTo>
                <a:lnTo>
                  <a:pt x="6399750" y="84364"/>
                </a:lnTo>
                <a:lnTo>
                  <a:pt x="6399980" y="82949"/>
                </a:lnTo>
                <a:lnTo>
                  <a:pt x="6400240" y="81570"/>
                </a:lnTo>
                <a:lnTo>
                  <a:pt x="6400532" y="80226"/>
                </a:lnTo>
                <a:lnTo>
                  <a:pt x="6400853" y="78917"/>
                </a:lnTo>
                <a:lnTo>
                  <a:pt x="6401206" y="77644"/>
                </a:lnTo>
                <a:lnTo>
                  <a:pt x="6401589" y="76406"/>
                </a:lnTo>
                <a:lnTo>
                  <a:pt x="6402003" y="75203"/>
                </a:lnTo>
                <a:lnTo>
                  <a:pt x="6402447" y="74036"/>
                </a:lnTo>
                <a:lnTo>
                  <a:pt x="6402922" y="72904"/>
                </a:lnTo>
                <a:lnTo>
                  <a:pt x="6403428" y="71807"/>
                </a:lnTo>
                <a:lnTo>
                  <a:pt x="6403964" y="70746"/>
                </a:lnTo>
                <a:lnTo>
                  <a:pt x="6404531" y="69720"/>
                </a:lnTo>
                <a:lnTo>
                  <a:pt x="6405129" y="68729"/>
                </a:lnTo>
                <a:lnTo>
                  <a:pt x="6405757" y="67774"/>
                </a:lnTo>
                <a:lnTo>
                  <a:pt x="6406416" y="66854"/>
                </a:lnTo>
                <a:lnTo>
                  <a:pt x="6407106" y="65969"/>
                </a:lnTo>
                <a:lnTo>
                  <a:pt x="6407826" y="65120"/>
                </a:lnTo>
                <a:lnTo>
                  <a:pt x="6408569" y="64306"/>
                </a:lnTo>
                <a:lnTo>
                  <a:pt x="6409328" y="63526"/>
                </a:lnTo>
                <a:lnTo>
                  <a:pt x="6410104" y="62781"/>
                </a:lnTo>
                <a:lnTo>
                  <a:pt x="6410895" y="62071"/>
                </a:lnTo>
                <a:lnTo>
                  <a:pt x="6411701" y="61395"/>
                </a:lnTo>
                <a:lnTo>
                  <a:pt x="6412524" y="60754"/>
                </a:lnTo>
                <a:lnTo>
                  <a:pt x="6413363" y="60148"/>
                </a:lnTo>
                <a:lnTo>
                  <a:pt x="6414217" y="59576"/>
                </a:lnTo>
                <a:lnTo>
                  <a:pt x="6415087" y="59039"/>
                </a:lnTo>
                <a:lnTo>
                  <a:pt x="6415973" y="58536"/>
                </a:lnTo>
                <a:lnTo>
                  <a:pt x="6416875" y="58069"/>
                </a:lnTo>
                <a:lnTo>
                  <a:pt x="6417793" y="57635"/>
                </a:lnTo>
                <a:lnTo>
                  <a:pt x="6418726" y="57237"/>
                </a:lnTo>
                <a:lnTo>
                  <a:pt x="6419676" y="56873"/>
                </a:lnTo>
                <a:lnTo>
                  <a:pt x="6420641" y="56544"/>
                </a:lnTo>
                <a:lnTo>
                  <a:pt x="6421622" y="56249"/>
                </a:lnTo>
                <a:lnTo>
                  <a:pt x="6422619" y="55990"/>
                </a:lnTo>
                <a:lnTo>
                  <a:pt x="6423632" y="55764"/>
                </a:lnTo>
                <a:lnTo>
                  <a:pt x="6424660" y="55574"/>
                </a:lnTo>
                <a:lnTo>
                  <a:pt x="6425705" y="55418"/>
                </a:lnTo>
                <a:lnTo>
                  <a:pt x="6426765" y="55297"/>
                </a:lnTo>
                <a:lnTo>
                  <a:pt x="6427841" y="55210"/>
                </a:lnTo>
                <a:lnTo>
                  <a:pt x="6428933" y="55158"/>
                </a:lnTo>
                <a:lnTo>
                  <a:pt x="6430041" y="55141"/>
                </a:lnTo>
                <a:lnTo>
                  <a:pt x="6431132" y="55158"/>
                </a:lnTo>
                <a:lnTo>
                  <a:pt x="6432209" y="55210"/>
                </a:lnTo>
                <a:lnTo>
                  <a:pt x="6433271" y="55297"/>
                </a:lnTo>
                <a:lnTo>
                  <a:pt x="6434318" y="55419"/>
                </a:lnTo>
                <a:lnTo>
                  <a:pt x="6435349" y="55576"/>
                </a:lnTo>
                <a:lnTo>
                  <a:pt x="6436366" y="55767"/>
                </a:lnTo>
                <a:lnTo>
                  <a:pt x="6437368" y="55994"/>
                </a:lnTo>
                <a:lnTo>
                  <a:pt x="6438355" y="56255"/>
                </a:lnTo>
                <a:lnTo>
                  <a:pt x="6439327" y="56551"/>
                </a:lnTo>
                <a:lnTo>
                  <a:pt x="6440283" y="56882"/>
                </a:lnTo>
                <a:lnTo>
                  <a:pt x="6441225" y="57247"/>
                </a:lnTo>
                <a:lnTo>
                  <a:pt x="6442152" y="57648"/>
                </a:lnTo>
                <a:lnTo>
                  <a:pt x="6443064" y="58083"/>
                </a:lnTo>
                <a:lnTo>
                  <a:pt x="6443961" y="58553"/>
                </a:lnTo>
                <a:lnTo>
                  <a:pt x="6444843" y="59058"/>
                </a:lnTo>
                <a:lnTo>
                  <a:pt x="6445710" y="59598"/>
                </a:lnTo>
                <a:lnTo>
                  <a:pt x="6446562" y="60173"/>
                </a:lnTo>
                <a:lnTo>
                  <a:pt x="6447399" y="60782"/>
                </a:lnTo>
                <a:lnTo>
                  <a:pt x="6448221" y="61426"/>
                </a:lnTo>
                <a:lnTo>
                  <a:pt x="6449028" y="62105"/>
                </a:lnTo>
                <a:lnTo>
                  <a:pt x="6449820" y="62819"/>
                </a:lnTo>
                <a:lnTo>
                  <a:pt x="6450598" y="63568"/>
                </a:lnTo>
                <a:lnTo>
                  <a:pt x="6451360" y="64351"/>
                </a:lnTo>
                <a:lnTo>
                  <a:pt x="6452107" y="65170"/>
                </a:lnTo>
                <a:lnTo>
                  <a:pt x="6452831" y="66022"/>
                </a:lnTo>
                <a:lnTo>
                  <a:pt x="6453525" y="66907"/>
                </a:lnTo>
                <a:lnTo>
                  <a:pt x="6454187" y="67824"/>
                </a:lnTo>
                <a:lnTo>
                  <a:pt x="6454819" y="68775"/>
                </a:lnTo>
                <a:lnTo>
                  <a:pt x="6455420" y="69758"/>
                </a:lnTo>
                <a:lnTo>
                  <a:pt x="6455990" y="70774"/>
                </a:lnTo>
                <a:lnTo>
                  <a:pt x="6456529" y="71823"/>
                </a:lnTo>
                <a:lnTo>
                  <a:pt x="6457038" y="72904"/>
                </a:lnTo>
                <a:lnTo>
                  <a:pt x="6457516" y="74018"/>
                </a:lnTo>
                <a:lnTo>
                  <a:pt x="6457963" y="75165"/>
                </a:lnTo>
                <a:lnTo>
                  <a:pt x="6458379" y="76345"/>
                </a:lnTo>
                <a:lnTo>
                  <a:pt x="6458764" y="77558"/>
                </a:lnTo>
                <a:lnTo>
                  <a:pt x="6459118" y="78803"/>
                </a:lnTo>
                <a:lnTo>
                  <a:pt x="6459442" y="80081"/>
                </a:lnTo>
                <a:lnTo>
                  <a:pt x="6459735" y="81392"/>
                </a:lnTo>
                <a:lnTo>
                  <a:pt x="6459997" y="82736"/>
                </a:lnTo>
                <a:lnTo>
                  <a:pt x="6460228" y="84112"/>
                </a:lnTo>
                <a:lnTo>
                  <a:pt x="6460428" y="85521"/>
                </a:lnTo>
                <a:lnTo>
                  <a:pt x="6460598" y="86963"/>
                </a:lnTo>
                <a:lnTo>
                  <a:pt x="6460736" y="88438"/>
                </a:lnTo>
                <a:lnTo>
                  <a:pt x="6460844" y="89945"/>
                </a:lnTo>
                <a:lnTo>
                  <a:pt x="6460921" y="91486"/>
                </a:lnTo>
                <a:lnTo>
                  <a:pt x="6460967" y="93059"/>
                </a:lnTo>
                <a:lnTo>
                  <a:pt x="6460983" y="94664"/>
                </a:lnTo>
                <a:lnTo>
                  <a:pt x="6460968" y="96367"/>
                </a:lnTo>
                <a:lnTo>
                  <a:pt x="6460922" y="98033"/>
                </a:lnTo>
                <a:lnTo>
                  <a:pt x="6460845" y="99662"/>
                </a:lnTo>
                <a:lnTo>
                  <a:pt x="6460738" y="101254"/>
                </a:lnTo>
                <a:lnTo>
                  <a:pt x="6460600" y="102810"/>
                </a:lnTo>
                <a:lnTo>
                  <a:pt x="6460431" y="104329"/>
                </a:lnTo>
                <a:lnTo>
                  <a:pt x="6460232" y="105811"/>
                </a:lnTo>
                <a:lnTo>
                  <a:pt x="6460002" y="107256"/>
                </a:lnTo>
                <a:lnTo>
                  <a:pt x="6459742" y="108665"/>
                </a:lnTo>
                <a:lnTo>
                  <a:pt x="6459451" y="110037"/>
                </a:lnTo>
                <a:lnTo>
                  <a:pt x="6459129" y="111373"/>
                </a:lnTo>
                <a:lnTo>
                  <a:pt x="6458776" y="112672"/>
                </a:lnTo>
                <a:lnTo>
                  <a:pt x="6458393" y="113934"/>
                </a:lnTo>
                <a:lnTo>
                  <a:pt x="6457979" y="115159"/>
                </a:lnTo>
                <a:lnTo>
                  <a:pt x="6457535" y="116347"/>
                </a:lnTo>
                <a:lnTo>
                  <a:pt x="6457060" y="117499"/>
                </a:lnTo>
                <a:lnTo>
                  <a:pt x="6456554" y="118614"/>
                </a:lnTo>
                <a:lnTo>
                  <a:pt x="6456018" y="119693"/>
                </a:lnTo>
                <a:lnTo>
                  <a:pt x="6455451" y="120735"/>
                </a:lnTo>
                <a:lnTo>
                  <a:pt x="6454853" y="121740"/>
                </a:lnTo>
                <a:lnTo>
                  <a:pt x="6454225" y="122708"/>
                </a:lnTo>
                <a:lnTo>
                  <a:pt x="6453566" y="123640"/>
                </a:lnTo>
                <a:lnTo>
                  <a:pt x="6452877" y="124535"/>
                </a:lnTo>
                <a:lnTo>
                  <a:pt x="6452156" y="125393"/>
                </a:lnTo>
                <a:lnTo>
                  <a:pt x="6451413" y="126215"/>
                </a:lnTo>
                <a:lnTo>
                  <a:pt x="6450654" y="127003"/>
                </a:lnTo>
                <a:lnTo>
                  <a:pt x="6449880" y="127755"/>
                </a:lnTo>
                <a:lnTo>
                  <a:pt x="6449090" y="128472"/>
                </a:lnTo>
                <a:lnTo>
                  <a:pt x="6448285" y="129155"/>
                </a:lnTo>
                <a:lnTo>
                  <a:pt x="6447464" y="129802"/>
                </a:lnTo>
                <a:lnTo>
                  <a:pt x="6446628" y="130415"/>
                </a:lnTo>
                <a:lnTo>
                  <a:pt x="6445776" y="130992"/>
                </a:lnTo>
                <a:lnTo>
                  <a:pt x="6444909" y="131534"/>
                </a:lnTo>
                <a:lnTo>
                  <a:pt x="6444026" y="132042"/>
                </a:lnTo>
                <a:lnTo>
                  <a:pt x="6443128" y="132514"/>
                </a:lnTo>
                <a:lnTo>
                  <a:pt x="6442214" y="132952"/>
                </a:lnTo>
                <a:lnTo>
                  <a:pt x="6441285" y="133354"/>
                </a:lnTo>
                <a:lnTo>
                  <a:pt x="6440340" y="133722"/>
                </a:lnTo>
                <a:lnTo>
                  <a:pt x="6439380" y="134054"/>
                </a:lnTo>
                <a:lnTo>
                  <a:pt x="6438404" y="134352"/>
                </a:lnTo>
                <a:lnTo>
                  <a:pt x="6437413" y="134614"/>
                </a:lnTo>
                <a:lnTo>
                  <a:pt x="6436406" y="134842"/>
                </a:lnTo>
                <a:lnTo>
                  <a:pt x="6435384" y="135034"/>
                </a:lnTo>
                <a:lnTo>
                  <a:pt x="6434346" y="135191"/>
                </a:lnTo>
                <a:lnTo>
                  <a:pt x="6433293" y="135314"/>
                </a:lnTo>
                <a:lnTo>
                  <a:pt x="6432225" y="135401"/>
                </a:lnTo>
                <a:lnTo>
                  <a:pt x="6431140" y="135454"/>
                </a:lnTo>
                <a:lnTo>
                  <a:pt x="6430041" y="135471"/>
                </a:lnTo>
                <a:lnTo>
                  <a:pt x="6428933" y="135454"/>
                </a:lnTo>
                <a:lnTo>
                  <a:pt x="6427841" y="135402"/>
                </a:lnTo>
                <a:lnTo>
                  <a:pt x="6426765" y="135315"/>
                </a:lnTo>
                <a:lnTo>
                  <a:pt x="6425705" y="135193"/>
                </a:lnTo>
                <a:lnTo>
                  <a:pt x="6424660" y="135036"/>
                </a:lnTo>
                <a:lnTo>
                  <a:pt x="6423632" y="134845"/>
                </a:lnTo>
                <a:lnTo>
                  <a:pt x="6422619" y="134618"/>
                </a:lnTo>
                <a:lnTo>
                  <a:pt x="6421622" y="134357"/>
                </a:lnTo>
                <a:lnTo>
                  <a:pt x="6420641" y="134061"/>
                </a:lnTo>
                <a:lnTo>
                  <a:pt x="6419676" y="133730"/>
                </a:lnTo>
                <a:lnTo>
                  <a:pt x="6418726" y="133365"/>
                </a:lnTo>
                <a:lnTo>
                  <a:pt x="6417793" y="132964"/>
                </a:lnTo>
                <a:lnTo>
                  <a:pt x="6416875" y="132529"/>
                </a:lnTo>
                <a:lnTo>
                  <a:pt x="6415973" y="132059"/>
                </a:lnTo>
                <a:lnTo>
                  <a:pt x="6415087" y="131554"/>
                </a:lnTo>
                <a:lnTo>
                  <a:pt x="6414217" y="131014"/>
                </a:lnTo>
                <a:lnTo>
                  <a:pt x="6413363" y="130440"/>
                </a:lnTo>
                <a:lnTo>
                  <a:pt x="6412524" y="129830"/>
                </a:lnTo>
                <a:lnTo>
                  <a:pt x="6411701" y="129186"/>
                </a:lnTo>
                <a:lnTo>
                  <a:pt x="6410895" y="128507"/>
                </a:lnTo>
                <a:lnTo>
                  <a:pt x="6410104" y="127793"/>
                </a:lnTo>
                <a:lnTo>
                  <a:pt x="6409328" y="127044"/>
                </a:lnTo>
                <a:lnTo>
                  <a:pt x="6408569" y="126261"/>
                </a:lnTo>
                <a:lnTo>
                  <a:pt x="6407826" y="125442"/>
                </a:lnTo>
                <a:lnTo>
                  <a:pt x="6407106" y="124589"/>
                </a:lnTo>
                <a:lnTo>
                  <a:pt x="6406416" y="123701"/>
                </a:lnTo>
                <a:lnTo>
                  <a:pt x="6405757" y="122777"/>
                </a:lnTo>
                <a:lnTo>
                  <a:pt x="6405129" y="121818"/>
                </a:lnTo>
                <a:lnTo>
                  <a:pt x="6404531" y="120824"/>
                </a:lnTo>
                <a:lnTo>
                  <a:pt x="6403964" y="119795"/>
                </a:lnTo>
                <a:lnTo>
                  <a:pt x="6403428" y="118731"/>
                </a:lnTo>
                <a:lnTo>
                  <a:pt x="6402922" y="117631"/>
                </a:lnTo>
                <a:lnTo>
                  <a:pt x="6402447" y="116496"/>
                </a:lnTo>
                <a:lnTo>
                  <a:pt x="6402003" y="115327"/>
                </a:lnTo>
                <a:lnTo>
                  <a:pt x="6401589" y="114122"/>
                </a:lnTo>
                <a:lnTo>
                  <a:pt x="6401206" y="112881"/>
                </a:lnTo>
                <a:lnTo>
                  <a:pt x="6400853" y="111606"/>
                </a:lnTo>
                <a:lnTo>
                  <a:pt x="6400532" y="110296"/>
                </a:lnTo>
                <a:lnTo>
                  <a:pt x="6400240" y="108950"/>
                </a:lnTo>
                <a:lnTo>
                  <a:pt x="6399980" y="107569"/>
                </a:lnTo>
                <a:lnTo>
                  <a:pt x="6399750" y="106153"/>
                </a:lnTo>
                <a:lnTo>
                  <a:pt x="6399551" y="104702"/>
                </a:lnTo>
                <a:lnTo>
                  <a:pt x="6399382" y="103216"/>
                </a:lnTo>
                <a:lnTo>
                  <a:pt x="6399244" y="101694"/>
                </a:lnTo>
                <a:lnTo>
                  <a:pt x="6399137" y="100137"/>
                </a:lnTo>
                <a:lnTo>
                  <a:pt x="6399061" y="98546"/>
                </a:lnTo>
                <a:lnTo>
                  <a:pt x="6399015" y="96919"/>
                </a:lnTo>
                <a:lnTo>
                  <a:pt x="6398999" y="95256"/>
                </a:lnTo>
                <a:lnTo>
                  <a:pt x="6399015" y="93594"/>
                </a:lnTo>
                <a:lnTo>
                  <a:pt x="6399061" y="91968"/>
                </a:lnTo>
                <a:lnTo>
                  <a:pt x="6399137" y="90376"/>
                </a:lnTo>
                <a:lnTo>
                  <a:pt x="6399244" y="88820"/>
                </a:lnTo>
                <a:lnTo>
                  <a:pt x="6399382" y="87299"/>
                </a:lnTo>
                <a:lnTo>
                  <a:pt x="6399551" y="85814"/>
                </a:lnTo>
                <a:close/>
                <a:moveTo>
                  <a:pt x="4949991" y="42645"/>
                </a:moveTo>
                <a:lnTo>
                  <a:pt x="4932635" y="42645"/>
                </a:lnTo>
                <a:lnTo>
                  <a:pt x="4914586" y="103534"/>
                </a:lnTo>
                <a:lnTo>
                  <a:pt x="4908536" y="123868"/>
                </a:lnTo>
                <a:lnTo>
                  <a:pt x="4903280" y="103723"/>
                </a:lnTo>
                <a:lnTo>
                  <a:pt x="4887511" y="42645"/>
                </a:lnTo>
                <a:lnTo>
                  <a:pt x="4869164" y="42645"/>
                </a:lnTo>
                <a:lnTo>
                  <a:pt x="4852404" y="104353"/>
                </a:lnTo>
                <a:lnTo>
                  <a:pt x="4851990" y="105989"/>
                </a:lnTo>
                <a:lnTo>
                  <a:pt x="4851593" y="107561"/>
                </a:lnTo>
                <a:lnTo>
                  <a:pt x="4851212" y="109070"/>
                </a:lnTo>
                <a:lnTo>
                  <a:pt x="4850847" y="110515"/>
                </a:lnTo>
                <a:lnTo>
                  <a:pt x="4850498" y="111896"/>
                </a:lnTo>
                <a:lnTo>
                  <a:pt x="4850166" y="113214"/>
                </a:lnTo>
                <a:lnTo>
                  <a:pt x="4849850" y="114468"/>
                </a:lnTo>
                <a:lnTo>
                  <a:pt x="4849550" y="115659"/>
                </a:lnTo>
                <a:lnTo>
                  <a:pt x="4849266" y="116786"/>
                </a:lnTo>
                <a:lnTo>
                  <a:pt x="4848998" y="117849"/>
                </a:lnTo>
                <a:lnTo>
                  <a:pt x="4848746" y="118848"/>
                </a:lnTo>
                <a:lnTo>
                  <a:pt x="4848511" y="119784"/>
                </a:lnTo>
                <a:lnTo>
                  <a:pt x="4848292" y="120656"/>
                </a:lnTo>
                <a:lnTo>
                  <a:pt x="4848089" y="121465"/>
                </a:lnTo>
                <a:lnTo>
                  <a:pt x="4847902" y="122210"/>
                </a:lnTo>
                <a:lnTo>
                  <a:pt x="4847731" y="122891"/>
                </a:lnTo>
                <a:lnTo>
                  <a:pt x="4847577" y="123509"/>
                </a:lnTo>
                <a:lnTo>
                  <a:pt x="4847439" y="124063"/>
                </a:lnTo>
                <a:lnTo>
                  <a:pt x="4847317" y="124553"/>
                </a:lnTo>
                <a:lnTo>
                  <a:pt x="4847211" y="124980"/>
                </a:lnTo>
                <a:lnTo>
                  <a:pt x="4847121" y="125343"/>
                </a:lnTo>
                <a:lnTo>
                  <a:pt x="4847047" y="125642"/>
                </a:lnTo>
                <a:lnTo>
                  <a:pt x="4846990" y="125878"/>
                </a:lnTo>
                <a:lnTo>
                  <a:pt x="4846949" y="126050"/>
                </a:lnTo>
                <a:lnTo>
                  <a:pt x="4840701" y="103429"/>
                </a:lnTo>
                <a:lnTo>
                  <a:pt x="4823941" y="42645"/>
                </a:lnTo>
                <a:lnTo>
                  <a:pt x="4805494" y="42645"/>
                </a:lnTo>
                <a:lnTo>
                  <a:pt x="4837726" y="147967"/>
                </a:lnTo>
                <a:lnTo>
                  <a:pt x="4856371" y="147967"/>
                </a:lnTo>
                <a:lnTo>
                  <a:pt x="4877693" y="66942"/>
                </a:lnTo>
                <a:lnTo>
                  <a:pt x="4881759" y="84859"/>
                </a:lnTo>
                <a:lnTo>
                  <a:pt x="4898519" y="147967"/>
                </a:lnTo>
                <a:lnTo>
                  <a:pt x="4917065" y="147967"/>
                </a:lnTo>
                <a:lnTo>
                  <a:pt x="4949991" y="42645"/>
                </a:lnTo>
                <a:close/>
                <a:moveTo>
                  <a:pt x="4982882" y="42645"/>
                </a:moveTo>
                <a:lnTo>
                  <a:pt x="4965031" y="42645"/>
                </a:lnTo>
                <a:lnTo>
                  <a:pt x="4965031" y="147967"/>
                </a:lnTo>
                <a:lnTo>
                  <a:pt x="4982882" y="147967"/>
                </a:lnTo>
                <a:lnTo>
                  <a:pt x="4982882" y="42645"/>
                </a:lnTo>
                <a:close/>
                <a:moveTo>
                  <a:pt x="4237883" y="42645"/>
                </a:moveTo>
                <a:lnTo>
                  <a:pt x="4220032" y="42645"/>
                </a:lnTo>
                <a:lnTo>
                  <a:pt x="4220032" y="147967"/>
                </a:lnTo>
                <a:lnTo>
                  <a:pt x="4237883" y="147967"/>
                </a:lnTo>
                <a:lnTo>
                  <a:pt x="4237883" y="42645"/>
                </a:lnTo>
                <a:close/>
                <a:moveTo>
                  <a:pt x="4533485" y="165942"/>
                </a:moveTo>
                <a:lnTo>
                  <a:pt x="4533765" y="167144"/>
                </a:lnTo>
                <a:lnTo>
                  <a:pt x="4534086" y="168315"/>
                </a:lnTo>
                <a:lnTo>
                  <a:pt x="4534449" y="169457"/>
                </a:lnTo>
                <a:lnTo>
                  <a:pt x="4534853" y="170569"/>
                </a:lnTo>
                <a:lnTo>
                  <a:pt x="4535299" y="171651"/>
                </a:lnTo>
                <a:lnTo>
                  <a:pt x="4535787" y="172703"/>
                </a:lnTo>
                <a:lnTo>
                  <a:pt x="4536316" y="173726"/>
                </a:lnTo>
                <a:lnTo>
                  <a:pt x="4536887" y="174718"/>
                </a:lnTo>
                <a:lnTo>
                  <a:pt x="4537500" y="175681"/>
                </a:lnTo>
                <a:lnTo>
                  <a:pt x="4538155" y="176614"/>
                </a:lnTo>
                <a:lnTo>
                  <a:pt x="4538851" y="177516"/>
                </a:lnTo>
                <a:lnTo>
                  <a:pt x="4539589" y="178389"/>
                </a:lnTo>
                <a:lnTo>
                  <a:pt x="4540368" y="179233"/>
                </a:lnTo>
                <a:lnTo>
                  <a:pt x="4541189" y="180046"/>
                </a:lnTo>
                <a:lnTo>
                  <a:pt x="4542052" y="180829"/>
                </a:lnTo>
                <a:lnTo>
                  <a:pt x="4542956" y="181583"/>
                </a:lnTo>
                <a:lnTo>
                  <a:pt x="4543902" y="182306"/>
                </a:lnTo>
                <a:lnTo>
                  <a:pt x="4544882" y="183000"/>
                </a:lnTo>
                <a:lnTo>
                  <a:pt x="4545887" y="183665"/>
                </a:lnTo>
                <a:lnTo>
                  <a:pt x="4546916" y="184299"/>
                </a:lnTo>
                <a:lnTo>
                  <a:pt x="4547971" y="184905"/>
                </a:lnTo>
                <a:lnTo>
                  <a:pt x="4549051" y="185481"/>
                </a:lnTo>
                <a:lnTo>
                  <a:pt x="4550157" y="186027"/>
                </a:lnTo>
                <a:lnTo>
                  <a:pt x="4551287" y="186544"/>
                </a:lnTo>
                <a:lnTo>
                  <a:pt x="4552442" y="187031"/>
                </a:lnTo>
                <a:lnTo>
                  <a:pt x="4553623" y="187488"/>
                </a:lnTo>
                <a:lnTo>
                  <a:pt x="4554829" y="187917"/>
                </a:lnTo>
                <a:lnTo>
                  <a:pt x="4556060" y="188315"/>
                </a:lnTo>
                <a:lnTo>
                  <a:pt x="4557316" y="188684"/>
                </a:lnTo>
                <a:lnTo>
                  <a:pt x="4558597" y="189024"/>
                </a:lnTo>
                <a:lnTo>
                  <a:pt x="4559903" y="189334"/>
                </a:lnTo>
                <a:lnTo>
                  <a:pt x="4561235" y="189614"/>
                </a:lnTo>
                <a:lnTo>
                  <a:pt x="4562591" y="189865"/>
                </a:lnTo>
                <a:lnTo>
                  <a:pt x="4563973" y="190087"/>
                </a:lnTo>
                <a:lnTo>
                  <a:pt x="4565380" y="190279"/>
                </a:lnTo>
                <a:lnTo>
                  <a:pt x="4566812" y="190441"/>
                </a:lnTo>
                <a:lnTo>
                  <a:pt x="4568269" y="190574"/>
                </a:lnTo>
                <a:lnTo>
                  <a:pt x="4569751" y="190678"/>
                </a:lnTo>
                <a:lnTo>
                  <a:pt x="4571259" y="190751"/>
                </a:lnTo>
                <a:lnTo>
                  <a:pt x="4572791" y="190796"/>
                </a:lnTo>
                <a:lnTo>
                  <a:pt x="4574349" y="190810"/>
                </a:lnTo>
                <a:lnTo>
                  <a:pt x="4575662" y="190800"/>
                </a:lnTo>
                <a:lnTo>
                  <a:pt x="4576959" y="190769"/>
                </a:lnTo>
                <a:lnTo>
                  <a:pt x="4578237" y="190717"/>
                </a:lnTo>
                <a:lnTo>
                  <a:pt x="4579499" y="190645"/>
                </a:lnTo>
                <a:lnTo>
                  <a:pt x="4580743" y="190552"/>
                </a:lnTo>
                <a:lnTo>
                  <a:pt x="4581970" y="190438"/>
                </a:lnTo>
                <a:lnTo>
                  <a:pt x="4583179" y="190304"/>
                </a:lnTo>
                <a:lnTo>
                  <a:pt x="4584371" y="190149"/>
                </a:lnTo>
                <a:lnTo>
                  <a:pt x="4585545" y="189973"/>
                </a:lnTo>
                <a:lnTo>
                  <a:pt x="4586702" y="189776"/>
                </a:lnTo>
                <a:lnTo>
                  <a:pt x="4587842" y="189559"/>
                </a:lnTo>
                <a:lnTo>
                  <a:pt x="4588965" y="189321"/>
                </a:lnTo>
                <a:lnTo>
                  <a:pt x="4590069" y="189063"/>
                </a:lnTo>
                <a:lnTo>
                  <a:pt x="4591157" y="188783"/>
                </a:lnTo>
                <a:lnTo>
                  <a:pt x="4592227" y="188484"/>
                </a:lnTo>
                <a:lnTo>
                  <a:pt x="4593280" y="188163"/>
                </a:lnTo>
                <a:lnTo>
                  <a:pt x="4594315" y="187822"/>
                </a:lnTo>
                <a:lnTo>
                  <a:pt x="4595333" y="187460"/>
                </a:lnTo>
                <a:lnTo>
                  <a:pt x="4596334" y="187077"/>
                </a:lnTo>
                <a:lnTo>
                  <a:pt x="4597317" y="186674"/>
                </a:lnTo>
                <a:lnTo>
                  <a:pt x="4598283" y="186250"/>
                </a:lnTo>
                <a:lnTo>
                  <a:pt x="4599231" y="185805"/>
                </a:lnTo>
                <a:lnTo>
                  <a:pt x="4600162" y="185340"/>
                </a:lnTo>
                <a:lnTo>
                  <a:pt x="4601076" y="184854"/>
                </a:lnTo>
                <a:lnTo>
                  <a:pt x="4601971" y="184350"/>
                </a:lnTo>
                <a:lnTo>
                  <a:pt x="4602845" y="183832"/>
                </a:lnTo>
                <a:lnTo>
                  <a:pt x="4603700" y="183298"/>
                </a:lnTo>
                <a:lnTo>
                  <a:pt x="4604533" y="182749"/>
                </a:lnTo>
                <a:lnTo>
                  <a:pt x="4605347" y="182186"/>
                </a:lnTo>
                <a:lnTo>
                  <a:pt x="4606140" y="181607"/>
                </a:lnTo>
                <a:lnTo>
                  <a:pt x="4606913" y="181014"/>
                </a:lnTo>
                <a:lnTo>
                  <a:pt x="4607666" y="180405"/>
                </a:lnTo>
                <a:lnTo>
                  <a:pt x="4608398" y="179782"/>
                </a:lnTo>
                <a:lnTo>
                  <a:pt x="4609110" y="179143"/>
                </a:lnTo>
                <a:lnTo>
                  <a:pt x="4609802" y="178489"/>
                </a:lnTo>
                <a:lnTo>
                  <a:pt x="4610473" y="177821"/>
                </a:lnTo>
                <a:lnTo>
                  <a:pt x="4611124" y="177137"/>
                </a:lnTo>
                <a:lnTo>
                  <a:pt x="4611755" y="176439"/>
                </a:lnTo>
                <a:lnTo>
                  <a:pt x="4612365" y="175725"/>
                </a:lnTo>
                <a:lnTo>
                  <a:pt x="4612955" y="174997"/>
                </a:lnTo>
                <a:lnTo>
                  <a:pt x="4613525" y="174254"/>
                </a:lnTo>
                <a:lnTo>
                  <a:pt x="4614074" y="173495"/>
                </a:lnTo>
                <a:lnTo>
                  <a:pt x="4614603" y="172722"/>
                </a:lnTo>
                <a:lnTo>
                  <a:pt x="4615112" y="171933"/>
                </a:lnTo>
                <a:lnTo>
                  <a:pt x="4615600" y="171130"/>
                </a:lnTo>
                <a:lnTo>
                  <a:pt x="4616069" y="170311"/>
                </a:lnTo>
                <a:lnTo>
                  <a:pt x="4616516" y="169478"/>
                </a:lnTo>
                <a:lnTo>
                  <a:pt x="4616944" y="168630"/>
                </a:lnTo>
                <a:lnTo>
                  <a:pt x="4617353" y="167749"/>
                </a:lnTo>
                <a:lnTo>
                  <a:pt x="4617744" y="166818"/>
                </a:lnTo>
                <a:lnTo>
                  <a:pt x="4618118" y="165838"/>
                </a:lnTo>
                <a:lnTo>
                  <a:pt x="4618474" y="164808"/>
                </a:lnTo>
                <a:lnTo>
                  <a:pt x="4618813" y="163728"/>
                </a:lnTo>
                <a:lnTo>
                  <a:pt x="4619135" y="162598"/>
                </a:lnTo>
                <a:lnTo>
                  <a:pt x="4619439" y="161418"/>
                </a:lnTo>
                <a:lnTo>
                  <a:pt x="4619726" y="160189"/>
                </a:lnTo>
                <a:lnTo>
                  <a:pt x="4619996" y="158910"/>
                </a:lnTo>
                <a:lnTo>
                  <a:pt x="4620248" y="157581"/>
                </a:lnTo>
                <a:lnTo>
                  <a:pt x="4620483" y="156202"/>
                </a:lnTo>
                <a:lnTo>
                  <a:pt x="4620700" y="154774"/>
                </a:lnTo>
                <a:lnTo>
                  <a:pt x="4620900" y="153296"/>
                </a:lnTo>
                <a:lnTo>
                  <a:pt x="4621083" y="151768"/>
                </a:lnTo>
                <a:lnTo>
                  <a:pt x="4621248" y="150190"/>
                </a:lnTo>
                <a:lnTo>
                  <a:pt x="4621396" y="148562"/>
                </a:lnTo>
                <a:lnTo>
                  <a:pt x="4621526" y="146885"/>
                </a:lnTo>
                <a:lnTo>
                  <a:pt x="4621639" y="145157"/>
                </a:lnTo>
                <a:lnTo>
                  <a:pt x="4621735" y="143380"/>
                </a:lnTo>
                <a:lnTo>
                  <a:pt x="4621813" y="141553"/>
                </a:lnTo>
                <a:lnTo>
                  <a:pt x="4621874" y="139677"/>
                </a:lnTo>
                <a:lnTo>
                  <a:pt x="4621917" y="137750"/>
                </a:lnTo>
                <a:lnTo>
                  <a:pt x="4621943" y="135774"/>
                </a:lnTo>
                <a:lnTo>
                  <a:pt x="4621952" y="133748"/>
                </a:lnTo>
                <a:lnTo>
                  <a:pt x="4621952" y="42645"/>
                </a:lnTo>
                <a:lnTo>
                  <a:pt x="4605489" y="42645"/>
                </a:lnTo>
                <a:lnTo>
                  <a:pt x="4605489" y="55438"/>
                </a:lnTo>
                <a:lnTo>
                  <a:pt x="4604470" y="54200"/>
                </a:lnTo>
                <a:lnTo>
                  <a:pt x="4603427" y="53015"/>
                </a:lnTo>
                <a:lnTo>
                  <a:pt x="4602362" y="51882"/>
                </a:lnTo>
                <a:lnTo>
                  <a:pt x="4601274" y="50802"/>
                </a:lnTo>
                <a:lnTo>
                  <a:pt x="4600164" y="49774"/>
                </a:lnTo>
                <a:lnTo>
                  <a:pt x="4599031" y="48800"/>
                </a:lnTo>
                <a:lnTo>
                  <a:pt x="4597875" y="47878"/>
                </a:lnTo>
                <a:lnTo>
                  <a:pt x="4596696" y="47008"/>
                </a:lnTo>
                <a:lnTo>
                  <a:pt x="4595494" y="46192"/>
                </a:lnTo>
                <a:lnTo>
                  <a:pt x="4594270" y="45428"/>
                </a:lnTo>
                <a:lnTo>
                  <a:pt x="4593023" y="44717"/>
                </a:lnTo>
                <a:lnTo>
                  <a:pt x="4591754" y="44058"/>
                </a:lnTo>
                <a:lnTo>
                  <a:pt x="4590461" y="43452"/>
                </a:lnTo>
                <a:lnTo>
                  <a:pt x="4589146" y="42899"/>
                </a:lnTo>
                <a:lnTo>
                  <a:pt x="4587809" y="42398"/>
                </a:lnTo>
                <a:lnTo>
                  <a:pt x="4586448" y="41951"/>
                </a:lnTo>
                <a:lnTo>
                  <a:pt x="4585065" y="41555"/>
                </a:lnTo>
                <a:lnTo>
                  <a:pt x="4583659" y="41213"/>
                </a:lnTo>
                <a:lnTo>
                  <a:pt x="4582230" y="40923"/>
                </a:lnTo>
                <a:lnTo>
                  <a:pt x="4580779" y="40686"/>
                </a:lnTo>
                <a:lnTo>
                  <a:pt x="4579304" y="40502"/>
                </a:lnTo>
                <a:lnTo>
                  <a:pt x="4577807" y="40370"/>
                </a:lnTo>
                <a:lnTo>
                  <a:pt x="4576288" y="40291"/>
                </a:lnTo>
                <a:lnTo>
                  <a:pt x="4574745" y="40265"/>
                </a:lnTo>
                <a:lnTo>
                  <a:pt x="4573586" y="40277"/>
                </a:lnTo>
                <a:lnTo>
                  <a:pt x="4572440" y="40313"/>
                </a:lnTo>
                <a:lnTo>
                  <a:pt x="4571306" y="40373"/>
                </a:lnTo>
                <a:lnTo>
                  <a:pt x="4570185" y="40457"/>
                </a:lnTo>
                <a:lnTo>
                  <a:pt x="4569076" y="40566"/>
                </a:lnTo>
                <a:lnTo>
                  <a:pt x="4567980" y="40698"/>
                </a:lnTo>
                <a:lnTo>
                  <a:pt x="4566896" y="40855"/>
                </a:lnTo>
                <a:lnTo>
                  <a:pt x="4565825" y="41036"/>
                </a:lnTo>
                <a:lnTo>
                  <a:pt x="4564767" y="41241"/>
                </a:lnTo>
                <a:lnTo>
                  <a:pt x="4563721" y="41470"/>
                </a:lnTo>
                <a:lnTo>
                  <a:pt x="4562688" y="41723"/>
                </a:lnTo>
                <a:lnTo>
                  <a:pt x="4561667" y="42000"/>
                </a:lnTo>
                <a:lnTo>
                  <a:pt x="4560659" y="42301"/>
                </a:lnTo>
                <a:lnTo>
                  <a:pt x="4559663" y="42627"/>
                </a:lnTo>
                <a:lnTo>
                  <a:pt x="4558680" y="42976"/>
                </a:lnTo>
                <a:lnTo>
                  <a:pt x="4557710" y="43350"/>
                </a:lnTo>
                <a:lnTo>
                  <a:pt x="4556752" y="43748"/>
                </a:lnTo>
                <a:lnTo>
                  <a:pt x="4555806" y="44170"/>
                </a:lnTo>
                <a:lnTo>
                  <a:pt x="4554874" y="44615"/>
                </a:lnTo>
                <a:lnTo>
                  <a:pt x="4553953" y="45086"/>
                </a:lnTo>
                <a:lnTo>
                  <a:pt x="4553046" y="45580"/>
                </a:lnTo>
                <a:lnTo>
                  <a:pt x="4552151" y="46098"/>
                </a:lnTo>
                <a:lnTo>
                  <a:pt x="4551268" y="46640"/>
                </a:lnTo>
                <a:lnTo>
                  <a:pt x="4550398" y="47207"/>
                </a:lnTo>
                <a:lnTo>
                  <a:pt x="4549543" y="47795"/>
                </a:lnTo>
                <a:lnTo>
                  <a:pt x="4548705" y="48404"/>
                </a:lnTo>
                <a:lnTo>
                  <a:pt x="4547884" y="49033"/>
                </a:lnTo>
                <a:lnTo>
                  <a:pt x="4547080" y="49682"/>
                </a:lnTo>
                <a:lnTo>
                  <a:pt x="4546293" y="50351"/>
                </a:lnTo>
                <a:lnTo>
                  <a:pt x="4545523" y="51040"/>
                </a:lnTo>
                <a:lnTo>
                  <a:pt x="4544770" y="51750"/>
                </a:lnTo>
                <a:lnTo>
                  <a:pt x="4544035" y="52479"/>
                </a:lnTo>
                <a:lnTo>
                  <a:pt x="4543316" y="53229"/>
                </a:lnTo>
                <a:lnTo>
                  <a:pt x="4542614" y="53999"/>
                </a:lnTo>
                <a:lnTo>
                  <a:pt x="4541930" y="54789"/>
                </a:lnTo>
                <a:lnTo>
                  <a:pt x="4541262" y="55599"/>
                </a:lnTo>
                <a:lnTo>
                  <a:pt x="4540611" y="56430"/>
                </a:lnTo>
                <a:lnTo>
                  <a:pt x="4539978" y="57280"/>
                </a:lnTo>
                <a:lnTo>
                  <a:pt x="4539361" y="58151"/>
                </a:lnTo>
                <a:lnTo>
                  <a:pt x="4538762" y="59041"/>
                </a:lnTo>
                <a:lnTo>
                  <a:pt x="4538180" y="59952"/>
                </a:lnTo>
                <a:lnTo>
                  <a:pt x="4537614" y="60883"/>
                </a:lnTo>
                <a:lnTo>
                  <a:pt x="4537066" y="61835"/>
                </a:lnTo>
                <a:lnTo>
                  <a:pt x="4536535" y="62806"/>
                </a:lnTo>
                <a:lnTo>
                  <a:pt x="4536020" y="63797"/>
                </a:lnTo>
                <a:lnTo>
                  <a:pt x="4535523" y="64809"/>
                </a:lnTo>
                <a:lnTo>
                  <a:pt x="4535043" y="65841"/>
                </a:lnTo>
                <a:lnTo>
                  <a:pt x="4534580" y="66893"/>
                </a:lnTo>
                <a:lnTo>
                  <a:pt x="4534135" y="67959"/>
                </a:lnTo>
                <a:lnTo>
                  <a:pt x="4533709" y="69033"/>
                </a:lnTo>
                <a:lnTo>
                  <a:pt x="4533302" y="70115"/>
                </a:lnTo>
                <a:lnTo>
                  <a:pt x="4532913" y="71205"/>
                </a:lnTo>
                <a:lnTo>
                  <a:pt x="4532544" y="72304"/>
                </a:lnTo>
                <a:lnTo>
                  <a:pt x="4532194" y="73410"/>
                </a:lnTo>
                <a:lnTo>
                  <a:pt x="4531862" y="74525"/>
                </a:lnTo>
                <a:lnTo>
                  <a:pt x="4531550" y="75648"/>
                </a:lnTo>
                <a:lnTo>
                  <a:pt x="4531256" y="76778"/>
                </a:lnTo>
                <a:lnTo>
                  <a:pt x="4530982" y="77917"/>
                </a:lnTo>
                <a:lnTo>
                  <a:pt x="4530726" y="79064"/>
                </a:lnTo>
                <a:lnTo>
                  <a:pt x="4530489" y="80219"/>
                </a:lnTo>
                <a:lnTo>
                  <a:pt x="4530271" y="81382"/>
                </a:lnTo>
                <a:lnTo>
                  <a:pt x="4530072" y="82554"/>
                </a:lnTo>
                <a:lnTo>
                  <a:pt x="4529893" y="83733"/>
                </a:lnTo>
                <a:lnTo>
                  <a:pt x="4529732" y="84920"/>
                </a:lnTo>
                <a:lnTo>
                  <a:pt x="4529590" y="86116"/>
                </a:lnTo>
                <a:lnTo>
                  <a:pt x="4529466" y="87319"/>
                </a:lnTo>
                <a:lnTo>
                  <a:pt x="4529362" y="88531"/>
                </a:lnTo>
                <a:lnTo>
                  <a:pt x="4529277" y="89751"/>
                </a:lnTo>
                <a:lnTo>
                  <a:pt x="4529211" y="90979"/>
                </a:lnTo>
                <a:lnTo>
                  <a:pt x="4529163" y="92215"/>
                </a:lnTo>
                <a:lnTo>
                  <a:pt x="4529135" y="93459"/>
                </a:lnTo>
                <a:lnTo>
                  <a:pt x="4529126" y="94711"/>
                </a:lnTo>
                <a:lnTo>
                  <a:pt x="4529146" y="96527"/>
                </a:lnTo>
                <a:lnTo>
                  <a:pt x="4529208" y="98320"/>
                </a:lnTo>
                <a:lnTo>
                  <a:pt x="4529311" y="100093"/>
                </a:lnTo>
                <a:lnTo>
                  <a:pt x="4529456" y="101843"/>
                </a:lnTo>
                <a:lnTo>
                  <a:pt x="4529642" y="103572"/>
                </a:lnTo>
                <a:lnTo>
                  <a:pt x="4529869" y="105279"/>
                </a:lnTo>
                <a:lnTo>
                  <a:pt x="4530138" y="106965"/>
                </a:lnTo>
                <a:lnTo>
                  <a:pt x="4530448" y="108628"/>
                </a:lnTo>
                <a:lnTo>
                  <a:pt x="4530799" y="110270"/>
                </a:lnTo>
                <a:lnTo>
                  <a:pt x="4531192" y="111891"/>
                </a:lnTo>
                <a:lnTo>
                  <a:pt x="4531626" y="113489"/>
                </a:lnTo>
                <a:lnTo>
                  <a:pt x="4532101" y="115066"/>
                </a:lnTo>
                <a:lnTo>
                  <a:pt x="4532617" y="116622"/>
                </a:lnTo>
                <a:lnTo>
                  <a:pt x="4533175" y="118155"/>
                </a:lnTo>
                <a:lnTo>
                  <a:pt x="4533774" y="119667"/>
                </a:lnTo>
                <a:lnTo>
                  <a:pt x="4534415" y="121157"/>
                </a:lnTo>
                <a:lnTo>
                  <a:pt x="4535097" y="122626"/>
                </a:lnTo>
                <a:lnTo>
                  <a:pt x="4535820" y="124073"/>
                </a:lnTo>
                <a:lnTo>
                  <a:pt x="4536584" y="125498"/>
                </a:lnTo>
                <a:lnTo>
                  <a:pt x="4537390" y="126901"/>
                </a:lnTo>
                <a:lnTo>
                  <a:pt x="4538237" y="128283"/>
                </a:lnTo>
                <a:lnTo>
                  <a:pt x="4539126" y="129643"/>
                </a:lnTo>
                <a:lnTo>
                  <a:pt x="4540055" y="130981"/>
                </a:lnTo>
                <a:lnTo>
                  <a:pt x="4541026" y="132298"/>
                </a:lnTo>
                <a:lnTo>
                  <a:pt x="4542035" y="133576"/>
                </a:lnTo>
                <a:lnTo>
                  <a:pt x="4543078" y="134801"/>
                </a:lnTo>
                <a:lnTo>
                  <a:pt x="4544155" y="135970"/>
                </a:lnTo>
                <a:lnTo>
                  <a:pt x="4545266" y="137086"/>
                </a:lnTo>
                <a:lnTo>
                  <a:pt x="4546411" y="138147"/>
                </a:lnTo>
                <a:lnTo>
                  <a:pt x="4547590" y="139153"/>
                </a:lnTo>
                <a:lnTo>
                  <a:pt x="4548804" y="140105"/>
                </a:lnTo>
                <a:lnTo>
                  <a:pt x="4550051" y="141003"/>
                </a:lnTo>
                <a:lnTo>
                  <a:pt x="4551333" y="141846"/>
                </a:lnTo>
                <a:lnTo>
                  <a:pt x="4552648" y="142635"/>
                </a:lnTo>
                <a:lnTo>
                  <a:pt x="4553998" y="143370"/>
                </a:lnTo>
                <a:lnTo>
                  <a:pt x="4555382" y="144050"/>
                </a:lnTo>
                <a:lnTo>
                  <a:pt x="4556800" y="144676"/>
                </a:lnTo>
                <a:lnTo>
                  <a:pt x="4558252" y="145247"/>
                </a:lnTo>
                <a:lnTo>
                  <a:pt x="4559738" y="145764"/>
                </a:lnTo>
                <a:lnTo>
                  <a:pt x="4561258" y="146226"/>
                </a:lnTo>
                <a:lnTo>
                  <a:pt x="4562812" y="146634"/>
                </a:lnTo>
                <a:lnTo>
                  <a:pt x="4564400" y="146988"/>
                </a:lnTo>
                <a:lnTo>
                  <a:pt x="4566023" y="147287"/>
                </a:lnTo>
                <a:lnTo>
                  <a:pt x="4567679" y="147532"/>
                </a:lnTo>
                <a:lnTo>
                  <a:pt x="4569370" y="147722"/>
                </a:lnTo>
                <a:lnTo>
                  <a:pt x="4571095" y="147858"/>
                </a:lnTo>
                <a:lnTo>
                  <a:pt x="4572853" y="147940"/>
                </a:lnTo>
                <a:lnTo>
                  <a:pt x="4574646" y="147967"/>
                </a:lnTo>
                <a:lnTo>
                  <a:pt x="4576091" y="147943"/>
                </a:lnTo>
                <a:lnTo>
                  <a:pt x="4577515" y="147871"/>
                </a:lnTo>
                <a:lnTo>
                  <a:pt x="4578920" y="147750"/>
                </a:lnTo>
                <a:lnTo>
                  <a:pt x="4580305" y="147582"/>
                </a:lnTo>
                <a:lnTo>
                  <a:pt x="4581669" y="147365"/>
                </a:lnTo>
                <a:lnTo>
                  <a:pt x="4583014" y="147100"/>
                </a:lnTo>
                <a:lnTo>
                  <a:pt x="4584339" y="146787"/>
                </a:lnTo>
                <a:lnTo>
                  <a:pt x="4585644" y="146425"/>
                </a:lnTo>
                <a:lnTo>
                  <a:pt x="4586928" y="146016"/>
                </a:lnTo>
                <a:lnTo>
                  <a:pt x="4588193" y="145558"/>
                </a:lnTo>
                <a:lnTo>
                  <a:pt x="4589438" y="145052"/>
                </a:lnTo>
                <a:lnTo>
                  <a:pt x="4590663" y="144498"/>
                </a:lnTo>
                <a:lnTo>
                  <a:pt x="4591868" y="143895"/>
                </a:lnTo>
                <a:lnTo>
                  <a:pt x="4593053" y="143245"/>
                </a:lnTo>
                <a:lnTo>
                  <a:pt x="4594218" y="142546"/>
                </a:lnTo>
                <a:lnTo>
                  <a:pt x="4595363" y="141799"/>
                </a:lnTo>
                <a:lnTo>
                  <a:pt x="4596488" y="141004"/>
                </a:lnTo>
                <a:lnTo>
                  <a:pt x="4597593" y="140161"/>
                </a:lnTo>
                <a:lnTo>
                  <a:pt x="4598678" y="139269"/>
                </a:lnTo>
                <a:lnTo>
                  <a:pt x="4599743" y="138330"/>
                </a:lnTo>
                <a:lnTo>
                  <a:pt x="4600788" y="137342"/>
                </a:lnTo>
                <a:lnTo>
                  <a:pt x="4601813" y="136306"/>
                </a:lnTo>
                <a:lnTo>
                  <a:pt x="4602818" y="135222"/>
                </a:lnTo>
                <a:lnTo>
                  <a:pt x="4603803" y="134089"/>
                </a:lnTo>
                <a:lnTo>
                  <a:pt x="4603809" y="135526"/>
                </a:lnTo>
                <a:lnTo>
                  <a:pt x="4603810" y="136921"/>
                </a:lnTo>
                <a:lnTo>
                  <a:pt x="4603805" y="138275"/>
                </a:lnTo>
                <a:lnTo>
                  <a:pt x="4603795" y="139587"/>
                </a:lnTo>
                <a:lnTo>
                  <a:pt x="4603780" y="140857"/>
                </a:lnTo>
                <a:lnTo>
                  <a:pt x="4603760" y="142085"/>
                </a:lnTo>
                <a:lnTo>
                  <a:pt x="4603735" y="143271"/>
                </a:lnTo>
                <a:lnTo>
                  <a:pt x="4603704" y="144416"/>
                </a:lnTo>
                <a:lnTo>
                  <a:pt x="4603669" y="145518"/>
                </a:lnTo>
                <a:lnTo>
                  <a:pt x="4603628" y="146580"/>
                </a:lnTo>
                <a:lnTo>
                  <a:pt x="4603582" y="147599"/>
                </a:lnTo>
                <a:lnTo>
                  <a:pt x="4603531" y="148576"/>
                </a:lnTo>
                <a:lnTo>
                  <a:pt x="4603474" y="149512"/>
                </a:lnTo>
                <a:lnTo>
                  <a:pt x="4603413" y="150406"/>
                </a:lnTo>
                <a:lnTo>
                  <a:pt x="4603346" y="151258"/>
                </a:lnTo>
                <a:lnTo>
                  <a:pt x="4603274" y="152069"/>
                </a:lnTo>
                <a:lnTo>
                  <a:pt x="4603197" y="152837"/>
                </a:lnTo>
                <a:lnTo>
                  <a:pt x="4603115" y="153564"/>
                </a:lnTo>
                <a:lnTo>
                  <a:pt x="4603028" y="154249"/>
                </a:lnTo>
                <a:lnTo>
                  <a:pt x="4602936" y="154892"/>
                </a:lnTo>
                <a:lnTo>
                  <a:pt x="4602838" y="155494"/>
                </a:lnTo>
                <a:lnTo>
                  <a:pt x="4602735" y="156054"/>
                </a:lnTo>
                <a:lnTo>
                  <a:pt x="4602627" y="156572"/>
                </a:lnTo>
                <a:lnTo>
                  <a:pt x="4602514" y="157048"/>
                </a:lnTo>
                <a:lnTo>
                  <a:pt x="4602308" y="157787"/>
                </a:lnTo>
                <a:lnTo>
                  <a:pt x="4602087" y="158512"/>
                </a:lnTo>
                <a:lnTo>
                  <a:pt x="4601851" y="159223"/>
                </a:lnTo>
                <a:lnTo>
                  <a:pt x="4601600" y="159920"/>
                </a:lnTo>
                <a:lnTo>
                  <a:pt x="4601333" y="160603"/>
                </a:lnTo>
                <a:lnTo>
                  <a:pt x="4601051" y="161273"/>
                </a:lnTo>
                <a:lnTo>
                  <a:pt x="4600754" y="161929"/>
                </a:lnTo>
                <a:lnTo>
                  <a:pt x="4600442" y="162571"/>
                </a:lnTo>
                <a:lnTo>
                  <a:pt x="4600115" y="163199"/>
                </a:lnTo>
                <a:lnTo>
                  <a:pt x="4599773" y="163813"/>
                </a:lnTo>
                <a:lnTo>
                  <a:pt x="4599416" y="164414"/>
                </a:lnTo>
                <a:lnTo>
                  <a:pt x="4599043" y="165000"/>
                </a:lnTo>
                <a:lnTo>
                  <a:pt x="4598655" y="165573"/>
                </a:lnTo>
                <a:lnTo>
                  <a:pt x="4598252" y="166132"/>
                </a:lnTo>
                <a:lnTo>
                  <a:pt x="4597834" y="166678"/>
                </a:lnTo>
                <a:lnTo>
                  <a:pt x="4597401" y="167209"/>
                </a:lnTo>
                <a:lnTo>
                  <a:pt x="4596953" y="167727"/>
                </a:lnTo>
                <a:lnTo>
                  <a:pt x="4596489" y="168231"/>
                </a:lnTo>
                <a:lnTo>
                  <a:pt x="4596011" y="168721"/>
                </a:lnTo>
                <a:lnTo>
                  <a:pt x="4595517" y="169197"/>
                </a:lnTo>
                <a:lnTo>
                  <a:pt x="4595008" y="169659"/>
                </a:lnTo>
                <a:lnTo>
                  <a:pt x="4594484" y="170108"/>
                </a:lnTo>
                <a:lnTo>
                  <a:pt x="4593945" y="170542"/>
                </a:lnTo>
                <a:lnTo>
                  <a:pt x="4593390" y="170963"/>
                </a:lnTo>
                <a:lnTo>
                  <a:pt x="4592818" y="171369"/>
                </a:lnTo>
                <a:lnTo>
                  <a:pt x="4592227" y="171757"/>
                </a:lnTo>
                <a:lnTo>
                  <a:pt x="4591616" y="172128"/>
                </a:lnTo>
                <a:lnTo>
                  <a:pt x="4590985" y="172482"/>
                </a:lnTo>
                <a:lnTo>
                  <a:pt x="4590335" y="172819"/>
                </a:lnTo>
                <a:lnTo>
                  <a:pt x="4589665" y="173138"/>
                </a:lnTo>
                <a:lnTo>
                  <a:pt x="4588975" y="173440"/>
                </a:lnTo>
                <a:lnTo>
                  <a:pt x="4588266" y="173725"/>
                </a:lnTo>
                <a:lnTo>
                  <a:pt x="4587537" y="173992"/>
                </a:lnTo>
                <a:lnTo>
                  <a:pt x="4586789" y="174243"/>
                </a:lnTo>
                <a:lnTo>
                  <a:pt x="4586021" y="174476"/>
                </a:lnTo>
                <a:lnTo>
                  <a:pt x="4585233" y="174692"/>
                </a:lnTo>
                <a:lnTo>
                  <a:pt x="4584426" y="174890"/>
                </a:lnTo>
                <a:lnTo>
                  <a:pt x="4583599" y="175071"/>
                </a:lnTo>
                <a:lnTo>
                  <a:pt x="4582752" y="175235"/>
                </a:lnTo>
                <a:lnTo>
                  <a:pt x="4581886" y="175382"/>
                </a:lnTo>
                <a:lnTo>
                  <a:pt x="4581000" y="175511"/>
                </a:lnTo>
                <a:lnTo>
                  <a:pt x="4580095" y="175624"/>
                </a:lnTo>
                <a:lnTo>
                  <a:pt x="4579170" y="175719"/>
                </a:lnTo>
                <a:lnTo>
                  <a:pt x="4578225" y="175796"/>
                </a:lnTo>
                <a:lnTo>
                  <a:pt x="4577260" y="175857"/>
                </a:lnTo>
                <a:lnTo>
                  <a:pt x="4576276" y="175900"/>
                </a:lnTo>
                <a:lnTo>
                  <a:pt x="4575273" y="175926"/>
                </a:lnTo>
                <a:lnTo>
                  <a:pt x="4574250" y="175934"/>
                </a:lnTo>
                <a:lnTo>
                  <a:pt x="4573299" y="175926"/>
                </a:lnTo>
                <a:lnTo>
                  <a:pt x="4572366" y="175900"/>
                </a:lnTo>
                <a:lnTo>
                  <a:pt x="4571449" y="175857"/>
                </a:lnTo>
                <a:lnTo>
                  <a:pt x="4570550" y="175797"/>
                </a:lnTo>
                <a:lnTo>
                  <a:pt x="4569667" y="175719"/>
                </a:lnTo>
                <a:lnTo>
                  <a:pt x="4568801" y="175624"/>
                </a:lnTo>
                <a:lnTo>
                  <a:pt x="4567952" y="175512"/>
                </a:lnTo>
                <a:lnTo>
                  <a:pt x="4567120" y="175383"/>
                </a:lnTo>
                <a:lnTo>
                  <a:pt x="4566305" y="175237"/>
                </a:lnTo>
                <a:lnTo>
                  <a:pt x="4565506" y="175073"/>
                </a:lnTo>
                <a:lnTo>
                  <a:pt x="4564725" y="174893"/>
                </a:lnTo>
                <a:lnTo>
                  <a:pt x="4563960" y="174695"/>
                </a:lnTo>
                <a:lnTo>
                  <a:pt x="4563213" y="174479"/>
                </a:lnTo>
                <a:lnTo>
                  <a:pt x="4562482" y="174247"/>
                </a:lnTo>
                <a:lnTo>
                  <a:pt x="4561768" y="173997"/>
                </a:lnTo>
                <a:lnTo>
                  <a:pt x="4561070" y="173730"/>
                </a:lnTo>
                <a:lnTo>
                  <a:pt x="4560390" y="173446"/>
                </a:lnTo>
                <a:lnTo>
                  <a:pt x="4559727" y="173145"/>
                </a:lnTo>
                <a:lnTo>
                  <a:pt x="4559080" y="172827"/>
                </a:lnTo>
                <a:lnTo>
                  <a:pt x="4558451" y="172491"/>
                </a:lnTo>
                <a:lnTo>
                  <a:pt x="4557838" y="172138"/>
                </a:lnTo>
                <a:lnTo>
                  <a:pt x="4557242" y="171768"/>
                </a:lnTo>
                <a:lnTo>
                  <a:pt x="4556663" y="171380"/>
                </a:lnTo>
                <a:lnTo>
                  <a:pt x="4556101" y="170976"/>
                </a:lnTo>
                <a:lnTo>
                  <a:pt x="4555694" y="170662"/>
                </a:lnTo>
                <a:lnTo>
                  <a:pt x="4555301" y="170334"/>
                </a:lnTo>
                <a:lnTo>
                  <a:pt x="4554922" y="169990"/>
                </a:lnTo>
                <a:lnTo>
                  <a:pt x="4554555" y="169631"/>
                </a:lnTo>
                <a:lnTo>
                  <a:pt x="4554203" y="169257"/>
                </a:lnTo>
                <a:lnTo>
                  <a:pt x="4553863" y="168868"/>
                </a:lnTo>
                <a:lnTo>
                  <a:pt x="4553537" y="168464"/>
                </a:lnTo>
                <a:lnTo>
                  <a:pt x="4553225" y="168044"/>
                </a:lnTo>
                <a:lnTo>
                  <a:pt x="4552926" y="167610"/>
                </a:lnTo>
                <a:lnTo>
                  <a:pt x="4552640" y="167160"/>
                </a:lnTo>
                <a:lnTo>
                  <a:pt x="4552368" y="166695"/>
                </a:lnTo>
                <a:lnTo>
                  <a:pt x="4552109" y="166215"/>
                </a:lnTo>
                <a:lnTo>
                  <a:pt x="4551864" y="165720"/>
                </a:lnTo>
                <a:lnTo>
                  <a:pt x="4551632" y="165210"/>
                </a:lnTo>
                <a:lnTo>
                  <a:pt x="4551413" y="164684"/>
                </a:lnTo>
                <a:lnTo>
                  <a:pt x="4551208" y="164144"/>
                </a:lnTo>
                <a:lnTo>
                  <a:pt x="4551017" y="163588"/>
                </a:lnTo>
                <a:lnTo>
                  <a:pt x="4550838" y="163017"/>
                </a:lnTo>
                <a:lnTo>
                  <a:pt x="4550674" y="162431"/>
                </a:lnTo>
                <a:lnTo>
                  <a:pt x="4550522" y="161830"/>
                </a:lnTo>
                <a:lnTo>
                  <a:pt x="4550384" y="161213"/>
                </a:lnTo>
                <a:lnTo>
                  <a:pt x="4550260" y="160582"/>
                </a:lnTo>
                <a:lnTo>
                  <a:pt x="4550149" y="159935"/>
                </a:lnTo>
                <a:lnTo>
                  <a:pt x="4550051" y="159273"/>
                </a:lnTo>
                <a:lnTo>
                  <a:pt x="4532696" y="156695"/>
                </a:lnTo>
                <a:lnTo>
                  <a:pt x="4532684" y="158105"/>
                </a:lnTo>
                <a:lnTo>
                  <a:pt x="4532713" y="159486"/>
                </a:lnTo>
                <a:lnTo>
                  <a:pt x="4532784" y="160837"/>
                </a:lnTo>
                <a:lnTo>
                  <a:pt x="4532897" y="162158"/>
                </a:lnTo>
                <a:lnTo>
                  <a:pt x="4533051" y="163449"/>
                </a:lnTo>
                <a:lnTo>
                  <a:pt x="4533247" y="164711"/>
                </a:lnTo>
                <a:lnTo>
                  <a:pt x="4533485" y="165942"/>
                </a:lnTo>
                <a:close/>
                <a:moveTo>
                  <a:pt x="4548181" y="83140"/>
                </a:moveTo>
                <a:lnTo>
                  <a:pt x="4548398" y="81800"/>
                </a:lnTo>
                <a:lnTo>
                  <a:pt x="4548644" y="80494"/>
                </a:lnTo>
                <a:lnTo>
                  <a:pt x="4548919" y="79219"/>
                </a:lnTo>
                <a:lnTo>
                  <a:pt x="4549223" y="77977"/>
                </a:lnTo>
                <a:lnTo>
                  <a:pt x="4549555" y="76767"/>
                </a:lnTo>
                <a:lnTo>
                  <a:pt x="4549917" y="75590"/>
                </a:lnTo>
                <a:lnTo>
                  <a:pt x="4550307" y="74446"/>
                </a:lnTo>
                <a:lnTo>
                  <a:pt x="4550727" y="73334"/>
                </a:lnTo>
                <a:lnTo>
                  <a:pt x="4551175" y="72254"/>
                </a:lnTo>
                <a:lnTo>
                  <a:pt x="4551652" y="71207"/>
                </a:lnTo>
                <a:lnTo>
                  <a:pt x="4552159" y="70192"/>
                </a:lnTo>
                <a:lnTo>
                  <a:pt x="4552694" y="69210"/>
                </a:lnTo>
                <a:lnTo>
                  <a:pt x="4553258" y="68260"/>
                </a:lnTo>
                <a:lnTo>
                  <a:pt x="4553851" y="67343"/>
                </a:lnTo>
                <a:lnTo>
                  <a:pt x="4554473" y="66458"/>
                </a:lnTo>
                <a:lnTo>
                  <a:pt x="4555124" y="65605"/>
                </a:lnTo>
                <a:lnTo>
                  <a:pt x="4555803" y="64785"/>
                </a:lnTo>
                <a:lnTo>
                  <a:pt x="4556504" y="63998"/>
                </a:lnTo>
                <a:lnTo>
                  <a:pt x="4557216" y="63245"/>
                </a:lnTo>
                <a:lnTo>
                  <a:pt x="4557942" y="62525"/>
                </a:lnTo>
                <a:lnTo>
                  <a:pt x="4558679" y="61838"/>
                </a:lnTo>
                <a:lnTo>
                  <a:pt x="4559429" y="61185"/>
                </a:lnTo>
                <a:lnTo>
                  <a:pt x="4560192" y="60566"/>
                </a:lnTo>
                <a:lnTo>
                  <a:pt x="4560966" y="59980"/>
                </a:lnTo>
                <a:lnTo>
                  <a:pt x="4561754" y="59427"/>
                </a:lnTo>
                <a:lnTo>
                  <a:pt x="4562553" y="58908"/>
                </a:lnTo>
                <a:lnTo>
                  <a:pt x="4563365" y="58422"/>
                </a:lnTo>
                <a:lnTo>
                  <a:pt x="4564190" y="57970"/>
                </a:lnTo>
                <a:lnTo>
                  <a:pt x="4565026" y="57552"/>
                </a:lnTo>
                <a:lnTo>
                  <a:pt x="4565876" y="57167"/>
                </a:lnTo>
                <a:lnTo>
                  <a:pt x="4566737" y="56815"/>
                </a:lnTo>
                <a:lnTo>
                  <a:pt x="4567611" y="56497"/>
                </a:lnTo>
                <a:lnTo>
                  <a:pt x="4568498" y="56212"/>
                </a:lnTo>
                <a:lnTo>
                  <a:pt x="4569396" y="55961"/>
                </a:lnTo>
                <a:lnTo>
                  <a:pt x="4570307" y="55743"/>
                </a:lnTo>
                <a:lnTo>
                  <a:pt x="4571231" y="55559"/>
                </a:lnTo>
                <a:lnTo>
                  <a:pt x="4572167" y="55409"/>
                </a:lnTo>
                <a:lnTo>
                  <a:pt x="4573115" y="55291"/>
                </a:lnTo>
                <a:lnTo>
                  <a:pt x="4574076" y="55208"/>
                </a:lnTo>
                <a:lnTo>
                  <a:pt x="4575049" y="55157"/>
                </a:lnTo>
                <a:lnTo>
                  <a:pt x="4576035" y="55141"/>
                </a:lnTo>
                <a:lnTo>
                  <a:pt x="4577037" y="55158"/>
                </a:lnTo>
                <a:lnTo>
                  <a:pt x="4578027" y="55209"/>
                </a:lnTo>
                <a:lnTo>
                  <a:pt x="4579005" y="55294"/>
                </a:lnTo>
                <a:lnTo>
                  <a:pt x="4579970" y="55413"/>
                </a:lnTo>
                <a:lnTo>
                  <a:pt x="4580923" y="55566"/>
                </a:lnTo>
                <a:lnTo>
                  <a:pt x="4581864" y="55753"/>
                </a:lnTo>
                <a:lnTo>
                  <a:pt x="4582793" y="55974"/>
                </a:lnTo>
                <a:lnTo>
                  <a:pt x="4583710" y="56229"/>
                </a:lnTo>
                <a:lnTo>
                  <a:pt x="4584614" y="56518"/>
                </a:lnTo>
                <a:lnTo>
                  <a:pt x="4585506" y="56841"/>
                </a:lnTo>
                <a:lnTo>
                  <a:pt x="4586386" y="57198"/>
                </a:lnTo>
                <a:lnTo>
                  <a:pt x="4587254" y="57589"/>
                </a:lnTo>
                <a:lnTo>
                  <a:pt x="4588109" y="58014"/>
                </a:lnTo>
                <a:lnTo>
                  <a:pt x="4588952" y="58473"/>
                </a:lnTo>
                <a:lnTo>
                  <a:pt x="4589783" y="58966"/>
                </a:lnTo>
                <a:lnTo>
                  <a:pt x="4590602" y="59493"/>
                </a:lnTo>
                <a:lnTo>
                  <a:pt x="4591409" y="60054"/>
                </a:lnTo>
                <a:lnTo>
                  <a:pt x="4592203" y="60649"/>
                </a:lnTo>
                <a:lnTo>
                  <a:pt x="4592985" y="61279"/>
                </a:lnTo>
                <a:lnTo>
                  <a:pt x="4593755" y="61942"/>
                </a:lnTo>
                <a:lnTo>
                  <a:pt x="4594513" y="62639"/>
                </a:lnTo>
                <a:lnTo>
                  <a:pt x="4595258" y="63370"/>
                </a:lnTo>
                <a:lnTo>
                  <a:pt x="4595991" y="64135"/>
                </a:lnTo>
                <a:lnTo>
                  <a:pt x="4596712" y="64934"/>
                </a:lnTo>
                <a:lnTo>
                  <a:pt x="4597412" y="65767"/>
                </a:lnTo>
                <a:lnTo>
                  <a:pt x="4598083" y="66632"/>
                </a:lnTo>
                <a:lnTo>
                  <a:pt x="4598723" y="67531"/>
                </a:lnTo>
                <a:lnTo>
                  <a:pt x="4599334" y="68462"/>
                </a:lnTo>
                <a:lnTo>
                  <a:pt x="4599915" y="69427"/>
                </a:lnTo>
                <a:lnTo>
                  <a:pt x="4600466" y="70424"/>
                </a:lnTo>
                <a:lnTo>
                  <a:pt x="4600987" y="71455"/>
                </a:lnTo>
                <a:lnTo>
                  <a:pt x="4601478" y="72518"/>
                </a:lnTo>
                <a:lnTo>
                  <a:pt x="4601940" y="73614"/>
                </a:lnTo>
                <a:lnTo>
                  <a:pt x="4602372" y="74744"/>
                </a:lnTo>
                <a:lnTo>
                  <a:pt x="4602774" y="75906"/>
                </a:lnTo>
                <a:lnTo>
                  <a:pt x="4603146" y="77101"/>
                </a:lnTo>
                <a:lnTo>
                  <a:pt x="4603489" y="78330"/>
                </a:lnTo>
                <a:lnTo>
                  <a:pt x="4603802" y="79591"/>
                </a:lnTo>
                <a:lnTo>
                  <a:pt x="4604085" y="80885"/>
                </a:lnTo>
                <a:lnTo>
                  <a:pt x="4604338" y="82212"/>
                </a:lnTo>
                <a:lnTo>
                  <a:pt x="4604561" y="83572"/>
                </a:lnTo>
                <a:lnTo>
                  <a:pt x="4604755" y="84966"/>
                </a:lnTo>
                <a:lnTo>
                  <a:pt x="4604919" y="86392"/>
                </a:lnTo>
                <a:lnTo>
                  <a:pt x="4605053" y="87851"/>
                </a:lnTo>
                <a:lnTo>
                  <a:pt x="4605157" y="89343"/>
                </a:lnTo>
                <a:lnTo>
                  <a:pt x="4605231" y="90868"/>
                </a:lnTo>
                <a:lnTo>
                  <a:pt x="4605276" y="92426"/>
                </a:lnTo>
                <a:lnTo>
                  <a:pt x="4605291" y="94017"/>
                </a:lnTo>
                <a:lnTo>
                  <a:pt x="4605277" y="95680"/>
                </a:lnTo>
                <a:lnTo>
                  <a:pt x="4605233" y="97306"/>
                </a:lnTo>
                <a:lnTo>
                  <a:pt x="4605161" y="98894"/>
                </a:lnTo>
                <a:lnTo>
                  <a:pt x="4605060" y="100446"/>
                </a:lnTo>
                <a:lnTo>
                  <a:pt x="4604929" y="101960"/>
                </a:lnTo>
                <a:lnTo>
                  <a:pt x="4604770" y="103437"/>
                </a:lnTo>
                <a:lnTo>
                  <a:pt x="4604582" y="104876"/>
                </a:lnTo>
                <a:lnTo>
                  <a:pt x="4604365" y="106278"/>
                </a:lnTo>
                <a:lnTo>
                  <a:pt x="4604119" y="107643"/>
                </a:lnTo>
                <a:lnTo>
                  <a:pt x="4603845" y="108971"/>
                </a:lnTo>
                <a:lnTo>
                  <a:pt x="4603541" y="110262"/>
                </a:lnTo>
                <a:lnTo>
                  <a:pt x="4603208" y="111515"/>
                </a:lnTo>
                <a:lnTo>
                  <a:pt x="4602847" y="112731"/>
                </a:lnTo>
                <a:lnTo>
                  <a:pt x="4602456" y="113909"/>
                </a:lnTo>
                <a:lnTo>
                  <a:pt x="4602037" y="115051"/>
                </a:lnTo>
                <a:lnTo>
                  <a:pt x="4601589" y="116155"/>
                </a:lnTo>
                <a:lnTo>
                  <a:pt x="4601111" y="117221"/>
                </a:lnTo>
                <a:lnTo>
                  <a:pt x="4600605" y="118251"/>
                </a:lnTo>
                <a:lnTo>
                  <a:pt x="4600070" y="119243"/>
                </a:lnTo>
                <a:lnTo>
                  <a:pt x="4599506" y="120198"/>
                </a:lnTo>
                <a:lnTo>
                  <a:pt x="4598913" y="121116"/>
                </a:lnTo>
                <a:lnTo>
                  <a:pt x="4598291" y="121996"/>
                </a:lnTo>
                <a:lnTo>
                  <a:pt x="4597640" y="122839"/>
                </a:lnTo>
                <a:lnTo>
                  <a:pt x="4596960" y="123645"/>
                </a:lnTo>
                <a:lnTo>
                  <a:pt x="4596259" y="124416"/>
                </a:lnTo>
                <a:lnTo>
                  <a:pt x="4595544" y="125154"/>
                </a:lnTo>
                <a:lnTo>
                  <a:pt x="4594816" y="125859"/>
                </a:lnTo>
                <a:lnTo>
                  <a:pt x="4594073" y="126531"/>
                </a:lnTo>
                <a:lnTo>
                  <a:pt x="4593317" y="127171"/>
                </a:lnTo>
                <a:lnTo>
                  <a:pt x="4592547" y="127778"/>
                </a:lnTo>
                <a:lnTo>
                  <a:pt x="4591763" y="128352"/>
                </a:lnTo>
                <a:lnTo>
                  <a:pt x="4590966" y="128893"/>
                </a:lnTo>
                <a:lnTo>
                  <a:pt x="4590155" y="129401"/>
                </a:lnTo>
                <a:lnTo>
                  <a:pt x="4589330" y="129877"/>
                </a:lnTo>
                <a:lnTo>
                  <a:pt x="4588491" y="130320"/>
                </a:lnTo>
                <a:lnTo>
                  <a:pt x="4587638" y="130730"/>
                </a:lnTo>
                <a:lnTo>
                  <a:pt x="4586772" y="131107"/>
                </a:lnTo>
                <a:lnTo>
                  <a:pt x="4585891" y="131451"/>
                </a:lnTo>
                <a:lnTo>
                  <a:pt x="4584998" y="131763"/>
                </a:lnTo>
                <a:lnTo>
                  <a:pt x="4584090" y="132042"/>
                </a:lnTo>
                <a:lnTo>
                  <a:pt x="4583168" y="132288"/>
                </a:lnTo>
                <a:lnTo>
                  <a:pt x="4582233" y="132501"/>
                </a:lnTo>
                <a:lnTo>
                  <a:pt x="4581284" y="132681"/>
                </a:lnTo>
                <a:lnTo>
                  <a:pt x="4580321" y="132829"/>
                </a:lnTo>
                <a:lnTo>
                  <a:pt x="4579345" y="132944"/>
                </a:lnTo>
                <a:lnTo>
                  <a:pt x="4578354" y="133026"/>
                </a:lnTo>
                <a:lnTo>
                  <a:pt x="4577350" y="133075"/>
                </a:lnTo>
                <a:lnTo>
                  <a:pt x="4576332" y="133091"/>
                </a:lnTo>
                <a:lnTo>
                  <a:pt x="4575306" y="133075"/>
                </a:lnTo>
                <a:lnTo>
                  <a:pt x="4574295" y="133025"/>
                </a:lnTo>
                <a:lnTo>
                  <a:pt x="4573298" y="132943"/>
                </a:lnTo>
                <a:lnTo>
                  <a:pt x="4572316" y="132827"/>
                </a:lnTo>
                <a:lnTo>
                  <a:pt x="4571348" y="132679"/>
                </a:lnTo>
                <a:lnTo>
                  <a:pt x="4570394" y="132498"/>
                </a:lnTo>
                <a:lnTo>
                  <a:pt x="4569455" y="132283"/>
                </a:lnTo>
                <a:lnTo>
                  <a:pt x="4568531" y="132036"/>
                </a:lnTo>
                <a:lnTo>
                  <a:pt x="4567620" y="131756"/>
                </a:lnTo>
                <a:lnTo>
                  <a:pt x="4566725" y="131443"/>
                </a:lnTo>
                <a:lnTo>
                  <a:pt x="4565844" y="131096"/>
                </a:lnTo>
                <a:lnTo>
                  <a:pt x="4564977" y="130717"/>
                </a:lnTo>
                <a:lnTo>
                  <a:pt x="4564125" y="130305"/>
                </a:lnTo>
                <a:lnTo>
                  <a:pt x="4563287" y="129860"/>
                </a:lnTo>
                <a:lnTo>
                  <a:pt x="4562463" y="129382"/>
                </a:lnTo>
                <a:lnTo>
                  <a:pt x="4561655" y="128871"/>
                </a:lnTo>
                <a:lnTo>
                  <a:pt x="4560860" y="128327"/>
                </a:lnTo>
                <a:lnTo>
                  <a:pt x="4560080" y="127750"/>
                </a:lnTo>
                <a:lnTo>
                  <a:pt x="4559315" y="127140"/>
                </a:lnTo>
                <a:lnTo>
                  <a:pt x="4558564" y="126497"/>
                </a:lnTo>
                <a:lnTo>
                  <a:pt x="4557827" y="125821"/>
                </a:lnTo>
                <a:lnTo>
                  <a:pt x="4557105" y="125112"/>
                </a:lnTo>
                <a:lnTo>
                  <a:pt x="4556397" y="124370"/>
                </a:lnTo>
                <a:lnTo>
                  <a:pt x="4555704" y="123595"/>
                </a:lnTo>
                <a:lnTo>
                  <a:pt x="4555032" y="122785"/>
                </a:lnTo>
                <a:lnTo>
                  <a:pt x="4554389" y="121935"/>
                </a:lnTo>
                <a:lnTo>
                  <a:pt x="4553775" y="121047"/>
                </a:lnTo>
                <a:lnTo>
                  <a:pt x="4553189" y="120120"/>
                </a:lnTo>
                <a:lnTo>
                  <a:pt x="4552632" y="119154"/>
                </a:lnTo>
                <a:lnTo>
                  <a:pt x="4552103" y="118149"/>
                </a:lnTo>
                <a:lnTo>
                  <a:pt x="4551603" y="117105"/>
                </a:lnTo>
                <a:lnTo>
                  <a:pt x="4551131" y="116023"/>
                </a:lnTo>
                <a:lnTo>
                  <a:pt x="4550688" y="114901"/>
                </a:lnTo>
                <a:lnTo>
                  <a:pt x="4550274" y="113741"/>
                </a:lnTo>
                <a:lnTo>
                  <a:pt x="4549888" y="112542"/>
                </a:lnTo>
                <a:lnTo>
                  <a:pt x="4549531" y="111305"/>
                </a:lnTo>
                <a:lnTo>
                  <a:pt x="4549202" y="110028"/>
                </a:lnTo>
                <a:lnTo>
                  <a:pt x="4548902" y="108713"/>
                </a:lnTo>
                <a:lnTo>
                  <a:pt x="4548630" y="107359"/>
                </a:lnTo>
                <a:lnTo>
                  <a:pt x="4548387" y="105966"/>
                </a:lnTo>
                <a:lnTo>
                  <a:pt x="4548173" y="104534"/>
                </a:lnTo>
                <a:lnTo>
                  <a:pt x="4547987" y="103063"/>
                </a:lnTo>
                <a:lnTo>
                  <a:pt x="4547830" y="101554"/>
                </a:lnTo>
                <a:lnTo>
                  <a:pt x="4547701" y="100006"/>
                </a:lnTo>
                <a:lnTo>
                  <a:pt x="4547601" y="98419"/>
                </a:lnTo>
                <a:lnTo>
                  <a:pt x="4547530" y="96793"/>
                </a:lnTo>
                <a:lnTo>
                  <a:pt x="4547487" y="95128"/>
                </a:lnTo>
                <a:lnTo>
                  <a:pt x="4547473" y="93425"/>
                </a:lnTo>
                <a:lnTo>
                  <a:pt x="4547487" y="91858"/>
                </a:lnTo>
                <a:lnTo>
                  <a:pt x="4547531" y="90324"/>
                </a:lnTo>
                <a:lnTo>
                  <a:pt x="4547603" y="88822"/>
                </a:lnTo>
                <a:lnTo>
                  <a:pt x="4547704" y="87353"/>
                </a:lnTo>
                <a:lnTo>
                  <a:pt x="4547834" y="85916"/>
                </a:lnTo>
                <a:lnTo>
                  <a:pt x="4547993" y="84512"/>
                </a:lnTo>
                <a:lnTo>
                  <a:pt x="4548181" y="83140"/>
                </a:lnTo>
                <a:close/>
                <a:moveTo>
                  <a:pt x="6561948" y="127538"/>
                </a:moveTo>
                <a:lnTo>
                  <a:pt x="6561948" y="147967"/>
                </a:lnTo>
                <a:lnTo>
                  <a:pt x="6582279" y="147967"/>
                </a:lnTo>
                <a:lnTo>
                  <a:pt x="6582279" y="127538"/>
                </a:lnTo>
                <a:lnTo>
                  <a:pt x="6561948" y="12753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8fef1ccbe40d5"/>
          <a:stretch xmlns:a="http://schemas.openxmlformats.org/drawingml/2006/main"/>
        </p:blipFill>
        <p:spPr>
          <a:xfrm xmlns:a="http://schemas.openxmlformats.org/drawingml/2006/main">
            <a:off x="4235410" y="5065591"/>
            <a:ext cx="290154" cy="290154"/>
          </a:xfrm>
          <a:prstGeom xmlns:a="http://schemas.openxmlformats.org/drawingml/2006/main" prst="rect">
            <a:avLst/>
          </a:prstGeom>
        </p:spPr>
      </p:pic>
      <p:sp>
        <p:nvSpPr>
          <p:cNvPr id="271" name="Text TaskDB">
            <a:extLst xmlns:a="http://schemas.openxmlformats.org/drawingml/2006/main">
              <a:ext uri="{FF2B5EF4-FFF2-40B4-BE49-F238E27FC236}">
                <a16:creationId xmlns:a16="http://schemas.microsoft.com/office/drawing/2014/main" id="{7E45A30C-CA77-4786-B29C-CA9FA416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217" y="5129573"/>
            <a:ext cx="671299" cy="126659"/>
          </a:xfrm>
          <a:custGeom xmlns:a="http://schemas.openxmlformats.org/drawingml/2006/main">
            <a:pathLst>
              <a:path w="671299" h="126659">
                <a:moveTo>
                  <a:pt x="36978" y="124619"/>
                </a:moveTo>
                <a:lnTo>
                  <a:pt x="36978" y="21082"/>
                </a:lnTo>
                <a:lnTo>
                  <a:pt x="0" y="21082"/>
                </a:lnTo>
                <a:lnTo>
                  <a:pt x="0" y="0"/>
                </a:lnTo>
                <a:lnTo>
                  <a:pt x="99032" y="0"/>
                </a:lnTo>
                <a:lnTo>
                  <a:pt x="99032" y="21082"/>
                </a:lnTo>
                <a:lnTo>
                  <a:pt x="62139" y="21082"/>
                </a:lnTo>
                <a:lnTo>
                  <a:pt x="62139" y="124619"/>
                </a:lnTo>
                <a:lnTo>
                  <a:pt x="36978" y="124619"/>
                </a:lnTo>
                <a:close/>
                <a:moveTo>
                  <a:pt x="120029" y="62224"/>
                </a:moveTo>
                <a:lnTo>
                  <a:pt x="98352" y="58314"/>
                </a:lnTo>
                <a:cubicBezTo>
                  <a:pt x="100789" y="49472"/>
                  <a:pt x="104983" y="42926"/>
                  <a:pt x="110933" y="38678"/>
                </a:cubicBezTo>
                <a:cubicBezTo>
                  <a:pt x="116884" y="34427"/>
                  <a:pt x="125724" y="32302"/>
                  <a:pt x="137455" y="32302"/>
                </a:cubicBezTo>
                <a:cubicBezTo>
                  <a:pt x="148109" y="32302"/>
                  <a:pt x="156043" y="33563"/>
                  <a:pt x="161257" y="36085"/>
                </a:cubicBezTo>
                <a:cubicBezTo>
                  <a:pt x="166471" y="38607"/>
                  <a:pt x="170140" y="41809"/>
                  <a:pt x="172265" y="45691"/>
                </a:cubicBezTo>
                <a:cubicBezTo>
                  <a:pt x="174390" y="49573"/>
                  <a:pt x="175453" y="56699"/>
                  <a:pt x="175453" y="67070"/>
                </a:cubicBezTo>
                <a:lnTo>
                  <a:pt x="175198" y="94952"/>
                </a:lnTo>
                <a:cubicBezTo>
                  <a:pt x="175198" y="102886"/>
                  <a:pt x="175580" y="108737"/>
                  <a:pt x="176345" y="112506"/>
                </a:cubicBezTo>
                <a:cubicBezTo>
                  <a:pt x="177110" y="116274"/>
                  <a:pt x="178541" y="120312"/>
                  <a:pt x="180638" y="124619"/>
                </a:cubicBezTo>
                <a:lnTo>
                  <a:pt x="157007" y="124619"/>
                </a:lnTo>
                <a:cubicBezTo>
                  <a:pt x="156383" y="123032"/>
                  <a:pt x="155618" y="120680"/>
                  <a:pt x="154711" y="117563"/>
                </a:cubicBezTo>
                <a:cubicBezTo>
                  <a:pt x="154315" y="116147"/>
                  <a:pt x="154031" y="115212"/>
                  <a:pt x="153861" y="114758"/>
                </a:cubicBezTo>
                <a:cubicBezTo>
                  <a:pt x="149781" y="118725"/>
                  <a:pt x="145417" y="121700"/>
                  <a:pt x="140770" y="123684"/>
                </a:cubicBezTo>
                <a:cubicBezTo>
                  <a:pt x="136123" y="125667"/>
                  <a:pt x="131165" y="126659"/>
                  <a:pt x="125894" y="126659"/>
                </a:cubicBezTo>
                <a:cubicBezTo>
                  <a:pt x="116600" y="126659"/>
                  <a:pt x="109276" y="124148"/>
                  <a:pt x="103920" y="119125"/>
                </a:cubicBezTo>
                <a:cubicBezTo>
                  <a:pt x="98565" y="114103"/>
                  <a:pt x="95887" y="107754"/>
                  <a:pt x="95887" y="100079"/>
                </a:cubicBezTo>
                <a:cubicBezTo>
                  <a:pt x="95887" y="95000"/>
                  <a:pt x="97106" y="90471"/>
                  <a:pt x="99542" y="86494"/>
                </a:cubicBezTo>
                <a:cubicBezTo>
                  <a:pt x="101979" y="82514"/>
                  <a:pt x="105394" y="79467"/>
                  <a:pt x="109786" y="77350"/>
                </a:cubicBezTo>
                <a:cubicBezTo>
                  <a:pt x="114178" y="75234"/>
                  <a:pt x="120511" y="73386"/>
                  <a:pt x="128785" y="71806"/>
                </a:cubicBezTo>
                <a:cubicBezTo>
                  <a:pt x="139949" y="69718"/>
                  <a:pt x="147684" y="67771"/>
                  <a:pt x="151991" y="65965"/>
                </a:cubicBezTo>
                <a:lnTo>
                  <a:pt x="151991" y="63558"/>
                </a:lnTo>
                <a:cubicBezTo>
                  <a:pt x="151991" y="58916"/>
                  <a:pt x="150858" y="55607"/>
                  <a:pt x="148591" y="53631"/>
                </a:cubicBezTo>
                <a:cubicBezTo>
                  <a:pt x="146324" y="51653"/>
                  <a:pt x="142045" y="50664"/>
                  <a:pt x="135755" y="50664"/>
                </a:cubicBezTo>
                <a:cubicBezTo>
                  <a:pt x="131505" y="50664"/>
                  <a:pt x="128189" y="51519"/>
                  <a:pt x="125809" y="53230"/>
                </a:cubicBezTo>
                <a:cubicBezTo>
                  <a:pt x="123429" y="54939"/>
                  <a:pt x="121502" y="57937"/>
                  <a:pt x="120029" y="62224"/>
                </a:cubicBezTo>
                <a:moveTo>
                  <a:pt x="151991" y="81606"/>
                </a:moveTo>
                <a:cubicBezTo>
                  <a:pt x="148931" y="82614"/>
                  <a:pt x="144086" y="83818"/>
                  <a:pt x="137455" y="85219"/>
                </a:cubicBezTo>
                <a:cubicBezTo>
                  <a:pt x="130825" y="86618"/>
                  <a:pt x="126489" y="87989"/>
                  <a:pt x="124449" y="89333"/>
                </a:cubicBezTo>
                <a:cubicBezTo>
                  <a:pt x="121332" y="91517"/>
                  <a:pt x="119774" y="94289"/>
                  <a:pt x="119774" y="97648"/>
                </a:cubicBezTo>
                <a:cubicBezTo>
                  <a:pt x="119774" y="100953"/>
                  <a:pt x="121021" y="103809"/>
                  <a:pt x="123514" y="106218"/>
                </a:cubicBezTo>
                <a:cubicBezTo>
                  <a:pt x="126008" y="108625"/>
                  <a:pt x="129181" y="109828"/>
                  <a:pt x="133035" y="109828"/>
                </a:cubicBezTo>
                <a:cubicBezTo>
                  <a:pt x="137342" y="109828"/>
                  <a:pt x="141450" y="108428"/>
                  <a:pt x="145361" y="105628"/>
                </a:cubicBezTo>
                <a:cubicBezTo>
                  <a:pt x="148251" y="103501"/>
                  <a:pt x="150149" y="100897"/>
                  <a:pt x="151056" y="97815"/>
                </a:cubicBezTo>
                <a:cubicBezTo>
                  <a:pt x="151679" y="95800"/>
                  <a:pt x="151991" y="91965"/>
                  <a:pt x="151991" y="86310"/>
                </a:cubicBezTo>
                <a:lnTo>
                  <a:pt x="151991" y="81606"/>
                </a:lnTo>
                <a:close/>
                <a:moveTo>
                  <a:pt x="190557" y="98947"/>
                </a:moveTo>
                <a:lnTo>
                  <a:pt x="214529" y="95207"/>
                </a:lnTo>
                <a:cubicBezTo>
                  <a:pt x="215549" y="99826"/>
                  <a:pt x="217618" y="103332"/>
                  <a:pt x="220734" y="105726"/>
                </a:cubicBezTo>
                <a:cubicBezTo>
                  <a:pt x="223851" y="108121"/>
                  <a:pt x="228215" y="109318"/>
                  <a:pt x="233825" y="109318"/>
                </a:cubicBezTo>
                <a:cubicBezTo>
                  <a:pt x="240002" y="109318"/>
                  <a:pt x="244649" y="108186"/>
                  <a:pt x="247766" y="105923"/>
                </a:cubicBezTo>
                <a:cubicBezTo>
                  <a:pt x="249863" y="104338"/>
                  <a:pt x="250912" y="102215"/>
                  <a:pt x="250912" y="99555"/>
                </a:cubicBezTo>
                <a:cubicBezTo>
                  <a:pt x="250912" y="97744"/>
                  <a:pt x="250345" y="96244"/>
                  <a:pt x="249211" y="95055"/>
                </a:cubicBezTo>
                <a:cubicBezTo>
                  <a:pt x="248021" y="93924"/>
                  <a:pt x="245358" y="92877"/>
                  <a:pt x="241221" y="91916"/>
                </a:cubicBezTo>
                <a:cubicBezTo>
                  <a:pt x="221953" y="87672"/>
                  <a:pt x="209740" y="83796"/>
                  <a:pt x="204583" y="80286"/>
                </a:cubicBezTo>
                <a:cubicBezTo>
                  <a:pt x="197443" y="75415"/>
                  <a:pt x="193872" y="68650"/>
                  <a:pt x="193872" y="59988"/>
                </a:cubicBezTo>
                <a:cubicBezTo>
                  <a:pt x="193872" y="52174"/>
                  <a:pt x="196961" y="45607"/>
                  <a:pt x="203138" y="40285"/>
                </a:cubicBezTo>
                <a:cubicBezTo>
                  <a:pt x="209315" y="34963"/>
                  <a:pt x="218893" y="32302"/>
                  <a:pt x="231870" y="32302"/>
                </a:cubicBezTo>
                <a:cubicBezTo>
                  <a:pt x="244224" y="32302"/>
                  <a:pt x="253405" y="34307"/>
                  <a:pt x="259412" y="38317"/>
                </a:cubicBezTo>
                <a:cubicBezTo>
                  <a:pt x="265419" y="42326"/>
                  <a:pt x="269556" y="48255"/>
                  <a:pt x="271823" y="56104"/>
                </a:cubicBezTo>
                <a:lnTo>
                  <a:pt x="249296" y="60354"/>
                </a:lnTo>
                <a:cubicBezTo>
                  <a:pt x="248333" y="56841"/>
                  <a:pt x="246505" y="54149"/>
                  <a:pt x="243814" y="52279"/>
                </a:cubicBezTo>
                <a:cubicBezTo>
                  <a:pt x="241122" y="50409"/>
                  <a:pt x="237282" y="49474"/>
                  <a:pt x="232295" y="49474"/>
                </a:cubicBezTo>
                <a:cubicBezTo>
                  <a:pt x="226005" y="49474"/>
                  <a:pt x="221499" y="50351"/>
                  <a:pt x="218779" y="52106"/>
                </a:cubicBezTo>
                <a:cubicBezTo>
                  <a:pt x="216966" y="53349"/>
                  <a:pt x="216059" y="54962"/>
                  <a:pt x="216059" y="56943"/>
                </a:cubicBezTo>
                <a:cubicBezTo>
                  <a:pt x="216059" y="58640"/>
                  <a:pt x="216852" y="60082"/>
                  <a:pt x="218439" y="61271"/>
                </a:cubicBezTo>
                <a:cubicBezTo>
                  <a:pt x="220593" y="62856"/>
                  <a:pt x="228031" y="65092"/>
                  <a:pt x="240753" y="67978"/>
                </a:cubicBezTo>
                <a:cubicBezTo>
                  <a:pt x="253476" y="70865"/>
                  <a:pt x="262359" y="74406"/>
                  <a:pt x="267403" y="78601"/>
                </a:cubicBezTo>
                <a:cubicBezTo>
                  <a:pt x="272390" y="82855"/>
                  <a:pt x="274883" y="88781"/>
                  <a:pt x="274883" y="96378"/>
                </a:cubicBezTo>
                <a:cubicBezTo>
                  <a:pt x="274883" y="104658"/>
                  <a:pt x="271426" y="111774"/>
                  <a:pt x="264513" y="117728"/>
                </a:cubicBezTo>
                <a:cubicBezTo>
                  <a:pt x="257599" y="123682"/>
                  <a:pt x="247370" y="126659"/>
                  <a:pt x="233825" y="126659"/>
                </a:cubicBezTo>
                <a:cubicBezTo>
                  <a:pt x="221528" y="126659"/>
                  <a:pt x="211795" y="124174"/>
                  <a:pt x="204626" y="119202"/>
                </a:cubicBezTo>
                <a:cubicBezTo>
                  <a:pt x="197457" y="114230"/>
                  <a:pt x="192767" y="107478"/>
                  <a:pt x="190557" y="98947"/>
                </a:cubicBezTo>
                <a:close/>
                <a:moveTo>
                  <a:pt x="294918" y="124619"/>
                </a:moveTo>
                <a:lnTo>
                  <a:pt x="294918" y="0"/>
                </a:lnTo>
                <a:lnTo>
                  <a:pt x="318805" y="0"/>
                </a:lnTo>
                <a:lnTo>
                  <a:pt x="318805" y="66135"/>
                </a:lnTo>
                <a:lnTo>
                  <a:pt x="346772" y="34342"/>
                </a:lnTo>
                <a:lnTo>
                  <a:pt x="376184" y="34342"/>
                </a:lnTo>
                <a:lnTo>
                  <a:pt x="345327" y="67338"/>
                </a:lnTo>
                <a:lnTo>
                  <a:pt x="378394" y="124619"/>
                </a:lnTo>
                <a:lnTo>
                  <a:pt x="352637" y="124619"/>
                </a:lnTo>
                <a:lnTo>
                  <a:pt x="329941" y="84060"/>
                </a:lnTo>
                <a:lnTo>
                  <a:pt x="318805" y="95717"/>
                </a:lnTo>
                <a:lnTo>
                  <a:pt x="318805" y="124619"/>
                </a:lnTo>
                <a:lnTo>
                  <a:pt x="294918" y="124619"/>
                </a:lnTo>
                <a:close/>
                <a:moveTo>
                  <a:pt x="441046" y="0"/>
                </a:moveTo>
                <a:lnTo>
                  <a:pt x="487034" y="0"/>
                </a:lnTo>
                <a:cubicBezTo>
                  <a:pt x="497405" y="0"/>
                  <a:pt x="505311" y="793"/>
                  <a:pt x="510751" y="2380"/>
                </a:cubicBezTo>
                <a:cubicBezTo>
                  <a:pt x="518062" y="4534"/>
                  <a:pt x="524324" y="8359"/>
                  <a:pt x="529537" y="13856"/>
                </a:cubicBezTo>
                <a:cubicBezTo>
                  <a:pt x="534751" y="19353"/>
                  <a:pt x="538718" y="26083"/>
                  <a:pt x="541438" y="34045"/>
                </a:cubicBezTo>
                <a:cubicBezTo>
                  <a:pt x="544159" y="42007"/>
                  <a:pt x="545519" y="51825"/>
                  <a:pt x="545519" y="63500"/>
                </a:cubicBezTo>
                <a:cubicBezTo>
                  <a:pt x="545519" y="73757"/>
                  <a:pt x="544244" y="82598"/>
                  <a:pt x="541693" y="90021"/>
                </a:cubicBezTo>
                <a:cubicBezTo>
                  <a:pt x="538576" y="99089"/>
                  <a:pt x="534128" y="106428"/>
                  <a:pt x="528347" y="112038"/>
                </a:cubicBezTo>
                <a:cubicBezTo>
                  <a:pt x="523984" y="116288"/>
                  <a:pt x="518090" y="119604"/>
                  <a:pt x="510666" y="121984"/>
                </a:cubicBezTo>
                <a:cubicBezTo>
                  <a:pt x="505112" y="123741"/>
                  <a:pt x="497688" y="124619"/>
                  <a:pt x="488394" y="124619"/>
                </a:cubicBezTo>
                <a:lnTo>
                  <a:pt x="441046" y="124619"/>
                </a:lnTo>
                <a:lnTo>
                  <a:pt x="441046" y="0"/>
                </a:lnTo>
                <a:moveTo>
                  <a:pt x="466208" y="21082"/>
                </a:moveTo>
                <a:lnTo>
                  <a:pt x="466208" y="103537"/>
                </a:lnTo>
                <a:lnTo>
                  <a:pt x="484994" y="103537"/>
                </a:lnTo>
                <a:cubicBezTo>
                  <a:pt x="492021" y="103537"/>
                  <a:pt x="497093" y="103141"/>
                  <a:pt x="500210" y="102347"/>
                </a:cubicBezTo>
                <a:cubicBezTo>
                  <a:pt x="504291" y="101329"/>
                  <a:pt x="507677" y="99603"/>
                  <a:pt x="510369" y="97170"/>
                </a:cubicBezTo>
                <a:cubicBezTo>
                  <a:pt x="513060" y="94735"/>
                  <a:pt x="515256" y="90729"/>
                  <a:pt x="516957" y="85152"/>
                </a:cubicBezTo>
                <a:cubicBezTo>
                  <a:pt x="518657" y="79575"/>
                  <a:pt x="519507" y="71975"/>
                  <a:pt x="519507" y="62352"/>
                </a:cubicBezTo>
                <a:cubicBezTo>
                  <a:pt x="519507" y="52729"/>
                  <a:pt x="518657" y="45341"/>
                  <a:pt x="516957" y="40189"/>
                </a:cubicBezTo>
                <a:cubicBezTo>
                  <a:pt x="515256" y="35038"/>
                  <a:pt x="512876" y="31018"/>
                  <a:pt x="509816" y="28132"/>
                </a:cubicBezTo>
                <a:cubicBezTo>
                  <a:pt x="506756" y="25243"/>
                  <a:pt x="502874" y="23290"/>
                  <a:pt x="498170" y="22272"/>
                </a:cubicBezTo>
                <a:cubicBezTo>
                  <a:pt x="494657" y="21478"/>
                  <a:pt x="487771" y="21082"/>
                  <a:pt x="477514" y="21082"/>
                </a:cubicBezTo>
                <a:lnTo>
                  <a:pt x="466208" y="21082"/>
                </a:lnTo>
                <a:close/>
                <a:moveTo>
                  <a:pt x="566911" y="0"/>
                </a:moveTo>
                <a:lnTo>
                  <a:pt x="616725" y="0"/>
                </a:lnTo>
                <a:cubicBezTo>
                  <a:pt x="626586" y="0"/>
                  <a:pt x="633939" y="411"/>
                  <a:pt x="638784" y="1233"/>
                </a:cubicBezTo>
                <a:cubicBezTo>
                  <a:pt x="643629" y="2053"/>
                  <a:pt x="647965" y="3764"/>
                  <a:pt x="651790" y="6367"/>
                </a:cubicBezTo>
                <a:cubicBezTo>
                  <a:pt x="655615" y="8969"/>
                  <a:pt x="658803" y="12435"/>
                  <a:pt x="661353" y="16765"/>
                </a:cubicBezTo>
                <a:cubicBezTo>
                  <a:pt x="663903" y="21093"/>
                  <a:pt x="665178" y="25945"/>
                  <a:pt x="665178" y="31322"/>
                </a:cubicBezTo>
                <a:cubicBezTo>
                  <a:pt x="665178" y="37150"/>
                  <a:pt x="663606" y="42498"/>
                  <a:pt x="660460" y="47364"/>
                </a:cubicBezTo>
                <a:cubicBezTo>
                  <a:pt x="657315" y="52231"/>
                  <a:pt x="653051" y="55881"/>
                  <a:pt x="647667" y="58314"/>
                </a:cubicBezTo>
                <a:cubicBezTo>
                  <a:pt x="655261" y="60528"/>
                  <a:pt x="661098" y="64302"/>
                  <a:pt x="665178" y="69636"/>
                </a:cubicBezTo>
                <a:cubicBezTo>
                  <a:pt x="669259" y="74968"/>
                  <a:pt x="671299" y="81238"/>
                  <a:pt x="671299" y="88446"/>
                </a:cubicBezTo>
                <a:cubicBezTo>
                  <a:pt x="671299" y="94120"/>
                  <a:pt x="669981" y="99639"/>
                  <a:pt x="667346" y="105001"/>
                </a:cubicBezTo>
                <a:cubicBezTo>
                  <a:pt x="664711" y="110362"/>
                  <a:pt x="661112" y="114646"/>
                  <a:pt x="656550" y="117853"/>
                </a:cubicBezTo>
                <a:cubicBezTo>
                  <a:pt x="651988" y="121058"/>
                  <a:pt x="646364" y="123030"/>
                  <a:pt x="639676" y="123769"/>
                </a:cubicBezTo>
                <a:cubicBezTo>
                  <a:pt x="635483" y="124222"/>
                  <a:pt x="625367" y="124506"/>
                  <a:pt x="609329" y="124619"/>
                </a:cubicBezTo>
                <a:lnTo>
                  <a:pt x="566911" y="124619"/>
                </a:lnTo>
                <a:lnTo>
                  <a:pt x="566911" y="0"/>
                </a:lnTo>
                <a:moveTo>
                  <a:pt x="592073" y="20741"/>
                </a:moveTo>
                <a:lnTo>
                  <a:pt x="592073" y="49474"/>
                </a:lnTo>
                <a:lnTo>
                  <a:pt x="608564" y="49474"/>
                </a:lnTo>
                <a:cubicBezTo>
                  <a:pt x="618368" y="49474"/>
                  <a:pt x="624460" y="49332"/>
                  <a:pt x="626841" y="49049"/>
                </a:cubicBezTo>
                <a:cubicBezTo>
                  <a:pt x="631148" y="48540"/>
                  <a:pt x="634534" y="47058"/>
                  <a:pt x="636999" y="44602"/>
                </a:cubicBezTo>
                <a:cubicBezTo>
                  <a:pt x="639464" y="42144"/>
                  <a:pt x="640697" y="38908"/>
                  <a:pt x="640697" y="34895"/>
                </a:cubicBezTo>
                <a:cubicBezTo>
                  <a:pt x="640697" y="31054"/>
                  <a:pt x="639634" y="27932"/>
                  <a:pt x="637509" y="25531"/>
                </a:cubicBezTo>
                <a:cubicBezTo>
                  <a:pt x="635384" y="23130"/>
                  <a:pt x="632224" y="21675"/>
                  <a:pt x="628031" y="21167"/>
                </a:cubicBezTo>
                <a:cubicBezTo>
                  <a:pt x="625537" y="20883"/>
                  <a:pt x="618368" y="20741"/>
                  <a:pt x="606524" y="20741"/>
                </a:cubicBezTo>
                <a:lnTo>
                  <a:pt x="592073" y="20741"/>
                </a:lnTo>
                <a:moveTo>
                  <a:pt x="592073" y="70215"/>
                </a:moveTo>
                <a:lnTo>
                  <a:pt x="592073" y="103537"/>
                </a:lnTo>
                <a:lnTo>
                  <a:pt x="615365" y="103537"/>
                </a:lnTo>
                <a:cubicBezTo>
                  <a:pt x="624432" y="103537"/>
                  <a:pt x="630184" y="103282"/>
                  <a:pt x="632621" y="102772"/>
                </a:cubicBezTo>
                <a:cubicBezTo>
                  <a:pt x="636361" y="102092"/>
                  <a:pt x="639407" y="100435"/>
                  <a:pt x="641759" y="97800"/>
                </a:cubicBezTo>
                <a:cubicBezTo>
                  <a:pt x="644111" y="95164"/>
                  <a:pt x="645287" y="91637"/>
                  <a:pt x="645287" y="87216"/>
                </a:cubicBezTo>
                <a:cubicBezTo>
                  <a:pt x="645287" y="83476"/>
                  <a:pt x="644380" y="80302"/>
                  <a:pt x="642567" y="77696"/>
                </a:cubicBezTo>
                <a:cubicBezTo>
                  <a:pt x="640753" y="75089"/>
                  <a:pt x="638132" y="73190"/>
                  <a:pt x="634704" y="72000"/>
                </a:cubicBezTo>
                <a:cubicBezTo>
                  <a:pt x="631275" y="70810"/>
                  <a:pt x="623837" y="70215"/>
                  <a:pt x="612390" y="70215"/>
                </a:cubicBezTo>
                <a:lnTo>
                  <a:pt x="592073" y="702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BA1C0-A0DB-4454-96E2-737E7BBD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424" y="3070781"/>
            <a:ext cx="10" cy="1088078"/>
          </a:xfrm>
          <a:custGeom xmlns:a="http://schemas.openxmlformats.org/drawingml/2006/main">
            <a:pathLst>
              <a:path w="1" h="1088078" fill="none">
                <a:moveTo>
                  <a:pt x="0" y="10880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6666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6CDE4-A0CA-4672-A83F-7ABA5163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424" y="4347459"/>
            <a:ext cx="10" cy="1088078"/>
          </a:xfrm>
          <a:custGeom xmlns:a="http://schemas.openxmlformats.org/drawingml/2006/main">
            <a:pathLst>
              <a:path w="1" h="1088078" fill="none">
                <a:moveTo>
                  <a:pt x="0" y="10880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9673A6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71950-7F13-4AEA-843E-541F1B37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66" y="3070781"/>
            <a:ext cx="10" cy="1088078"/>
          </a:xfrm>
          <a:custGeom xmlns:a="http://schemas.openxmlformats.org/drawingml/2006/main">
            <a:pathLst>
              <a:path w="1" h="1088078" fill="none">
                <a:moveTo>
                  <a:pt x="0" y="10880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666600"/>
            </a:solidFill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75EE3-B9E4-47FF-8865-0FAA2E4F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166" y="4347459"/>
            <a:ext cx="10" cy="1088078"/>
          </a:xfrm>
          <a:custGeom xmlns:a="http://schemas.openxmlformats.org/drawingml/2006/main">
            <a:pathLst>
              <a:path w="1" h="1088078" fill="none">
                <a:moveTo>
                  <a:pt x="0" y="10880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9673A6"/>
            </a:solidFill>
            <a:miter/>
          </a:ln>
        </p:spPr>
      </p:sp>
      <p:sp>
        <p:nvSpPr>
          <p:cNvPr id="276" name="Text TaskInput">
            <a:extLst xmlns:a="http://schemas.openxmlformats.org/drawingml/2006/main">
              <a:ext uri="{FF2B5EF4-FFF2-40B4-BE49-F238E27FC236}">
                <a16:creationId xmlns:a16="http://schemas.microsoft.com/office/drawing/2014/main" id="{6D90B421-6BB9-415A-99DE-86B1903E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28" y="2855985"/>
            <a:ext cx="922809" cy="172208"/>
          </a:xfrm>
          <a:custGeom xmlns:a="http://schemas.openxmlformats.org/drawingml/2006/main">
            <a:pathLst>
              <a:path w="922809" h="172208">
                <a:moveTo>
                  <a:pt x="40059" y="135004"/>
                </a:moveTo>
                <a:lnTo>
                  <a:pt x="40059" y="22838"/>
                </a:lnTo>
                <a:lnTo>
                  <a:pt x="0" y="22838"/>
                </a:lnTo>
                <a:lnTo>
                  <a:pt x="0" y="0"/>
                </a:lnTo>
                <a:lnTo>
                  <a:pt x="107285" y="0"/>
                </a:lnTo>
                <a:lnTo>
                  <a:pt x="107285" y="22838"/>
                </a:lnTo>
                <a:lnTo>
                  <a:pt x="67318" y="22838"/>
                </a:lnTo>
                <a:lnTo>
                  <a:pt x="67318" y="135004"/>
                </a:lnTo>
                <a:lnTo>
                  <a:pt x="40059" y="135004"/>
                </a:lnTo>
                <a:close/>
                <a:moveTo>
                  <a:pt x="130031" y="67410"/>
                </a:moveTo>
                <a:lnTo>
                  <a:pt x="106548" y="63174"/>
                </a:lnTo>
                <a:cubicBezTo>
                  <a:pt x="109188" y="53594"/>
                  <a:pt x="113731" y="46504"/>
                  <a:pt x="120177" y="41901"/>
                </a:cubicBezTo>
                <a:cubicBezTo>
                  <a:pt x="126624" y="37296"/>
                  <a:pt x="136201" y="34994"/>
                  <a:pt x="148909" y="34994"/>
                </a:cubicBezTo>
                <a:cubicBezTo>
                  <a:pt x="160451" y="34994"/>
                  <a:pt x="169046" y="36360"/>
                  <a:pt x="174694" y="39092"/>
                </a:cubicBezTo>
                <a:cubicBezTo>
                  <a:pt x="180343" y="41824"/>
                  <a:pt x="184318" y="45293"/>
                  <a:pt x="186620" y="49498"/>
                </a:cubicBezTo>
                <a:cubicBezTo>
                  <a:pt x="188922" y="53704"/>
                  <a:pt x="190074" y="61424"/>
                  <a:pt x="190074" y="72659"/>
                </a:cubicBezTo>
                <a:lnTo>
                  <a:pt x="189797" y="102864"/>
                </a:lnTo>
                <a:cubicBezTo>
                  <a:pt x="189797" y="111460"/>
                  <a:pt x="190212" y="117798"/>
                  <a:pt x="191040" y="121881"/>
                </a:cubicBezTo>
                <a:cubicBezTo>
                  <a:pt x="191869" y="125964"/>
                  <a:pt x="193419" y="130338"/>
                  <a:pt x="195691" y="135004"/>
                </a:cubicBezTo>
                <a:lnTo>
                  <a:pt x="170090" y="135004"/>
                </a:lnTo>
                <a:cubicBezTo>
                  <a:pt x="169415" y="133285"/>
                  <a:pt x="168586" y="130737"/>
                  <a:pt x="167604" y="127360"/>
                </a:cubicBezTo>
                <a:cubicBezTo>
                  <a:pt x="167174" y="125826"/>
                  <a:pt x="166867" y="124813"/>
                  <a:pt x="166683" y="124321"/>
                </a:cubicBezTo>
                <a:cubicBezTo>
                  <a:pt x="162262" y="128619"/>
                  <a:pt x="157535" y="131842"/>
                  <a:pt x="152501" y="133991"/>
                </a:cubicBezTo>
                <a:cubicBezTo>
                  <a:pt x="147467" y="136140"/>
                  <a:pt x="142095" y="137214"/>
                  <a:pt x="136385" y="137214"/>
                </a:cubicBezTo>
                <a:cubicBezTo>
                  <a:pt x="126317" y="137214"/>
                  <a:pt x="118381" y="134494"/>
                  <a:pt x="112580" y="129053"/>
                </a:cubicBezTo>
                <a:cubicBezTo>
                  <a:pt x="106778" y="123612"/>
                  <a:pt x="103877" y="116734"/>
                  <a:pt x="103877" y="108419"/>
                </a:cubicBezTo>
                <a:cubicBezTo>
                  <a:pt x="103877" y="102916"/>
                  <a:pt x="105197" y="98011"/>
                  <a:pt x="107837" y="93702"/>
                </a:cubicBezTo>
                <a:cubicBezTo>
                  <a:pt x="110477" y="89391"/>
                  <a:pt x="114176" y="86089"/>
                  <a:pt x="118934" y="83796"/>
                </a:cubicBezTo>
                <a:cubicBezTo>
                  <a:pt x="123692" y="81503"/>
                  <a:pt x="130553" y="79501"/>
                  <a:pt x="139516" y="77790"/>
                </a:cubicBezTo>
                <a:cubicBezTo>
                  <a:pt x="151611" y="75528"/>
                  <a:pt x="159991" y="73419"/>
                  <a:pt x="164657" y="71462"/>
                </a:cubicBezTo>
                <a:lnTo>
                  <a:pt x="164657" y="68855"/>
                </a:lnTo>
                <a:cubicBezTo>
                  <a:pt x="164657" y="63826"/>
                  <a:pt x="163429" y="60241"/>
                  <a:pt x="160973" y="58100"/>
                </a:cubicBezTo>
                <a:cubicBezTo>
                  <a:pt x="158517" y="55957"/>
                  <a:pt x="153882" y="54886"/>
                  <a:pt x="147068" y="54886"/>
                </a:cubicBezTo>
                <a:cubicBezTo>
                  <a:pt x="142463" y="54886"/>
                  <a:pt x="138872" y="55812"/>
                  <a:pt x="136293" y="57666"/>
                </a:cubicBezTo>
                <a:cubicBezTo>
                  <a:pt x="133714" y="59517"/>
                  <a:pt x="131627" y="62765"/>
                  <a:pt x="130031" y="67410"/>
                </a:cubicBezTo>
                <a:moveTo>
                  <a:pt x="164657" y="88406"/>
                </a:moveTo>
                <a:cubicBezTo>
                  <a:pt x="161341" y="89498"/>
                  <a:pt x="156092" y="90803"/>
                  <a:pt x="148909" y="92320"/>
                </a:cubicBezTo>
                <a:cubicBezTo>
                  <a:pt x="141726" y="93836"/>
                  <a:pt x="137030" y="95322"/>
                  <a:pt x="134820" y="96778"/>
                </a:cubicBezTo>
                <a:cubicBezTo>
                  <a:pt x="131443" y="99143"/>
                  <a:pt x="129755" y="102146"/>
                  <a:pt x="129755" y="105785"/>
                </a:cubicBezTo>
                <a:cubicBezTo>
                  <a:pt x="129755" y="109365"/>
                  <a:pt x="131105" y="112460"/>
                  <a:pt x="133807" y="115069"/>
                </a:cubicBezTo>
                <a:cubicBezTo>
                  <a:pt x="136508" y="117677"/>
                  <a:pt x="139946" y="118980"/>
                  <a:pt x="144121" y="118980"/>
                </a:cubicBezTo>
                <a:cubicBezTo>
                  <a:pt x="148787" y="118980"/>
                  <a:pt x="153238" y="117464"/>
                  <a:pt x="157474" y="114430"/>
                </a:cubicBezTo>
                <a:cubicBezTo>
                  <a:pt x="160605" y="112126"/>
                  <a:pt x="162661" y="109305"/>
                  <a:pt x="163644" y="105967"/>
                </a:cubicBezTo>
                <a:cubicBezTo>
                  <a:pt x="164319" y="103783"/>
                  <a:pt x="164657" y="99629"/>
                  <a:pt x="164657" y="93503"/>
                </a:cubicBezTo>
                <a:lnTo>
                  <a:pt x="164657" y="88406"/>
                </a:lnTo>
                <a:close/>
                <a:moveTo>
                  <a:pt x="206437" y="107193"/>
                </a:moveTo>
                <a:lnTo>
                  <a:pt x="232406" y="103141"/>
                </a:lnTo>
                <a:cubicBezTo>
                  <a:pt x="233511" y="108144"/>
                  <a:pt x="235752" y="111943"/>
                  <a:pt x="239129" y="114537"/>
                </a:cubicBezTo>
                <a:cubicBezTo>
                  <a:pt x="242505" y="117131"/>
                  <a:pt x="247232" y="118428"/>
                  <a:pt x="253310" y="118428"/>
                </a:cubicBezTo>
                <a:cubicBezTo>
                  <a:pt x="260002" y="118428"/>
                  <a:pt x="265037" y="117202"/>
                  <a:pt x="268413" y="114750"/>
                </a:cubicBezTo>
                <a:cubicBezTo>
                  <a:pt x="270685" y="113033"/>
                  <a:pt x="271820" y="110733"/>
                  <a:pt x="271820" y="107852"/>
                </a:cubicBezTo>
                <a:cubicBezTo>
                  <a:pt x="271820" y="105889"/>
                  <a:pt x="271207" y="104264"/>
                  <a:pt x="269979" y="102977"/>
                </a:cubicBezTo>
                <a:cubicBezTo>
                  <a:pt x="268689" y="101751"/>
                  <a:pt x="265804" y="100617"/>
                  <a:pt x="261322" y="99575"/>
                </a:cubicBezTo>
                <a:cubicBezTo>
                  <a:pt x="240448" y="94978"/>
                  <a:pt x="227218" y="90779"/>
                  <a:pt x="221631" y="86976"/>
                </a:cubicBezTo>
                <a:cubicBezTo>
                  <a:pt x="213896" y="81700"/>
                  <a:pt x="210028" y="74370"/>
                  <a:pt x="210028" y="64987"/>
                </a:cubicBezTo>
                <a:cubicBezTo>
                  <a:pt x="210028" y="56522"/>
                  <a:pt x="213374" y="49407"/>
                  <a:pt x="220066" y="43642"/>
                </a:cubicBezTo>
                <a:cubicBezTo>
                  <a:pt x="226758" y="37877"/>
                  <a:pt x="237133" y="34994"/>
                  <a:pt x="251192" y="34994"/>
                </a:cubicBezTo>
                <a:cubicBezTo>
                  <a:pt x="264576" y="34994"/>
                  <a:pt x="274522" y="37166"/>
                  <a:pt x="281029" y="41510"/>
                </a:cubicBezTo>
                <a:cubicBezTo>
                  <a:pt x="287537" y="45853"/>
                  <a:pt x="292019" y="52276"/>
                  <a:pt x="294475" y="60779"/>
                </a:cubicBezTo>
                <a:lnTo>
                  <a:pt x="270071" y="65384"/>
                </a:lnTo>
                <a:cubicBezTo>
                  <a:pt x="269027" y="61577"/>
                  <a:pt x="267047" y="58661"/>
                  <a:pt x="264131" y="56635"/>
                </a:cubicBezTo>
                <a:cubicBezTo>
                  <a:pt x="261215" y="54609"/>
                  <a:pt x="257055" y="53596"/>
                  <a:pt x="251653" y="53596"/>
                </a:cubicBezTo>
                <a:cubicBezTo>
                  <a:pt x="244838" y="53596"/>
                  <a:pt x="239957" y="54547"/>
                  <a:pt x="237010" y="56448"/>
                </a:cubicBezTo>
                <a:cubicBezTo>
                  <a:pt x="235046" y="57795"/>
                  <a:pt x="234064" y="59542"/>
                  <a:pt x="234064" y="61689"/>
                </a:cubicBezTo>
                <a:cubicBezTo>
                  <a:pt x="234064" y="63527"/>
                  <a:pt x="234923" y="65089"/>
                  <a:pt x="236642" y="66377"/>
                </a:cubicBezTo>
                <a:cubicBezTo>
                  <a:pt x="238975" y="68094"/>
                  <a:pt x="247033" y="70516"/>
                  <a:pt x="260816" y="73643"/>
                </a:cubicBezTo>
                <a:cubicBezTo>
                  <a:pt x="274599" y="76770"/>
                  <a:pt x="284222" y="80607"/>
                  <a:pt x="289686" y="85152"/>
                </a:cubicBezTo>
                <a:cubicBezTo>
                  <a:pt x="295089" y="89760"/>
                  <a:pt x="297790" y="96179"/>
                  <a:pt x="297790" y="104410"/>
                </a:cubicBezTo>
                <a:cubicBezTo>
                  <a:pt x="297790" y="113379"/>
                  <a:pt x="294045" y="121089"/>
                  <a:pt x="286555" y="127539"/>
                </a:cubicBezTo>
                <a:cubicBezTo>
                  <a:pt x="279065" y="133989"/>
                  <a:pt x="267983" y="137214"/>
                  <a:pt x="253310" y="137214"/>
                </a:cubicBezTo>
                <a:cubicBezTo>
                  <a:pt x="239988" y="137214"/>
                  <a:pt x="229444" y="134521"/>
                  <a:pt x="221677" y="129136"/>
                </a:cubicBezTo>
                <a:cubicBezTo>
                  <a:pt x="213911" y="123749"/>
                  <a:pt x="208831" y="116434"/>
                  <a:pt x="206437" y="107193"/>
                </a:cubicBezTo>
                <a:close/>
                <a:moveTo>
                  <a:pt x="319494" y="135004"/>
                </a:moveTo>
                <a:lnTo>
                  <a:pt x="319494" y="0"/>
                </a:lnTo>
                <a:lnTo>
                  <a:pt x="345372" y="0"/>
                </a:lnTo>
                <a:lnTo>
                  <a:pt x="345372" y="71646"/>
                </a:lnTo>
                <a:lnTo>
                  <a:pt x="375669" y="37204"/>
                </a:lnTo>
                <a:lnTo>
                  <a:pt x="407532" y="37204"/>
                </a:lnTo>
                <a:lnTo>
                  <a:pt x="374104" y="72950"/>
                </a:lnTo>
                <a:lnTo>
                  <a:pt x="409927" y="135004"/>
                </a:lnTo>
                <a:lnTo>
                  <a:pt x="382024" y="135004"/>
                </a:lnTo>
                <a:lnTo>
                  <a:pt x="357435" y="91065"/>
                </a:lnTo>
                <a:lnTo>
                  <a:pt x="345372" y="103693"/>
                </a:lnTo>
                <a:lnTo>
                  <a:pt x="345372" y="135004"/>
                </a:lnTo>
                <a:lnTo>
                  <a:pt x="319494" y="135004"/>
                </a:lnTo>
                <a:close/>
                <a:moveTo>
                  <a:pt x="477064" y="135004"/>
                </a:moveTo>
                <a:lnTo>
                  <a:pt x="477064" y="0"/>
                </a:lnTo>
                <a:lnTo>
                  <a:pt x="504322" y="0"/>
                </a:lnTo>
                <a:lnTo>
                  <a:pt x="504322" y="135004"/>
                </a:lnTo>
                <a:lnTo>
                  <a:pt x="477064" y="135004"/>
                </a:lnTo>
                <a:close/>
                <a:moveTo>
                  <a:pt x="619098" y="135004"/>
                </a:moveTo>
                <a:lnTo>
                  <a:pt x="593221" y="135004"/>
                </a:lnTo>
                <a:lnTo>
                  <a:pt x="593221" y="85149"/>
                </a:lnTo>
                <a:cubicBezTo>
                  <a:pt x="593221" y="74601"/>
                  <a:pt x="592668" y="67778"/>
                  <a:pt x="591563" y="64682"/>
                </a:cubicBezTo>
                <a:cubicBezTo>
                  <a:pt x="590458" y="61585"/>
                  <a:pt x="588662" y="59178"/>
                  <a:pt x="586176" y="57461"/>
                </a:cubicBezTo>
                <a:cubicBezTo>
                  <a:pt x="583690" y="55744"/>
                  <a:pt x="580697" y="54886"/>
                  <a:pt x="577197" y="54886"/>
                </a:cubicBezTo>
                <a:cubicBezTo>
                  <a:pt x="572716" y="54886"/>
                  <a:pt x="568694" y="56113"/>
                  <a:pt x="565133" y="58566"/>
                </a:cubicBezTo>
                <a:cubicBezTo>
                  <a:pt x="561573" y="61018"/>
                  <a:pt x="559132" y="64268"/>
                  <a:pt x="557812" y="68316"/>
                </a:cubicBezTo>
                <a:cubicBezTo>
                  <a:pt x="556492" y="72363"/>
                  <a:pt x="555832" y="79844"/>
                  <a:pt x="555832" y="90760"/>
                </a:cubicBezTo>
                <a:lnTo>
                  <a:pt x="555832" y="135004"/>
                </a:lnTo>
                <a:lnTo>
                  <a:pt x="529955" y="135004"/>
                </a:lnTo>
                <a:lnTo>
                  <a:pt x="529955" y="37204"/>
                </a:lnTo>
                <a:lnTo>
                  <a:pt x="553991" y="37204"/>
                </a:lnTo>
                <a:lnTo>
                  <a:pt x="553991" y="51570"/>
                </a:lnTo>
                <a:cubicBezTo>
                  <a:pt x="562524" y="40520"/>
                  <a:pt x="573268" y="34994"/>
                  <a:pt x="586222" y="34994"/>
                </a:cubicBezTo>
                <a:cubicBezTo>
                  <a:pt x="591932" y="34994"/>
                  <a:pt x="597150" y="36023"/>
                  <a:pt x="601877" y="38079"/>
                </a:cubicBezTo>
                <a:cubicBezTo>
                  <a:pt x="606605" y="40136"/>
                  <a:pt x="610181" y="42760"/>
                  <a:pt x="612606" y="45953"/>
                </a:cubicBezTo>
                <a:cubicBezTo>
                  <a:pt x="615031" y="49145"/>
                  <a:pt x="616719" y="52768"/>
                  <a:pt x="617671" y="56820"/>
                </a:cubicBezTo>
                <a:cubicBezTo>
                  <a:pt x="618622" y="60871"/>
                  <a:pt x="619098" y="66673"/>
                  <a:pt x="619098" y="74225"/>
                </a:cubicBezTo>
                <a:lnTo>
                  <a:pt x="619098" y="135004"/>
                </a:lnTo>
                <a:close/>
                <a:moveTo>
                  <a:pt x="644637" y="37204"/>
                </a:moveTo>
                <a:lnTo>
                  <a:pt x="668765" y="37204"/>
                </a:lnTo>
                <a:lnTo>
                  <a:pt x="668765" y="51570"/>
                </a:lnTo>
                <a:cubicBezTo>
                  <a:pt x="671896" y="46659"/>
                  <a:pt x="676132" y="42668"/>
                  <a:pt x="681473" y="39599"/>
                </a:cubicBezTo>
                <a:cubicBezTo>
                  <a:pt x="686814" y="36529"/>
                  <a:pt x="692739" y="34994"/>
                  <a:pt x="699246" y="34994"/>
                </a:cubicBezTo>
                <a:cubicBezTo>
                  <a:pt x="710604" y="34994"/>
                  <a:pt x="720243" y="39445"/>
                  <a:pt x="728163" y="48347"/>
                </a:cubicBezTo>
                <a:cubicBezTo>
                  <a:pt x="736082" y="57249"/>
                  <a:pt x="740042" y="69651"/>
                  <a:pt x="740042" y="85552"/>
                </a:cubicBezTo>
                <a:cubicBezTo>
                  <a:pt x="740042" y="101882"/>
                  <a:pt x="736052" y="114575"/>
                  <a:pt x="728070" y="123631"/>
                </a:cubicBezTo>
                <a:cubicBezTo>
                  <a:pt x="720089" y="132686"/>
                  <a:pt x="710420" y="137214"/>
                  <a:pt x="699062" y="137214"/>
                </a:cubicBezTo>
                <a:cubicBezTo>
                  <a:pt x="693659" y="137214"/>
                  <a:pt x="688763" y="136140"/>
                  <a:pt x="684374" y="133991"/>
                </a:cubicBezTo>
                <a:cubicBezTo>
                  <a:pt x="679984" y="131842"/>
                  <a:pt x="675364" y="128159"/>
                  <a:pt x="670514" y="122940"/>
                </a:cubicBezTo>
                <a:lnTo>
                  <a:pt x="670514" y="172208"/>
                </a:lnTo>
                <a:lnTo>
                  <a:pt x="644637" y="172208"/>
                </a:lnTo>
                <a:lnTo>
                  <a:pt x="644637" y="37204"/>
                </a:lnTo>
                <a:moveTo>
                  <a:pt x="670238" y="84403"/>
                </a:moveTo>
                <a:cubicBezTo>
                  <a:pt x="670238" y="95375"/>
                  <a:pt x="672417" y="103482"/>
                  <a:pt x="676776" y="108724"/>
                </a:cubicBezTo>
                <a:cubicBezTo>
                  <a:pt x="681135" y="113965"/>
                  <a:pt x="686446" y="116586"/>
                  <a:pt x="692708" y="116586"/>
                </a:cubicBezTo>
                <a:cubicBezTo>
                  <a:pt x="698724" y="116586"/>
                  <a:pt x="703728" y="114180"/>
                  <a:pt x="707719" y="109368"/>
                </a:cubicBezTo>
                <a:cubicBezTo>
                  <a:pt x="711709" y="104557"/>
                  <a:pt x="713704" y="96664"/>
                  <a:pt x="713704" y="85690"/>
                </a:cubicBezTo>
                <a:cubicBezTo>
                  <a:pt x="713704" y="75452"/>
                  <a:pt x="711648" y="67851"/>
                  <a:pt x="707534" y="62886"/>
                </a:cubicBezTo>
                <a:cubicBezTo>
                  <a:pt x="703421" y="57921"/>
                  <a:pt x="698325" y="55438"/>
                  <a:pt x="692247" y="55438"/>
                </a:cubicBezTo>
                <a:cubicBezTo>
                  <a:pt x="685924" y="55438"/>
                  <a:pt x="680675" y="57875"/>
                  <a:pt x="676500" y="62748"/>
                </a:cubicBezTo>
                <a:cubicBezTo>
                  <a:pt x="672325" y="67621"/>
                  <a:pt x="670238" y="74839"/>
                  <a:pt x="670238" y="84403"/>
                </a:cubicBezTo>
                <a:close/>
                <a:moveTo>
                  <a:pt x="824979" y="135004"/>
                </a:moveTo>
                <a:lnTo>
                  <a:pt x="824979" y="120362"/>
                </a:lnTo>
                <a:cubicBezTo>
                  <a:pt x="821418" y="125580"/>
                  <a:pt x="816737" y="129693"/>
                  <a:pt x="810936" y="132702"/>
                </a:cubicBezTo>
                <a:cubicBezTo>
                  <a:pt x="805134" y="135710"/>
                  <a:pt x="799010" y="137214"/>
                  <a:pt x="792564" y="137214"/>
                </a:cubicBezTo>
                <a:cubicBezTo>
                  <a:pt x="785994" y="137214"/>
                  <a:pt x="780101" y="135771"/>
                  <a:pt x="774882" y="132886"/>
                </a:cubicBezTo>
                <a:cubicBezTo>
                  <a:pt x="769664" y="130000"/>
                  <a:pt x="765888" y="125948"/>
                  <a:pt x="763555" y="120730"/>
                </a:cubicBezTo>
                <a:cubicBezTo>
                  <a:pt x="761222" y="115512"/>
                  <a:pt x="760056" y="108298"/>
                  <a:pt x="760056" y="99089"/>
                </a:cubicBezTo>
                <a:lnTo>
                  <a:pt x="760056" y="37204"/>
                </a:lnTo>
                <a:lnTo>
                  <a:pt x="785933" y="37204"/>
                </a:lnTo>
                <a:lnTo>
                  <a:pt x="785933" y="82041"/>
                </a:lnTo>
                <a:cubicBezTo>
                  <a:pt x="785933" y="95762"/>
                  <a:pt x="786409" y="104169"/>
                  <a:pt x="787360" y="107262"/>
                </a:cubicBezTo>
                <a:cubicBezTo>
                  <a:pt x="788312" y="110354"/>
                  <a:pt x="790046" y="112804"/>
                  <a:pt x="792564" y="114612"/>
                </a:cubicBezTo>
                <a:cubicBezTo>
                  <a:pt x="795081" y="116419"/>
                  <a:pt x="798273" y="117323"/>
                  <a:pt x="802141" y="117323"/>
                </a:cubicBezTo>
                <a:cubicBezTo>
                  <a:pt x="806561" y="117323"/>
                  <a:pt x="810521" y="116113"/>
                  <a:pt x="814021" y="113694"/>
                </a:cubicBezTo>
                <a:cubicBezTo>
                  <a:pt x="817520" y="111274"/>
                  <a:pt x="819914" y="108273"/>
                  <a:pt x="821204" y="104689"/>
                </a:cubicBezTo>
                <a:cubicBezTo>
                  <a:pt x="822493" y="101105"/>
                  <a:pt x="823137" y="92331"/>
                  <a:pt x="823137" y="78366"/>
                </a:cubicBezTo>
                <a:lnTo>
                  <a:pt x="823137" y="37204"/>
                </a:lnTo>
                <a:lnTo>
                  <a:pt x="849015" y="37204"/>
                </a:lnTo>
                <a:lnTo>
                  <a:pt x="849015" y="135004"/>
                </a:lnTo>
                <a:lnTo>
                  <a:pt x="824979" y="135004"/>
                </a:lnTo>
                <a:close/>
                <a:moveTo>
                  <a:pt x="920691" y="37204"/>
                </a:moveTo>
                <a:lnTo>
                  <a:pt x="920691" y="57832"/>
                </a:lnTo>
                <a:lnTo>
                  <a:pt x="903010" y="57832"/>
                </a:lnTo>
                <a:lnTo>
                  <a:pt x="903010" y="97184"/>
                </a:lnTo>
                <a:cubicBezTo>
                  <a:pt x="903010" y="105153"/>
                  <a:pt x="903179" y="109797"/>
                  <a:pt x="903516" y="111115"/>
                </a:cubicBezTo>
                <a:cubicBezTo>
                  <a:pt x="903854" y="112431"/>
                  <a:pt x="904621" y="113519"/>
                  <a:pt x="905819" y="114379"/>
                </a:cubicBezTo>
                <a:cubicBezTo>
                  <a:pt x="907016" y="115236"/>
                  <a:pt x="908474" y="115665"/>
                  <a:pt x="910193" y="115665"/>
                </a:cubicBezTo>
                <a:cubicBezTo>
                  <a:pt x="912587" y="115665"/>
                  <a:pt x="916056" y="114836"/>
                  <a:pt x="920599" y="113179"/>
                </a:cubicBezTo>
                <a:lnTo>
                  <a:pt x="922809" y="133329"/>
                </a:lnTo>
                <a:cubicBezTo>
                  <a:pt x="916793" y="135919"/>
                  <a:pt x="909978" y="137214"/>
                  <a:pt x="902365" y="137214"/>
                </a:cubicBezTo>
                <a:cubicBezTo>
                  <a:pt x="897699" y="137214"/>
                  <a:pt x="893494" y="136431"/>
                  <a:pt x="889749" y="134866"/>
                </a:cubicBezTo>
                <a:cubicBezTo>
                  <a:pt x="886004" y="133300"/>
                  <a:pt x="883257" y="131274"/>
                  <a:pt x="881507" y="128788"/>
                </a:cubicBezTo>
                <a:cubicBezTo>
                  <a:pt x="879757" y="126301"/>
                  <a:pt x="878545" y="122940"/>
                  <a:pt x="877869" y="118704"/>
                </a:cubicBezTo>
                <a:cubicBezTo>
                  <a:pt x="877317" y="115696"/>
                  <a:pt x="877040" y="109618"/>
                  <a:pt x="877040" y="100470"/>
                </a:cubicBezTo>
                <a:lnTo>
                  <a:pt x="877040" y="57832"/>
                </a:lnTo>
                <a:lnTo>
                  <a:pt x="865161" y="57832"/>
                </a:lnTo>
                <a:lnTo>
                  <a:pt x="865161" y="37204"/>
                </a:lnTo>
                <a:lnTo>
                  <a:pt x="877040" y="37204"/>
                </a:lnTo>
                <a:lnTo>
                  <a:pt x="877040" y="17681"/>
                </a:lnTo>
                <a:lnTo>
                  <a:pt x="903010" y="2394"/>
                </a:lnTo>
                <a:lnTo>
                  <a:pt x="903010" y="37204"/>
                </a:lnTo>
                <a:lnTo>
                  <a:pt x="920691" y="372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Eval.Data">
            <a:extLst xmlns:a="http://schemas.openxmlformats.org/drawingml/2006/main">
              <a:ext uri="{FF2B5EF4-FFF2-40B4-BE49-F238E27FC236}">
                <a16:creationId xmlns:a16="http://schemas.microsoft.com/office/drawing/2014/main" id="{BEE219DC-4BE8-44D8-9855-B5DDFEC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9955" y="2841477"/>
            <a:ext cx="881463" cy="137214"/>
          </a:xfrm>
          <a:custGeom xmlns:a="http://schemas.openxmlformats.org/drawingml/2006/main">
            <a:pathLst>
              <a:path w="881463" h="137214">
                <a:moveTo>
                  <a:pt x="0" y="135004"/>
                </a:moveTo>
                <a:lnTo>
                  <a:pt x="0" y="0"/>
                </a:lnTo>
                <a:lnTo>
                  <a:pt x="100102" y="0"/>
                </a:lnTo>
                <a:lnTo>
                  <a:pt x="100102" y="22838"/>
                </a:lnTo>
                <a:lnTo>
                  <a:pt x="27259" y="22838"/>
                </a:lnTo>
                <a:lnTo>
                  <a:pt x="27259" y="52675"/>
                </a:lnTo>
                <a:lnTo>
                  <a:pt x="95037" y="52675"/>
                </a:lnTo>
                <a:lnTo>
                  <a:pt x="95037" y="75514"/>
                </a:lnTo>
                <a:lnTo>
                  <a:pt x="27259" y="75514"/>
                </a:lnTo>
                <a:lnTo>
                  <a:pt x="27259" y="112166"/>
                </a:lnTo>
                <a:lnTo>
                  <a:pt x="102680" y="112166"/>
                </a:lnTo>
                <a:lnTo>
                  <a:pt x="102680" y="135004"/>
                </a:lnTo>
                <a:lnTo>
                  <a:pt x="0" y="135004"/>
                </a:lnTo>
                <a:close/>
                <a:moveTo>
                  <a:pt x="152502" y="135004"/>
                </a:moveTo>
                <a:lnTo>
                  <a:pt x="113088" y="37204"/>
                </a:lnTo>
                <a:lnTo>
                  <a:pt x="140254" y="37204"/>
                </a:lnTo>
                <a:lnTo>
                  <a:pt x="158672" y="87117"/>
                </a:lnTo>
                <a:lnTo>
                  <a:pt x="164013" y="103785"/>
                </a:lnTo>
                <a:cubicBezTo>
                  <a:pt x="165425" y="99549"/>
                  <a:pt x="166316" y="96756"/>
                  <a:pt x="166684" y="95405"/>
                </a:cubicBezTo>
                <a:cubicBezTo>
                  <a:pt x="167543" y="92643"/>
                  <a:pt x="168464" y="89880"/>
                  <a:pt x="169447" y="87117"/>
                </a:cubicBezTo>
                <a:lnTo>
                  <a:pt x="188049" y="37204"/>
                </a:lnTo>
                <a:lnTo>
                  <a:pt x="214663" y="37204"/>
                </a:lnTo>
                <a:lnTo>
                  <a:pt x="175801" y="135004"/>
                </a:lnTo>
                <a:lnTo>
                  <a:pt x="152502" y="135004"/>
                </a:lnTo>
                <a:close/>
                <a:moveTo>
                  <a:pt x="249813" y="67410"/>
                </a:moveTo>
                <a:lnTo>
                  <a:pt x="226330" y="63174"/>
                </a:lnTo>
                <a:cubicBezTo>
                  <a:pt x="228970" y="53594"/>
                  <a:pt x="233513" y="46504"/>
                  <a:pt x="239959" y="41901"/>
                </a:cubicBezTo>
                <a:cubicBezTo>
                  <a:pt x="246405" y="37296"/>
                  <a:pt x="255983" y="34994"/>
                  <a:pt x="268691" y="34994"/>
                </a:cubicBezTo>
                <a:cubicBezTo>
                  <a:pt x="280233" y="34994"/>
                  <a:pt x="288828" y="36360"/>
                  <a:pt x="294476" y="39092"/>
                </a:cubicBezTo>
                <a:cubicBezTo>
                  <a:pt x="300125" y="41824"/>
                  <a:pt x="304100" y="45293"/>
                  <a:pt x="306402" y="49498"/>
                </a:cubicBezTo>
                <a:cubicBezTo>
                  <a:pt x="308704" y="53704"/>
                  <a:pt x="309855" y="61424"/>
                  <a:pt x="309855" y="72659"/>
                </a:cubicBezTo>
                <a:lnTo>
                  <a:pt x="309579" y="102864"/>
                </a:lnTo>
                <a:cubicBezTo>
                  <a:pt x="309579" y="111460"/>
                  <a:pt x="309993" y="117798"/>
                  <a:pt x="310822" y="121881"/>
                </a:cubicBezTo>
                <a:cubicBezTo>
                  <a:pt x="311651" y="125964"/>
                  <a:pt x="313201" y="130338"/>
                  <a:pt x="315473" y="135004"/>
                </a:cubicBezTo>
                <a:lnTo>
                  <a:pt x="289872" y="135004"/>
                </a:lnTo>
                <a:cubicBezTo>
                  <a:pt x="289196" y="133285"/>
                  <a:pt x="288368" y="130737"/>
                  <a:pt x="287385" y="127360"/>
                </a:cubicBezTo>
                <a:cubicBezTo>
                  <a:pt x="286956" y="125826"/>
                  <a:pt x="286649" y="124813"/>
                  <a:pt x="286464" y="124321"/>
                </a:cubicBezTo>
                <a:cubicBezTo>
                  <a:pt x="282044" y="128619"/>
                  <a:pt x="277317" y="131842"/>
                  <a:pt x="272283" y="133991"/>
                </a:cubicBezTo>
                <a:cubicBezTo>
                  <a:pt x="267248" y="136140"/>
                  <a:pt x="261876" y="137214"/>
                  <a:pt x="256167" y="137214"/>
                </a:cubicBezTo>
                <a:cubicBezTo>
                  <a:pt x="246098" y="137214"/>
                  <a:pt x="238163" y="134494"/>
                  <a:pt x="232362" y="129053"/>
                </a:cubicBezTo>
                <a:cubicBezTo>
                  <a:pt x="226560" y="123612"/>
                  <a:pt x="223659" y="116734"/>
                  <a:pt x="223659" y="108419"/>
                </a:cubicBezTo>
                <a:cubicBezTo>
                  <a:pt x="223659" y="102916"/>
                  <a:pt x="224979" y="98011"/>
                  <a:pt x="227619" y="93702"/>
                </a:cubicBezTo>
                <a:cubicBezTo>
                  <a:pt x="230259" y="89391"/>
                  <a:pt x="233958" y="86089"/>
                  <a:pt x="238716" y="83796"/>
                </a:cubicBezTo>
                <a:cubicBezTo>
                  <a:pt x="243474" y="81503"/>
                  <a:pt x="250335" y="79501"/>
                  <a:pt x="259298" y="77790"/>
                </a:cubicBezTo>
                <a:cubicBezTo>
                  <a:pt x="271392" y="75528"/>
                  <a:pt x="279773" y="73419"/>
                  <a:pt x="284439" y="71462"/>
                </a:cubicBezTo>
                <a:lnTo>
                  <a:pt x="284439" y="68855"/>
                </a:lnTo>
                <a:cubicBezTo>
                  <a:pt x="284439" y="63826"/>
                  <a:pt x="283211" y="60241"/>
                  <a:pt x="280755" y="58100"/>
                </a:cubicBezTo>
                <a:cubicBezTo>
                  <a:pt x="278299" y="55957"/>
                  <a:pt x="273664" y="54886"/>
                  <a:pt x="266849" y="54886"/>
                </a:cubicBezTo>
                <a:cubicBezTo>
                  <a:pt x="262245" y="54886"/>
                  <a:pt x="258653" y="55812"/>
                  <a:pt x="256075" y="57666"/>
                </a:cubicBezTo>
                <a:cubicBezTo>
                  <a:pt x="253496" y="59517"/>
                  <a:pt x="251409" y="62765"/>
                  <a:pt x="249813" y="67410"/>
                </a:cubicBezTo>
                <a:moveTo>
                  <a:pt x="284439" y="88406"/>
                </a:moveTo>
                <a:cubicBezTo>
                  <a:pt x="281123" y="89498"/>
                  <a:pt x="275874" y="90803"/>
                  <a:pt x="268691" y="92320"/>
                </a:cubicBezTo>
                <a:cubicBezTo>
                  <a:pt x="261508" y="93836"/>
                  <a:pt x="256812" y="95322"/>
                  <a:pt x="254601" y="96778"/>
                </a:cubicBezTo>
                <a:cubicBezTo>
                  <a:pt x="251225" y="99143"/>
                  <a:pt x="249536" y="102146"/>
                  <a:pt x="249536" y="105785"/>
                </a:cubicBezTo>
                <a:cubicBezTo>
                  <a:pt x="249536" y="109365"/>
                  <a:pt x="250887" y="112460"/>
                  <a:pt x="253588" y="115069"/>
                </a:cubicBezTo>
                <a:cubicBezTo>
                  <a:pt x="256290" y="117677"/>
                  <a:pt x="259728" y="118980"/>
                  <a:pt x="263902" y="118980"/>
                </a:cubicBezTo>
                <a:cubicBezTo>
                  <a:pt x="268568" y="118980"/>
                  <a:pt x="273019" y="117464"/>
                  <a:pt x="277255" y="114430"/>
                </a:cubicBezTo>
                <a:cubicBezTo>
                  <a:pt x="280387" y="112126"/>
                  <a:pt x="282443" y="109305"/>
                  <a:pt x="283426" y="105967"/>
                </a:cubicBezTo>
                <a:cubicBezTo>
                  <a:pt x="284101" y="103783"/>
                  <a:pt x="284439" y="99629"/>
                  <a:pt x="284439" y="93503"/>
                </a:cubicBezTo>
                <a:lnTo>
                  <a:pt x="284439" y="88406"/>
                </a:lnTo>
                <a:close/>
                <a:moveTo>
                  <a:pt x="335336" y="135004"/>
                </a:moveTo>
                <a:lnTo>
                  <a:pt x="335336" y="0"/>
                </a:lnTo>
                <a:lnTo>
                  <a:pt x="361213" y="0"/>
                </a:lnTo>
                <a:lnTo>
                  <a:pt x="361213" y="135004"/>
                </a:lnTo>
                <a:lnTo>
                  <a:pt x="335336" y="135004"/>
                </a:lnTo>
                <a:close/>
                <a:moveTo>
                  <a:pt x="387766" y="135004"/>
                </a:moveTo>
                <a:lnTo>
                  <a:pt x="387766" y="109035"/>
                </a:lnTo>
                <a:lnTo>
                  <a:pt x="413644" y="109035"/>
                </a:lnTo>
                <a:lnTo>
                  <a:pt x="413644" y="135004"/>
                </a:lnTo>
                <a:lnTo>
                  <a:pt x="387766" y="135004"/>
                </a:lnTo>
                <a:close/>
                <a:moveTo>
                  <a:pt x="492720" y="0"/>
                </a:moveTo>
                <a:lnTo>
                  <a:pt x="542541" y="0"/>
                </a:lnTo>
                <a:cubicBezTo>
                  <a:pt x="553776" y="0"/>
                  <a:pt x="562340" y="860"/>
                  <a:pt x="568234" y="2579"/>
                </a:cubicBezTo>
                <a:cubicBezTo>
                  <a:pt x="576154" y="4911"/>
                  <a:pt x="582938" y="9056"/>
                  <a:pt x="588586" y="15011"/>
                </a:cubicBezTo>
                <a:cubicBezTo>
                  <a:pt x="594234" y="20966"/>
                  <a:pt x="598532" y="28256"/>
                  <a:pt x="601479" y="36882"/>
                </a:cubicBezTo>
                <a:cubicBezTo>
                  <a:pt x="604425" y="45508"/>
                  <a:pt x="605899" y="56144"/>
                  <a:pt x="605899" y="68791"/>
                </a:cubicBezTo>
                <a:cubicBezTo>
                  <a:pt x="605899" y="79903"/>
                  <a:pt x="604518" y="89481"/>
                  <a:pt x="601755" y="97523"/>
                </a:cubicBezTo>
                <a:cubicBezTo>
                  <a:pt x="598378" y="107346"/>
                  <a:pt x="593559" y="115297"/>
                  <a:pt x="587297" y="121375"/>
                </a:cubicBezTo>
                <a:cubicBezTo>
                  <a:pt x="582569" y="125979"/>
                  <a:pt x="576185" y="129571"/>
                  <a:pt x="568142" y="132149"/>
                </a:cubicBezTo>
                <a:cubicBezTo>
                  <a:pt x="562126" y="134052"/>
                  <a:pt x="554083" y="135004"/>
                  <a:pt x="544014" y="135004"/>
                </a:cubicBezTo>
                <a:lnTo>
                  <a:pt x="492720" y="135004"/>
                </a:lnTo>
                <a:lnTo>
                  <a:pt x="492720" y="0"/>
                </a:lnTo>
                <a:moveTo>
                  <a:pt x="519979" y="22838"/>
                </a:moveTo>
                <a:lnTo>
                  <a:pt x="519979" y="112166"/>
                </a:lnTo>
                <a:lnTo>
                  <a:pt x="540331" y="112166"/>
                </a:lnTo>
                <a:cubicBezTo>
                  <a:pt x="547944" y="112166"/>
                  <a:pt x="553438" y="111736"/>
                  <a:pt x="556815" y="110876"/>
                </a:cubicBezTo>
                <a:cubicBezTo>
                  <a:pt x="561235" y="109773"/>
                  <a:pt x="564904" y="107904"/>
                  <a:pt x="567820" y="105267"/>
                </a:cubicBezTo>
                <a:cubicBezTo>
                  <a:pt x="570736" y="102629"/>
                  <a:pt x="573115" y="98290"/>
                  <a:pt x="574957" y="92248"/>
                </a:cubicBezTo>
                <a:cubicBezTo>
                  <a:pt x="576798" y="86207"/>
                  <a:pt x="577719" y="77973"/>
                  <a:pt x="577719" y="67548"/>
                </a:cubicBezTo>
                <a:cubicBezTo>
                  <a:pt x="577719" y="57123"/>
                  <a:pt x="576798" y="49119"/>
                  <a:pt x="574957" y="43538"/>
                </a:cubicBezTo>
                <a:cubicBezTo>
                  <a:pt x="573115" y="37957"/>
                  <a:pt x="570536" y="33603"/>
                  <a:pt x="567221" y="30476"/>
                </a:cubicBezTo>
                <a:cubicBezTo>
                  <a:pt x="563906" y="27347"/>
                  <a:pt x="559700" y="25231"/>
                  <a:pt x="554605" y="24128"/>
                </a:cubicBezTo>
                <a:cubicBezTo>
                  <a:pt x="550798" y="23268"/>
                  <a:pt x="543339" y="22838"/>
                  <a:pt x="532227" y="22838"/>
                </a:cubicBezTo>
                <a:lnTo>
                  <a:pt x="519979" y="22838"/>
                </a:lnTo>
                <a:close/>
                <a:moveTo>
                  <a:pt x="648136" y="67410"/>
                </a:moveTo>
                <a:lnTo>
                  <a:pt x="624653" y="63174"/>
                </a:lnTo>
                <a:cubicBezTo>
                  <a:pt x="627293" y="53594"/>
                  <a:pt x="631836" y="46504"/>
                  <a:pt x="638283" y="41901"/>
                </a:cubicBezTo>
                <a:cubicBezTo>
                  <a:pt x="644729" y="37296"/>
                  <a:pt x="654306" y="34994"/>
                  <a:pt x="667015" y="34994"/>
                </a:cubicBezTo>
                <a:cubicBezTo>
                  <a:pt x="678557" y="34994"/>
                  <a:pt x="687152" y="36360"/>
                  <a:pt x="692800" y="39092"/>
                </a:cubicBezTo>
                <a:cubicBezTo>
                  <a:pt x="698448" y="41824"/>
                  <a:pt x="702423" y="45293"/>
                  <a:pt x="704725" y="49498"/>
                </a:cubicBezTo>
                <a:cubicBezTo>
                  <a:pt x="707028" y="53704"/>
                  <a:pt x="708179" y="61424"/>
                  <a:pt x="708179" y="72659"/>
                </a:cubicBezTo>
                <a:lnTo>
                  <a:pt x="707903" y="102864"/>
                </a:lnTo>
                <a:cubicBezTo>
                  <a:pt x="707903" y="111460"/>
                  <a:pt x="708317" y="117798"/>
                  <a:pt x="709146" y="121881"/>
                </a:cubicBezTo>
                <a:cubicBezTo>
                  <a:pt x="709975" y="125964"/>
                  <a:pt x="711525" y="130338"/>
                  <a:pt x="713796" y="135004"/>
                </a:cubicBezTo>
                <a:lnTo>
                  <a:pt x="688195" y="135004"/>
                </a:lnTo>
                <a:cubicBezTo>
                  <a:pt x="687520" y="133285"/>
                  <a:pt x="686691" y="130737"/>
                  <a:pt x="685709" y="127360"/>
                </a:cubicBezTo>
                <a:cubicBezTo>
                  <a:pt x="685279" y="125826"/>
                  <a:pt x="684972" y="124813"/>
                  <a:pt x="684788" y="124321"/>
                </a:cubicBezTo>
                <a:cubicBezTo>
                  <a:pt x="680368" y="128619"/>
                  <a:pt x="675640" y="131842"/>
                  <a:pt x="670606" y="133991"/>
                </a:cubicBezTo>
                <a:cubicBezTo>
                  <a:pt x="665572" y="136140"/>
                  <a:pt x="660200" y="137214"/>
                  <a:pt x="654490" y="137214"/>
                </a:cubicBezTo>
                <a:cubicBezTo>
                  <a:pt x="644422" y="137214"/>
                  <a:pt x="636487" y="134494"/>
                  <a:pt x="630685" y="129053"/>
                </a:cubicBezTo>
                <a:cubicBezTo>
                  <a:pt x="624883" y="123612"/>
                  <a:pt x="621983" y="116734"/>
                  <a:pt x="621983" y="108419"/>
                </a:cubicBezTo>
                <a:cubicBezTo>
                  <a:pt x="621983" y="102916"/>
                  <a:pt x="623303" y="98011"/>
                  <a:pt x="625943" y="93702"/>
                </a:cubicBezTo>
                <a:cubicBezTo>
                  <a:pt x="628582" y="89391"/>
                  <a:pt x="632281" y="86089"/>
                  <a:pt x="637039" y="83796"/>
                </a:cubicBezTo>
                <a:cubicBezTo>
                  <a:pt x="641797" y="81503"/>
                  <a:pt x="648658" y="79501"/>
                  <a:pt x="657621" y="77790"/>
                </a:cubicBezTo>
                <a:cubicBezTo>
                  <a:pt x="669716" y="75528"/>
                  <a:pt x="678096" y="73419"/>
                  <a:pt x="682762" y="71462"/>
                </a:cubicBezTo>
                <a:lnTo>
                  <a:pt x="682762" y="68855"/>
                </a:lnTo>
                <a:cubicBezTo>
                  <a:pt x="682762" y="63826"/>
                  <a:pt x="681534" y="60241"/>
                  <a:pt x="679078" y="58100"/>
                </a:cubicBezTo>
                <a:cubicBezTo>
                  <a:pt x="676623" y="55957"/>
                  <a:pt x="671987" y="54886"/>
                  <a:pt x="665173" y="54886"/>
                </a:cubicBezTo>
                <a:cubicBezTo>
                  <a:pt x="660568" y="54886"/>
                  <a:pt x="656977" y="55812"/>
                  <a:pt x="654398" y="57666"/>
                </a:cubicBezTo>
                <a:cubicBezTo>
                  <a:pt x="651820" y="59517"/>
                  <a:pt x="649732" y="62765"/>
                  <a:pt x="648136" y="67410"/>
                </a:cubicBezTo>
                <a:moveTo>
                  <a:pt x="682762" y="88406"/>
                </a:moveTo>
                <a:cubicBezTo>
                  <a:pt x="679447" y="89498"/>
                  <a:pt x="674198" y="90803"/>
                  <a:pt x="667015" y="92320"/>
                </a:cubicBezTo>
                <a:cubicBezTo>
                  <a:pt x="659832" y="93836"/>
                  <a:pt x="655135" y="95322"/>
                  <a:pt x="652925" y="96778"/>
                </a:cubicBezTo>
                <a:cubicBezTo>
                  <a:pt x="649548" y="99143"/>
                  <a:pt x="647860" y="102146"/>
                  <a:pt x="647860" y="105785"/>
                </a:cubicBezTo>
                <a:cubicBezTo>
                  <a:pt x="647860" y="109365"/>
                  <a:pt x="649211" y="112460"/>
                  <a:pt x="651912" y="115069"/>
                </a:cubicBezTo>
                <a:cubicBezTo>
                  <a:pt x="654613" y="117677"/>
                  <a:pt x="658051" y="118980"/>
                  <a:pt x="662226" y="118980"/>
                </a:cubicBezTo>
                <a:cubicBezTo>
                  <a:pt x="666892" y="118980"/>
                  <a:pt x="671343" y="117464"/>
                  <a:pt x="675579" y="114430"/>
                </a:cubicBezTo>
                <a:cubicBezTo>
                  <a:pt x="678710" y="112126"/>
                  <a:pt x="680767" y="109305"/>
                  <a:pt x="681749" y="105967"/>
                </a:cubicBezTo>
                <a:cubicBezTo>
                  <a:pt x="682424" y="103783"/>
                  <a:pt x="682762" y="99629"/>
                  <a:pt x="682762" y="93503"/>
                </a:cubicBezTo>
                <a:lnTo>
                  <a:pt x="682762" y="88406"/>
                </a:lnTo>
                <a:close/>
                <a:moveTo>
                  <a:pt x="778507" y="37204"/>
                </a:moveTo>
                <a:lnTo>
                  <a:pt x="778507" y="57832"/>
                </a:lnTo>
                <a:lnTo>
                  <a:pt x="760826" y="57832"/>
                </a:lnTo>
                <a:lnTo>
                  <a:pt x="760826" y="97184"/>
                </a:lnTo>
                <a:cubicBezTo>
                  <a:pt x="760826" y="105153"/>
                  <a:pt x="760995" y="109797"/>
                  <a:pt x="761332" y="111115"/>
                </a:cubicBezTo>
                <a:cubicBezTo>
                  <a:pt x="761670" y="112431"/>
                  <a:pt x="762437" y="113519"/>
                  <a:pt x="763635" y="114379"/>
                </a:cubicBezTo>
                <a:cubicBezTo>
                  <a:pt x="764832" y="115236"/>
                  <a:pt x="766290" y="115665"/>
                  <a:pt x="768009" y="115665"/>
                </a:cubicBezTo>
                <a:cubicBezTo>
                  <a:pt x="770403" y="115665"/>
                  <a:pt x="773872" y="114836"/>
                  <a:pt x="778415" y="113179"/>
                </a:cubicBezTo>
                <a:lnTo>
                  <a:pt x="780625" y="133329"/>
                </a:lnTo>
                <a:cubicBezTo>
                  <a:pt x="774609" y="135919"/>
                  <a:pt x="767794" y="137214"/>
                  <a:pt x="760181" y="137214"/>
                </a:cubicBezTo>
                <a:cubicBezTo>
                  <a:pt x="755515" y="137214"/>
                  <a:pt x="751310" y="136431"/>
                  <a:pt x="747565" y="134866"/>
                </a:cubicBezTo>
                <a:cubicBezTo>
                  <a:pt x="743820" y="133300"/>
                  <a:pt x="741072" y="131274"/>
                  <a:pt x="739323" y="128788"/>
                </a:cubicBezTo>
                <a:cubicBezTo>
                  <a:pt x="737573" y="126301"/>
                  <a:pt x="736361" y="122940"/>
                  <a:pt x="735685" y="118704"/>
                </a:cubicBezTo>
                <a:cubicBezTo>
                  <a:pt x="735133" y="115696"/>
                  <a:pt x="734856" y="109618"/>
                  <a:pt x="734856" y="100470"/>
                </a:cubicBezTo>
                <a:lnTo>
                  <a:pt x="734856" y="57832"/>
                </a:lnTo>
                <a:lnTo>
                  <a:pt x="722977" y="57832"/>
                </a:lnTo>
                <a:lnTo>
                  <a:pt x="722977" y="37204"/>
                </a:lnTo>
                <a:lnTo>
                  <a:pt x="734856" y="37204"/>
                </a:lnTo>
                <a:lnTo>
                  <a:pt x="734856" y="17681"/>
                </a:lnTo>
                <a:lnTo>
                  <a:pt x="760826" y="2394"/>
                </a:lnTo>
                <a:lnTo>
                  <a:pt x="760826" y="37204"/>
                </a:lnTo>
                <a:lnTo>
                  <a:pt x="778507" y="37204"/>
                </a:lnTo>
                <a:close/>
                <a:moveTo>
                  <a:pt x="815803" y="67410"/>
                </a:moveTo>
                <a:lnTo>
                  <a:pt x="792320" y="63174"/>
                </a:lnTo>
                <a:cubicBezTo>
                  <a:pt x="794960" y="53594"/>
                  <a:pt x="799503" y="46504"/>
                  <a:pt x="805949" y="41901"/>
                </a:cubicBezTo>
                <a:cubicBezTo>
                  <a:pt x="812395" y="37296"/>
                  <a:pt x="821973" y="34994"/>
                  <a:pt x="834681" y="34994"/>
                </a:cubicBezTo>
                <a:cubicBezTo>
                  <a:pt x="846223" y="34994"/>
                  <a:pt x="854818" y="36360"/>
                  <a:pt x="860466" y="39092"/>
                </a:cubicBezTo>
                <a:cubicBezTo>
                  <a:pt x="866114" y="41824"/>
                  <a:pt x="870090" y="45293"/>
                  <a:pt x="872392" y="49498"/>
                </a:cubicBezTo>
                <a:cubicBezTo>
                  <a:pt x="874694" y="53704"/>
                  <a:pt x="875845" y="61424"/>
                  <a:pt x="875845" y="72659"/>
                </a:cubicBezTo>
                <a:lnTo>
                  <a:pt x="875569" y="102864"/>
                </a:lnTo>
                <a:cubicBezTo>
                  <a:pt x="875569" y="111460"/>
                  <a:pt x="875983" y="117798"/>
                  <a:pt x="876812" y="121881"/>
                </a:cubicBezTo>
                <a:cubicBezTo>
                  <a:pt x="877641" y="125964"/>
                  <a:pt x="879191" y="130338"/>
                  <a:pt x="881463" y="135004"/>
                </a:cubicBezTo>
                <a:lnTo>
                  <a:pt x="855862" y="135004"/>
                </a:lnTo>
                <a:cubicBezTo>
                  <a:pt x="855186" y="133285"/>
                  <a:pt x="854358" y="130737"/>
                  <a:pt x="853375" y="127360"/>
                </a:cubicBezTo>
                <a:cubicBezTo>
                  <a:pt x="852946" y="125826"/>
                  <a:pt x="852639" y="124813"/>
                  <a:pt x="852454" y="124321"/>
                </a:cubicBezTo>
                <a:cubicBezTo>
                  <a:pt x="848034" y="128619"/>
                  <a:pt x="843307" y="131842"/>
                  <a:pt x="838273" y="133991"/>
                </a:cubicBezTo>
                <a:cubicBezTo>
                  <a:pt x="833238" y="136140"/>
                  <a:pt x="827866" y="137214"/>
                  <a:pt x="822157" y="137214"/>
                </a:cubicBezTo>
                <a:cubicBezTo>
                  <a:pt x="812088" y="137214"/>
                  <a:pt x="804153" y="134494"/>
                  <a:pt x="798352" y="129053"/>
                </a:cubicBezTo>
                <a:cubicBezTo>
                  <a:pt x="792550" y="123612"/>
                  <a:pt x="789649" y="116734"/>
                  <a:pt x="789649" y="108419"/>
                </a:cubicBezTo>
                <a:cubicBezTo>
                  <a:pt x="789649" y="102916"/>
                  <a:pt x="790969" y="98011"/>
                  <a:pt x="793609" y="93702"/>
                </a:cubicBezTo>
                <a:cubicBezTo>
                  <a:pt x="796249" y="89391"/>
                  <a:pt x="799948" y="86089"/>
                  <a:pt x="804706" y="83796"/>
                </a:cubicBezTo>
                <a:cubicBezTo>
                  <a:pt x="809464" y="81503"/>
                  <a:pt x="816324" y="79501"/>
                  <a:pt x="825288" y="77790"/>
                </a:cubicBezTo>
                <a:cubicBezTo>
                  <a:pt x="837382" y="75528"/>
                  <a:pt x="845763" y="73419"/>
                  <a:pt x="850428" y="71462"/>
                </a:cubicBezTo>
                <a:lnTo>
                  <a:pt x="850428" y="68855"/>
                </a:lnTo>
                <a:cubicBezTo>
                  <a:pt x="850428" y="63826"/>
                  <a:pt x="849201" y="60241"/>
                  <a:pt x="846745" y="58100"/>
                </a:cubicBezTo>
                <a:cubicBezTo>
                  <a:pt x="844289" y="55957"/>
                  <a:pt x="839654" y="54886"/>
                  <a:pt x="832839" y="54886"/>
                </a:cubicBezTo>
                <a:cubicBezTo>
                  <a:pt x="828235" y="54886"/>
                  <a:pt x="824643" y="55812"/>
                  <a:pt x="822065" y="57666"/>
                </a:cubicBezTo>
                <a:cubicBezTo>
                  <a:pt x="819486" y="59517"/>
                  <a:pt x="817399" y="62765"/>
                  <a:pt x="815803" y="67410"/>
                </a:cubicBezTo>
                <a:moveTo>
                  <a:pt x="850428" y="88406"/>
                </a:moveTo>
                <a:cubicBezTo>
                  <a:pt x="847113" y="89498"/>
                  <a:pt x="841864" y="90803"/>
                  <a:pt x="834681" y="92320"/>
                </a:cubicBezTo>
                <a:cubicBezTo>
                  <a:pt x="827498" y="93836"/>
                  <a:pt x="822801" y="95322"/>
                  <a:pt x="820591" y="96778"/>
                </a:cubicBezTo>
                <a:cubicBezTo>
                  <a:pt x="817215" y="99143"/>
                  <a:pt x="815526" y="102146"/>
                  <a:pt x="815526" y="105785"/>
                </a:cubicBezTo>
                <a:cubicBezTo>
                  <a:pt x="815526" y="109365"/>
                  <a:pt x="816877" y="112460"/>
                  <a:pt x="819578" y="115069"/>
                </a:cubicBezTo>
                <a:cubicBezTo>
                  <a:pt x="822280" y="117677"/>
                  <a:pt x="825718" y="118980"/>
                  <a:pt x="829892" y="118980"/>
                </a:cubicBezTo>
                <a:cubicBezTo>
                  <a:pt x="834558" y="118980"/>
                  <a:pt x="839009" y="117464"/>
                  <a:pt x="843245" y="114430"/>
                </a:cubicBezTo>
                <a:cubicBezTo>
                  <a:pt x="846376" y="112126"/>
                  <a:pt x="848433" y="109305"/>
                  <a:pt x="849415" y="105967"/>
                </a:cubicBezTo>
                <a:cubicBezTo>
                  <a:pt x="850091" y="103783"/>
                  <a:pt x="850428" y="99629"/>
                  <a:pt x="850428" y="93503"/>
                </a:cubicBezTo>
                <a:lnTo>
                  <a:pt x="850428" y="884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9558573874fa2"/>
          <a:stretch xmlns:a="http://schemas.openxmlformats.org/drawingml/2006/main"/>
        </p:blipFill>
        <p:spPr>
          <a:xfrm xmlns:a="http://schemas.openxmlformats.org/drawingml/2006/main">
            <a:off x="10898076" y="2874927"/>
            <a:ext cx="435231" cy="435231"/>
          </a:xfrm>
          <a:prstGeom xmlns:a="http://schemas.openxmlformats.org/drawingml/2006/main" prst="rect">
            <a:avLst/>
          </a:prstGeom>
        </p:spPr>
      </p:pic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39AE1F-2D9B-4F3C-BA8C-776181DE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422" y="3143319"/>
            <a:ext cx="290154" cy="232123"/>
          </a:xfrm>
          <a:custGeom xmlns:a="http://schemas.openxmlformats.org/drawingml/2006/main">
            <a:pathLst>
              <a:path w="290154" h="232123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3"/>
                </a:cubicBezTo>
                <a:cubicBezTo>
                  <a:pt x="289271" y="25759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0" y="206363"/>
                  <a:pt x="287503" y="210629"/>
                </a:cubicBezTo>
                <a:cubicBezTo>
                  <a:pt x="285736" y="214895"/>
                  <a:pt x="283220" y="218660"/>
                  <a:pt x="279956" y="221925"/>
                </a:cubicBezTo>
                <a:cubicBezTo>
                  <a:pt x="276691" y="225190"/>
                  <a:pt x="272925" y="227706"/>
                  <a:pt x="268659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59" y="231240"/>
                  <a:pt x="21493" y="229473"/>
                </a:cubicBezTo>
                <a:cubicBezTo>
                  <a:pt x="17227" y="227706"/>
                  <a:pt x="13462" y="225190"/>
                  <a:pt x="10197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59"/>
                  <a:pt x="2650" y="21493"/>
                </a:cubicBezTo>
                <a:cubicBezTo>
                  <a:pt x="4417" y="17228"/>
                  <a:pt x="6933" y="13463"/>
                  <a:pt x="10198" y="10198"/>
                </a:cubicBezTo>
                <a:cubicBezTo>
                  <a:pt x="13463" y="6933"/>
                  <a:pt x="17228" y="4417"/>
                  <a:pt x="21494" y="2650"/>
                </a:cubicBezTo>
                <a:cubicBezTo>
                  <a:pt x="25760" y="883"/>
                  <a:pt x="30201" y="0"/>
                  <a:pt x="34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86CD5-B995-46ED-BD0E-48D9F1C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422" y="3143319"/>
            <a:ext cx="290154" cy="232123"/>
          </a:xfrm>
          <a:custGeom xmlns:a="http://schemas.openxmlformats.org/drawingml/2006/main">
            <a:pathLst>
              <a:path w="290154" h="232123" fill="none">
                <a:moveTo>
                  <a:pt x="34819" y="0"/>
                </a:moveTo>
                <a:lnTo>
                  <a:pt x="255336" y="0"/>
                </a:lnTo>
                <a:cubicBezTo>
                  <a:pt x="259953" y="0"/>
                  <a:pt x="264394" y="883"/>
                  <a:pt x="268660" y="2650"/>
                </a:cubicBezTo>
                <a:cubicBezTo>
                  <a:pt x="272926" y="4417"/>
                  <a:pt x="276691" y="6933"/>
                  <a:pt x="279956" y="10198"/>
                </a:cubicBezTo>
                <a:cubicBezTo>
                  <a:pt x="283221" y="13463"/>
                  <a:pt x="285737" y="17228"/>
                  <a:pt x="287504" y="21493"/>
                </a:cubicBezTo>
                <a:cubicBezTo>
                  <a:pt x="289271" y="25759"/>
                  <a:pt x="290154" y="30201"/>
                  <a:pt x="290154" y="34819"/>
                </a:cubicBezTo>
                <a:lnTo>
                  <a:pt x="290154" y="197305"/>
                </a:lnTo>
                <a:cubicBezTo>
                  <a:pt x="290154" y="201922"/>
                  <a:pt x="289270" y="206363"/>
                  <a:pt x="287503" y="210629"/>
                </a:cubicBezTo>
                <a:cubicBezTo>
                  <a:pt x="285736" y="214895"/>
                  <a:pt x="283220" y="218660"/>
                  <a:pt x="279956" y="221925"/>
                </a:cubicBezTo>
                <a:cubicBezTo>
                  <a:pt x="276691" y="225190"/>
                  <a:pt x="272925" y="227706"/>
                  <a:pt x="268659" y="229473"/>
                </a:cubicBezTo>
                <a:cubicBezTo>
                  <a:pt x="264394" y="231240"/>
                  <a:pt x="259953" y="232123"/>
                  <a:pt x="255336" y="232123"/>
                </a:cubicBezTo>
                <a:lnTo>
                  <a:pt x="34819" y="232123"/>
                </a:lnTo>
                <a:cubicBezTo>
                  <a:pt x="30201" y="232123"/>
                  <a:pt x="25759" y="231240"/>
                  <a:pt x="21493" y="229473"/>
                </a:cubicBezTo>
                <a:cubicBezTo>
                  <a:pt x="17227" y="227706"/>
                  <a:pt x="13462" y="225190"/>
                  <a:pt x="10197" y="221925"/>
                </a:cubicBezTo>
                <a:cubicBezTo>
                  <a:pt x="6933" y="218660"/>
                  <a:pt x="4417" y="214895"/>
                  <a:pt x="2650" y="210629"/>
                </a:cubicBezTo>
                <a:cubicBezTo>
                  <a:pt x="883" y="206363"/>
                  <a:pt x="0" y="201922"/>
                  <a:pt x="0" y="197305"/>
                </a:cubicBezTo>
                <a:lnTo>
                  <a:pt x="0" y="34819"/>
                </a:lnTo>
                <a:cubicBezTo>
                  <a:pt x="0" y="30201"/>
                  <a:pt x="883" y="25759"/>
                  <a:pt x="2650" y="21493"/>
                </a:cubicBezTo>
                <a:cubicBezTo>
                  <a:pt x="4417" y="17228"/>
                  <a:pt x="6933" y="13463"/>
                  <a:pt x="10198" y="10198"/>
                </a:cubicBezTo>
                <a:cubicBezTo>
                  <a:pt x="13463" y="6933"/>
                  <a:pt x="17228" y="4417"/>
                  <a:pt x="21494" y="2650"/>
                </a:cubicBezTo>
                <a:cubicBezTo>
                  <a:pt x="25760" y="883"/>
                  <a:pt x="30201" y="0"/>
                  <a:pt x="34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508" cap="flat">
            <a:solidFill>
              <a:srgbClr val="0000FF"/>
            </a:solidFill>
            <a:miter/>
          </a:ln>
        </p:spPr>
      </p:sp>
      <p:sp>
        <p:nvSpPr>
          <p:cNvPr id="281" name="Text s">
            <a:extLst xmlns:a="http://schemas.openxmlformats.org/drawingml/2006/main">
              <a:ext uri="{FF2B5EF4-FFF2-40B4-BE49-F238E27FC236}">
                <a16:creationId xmlns:a16="http://schemas.microsoft.com/office/drawing/2014/main" id="{2C89A65D-4ABE-4C7D-AB5C-4390FF9B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356" y="3203334"/>
            <a:ext cx="74975" cy="94357"/>
          </a:xfrm>
          <a:custGeom xmlns:a="http://schemas.openxmlformats.org/drawingml/2006/main">
            <a:pathLst>
              <a:path w="74975" h="94357">
                <a:moveTo>
                  <a:pt x="0" y="65285"/>
                </a:moveTo>
                <a:lnTo>
                  <a:pt x="15131" y="62905"/>
                </a:lnTo>
                <a:cubicBezTo>
                  <a:pt x="15981" y="68942"/>
                  <a:pt x="18347" y="73568"/>
                  <a:pt x="22229" y="76784"/>
                </a:cubicBezTo>
                <a:cubicBezTo>
                  <a:pt x="26111" y="79999"/>
                  <a:pt x="31537" y="81606"/>
                  <a:pt x="38508" y="81606"/>
                </a:cubicBezTo>
                <a:cubicBezTo>
                  <a:pt x="45535" y="81606"/>
                  <a:pt x="50749" y="80186"/>
                  <a:pt x="54149" y="77348"/>
                </a:cubicBezTo>
                <a:cubicBezTo>
                  <a:pt x="57549" y="74507"/>
                  <a:pt x="59249" y="71176"/>
                  <a:pt x="59249" y="67354"/>
                </a:cubicBezTo>
                <a:cubicBezTo>
                  <a:pt x="59249" y="63924"/>
                  <a:pt x="57747" y="61225"/>
                  <a:pt x="54744" y="59257"/>
                </a:cubicBezTo>
                <a:cubicBezTo>
                  <a:pt x="52647" y="57908"/>
                  <a:pt x="47433" y="56193"/>
                  <a:pt x="39103" y="54112"/>
                </a:cubicBezTo>
                <a:cubicBezTo>
                  <a:pt x="27882" y="51276"/>
                  <a:pt x="20104" y="48824"/>
                  <a:pt x="15769" y="46753"/>
                </a:cubicBezTo>
                <a:cubicBezTo>
                  <a:pt x="11433" y="44683"/>
                  <a:pt x="8146" y="41819"/>
                  <a:pt x="5908" y="38160"/>
                </a:cubicBezTo>
                <a:cubicBezTo>
                  <a:pt x="3669" y="34501"/>
                  <a:pt x="2550" y="30460"/>
                  <a:pt x="2550" y="26036"/>
                </a:cubicBezTo>
                <a:cubicBezTo>
                  <a:pt x="2550" y="22009"/>
                  <a:pt x="3471" y="18279"/>
                  <a:pt x="5313" y="14847"/>
                </a:cubicBezTo>
                <a:cubicBezTo>
                  <a:pt x="7155" y="11415"/>
                  <a:pt x="9662" y="8564"/>
                  <a:pt x="12836" y="6296"/>
                </a:cubicBezTo>
                <a:cubicBezTo>
                  <a:pt x="15216" y="4537"/>
                  <a:pt x="18460" y="3049"/>
                  <a:pt x="22569" y="1830"/>
                </a:cubicBezTo>
                <a:cubicBezTo>
                  <a:pt x="26678" y="610"/>
                  <a:pt x="31084" y="0"/>
                  <a:pt x="35788" y="0"/>
                </a:cubicBezTo>
                <a:cubicBezTo>
                  <a:pt x="42871" y="0"/>
                  <a:pt x="49091" y="1027"/>
                  <a:pt x="54446" y="3081"/>
                </a:cubicBezTo>
                <a:cubicBezTo>
                  <a:pt x="59802" y="5134"/>
                  <a:pt x="63755" y="7915"/>
                  <a:pt x="66305" y="11425"/>
                </a:cubicBezTo>
                <a:cubicBezTo>
                  <a:pt x="68855" y="14934"/>
                  <a:pt x="70612" y="19626"/>
                  <a:pt x="71575" y="25502"/>
                </a:cubicBezTo>
                <a:lnTo>
                  <a:pt x="56614" y="27542"/>
                </a:lnTo>
                <a:cubicBezTo>
                  <a:pt x="55934" y="22895"/>
                  <a:pt x="53965" y="19268"/>
                  <a:pt x="50706" y="16661"/>
                </a:cubicBezTo>
                <a:cubicBezTo>
                  <a:pt x="47448" y="14054"/>
                  <a:pt x="42843" y="12751"/>
                  <a:pt x="36893" y="12751"/>
                </a:cubicBezTo>
                <a:cubicBezTo>
                  <a:pt x="29865" y="12751"/>
                  <a:pt x="24850" y="13907"/>
                  <a:pt x="21847" y="16220"/>
                </a:cubicBezTo>
                <a:cubicBezTo>
                  <a:pt x="18843" y="18531"/>
                  <a:pt x="17341" y="21238"/>
                  <a:pt x="17341" y="24341"/>
                </a:cubicBezTo>
                <a:cubicBezTo>
                  <a:pt x="17341" y="26314"/>
                  <a:pt x="17965" y="28090"/>
                  <a:pt x="19211" y="29670"/>
                </a:cubicBezTo>
                <a:cubicBezTo>
                  <a:pt x="20458" y="31304"/>
                  <a:pt x="22413" y="32657"/>
                  <a:pt x="25077" y="33729"/>
                </a:cubicBezTo>
                <a:cubicBezTo>
                  <a:pt x="26607" y="34294"/>
                  <a:pt x="31112" y="35591"/>
                  <a:pt x="38593" y="37621"/>
                </a:cubicBezTo>
                <a:cubicBezTo>
                  <a:pt x="49417" y="40509"/>
                  <a:pt x="56968" y="42873"/>
                  <a:pt x="61247" y="44713"/>
                </a:cubicBezTo>
                <a:cubicBezTo>
                  <a:pt x="65526" y="46553"/>
                  <a:pt x="68883" y="49229"/>
                  <a:pt x="71320" y="52741"/>
                </a:cubicBezTo>
                <a:cubicBezTo>
                  <a:pt x="73757" y="56251"/>
                  <a:pt x="74975" y="60610"/>
                  <a:pt x="74975" y="65819"/>
                </a:cubicBezTo>
                <a:cubicBezTo>
                  <a:pt x="74975" y="70915"/>
                  <a:pt x="73488" y="75715"/>
                  <a:pt x="70513" y="80217"/>
                </a:cubicBezTo>
                <a:cubicBezTo>
                  <a:pt x="67537" y="84717"/>
                  <a:pt x="63245" y="88198"/>
                  <a:pt x="57634" y="90662"/>
                </a:cubicBezTo>
                <a:cubicBezTo>
                  <a:pt x="52024" y="93125"/>
                  <a:pt x="45677" y="94357"/>
                  <a:pt x="38593" y="94357"/>
                </a:cubicBezTo>
                <a:cubicBezTo>
                  <a:pt x="26862" y="94357"/>
                  <a:pt x="17922" y="91913"/>
                  <a:pt x="11773" y="87025"/>
                </a:cubicBezTo>
                <a:cubicBezTo>
                  <a:pt x="5625" y="82137"/>
                  <a:pt x="1700" y="74890"/>
                  <a:pt x="0" y="65285"/>
                </a:cubicBez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1">
            <a:extLst xmlns:a="http://schemas.openxmlformats.org/drawingml/2006/main">
              <a:ext uri="{FF2B5EF4-FFF2-40B4-BE49-F238E27FC236}">
                <a16:creationId xmlns:a16="http://schemas.microsoft.com/office/drawing/2014/main" id="{6DD8236E-464D-457E-8960-1A348B7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843" y="3240567"/>
            <a:ext cx="38253" cy="104274"/>
          </a:xfrm>
          <a:custGeom xmlns:a="http://schemas.openxmlformats.org/drawingml/2006/main">
            <a:pathLst>
              <a:path w="38253" h="104274">
                <a:moveTo>
                  <a:pt x="38253" y="104274"/>
                </a:moveTo>
                <a:lnTo>
                  <a:pt x="25502" y="104274"/>
                </a:lnTo>
                <a:lnTo>
                  <a:pt x="25502" y="23022"/>
                </a:lnTo>
                <a:cubicBezTo>
                  <a:pt x="22432" y="25950"/>
                  <a:pt x="18406" y="28878"/>
                  <a:pt x="13424" y="31806"/>
                </a:cubicBezTo>
                <a:cubicBezTo>
                  <a:pt x="8442" y="34734"/>
                  <a:pt x="3967" y="36930"/>
                  <a:pt x="0" y="38394"/>
                </a:cubicBezTo>
                <a:lnTo>
                  <a:pt x="0" y="26069"/>
                </a:lnTo>
                <a:cubicBezTo>
                  <a:pt x="7131" y="22716"/>
                  <a:pt x="13365" y="18654"/>
                  <a:pt x="18701" y="13884"/>
                </a:cubicBezTo>
                <a:cubicBezTo>
                  <a:pt x="24038" y="9115"/>
                  <a:pt x="27816" y="4486"/>
                  <a:pt x="30035" y="0"/>
                </a:cubicBezTo>
                <a:lnTo>
                  <a:pt x="38253" y="0"/>
                </a:lnTo>
                <a:lnTo>
                  <a:pt x="38253" y="104274"/>
                </a:lnTo>
                <a:close/>
              </a:path>
            </a:pathLst>
          </a:custGeom>
          <a:solidFill xmlns:a="http://schemas.openxmlformats.org/drawingml/2006/main">
            <a:srgbClr val="0000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0ced76d25475b"/>
          <a:stretch xmlns:a="http://schemas.openxmlformats.org/drawingml/2006/main"/>
        </p:blipFill>
        <p:spPr>
          <a:xfrm xmlns:a="http://schemas.openxmlformats.org/drawingml/2006/main">
            <a:off x="12585322" y="800398"/>
            <a:ext cx="281595" cy="319022"/>
          </a:xfrm>
          <a:prstGeom xmlns:a="http://schemas.openxmlformats.org/drawingml/2006/main" prst="rect">
            <a:avLst/>
          </a:prstGeom>
        </p:spPr>
      </p:pic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B8356-58AE-4F07-A6EC-79EE7254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988" y="4847975"/>
            <a:ext cx="348185" cy="10"/>
          </a:xfrm>
          <a:custGeom xmlns:a="http://schemas.openxmlformats.org/drawingml/2006/main">
            <a:pathLst>
              <a:path w="348185" h="1" fill="none">
                <a:moveTo>
                  <a:pt x="0" y="0"/>
                </a:moveTo>
                <a:lnTo>
                  <a:pt x="3481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9015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22370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2026-09-05T14:29:28.6890000Z</dcterms:created>
  <dcterms:modified xsi:type="dcterms:W3CDTF">2026-09-05T14:29:28.6890000Z</dcterms:modified>
</coreProperties>
</file>